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9"/>
  </p:notesMasterIdLst>
  <p:handoutMasterIdLst>
    <p:handoutMasterId r:id="rId20"/>
  </p:handoutMasterIdLst>
  <p:sldIdLst>
    <p:sldId id="256" r:id="rId5"/>
    <p:sldId id="261" r:id="rId6"/>
    <p:sldId id="600" r:id="rId7"/>
    <p:sldId id="596" r:id="rId8"/>
    <p:sldId id="597" r:id="rId9"/>
    <p:sldId id="258" r:id="rId10"/>
    <p:sldId id="262" r:id="rId11"/>
    <p:sldId id="603" r:id="rId12"/>
    <p:sldId id="602" r:id="rId13"/>
    <p:sldId id="604" r:id="rId14"/>
    <p:sldId id="605" r:id="rId15"/>
    <p:sldId id="606" r:id="rId16"/>
    <p:sldId id="601" r:id="rId17"/>
    <p:sldId id="263" r:id="rId18"/>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EB9"/>
    <a:srgbClr val="008B77"/>
    <a:srgbClr val="FFFFFF"/>
    <a:srgbClr val="008677"/>
    <a:srgbClr val="2C3A76"/>
    <a:srgbClr val="058A7B"/>
    <a:srgbClr val="008777"/>
    <a:srgbClr val="379E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0920" autoAdjust="0"/>
  </p:normalViewPr>
  <p:slideViewPr>
    <p:cSldViewPr>
      <p:cViewPr varScale="1">
        <p:scale>
          <a:sx n="62" d="100"/>
          <a:sy n="62" d="100"/>
        </p:scale>
        <p:origin x="1176" y="66"/>
      </p:cViewPr>
      <p:guideLst>
        <p:guide orient="horz" pos="2880"/>
        <p:guide pos="2160"/>
      </p:guideLst>
    </p:cSldViewPr>
  </p:slideViewPr>
  <p:outlineViewPr>
    <p:cViewPr>
      <p:scale>
        <a:sx n="50" d="100"/>
        <a:sy n="50" d="100"/>
      </p:scale>
      <p:origin x="0" y="0"/>
    </p:cViewPr>
  </p:outlineViewPr>
  <p:notesTextViewPr>
    <p:cViewPr>
      <p:scale>
        <a:sx n="100" d="100"/>
        <a:sy n="100" d="100"/>
      </p:scale>
      <p:origin x="0" y="0"/>
    </p:cViewPr>
  </p:notesTextViewPr>
  <p:notesViewPr>
    <p:cSldViewPr>
      <p:cViewPr varScale="1">
        <p:scale>
          <a:sx n="68" d="100"/>
          <a:sy n="68" d="100"/>
        </p:scale>
        <p:origin x="134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B156A4-286A-FCAD-39EF-0B048F28BF63}"/>
              </a:ext>
            </a:extLst>
          </p:cNvPr>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pt-PT"/>
          </a:p>
        </p:txBody>
      </p:sp>
      <p:sp>
        <p:nvSpPr>
          <p:cNvPr id="3" name="Date Placeholder 2">
            <a:extLst>
              <a:ext uri="{FF2B5EF4-FFF2-40B4-BE49-F238E27FC236}">
                <a16:creationId xmlns:a16="http://schemas.microsoft.com/office/drawing/2014/main" id="{D5CB9733-BBFC-7FAD-8B42-26C98EAA674A}"/>
              </a:ext>
            </a:extLst>
          </p:cNvPr>
          <p:cNvSpPr>
            <a:spLocks noGrp="1"/>
          </p:cNvSpPr>
          <p:nvPr>
            <p:ph type="dt" sz="quarter" idx="1"/>
          </p:nvPr>
        </p:nvSpPr>
        <p:spPr>
          <a:xfrm>
            <a:off x="11387138" y="0"/>
            <a:ext cx="8712200" cy="566738"/>
          </a:xfrm>
          <a:prstGeom prst="rect">
            <a:avLst/>
          </a:prstGeom>
        </p:spPr>
        <p:txBody>
          <a:bodyPr vert="horz" lIns="91440" tIns="45720" rIns="91440" bIns="45720" rtlCol="0"/>
          <a:lstStyle>
            <a:lvl1pPr algn="r">
              <a:defRPr sz="1200"/>
            </a:lvl1pPr>
          </a:lstStyle>
          <a:p>
            <a:fld id="{BBDBE424-F37F-4B0B-B8D9-5F7AEE3FE5CC}" type="datetimeFigureOut">
              <a:rPr lang="pt-PT" smtClean="0"/>
              <a:t>01/06/2026</a:t>
            </a:fld>
            <a:endParaRPr lang="pt-PT"/>
          </a:p>
        </p:txBody>
      </p:sp>
      <p:sp>
        <p:nvSpPr>
          <p:cNvPr id="4" name="Footer Placeholder 3">
            <a:extLst>
              <a:ext uri="{FF2B5EF4-FFF2-40B4-BE49-F238E27FC236}">
                <a16:creationId xmlns:a16="http://schemas.microsoft.com/office/drawing/2014/main" id="{19D965AC-7B9F-0C47-5BB7-294F9FB53C2C}"/>
              </a:ext>
            </a:extLst>
          </p:cNvPr>
          <p:cNvSpPr>
            <a:spLocks noGrp="1"/>
          </p:cNvSpPr>
          <p:nvPr>
            <p:ph type="ftr" sz="quarter" idx="2"/>
          </p:nvPr>
        </p:nvSpPr>
        <p:spPr>
          <a:xfrm>
            <a:off x="0" y="10742613"/>
            <a:ext cx="8712200" cy="566737"/>
          </a:xfrm>
          <a:prstGeom prst="rect">
            <a:avLst/>
          </a:prstGeom>
        </p:spPr>
        <p:txBody>
          <a:bodyPr vert="horz" lIns="91440" tIns="45720" rIns="91440" bIns="45720" rtlCol="0" anchor="b"/>
          <a:lstStyle>
            <a:lvl1pPr algn="l">
              <a:defRPr sz="1200"/>
            </a:lvl1pPr>
          </a:lstStyle>
          <a:p>
            <a:endParaRPr lang="pt-PT"/>
          </a:p>
        </p:txBody>
      </p:sp>
      <p:sp>
        <p:nvSpPr>
          <p:cNvPr id="5" name="Slide Number Placeholder 4">
            <a:extLst>
              <a:ext uri="{FF2B5EF4-FFF2-40B4-BE49-F238E27FC236}">
                <a16:creationId xmlns:a16="http://schemas.microsoft.com/office/drawing/2014/main" id="{BFC9ADAE-CAE0-E8F8-B30D-35596B7DE39E}"/>
              </a:ext>
            </a:extLst>
          </p:cNvPr>
          <p:cNvSpPr>
            <a:spLocks noGrp="1"/>
          </p:cNvSpPr>
          <p:nvPr>
            <p:ph type="sldNum" sz="quarter" idx="3"/>
          </p:nvPr>
        </p:nvSpPr>
        <p:spPr>
          <a:xfrm>
            <a:off x="11387138" y="10742613"/>
            <a:ext cx="8712200" cy="566737"/>
          </a:xfrm>
          <a:prstGeom prst="rect">
            <a:avLst/>
          </a:prstGeom>
        </p:spPr>
        <p:txBody>
          <a:bodyPr vert="horz" lIns="91440" tIns="45720" rIns="91440" bIns="45720" rtlCol="0" anchor="b"/>
          <a:lstStyle>
            <a:lvl1pPr algn="r">
              <a:defRPr sz="1200"/>
            </a:lvl1pPr>
          </a:lstStyle>
          <a:p>
            <a:fld id="{40929EE3-EE90-4313-A372-8A038B066E15}" type="slidenum">
              <a:rPr lang="pt-PT" smtClean="0"/>
              <a:t>‹#›</a:t>
            </a:fld>
            <a:endParaRPr lang="pt-PT"/>
          </a:p>
        </p:txBody>
      </p:sp>
    </p:spTree>
    <p:extLst>
      <p:ext uri="{BB962C8B-B14F-4D97-AF65-F5344CB8AC3E}">
        <p14:creationId xmlns:p14="http://schemas.microsoft.com/office/powerpoint/2010/main" val="102709329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0T15:38:49.441"/>
    </inkml:context>
    <inkml:brush xml:id="br0">
      <inkml:brushProperty name="width" value="0.035" units="cm"/>
      <inkml:brushProperty name="height" value="0.035" units="cm"/>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F2919E41-76BC-A442-9FDC-A3604F4AAE81}" type="datetimeFigureOut">
              <a:rPr lang="pt-PT" smtClean="0"/>
              <a:t>01/06/2026</a:t>
            </a:fld>
            <a:endParaRPr lang="pt-PT"/>
          </a:p>
        </p:txBody>
      </p:sp>
      <p:sp>
        <p:nvSpPr>
          <p:cNvPr id="4" name="Marcador de Posição da Imagem do Diapositivo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7F1FDAE1-2412-0348-B947-016F01995FEB}" type="slidenum">
              <a:rPr lang="pt-PT" smtClean="0"/>
              <a:t>‹#›</a:t>
            </a:fld>
            <a:endParaRPr lang="pt-PT"/>
          </a:p>
        </p:txBody>
      </p:sp>
    </p:spTree>
    <p:extLst>
      <p:ext uri="{BB962C8B-B14F-4D97-AF65-F5344CB8AC3E}">
        <p14:creationId xmlns:p14="http://schemas.microsoft.com/office/powerpoint/2010/main" val="959608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7F1FDAE1-2412-0348-B947-016F01995FEB}" type="slidenum">
              <a:rPr lang="pt-PT" smtClean="0"/>
              <a:t>1</a:t>
            </a:fld>
            <a:endParaRPr lang="pt-PT"/>
          </a:p>
        </p:txBody>
      </p:sp>
    </p:spTree>
    <p:extLst>
      <p:ext uri="{BB962C8B-B14F-4D97-AF65-F5344CB8AC3E}">
        <p14:creationId xmlns:p14="http://schemas.microsoft.com/office/powerpoint/2010/main" val="519331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7F1FDAE1-2412-0348-B947-016F01995FEB}" type="slidenum">
              <a:rPr lang="pt-PT" smtClean="0"/>
              <a:t>6</a:t>
            </a:fld>
            <a:endParaRPr lang="pt-PT"/>
          </a:p>
        </p:txBody>
      </p:sp>
    </p:spTree>
    <p:extLst>
      <p:ext uri="{BB962C8B-B14F-4D97-AF65-F5344CB8AC3E}">
        <p14:creationId xmlns:p14="http://schemas.microsoft.com/office/powerpoint/2010/main" val="3111062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7F1FDAE1-2412-0348-B947-016F01995FEB}" type="slidenum">
              <a:rPr lang="pt-PT" smtClean="0"/>
              <a:t>7</a:t>
            </a:fld>
            <a:endParaRPr lang="pt-PT"/>
          </a:p>
        </p:txBody>
      </p:sp>
    </p:spTree>
    <p:extLst>
      <p:ext uri="{BB962C8B-B14F-4D97-AF65-F5344CB8AC3E}">
        <p14:creationId xmlns:p14="http://schemas.microsoft.com/office/powerpoint/2010/main" val="677145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7F1FDAE1-2412-0348-B947-016F01995FEB}" type="slidenum">
              <a:rPr lang="pt-PT" smtClean="0"/>
              <a:t>14</a:t>
            </a:fld>
            <a:endParaRPr lang="pt-PT"/>
          </a:p>
        </p:txBody>
      </p:sp>
    </p:spTree>
    <p:extLst>
      <p:ext uri="{BB962C8B-B14F-4D97-AF65-F5344CB8AC3E}">
        <p14:creationId xmlns:p14="http://schemas.microsoft.com/office/powerpoint/2010/main" val="5917190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3BEB4DB6-E219-4959-7AE5-FE529255E96D}"/>
              </a:ext>
            </a:extLst>
          </p:cNvPr>
          <p:cNvSpPr/>
          <p:nvPr userDrawn="1"/>
        </p:nvSpPr>
        <p:spPr>
          <a:xfrm>
            <a:off x="19210655" y="10896283"/>
            <a:ext cx="893446" cy="413067"/>
          </a:xfrm>
          <a:prstGeom prst="rect">
            <a:avLst/>
          </a:prstGeom>
          <a:solidFill>
            <a:srgbClr val="2B3B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 name="Holder 2">
            <a:extLst>
              <a:ext uri="{FF2B5EF4-FFF2-40B4-BE49-F238E27FC236}">
                <a16:creationId xmlns:a16="http://schemas.microsoft.com/office/drawing/2014/main" id="{2658EA7B-06D5-1ADB-76FC-C1982F27C954}"/>
              </a:ext>
            </a:extLst>
          </p:cNvPr>
          <p:cNvSpPr>
            <a:spLocks noGrp="1"/>
          </p:cNvSpPr>
          <p:nvPr>
            <p:ph type="ctrTitle" hasCustomPrompt="1"/>
          </p:nvPr>
        </p:nvSpPr>
        <p:spPr>
          <a:xfrm>
            <a:off x="6470650" y="1517095"/>
            <a:ext cx="6781800" cy="907941"/>
          </a:xfrm>
          <a:prstGeom prst="rect">
            <a:avLst/>
          </a:prstGeom>
          <a:solidFill>
            <a:srgbClr val="008777"/>
          </a:solidFill>
          <a:ln w="28575">
            <a:noFill/>
          </a:ln>
        </p:spPr>
        <p:txBody>
          <a:bodyPr wrap="square" lIns="0" tIns="0" rIns="0" bIns="0">
            <a:spAutoFit/>
          </a:bodyPr>
          <a:lstStyle>
            <a:lvl1pPr algn="ctr">
              <a:defRPr sz="5900" b="1" i="0">
                <a:solidFill>
                  <a:schemeClr val="bg1"/>
                </a:solidFill>
                <a:latin typeface="Roboto Black"/>
                <a:cs typeface="Roboto Black"/>
              </a:defRPr>
            </a:lvl1pPr>
          </a:lstStyle>
          <a:p>
            <a:r>
              <a:rPr lang="pt-PT" dirty="0"/>
              <a:t>MAIN TITLE HERE</a:t>
            </a:r>
            <a:endParaRPr dirty="0"/>
          </a:p>
        </p:txBody>
      </p:sp>
      <p:sp>
        <p:nvSpPr>
          <p:cNvPr id="5" name="Marcador de Posição do Texto 12">
            <a:extLst>
              <a:ext uri="{FF2B5EF4-FFF2-40B4-BE49-F238E27FC236}">
                <a16:creationId xmlns:a16="http://schemas.microsoft.com/office/drawing/2014/main" id="{6B45764E-0322-82E8-915F-A853D8A13895}"/>
              </a:ext>
            </a:extLst>
          </p:cNvPr>
          <p:cNvSpPr>
            <a:spLocks noGrp="1"/>
          </p:cNvSpPr>
          <p:nvPr>
            <p:ph type="body" sz="quarter" idx="10" hasCustomPrompt="1"/>
          </p:nvPr>
        </p:nvSpPr>
        <p:spPr>
          <a:xfrm>
            <a:off x="6775450" y="2736295"/>
            <a:ext cx="4495800" cy="646331"/>
          </a:xfrm>
          <a:prstGeom prst="rect">
            <a:avLst/>
          </a:prstGeom>
        </p:spPr>
        <p:txBody>
          <a:bodyPr/>
          <a:lstStyle>
            <a:lvl1pPr>
              <a:defRPr sz="3600" b="0" i="0">
                <a:solidFill>
                  <a:srgbClr val="058A7B"/>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a:t>SUB-TITLE HERE</a:t>
            </a:r>
          </a:p>
        </p:txBody>
      </p:sp>
      <p:sp>
        <p:nvSpPr>
          <p:cNvPr id="6" name="Retângulo 5">
            <a:extLst>
              <a:ext uri="{FF2B5EF4-FFF2-40B4-BE49-F238E27FC236}">
                <a16:creationId xmlns:a16="http://schemas.microsoft.com/office/drawing/2014/main" id="{7801DA8B-EC3A-04B5-6A63-13FC1366F000}"/>
              </a:ext>
            </a:extLst>
          </p:cNvPr>
          <p:cNvSpPr/>
          <p:nvPr userDrawn="1"/>
        </p:nvSpPr>
        <p:spPr>
          <a:xfrm>
            <a:off x="0" y="10912475"/>
            <a:ext cx="19230974" cy="39687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 name="Retângulo 6">
            <a:extLst>
              <a:ext uri="{FF2B5EF4-FFF2-40B4-BE49-F238E27FC236}">
                <a16:creationId xmlns:a16="http://schemas.microsoft.com/office/drawing/2014/main" id="{9CC1A455-C93F-E0CB-95F9-C5F4D325879C}"/>
              </a:ext>
            </a:extLst>
          </p:cNvPr>
          <p:cNvSpPr/>
          <p:nvPr userDrawn="1"/>
        </p:nvSpPr>
        <p:spPr>
          <a:xfrm>
            <a:off x="18357850" y="10209370"/>
            <a:ext cx="873124" cy="85550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8" name="Marcador de Posição da Imagem 18">
            <a:extLst>
              <a:ext uri="{FF2B5EF4-FFF2-40B4-BE49-F238E27FC236}">
                <a16:creationId xmlns:a16="http://schemas.microsoft.com/office/drawing/2014/main" id="{12B71844-5010-DDFE-8E03-ACE56F7B3912}"/>
              </a:ext>
            </a:extLst>
          </p:cNvPr>
          <p:cNvSpPr>
            <a:spLocks noGrp="1"/>
          </p:cNvSpPr>
          <p:nvPr>
            <p:ph type="pic" sz="quarter" idx="11"/>
          </p:nvPr>
        </p:nvSpPr>
        <p:spPr>
          <a:xfrm>
            <a:off x="-2" y="0"/>
            <a:ext cx="6470652" cy="10896283"/>
          </a:xfrm>
          <a:prstGeom prst="rect">
            <a:avLst/>
          </a:prstGeom>
        </p:spPr>
        <p:txBody>
          <a:bodyPr/>
          <a:lstStyle/>
          <a:p>
            <a:endParaRPr lang="pt-PT"/>
          </a:p>
        </p:txBody>
      </p:sp>
      <p:sp>
        <p:nvSpPr>
          <p:cNvPr id="9" name="Marcador de Posição do Texto 20">
            <a:extLst>
              <a:ext uri="{FF2B5EF4-FFF2-40B4-BE49-F238E27FC236}">
                <a16:creationId xmlns:a16="http://schemas.microsoft.com/office/drawing/2014/main" id="{29BDCB42-93A9-1E08-997A-7A9D35265A85}"/>
              </a:ext>
            </a:extLst>
          </p:cNvPr>
          <p:cNvSpPr>
            <a:spLocks noGrp="1"/>
          </p:cNvSpPr>
          <p:nvPr>
            <p:ph type="body" sz="quarter" idx="12" hasCustomPrompt="1"/>
          </p:nvPr>
        </p:nvSpPr>
        <p:spPr>
          <a:xfrm>
            <a:off x="6775450" y="4087640"/>
            <a:ext cx="11963400" cy="1228616"/>
          </a:xfrm>
          <a:prstGeom prst="rect">
            <a:avLst/>
          </a:prstGeom>
        </p:spPr>
        <p:txBody>
          <a:bodyPr/>
          <a:lstStyle>
            <a:lvl1pPr>
              <a:defRPr sz="2400">
                <a:solidFill>
                  <a:srgbClr val="2B3B76"/>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sed</a:t>
            </a:r>
            <a:r>
              <a:rPr lang="pt-PT" dirty="0"/>
              <a:t> </a:t>
            </a:r>
            <a:r>
              <a:rPr lang="pt-PT" dirty="0" err="1"/>
              <a:t>diam</a:t>
            </a:r>
            <a:r>
              <a:rPr lang="pt-PT" dirty="0"/>
              <a:t> </a:t>
            </a:r>
            <a:r>
              <a:rPr lang="pt-PT" dirty="0" err="1"/>
              <a:t>nonummy</a:t>
            </a:r>
            <a:r>
              <a:rPr lang="pt-PT" dirty="0"/>
              <a:t> </a:t>
            </a:r>
            <a:r>
              <a:rPr lang="pt-PT" dirty="0" err="1"/>
              <a:t>nibh</a:t>
            </a:r>
            <a:r>
              <a:rPr lang="pt-PT" dirty="0"/>
              <a:t> </a:t>
            </a:r>
            <a:r>
              <a:rPr lang="pt-PT" dirty="0" err="1"/>
              <a:t>euismod</a:t>
            </a:r>
            <a:r>
              <a:rPr lang="pt-PT" dirty="0"/>
              <a:t> </a:t>
            </a:r>
            <a:r>
              <a:rPr lang="pt-PT" dirty="0" err="1"/>
              <a:t>tincidunt</a:t>
            </a:r>
            <a:r>
              <a:rPr lang="pt-PT" dirty="0"/>
              <a:t> ut </a:t>
            </a:r>
            <a:r>
              <a:rPr lang="pt-PT" dirty="0" err="1"/>
              <a:t>laoreet</a:t>
            </a:r>
            <a:r>
              <a:rPr lang="pt-PT" dirty="0"/>
              <a:t> </a:t>
            </a:r>
            <a:r>
              <a:rPr lang="pt-PT" dirty="0" err="1"/>
              <a:t>dolore</a:t>
            </a:r>
            <a:r>
              <a:rPr lang="pt-PT" dirty="0"/>
              <a:t> magna </a:t>
            </a:r>
            <a:r>
              <a:rPr lang="pt-PT" dirty="0" err="1"/>
              <a:t>aliquam</a:t>
            </a:r>
            <a:r>
              <a:rPr lang="pt-PT" dirty="0"/>
              <a:t> </a:t>
            </a:r>
            <a:r>
              <a:rPr lang="pt-PT" dirty="0" err="1"/>
              <a:t>erat</a:t>
            </a:r>
            <a:r>
              <a:rPr lang="pt-PT" dirty="0"/>
              <a:t> </a:t>
            </a:r>
            <a:r>
              <a:rPr lang="pt-PT" dirty="0" err="1"/>
              <a:t>volutpat</a:t>
            </a:r>
            <a:r>
              <a:rPr lang="pt-PT" dirty="0"/>
              <a:t>. </a:t>
            </a:r>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sed</a:t>
            </a:r>
            <a:r>
              <a:rPr lang="pt-PT" dirty="0"/>
              <a:t> </a:t>
            </a:r>
            <a:r>
              <a:rPr lang="pt-PT" dirty="0" err="1"/>
              <a:t>diam</a:t>
            </a:r>
            <a:r>
              <a:rPr lang="pt-PT" dirty="0"/>
              <a:t> </a:t>
            </a:r>
            <a:r>
              <a:rPr lang="pt-PT" dirty="0" err="1"/>
              <a:t>nonummy</a:t>
            </a:r>
            <a:r>
              <a:rPr lang="pt-PT" dirty="0"/>
              <a:t> </a:t>
            </a:r>
            <a:r>
              <a:rPr lang="pt-PT" dirty="0" err="1"/>
              <a:t>nibh</a:t>
            </a:r>
            <a:r>
              <a:rPr lang="pt-PT" dirty="0"/>
              <a:t> </a:t>
            </a:r>
            <a:r>
              <a:rPr lang="pt-PT" dirty="0" err="1"/>
              <a:t>euismod</a:t>
            </a:r>
            <a:r>
              <a:rPr lang="pt-PT" dirty="0"/>
              <a:t> </a:t>
            </a:r>
            <a:r>
              <a:rPr lang="pt-PT" dirty="0" err="1"/>
              <a:t>tincidunt</a:t>
            </a:r>
            <a:r>
              <a:rPr lang="pt-PT" dirty="0"/>
              <a:t> ut </a:t>
            </a:r>
            <a:r>
              <a:rPr lang="pt-PT" dirty="0" err="1"/>
              <a:t>laoreet</a:t>
            </a:r>
            <a:r>
              <a:rPr lang="pt-PT" dirty="0"/>
              <a:t> </a:t>
            </a:r>
            <a:r>
              <a:rPr lang="pt-PT" dirty="0" err="1"/>
              <a:t>dolore</a:t>
            </a:r>
            <a:r>
              <a:rPr lang="pt-PT" dirty="0"/>
              <a:t> magna </a:t>
            </a:r>
            <a:r>
              <a:rPr lang="pt-PT" dirty="0" err="1"/>
              <a:t>aliquam</a:t>
            </a:r>
            <a:r>
              <a:rPr lang="pt-PT" dirty="0"/>
              <a:t> </a:t>
            </a:r>
            <a:r>
              <a:rPr lang="pt-PT" dirty="0" err="1"/>
              <a:t>erat</a:t>
            </a:r>
            <a:r>
              <a:rPr lang="pt-PT" dirty="0"/>
              <a:t> </a:t>
            </a:r>
            <a:r>
              <a:rPr lang="pt-PT" dirty="0" err="1"/>
              <a:t>volutpat</a:t>
            </a:r>
            <a:r>
              <a:rPr lang="pt-PT" dirty="0"/>
              <a:t>.</a:t>
            </a:r>
          </a:p>
        </p:txBody>
      </p:sp>
      <p:sp>
        <p:nvSpPr>
          <p:cNvPr id="10" name="Marcador de Posição do Texto 22">
            <a:extLst>
              <a:ext uri="{FF2B5EF4-FFF2-40B4-BE49-F238E27FC236}">
                <a16:creationId xmlns:a16="http://schemas.microsoft.com/office/drawing/2014/main" id="{3481226B-3585-A7A8-D900-B2632D692D03}"/>
              </a:ext>
            </a:extLst>
          </p:cNvPr>
          <p:cNvSpPr>
            <a:spLocks noGrp="1"/>
          </p:cNvSpPr>
          <p:nvPr>
            <p:ph type="body" sz="quarter" idx="13" hasCustomPrompt="1"/>
          </p:nvPr>
        </p:nvSpPr>
        <p:spPr>
          <a:xfrm>
            <a:off x="6775450" y="5949912"/>
            <a:ext cx="5638800" cy="1315433"/>
          </a:xfrm>
          <a:prstGeom prst="rect">
            <a:avLst/>
          </a:prstGeom>
        </p:spPr>
        <p:txBody>
          <a:bodyPr/>
          <a:lstStyle>
            <a:lvl2pPr marL="742950" indent="-285750">
              <a:lnSpc>
                <a:spcPct val="150000"/>
              </a:lnSpc>
              <a:buClr>
                <a:srgbClr val="2B3B76"/>
              </a:buClr>
              <a:buFont typeface="Wingdings" pitchFamily="2" charset="2"/>
              <a:buChar char="§"/>
              <a:defRPr sz="2400">
                <a:solidFill>
                  <a:srgbClr val="2B3B76"/>
                </a:solidFill>
                <a:latin typeface="Roboto" panose="02000000000000000000" pitchFamily="2" charset="0"/>
                <a:ea typeface="Roboto" panose="02000000000000000000" pitchFamily="2" charset="0"/>
                <a:cs typeface="Roboto" panose="02000000000000000000" pitchFamily="2" charset="0"/>
              </a:defRPr>
            </a:lvl2pPr>
          </a:lstStyle>
          <a:p>
            <a:pPr lvl="1"/>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p>
          <a:p>
            <a:pPr lvl="1"/>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endParaRPr lang="pt-PT" dirty="0"/>
          </a:p>
        </p:txBody>
      </p:sp>
      <p:sp>
        <p:nvSpPr>
          <p:cNvPr id="11" name="Marcador de Posição do Texto 26">
            <a:extLst>
              <a:ext uri="{FF2B5EF4-FFF2-40B4-BE49-F238E27FC236}">
                <a16:creationId xmlns:a16="http://schemas.microsoft.com/office/drawing/2014/main" id="{415E8BF3-2653-ECB6-5323-CBD87688A721}"/>
              </a:ext>
            </a:extLst>
          </p:cNvPr>
          <p:cNvSpPr>
            <a:spLocks noGrp="1"/>
          </p:cNvSpPr>
          <p:nvPr>
            <p:ph type="body" sz="quarter" idx="14" hasCustomPrompt="1"/>
          </p:nvPr>
        </p:nvSpPr>
        <p:spPr>
          <a:xfrm>
            <a:off x="8188326" y="8466501"/>
            <a:ext cx="1638300" cy="396875"/>
          </a:xfrm>
          <a:prstGeom prst="rect">
            <a:avLst/>
          </a:prstGeom>
        </p:spPr>
        <p:txBody>
          <a:bodyPr/>
          <a:lstStyle>
            <a:lvl1pPr>
              <a:defRPr>
                <a:solidFill>
                  <a:srgbClr val="2B3B76"/>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err="1"/>
              <a:t>Lorem</a:t>
            </a:r>
            <a:r>
              <a:rPr lang="pt-PT" dirty="0"/>
              <a:t> </a:t>
            </a:r>
            <a:r>
              <a:rPr lang="pt-PT" dirty="0" err="1"/>
              <a:t>Ipsum</a:t>
            </a:r>
            <a:endParaRPr lang="pt-PT" dirty="0"/>
          </a:p>
        </p:txBody>
      </p:sp>
      <p:sp>
        <p:nvSpPr>
          <p:cNvPr id="12" name="Marcador de Posição da Imagem 18">
            <a:extLst>
              <a:ext uri="{FF2B5EF4-FFF2-40B4-BE49-F238E27FC236}">
                <a16:creationId xmlns:a16="http://schemas.microsoft.com/office/drawing/2014/main" id="{3C7A888D-72C3-B335-5A4B-EADF8C726A36}"/>
              </a:ext>
            </a:extLst>
          </p:cNvPr>
          <p:cNvSpPr>
            <a:spLocks noGrp="1"/>
          </p:cNvSpPr>
          <p:nvPr>
            <p:ph type="pic" sz="quarter" idx="15"/>
          </p:nvPr>
        </p:nvSpPr>
        <p:spPr>
          <a:xfrm>
            <a:off x="6775450" y="8126155"/>
            <a:ext cx="1079436" cy="1079436"/>
          </a:xfrm>
          <a:prstGeom prst="rect">
            <a:avLst/>
          </a:prstGeom>
        </p:spPr>
        <p:txBody>
          <a:bodyPr/>
          <a:lstStyle>
            <a:lvl1pPr>
              <a:defRPr>
                <a:latin typeface="Roboto" panose="02000000000000000000" pitchFamily="2" charset="0"/>
                <a:ea typeface="Roboto" panose="02000000000000000000" pitchFamily="2" charset="0"/>
                <a:cs typeface="Roboto" panose="02000000000000000000" pitchFamily="2" charset="0"/>
              </a:defRPr>
            </a:lvl1pPr>
          </a:lstStyle>
          <a:p>
            <a:endParaRPr lang="pt-PT"/>
          </a:p>
        </p:txBody>
      </p:sp>
      <p:sp>
        <p:nvSpPr>
          <p:cNvPr id="13" name="Marcador de Posição do Texto 26">
            <a:extLst>
              <a:ext uri="{FF2B5EF4-FFF2-40B4-BE49-F238E27FC236}">
                <a16:creationId xmlns:a16="http://schemas.microsoft.com/office/drawing/2014/main" id="{F98DB37D-F55F-6A87-B825-0B7C67D7B3D7}"/>
              </a:ext>
            </a:extLst>
          </p:cNvPr>
          <p:cNvSpPr>
            <a:spLocks noGrp="1"/>
          </p:cNvSpPr>
          <p:nvPr>
            <p:ph type="body" sz="quarter" idx="16" hasCustomPrompt="1"/>
          </p:nvPr>
        </p:nvSpPr>
        <p:spPr>
          <a:xfrm>
            <a:off x="11690352" y="8466501"/>
            <a:ext cx="1638300" cy="396875"/>
          </a:xfrm>
          <a:prstGeom prst="rect">
            <a:avLst/>
          </a:prstGeom>
        </p:spPr>
        <p:txBody>
          <a:bodyPr/>
          <a:lstStyle>
            <a:lvl1pPr>
              <a:defRPr>
                <a:solidFill>
                  <a:srgbClr val="2B3B76"/>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err="1"/>
              <a:t>Lorem</a:t>
            </a:r>
            <a:r>
              <a:rPr lang="pt-PT" dirty="0"/>
              <a:t> </a:t>
            </a:r>
            <a:r>
              <a:rPr lang="pt-PT" dirty="0" err="1"/>
              <a:t>Ipsum</a:t>
            </a:r>
            <a:endParaRPr lang="pt-PT" dirty="0"/>
          </a:p>
        </p:txBody>
      </p:sp>
      <p:sp>
        <p:nvSpPr>
          <p:cNvPr id="14" name="Marcador de Posição da Imagem 18">
            <a:extLst>
              <a:ext uri="{FF2B5EF4-FFF2-40B4-BE49-F238E27FC236}">
                <a16:creationId xmlns:a16="http://schemas.microsoft.com/office/drawing/2014/main" id="{36633A56-5E8C-68D9-A8E1-818ABB9107D1}"/>
              </a:ext>
            </a:extLst>
          </p:cNvPr>
          <p:cNvSpPr>
            <a:spLocks noGrp="1"/>
          </p:cNvSpPr>
          <p:nvPr>
            <p:ph type="pic" sz="quarter" idx="17"/>
          </p:nvPr>
        </p:nvSpPr>
        <p:spPr>
          <a:xfrm>
            <a:off x="10277476" y="8126155"/>
            <a:ext cx="1079436" cy="1079436"/>
          </a:xfrm>
          <a:prstGeom prst="rect">
            <a:avLst/>
          </a:prstGeom>
        </p:spPr>
        <p:txBody>
          <a:bodyPr/>
          <a:lstStyle>
            <a:lvl1pPr>
              <a:defRPr>
                <a:latin typeface="Roboto" panose="02000000000000000000" pitchFamily="2" charset="0"/>
                <a:ea typeface="Roboto" panose="02000000000000000000" pitchFamily="2" charset="0"/>
                <a:cs typeface="Roboto" panose="02000000000000000000" pitchFamily="2" charset="0"/>
              </a:defRPr>
            </a:lvl1pPr>
          </a:lstStyle>
          <a:p>
            <a:endParaRPr lang="pt-PT"/>
          </a:p>
        </p:txBody>
      </p:sp>
      <p:sp>
        <p:nvSpPr>
          <p:cNvPr id="15" name="Marcador de Posição do Texto 26">
            <a:extLst>
              <a:ext uri="{FF2B5EF4-FFF2-40B4-BE49-F238E27FC236}">
                <a16:creationId xmlns:a16="http://schemas.microsoft.com/office/drawing/2014/main" id="{98CDF80E-3295-6FBD-F522-14E78DCEADB8}"/>
              </a:ext>
            </a:extLst>
          </p:cNvPr>
          <p:cNvSpPr>
            <a:spLocks noGrp="1"/>
          </p:cNvSpPr>
          <p:nvPr>
            <p:ph type="body" sz="quarter" idx="18" hasCustomPrompt="1"/>
          </p:nvPr>
        </p:nvSpPr>
        <p:spPr>
          <a:xfrm>
            <a:off x="15193804" y="8466501"/>
            <a:ext cx="1638300" cy="396875"/>
          </a:xfrm>
          <a:prstGeom prst="rect">
            <a:avLst/>
          </a:prstGeom>
        </p:spPr>
        <p:txBody>
          <a:bodyPr/>
          <a:lstStyle>
            <a:lvl1pPr>
              <a:defRPr>
                <a:solidFill>
                  <a:srgbClr val="2B3B76"/>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err="1"/>
              <a:t>Lorem</a:t>
            </a:r>
            <a:r>
              <a:rPr lang="pt-PT" dirty="0"/>
              <a:t> </a:t>
            </a:r>
            <a:r>
              <a:rPr lang="pt-PT" dirty="0" err="1"/>
              <a:t>Ipsum</a:t>
            </a:r>
            <a:endParaRPr lang="pt-PT" dirty="0"/>
          </a:p>
        </p:txBody>
      </p:sp>
      <p:sp>
        <p:nvSpPr>
          <p:cNvPr id="16" name="Marcador de Posição da Imagem 18">
            <a:extLst>
              <a:ext uri="{FF2B5EF4-FFF2-40B4-BE49-F238E27FC236}">
                <a16:creationId xmlns:a16="http://schemas.microsoft.com/office/drawing/2014/main" id="{7E31B9DC-A4C9-BF7A-FB93-8CB3495039A5}"/>
              </a:ext>
            </a:extLst>
          </p:cNvPr>
          <p:cNvSpPr>
            <a:spLocks noGrp="1"/>
          </p:cNvSpPr>
          <p:nvPr>
            <p:ph type="pic" sz="quarter" idx="19"/>
          </p:nvPr>
        </p:nvSpPr>
        <p:spPr>
          <a:xfrm>
            <a:off x="13780928" y="8126155"/>
            <a:ext cx="1079436" cy="1079436"/>
          </a:xfrm>
          <a:prstGeom prst="rect">
            <a:avLst/>
          </a:prstGeom>
        </p:spPr>
        <p:txBody>
          <a:bodyPr/>
          <a:lstStyle>
            <a:lvl1pPr>
              <a:defRPr>
                <a:latin typeface="Roboto" panose="02000000000000000000" pitchFamily="2" charset="0"/>
                <a:ea typeface="Roboto" panose="02000000000000000000" pitchFamily="2" charset="0"/>
                <a:cs typeface="Roboto" panose="02000000000000000000" pitchFamily="2" charset="0"/>
              </a:defRPr>
            </a:lvl1pPr>
          </a:lstStyle>
          <a:p>
            <a:endParaRPr lang="pt-PT"/>
          </a:p>
        </p:txBody>
      </p:sp>
      <p:pic>
        <p:nvPicPr>
          <p:cNvPr id="23" name="Imagem 22">
            <a:extLst>
              <a:ext uri="{FF2B5EF4-FFF2-40B4-BE49-F238E27FC236}">
                <a16:creationId xmlns:a16="http://schemas.microsoft.com/office/drawing/2014/main" id="{29D74EBB-FC92-56FB-9F9C-0DA27279E29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7494999" y="406055"/>
            <a:ext cx="2210030" cy="1743371"/>
          </a:xfrm>
          <a:prstGeom prst="rect">
            <a:avLst/>
          </a:prstGeom>
        </p:spPr>
      </p:pic>
      <p:sp>
        <p:nvSpPr>
          <p:cNvPr id="2" name="TextBox 1">
            <a:extLst>
              <a:ext uri="{FF2B5EF4-FFF2-40B4-BE49-F238E27FC236}">
                <a16:creationId xmlns:a16="http://schemas.microsoft.com/office/drawing/2014/main" id="{F8435EA5-6F58-D487-81CF-2BD869AD42A0}"/>
              </a:ext>
            </a:extLst>
          </p:cNvPr>
          <p:cNvSpPr txBox="1"/>
          <p:nvPr userDrawn="1"/>
        </p:nvSpPr>
        <p:spPr>
          <a:xfrm>
            <a:off x="18400863" y="10209370"/>
            <a:ext cx="766779" cy="584775"/>
          </a:xfrm>
          <a:prstGeom prst="rect">
            <a:avLst/>
          </a:prstGeom>
          <a:noFill/>
        </p:spPr>
        <p:txBody>
          <a:bodyPr wrap="square" rtlCol="0">
            <a:spAutoFit/>
          </a:bodyPr>
          <a:lstStyle/>
          <a:p>
            <a:pPr algn="ctr"/>
            <a:fld id="{469E1199-1CA1-42C6-8617-594E96412D23}" type="slidenum">
              <a:rPr lang="pt-PT" sz="3200" smtClean="0">
                <a:solidFill>
                  <a:schemeClr val="bg1"/>
                </a:solidFill>
                <a:latin typeface="Roboto" panose="02000000000000000000" pitchFamily="2" charset="0"/>
                <a:ea typeface="Roboto" panose="02000000000000000000" pitchFamily="2" charset="0"/>
                <a:cs typeface="Roboto" panose="02000000000000000000" pitchFamily="2" charset="0"/>
              </a:rPr>
              <a:t>‹#›</a:t>
            </a:fld>
            <a:endParaRPr lang="pt-PT"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8" name="object 24">
            <a:extLst>
              <a:ext uri="{FF2B5EF4-FFF2-40B4-BE49-F238E27FC236}">
                <a16:creationId xmlns:a16="http://schemas.microsoft.com/office/drawing/2014/main" id="{71B5CEB5-0C5F-E718-A169-6CC640AB5E56}"/>
              </a:ext>
            </a:extLst>
          </p:cNvPr>
          <p:cNvSpPr txBox="1">
            <a:spLocks/>
          </p:cNvSpPr>
          <p:nvPr userDrawn="1"/>
        </p:nvSpPr>
        <p:spPr>
          <a:xfrm>
            <a:off x="13780928" y="10373732"/>
            <a:ext cx="4383756" cy="393056"/>
          </a:xfrm>
          <a:prstGeom prst="rect">
            <a:avLst/>
          </a:prstGeom>
        </p:spPr>
        <p:txBody>
          <a:bodyPr vert="horz" wrap="square" lIns="0" tIns="23495" rIns="0" bIns="0" rtlCol="0">
            <a:spAutoFit/>
          </a:bodyPr>
          <a:lstStyle>
            <a:defPPr>
              <a:defRPr kern="0"/>
            </a:defPPr>
          </a:lstStyle>
          <a:p>
            <a:pPr marL="12700">
              <a:spcBef>
                <a:spcPts val="185"/>
              </a:spcBef>
            </a:pPr>
            <a:r>
              <a:rPr lang="pt-PT" sz="2400" dirty="0" err="1">
                <a:solidFill>
                  <a:srgbClr val="28397C"/>
                </a:solidFill>
              </a:rPr>
              <a:t>Uniting</a:t>
            </a:r>
            <a:r>
              <a:rPr lang="pt-PT" sz="2400" dirty="0">
                <a:solidFill>
                  <a:srgbClr val="28397C"/>
                </a:solidFill>
              </a:rPr>
              <a:t> </a:t>
            </a:r>
            <a:r>
              <a:rPr lang="pt-PT" sz="2400" dirty="0" err="1">
                <a:solidFill>
                  <a:srgbClr val="28397C"/>
                </a:solidFill>
              </a:rPr>
              <a:t>Europe's</a:t>
            </a:r>
            <a:r>
              <a:rPr lang="pt-PT" sz="2400" dirty="0">
                <a:solidFill>
                  <a:srgbClr val="28397C"/>
                </a:solidFill>
              </a:rPr>
              <a:t> </a:t>
            </a:r>
            <a:r>
              <a:rPr lang="pt-PT" sz="2400" dirty="0" err="1">
                <a:solidFill>
                  <a:srgbClr val="28397C"/>
                </a:solidFill>
              </a:rPr>
              <a:t>Energy</a:t>
            </a:r>
            <a:r>
              <a:rPr lang="pt-PT" sz="2400" dirty="0">
                <a:solidFill>
                  <a:srgbClr val="28397C"/>
                </a:solidFill>
              </a:rPr>
              <a:t>, </a:t>
            </a:r>
            <a:r>
              <a:rPr lang="pt-PT" sz="2400" dirty="0" err="1">
                <a:solidFill>
                  <a:srgbClr val="28397C"/>
                </a:solidFill>
              </a:rPr>
              <a:t>Today</a:t>
            </a:r>
            <a:endParaRPr lang="pt-PT" sz="2400" spc="-20" dirty="0">
              <a:solidFill>
                <a:srgbClr val="28397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squema Personalizado">
    <p:spTree>
      <p:nvGrpSpPr>
        <p:cNvPr id="1" name=""/>
        <p:cNvGrpSpPr/>
        <p:nvPr/>
      </p:nvGrpSpPr>
      <p:grpSpPr>
        <a:xfrm>
          <a:off x="0" y="0"/>
          <a:ext cx="0" cy="0"/>
          <a:chOff x="0" y="0"/>
          <a:chExt cx="0" cy="0"/>
        </a:xfrm>
      </p:grpSpPr>
      <p:sp>
        <p:nvSpPr>
          <p:cNvPr id="12" name="Retângulo 11">
            <a:extLst>
              <a:ext uri="{FF2B5EF4-FFF2-40B4-BE49-F238E27FC236}">
                <a16:creationId xmlns:a16="http://schemas.microsoft.com/office/drawing/2014/main" id="{C8881742-84FE-E2E2-97D9-985C950D92D0}"/>
              </a:ext>
            </a:extLst>
          </p:cNvPr>
          <p:cNvSpPr/>
          <p:nvPr userDrawn="1"/>
        </p:nvSpPr>
        <p:spPr>
          <a:xfrm>
            <a:off x="19210655" y="10896283"/>
            <a:ext cx="893446" cy="413067"/>
          </a:xfrm>
          <a:prstGeom prst="rect">
            <a:avLst/>
          </a:prstGeom>
          <a:solidFill>
            <a:srgbClr val="2B3B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3" name="Holder 2">
            <a:extLst>
              <a:ext uri="{FF2B5EF4-FFF2-40B4-BE49-F238E27FC236}">
                <a16:creationId xmlns:a16="http://schemas.microsoft.com/office/drawing/2014/main" id="{1AA915E3-2F15-3D21-6D8A-3FE7C874332D}"/>
              </a:ext>
            </a:extLst>
          </p:cNvPr>
          <p:cNvSpPr>
            <a:spLocks noGrp="1"/>
          </p:cNvSpPr>
          <p:nvPr>
            <p:ph type="ctrTitle" hasCustomPrompt="1"/>
          </p:nvPr>
        </p:nvSpPr>
        <p:spPr>
          <a:xfrm>
            <a:off x="0" y="1517095"/>
            <a:ext cx="7689850" cy="907941"/>
          </a:xfrm>
          <a:prstGeom prst="rect">
            <a:avLst/>
          </a:prstGeom>
          <a:solidFill>
            <a:srgbClr val="008777"/>
          </a:solidFill>
          <a:ln w="28575">
            <a:noFill/>
          </a:ln>
        </p:spPr>
        <p:txBody>
          <a:bodyPr wrap="square" lIns="0" tIns="0" rIns="0" bIns="0">
            <a:spAutoFit/>
          </a:bodyPr>
          <a:lstStyle>
            <a:lvl1pPr marL="720000" algn="ctr">
              <a:spcBef>
                <a:spcPts val="0"/>
              </a:spcBef>
              <a:defRPr sz="5900" b="1" i="0">
                <a:solidFill>
                  <a:schemeClr val="bg1"/>
                </a:solidFill>
                <a:latin typeface="Roboto Black"/>
                <a:cs typeface="Roboto Black"/>
              </a:defRPr>
            </a:lvl1pPr>
          </a:lstStyle>
          <a:p>
            <a:r>
              <a:rPr lang="pt-PT" dirty="0"/>
              <a:t>MAIN TITLE HERE</a:t>
            </a:r>
            <a:endParaRPr dirty="0"/>
          </a:p>
        </p:txBody>
      </p:sp>
      <p:sp>
        <p:nvSpPr>
          <p:cNvPr id="14" name="Marcador de Posição do Texto 12">
            <a:extLst>
              <a:ext uri="{FF2B5EF4-FFF2-40B4-BE49-F238E27FC236}">
                <a16:creationId xmlns:a16="http://schemas.microsoft.com/office/drawing/2014/main" id="{BD6C97F9-5E3B-1ECA-4EF4-6478E44CE965}"/>
              </a:ext>
            </a:extLst>
          </p:cNvPr>
          <p:cNvSpPr>
            <a:spLocks noGrp="1"/>
          </p:cNvSpPr>
          <p:nvPr>
            <p:ph type="body" sz="quarter" idx="10" hasCustomPrompt="1"/>
          </p:nvPr>
        </p:nvSpPr>
        <p:spPr>
          <a:xfrm>
            <a:off x="1060450" y="2610006"/>
            <a:ext cx="4495800" cy="646331"/>
          </a:xfrm>
          <a:prstGeom prst="rect">
            <a:avLst/>
          </a:prstGeom>
        </p:spPr>
        <p:txBody>
          <a:bodyPr/>
          <a:lstStyle>
            <a:lvl1pPr>
              <a:defRPr sz="3600" b="0" i="0">
                <a:solidFill>
                  <a:srgbClr val="058A7B"/>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a:t>SUB-TITLE HERE</a:t>
            </a:r>
          </a:p>
        </p:txBody>
      </p:sp>
      <p:sp>
        <p:nvSpPr>
          <p:cNvPr id="15" name="Retângulo 14">
            <a:extLst>
              <a:ext uri="{FF2B5EF4-FFF2-40B4-BE49-F238E27FC236}">
                <a16:creationId xmlns:a16="http://schemas.microsoft.com/office/drawing/2014/main" id="{EA7C5762-AE3D-6469-CEEE-B9B840E95B50}"/>
              </a:ext>
            </a:extLst>
          </p:cNvPr>
          <p:cNvSpPr/>
          <p:nvPr userDrawn="1"/>
        </p:nvSpPr>
        <p:spPr>
          <a:xfrm>
            <a:off x="0" y="10912475"/>
            <a:ext cx="19230974" cy="39687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Retângulo 15">
            <a:extLst>
              <a:ext uri="{FF2B5EF4-FFF2-40B4-BE49-F238E27FC236}">
                <a16:creationId xmlns:a16="http://schemas.microsoft.com/office/drawing/2014/main" id="{F5E0C6CD-479B-4357-DA5F-D43D4C6BD210}"/>
              </a:ext>
            </a:extLst>
          </p:cNvPr>
          <p:cNvSpPr/>
          <p:nvPr userDrawn="1"/>
        </p:nvSpPr>
        <p:spPr>
          <a:xfrm>
            <a:off x="18357850" y="10209370"/>
            <a:ext cx="893446" cy="893446"/>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Marcador de Posição do Texto 20">
            <a:extLst>
              <a:ext uri="{FF2B5EF4-FFF2-40B4-BE49-F238E27FC236}">
                <a16:creationId xmlns:a16="http://schemas.microsoft.com/office/drawing/2014/main" id="{75576C0F-4F1D-F85D-CBF9-6AC55AF4D958}"/>
              </a:ext>
            </a:extLst>
          </p:cNvPr>
          <p:cNvSpPr>
            <a:spLocks noGrp="1"/>
          </p:cNvSpPr>
          <p:nvPr>
            <p:ph type="body" sz="quarter" idx="12" hasCustomPrompt="1"/>
          </p:nvPr>
        </p:nvSpPr>
        <p:spPr>
          <a:xfrm>
            <a:off x="1060450" y="3841814"/>
            <a:ext cx="6934200" cy="3336862"/>
          </a:xfrm>
          <a:prstGeom prst="rect">
            <a:avLst/>
          </a:prstGeom>
        </p:spPr>
        <p:txBody>
          <a:bodyPr/>
          <a:lstStyle>
            <a:lvl1pPr>
              <a:defRPr sz="2400">
                <a:solidFill>
                  <a:srgbClr val="2B3B76"/>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sed</a:t>
            </a:r>
            <a:r>
              <a:rPr lang="pt-PT" dirty="0"/>
              <a:t> </a:t>
            </a:r>
            <a:r>
              <a:rPr lang="pt-PT" dirty="0" err="1"/>
              <a:t>diam</a:t>
            </a:r>
            <a:r>
              <a:rPr lang="pt-PT" dirty="0"/>
              <a:t> </a:t>
            </a:r>
            <a:r>
              <a:rPr lang="pt-PT" dirty="0" err="1"/>
              <a:t>nonummy</a:t>
            </a:r>
            <a:r>
              <a:rPr lang="pt-PT" dirty="0"/>
              <a:t> </a:t>
            </a:r>
            <a:r>
              <a:rPr lang="pt-PT" dirty="0" err="1"/>
              <a:t>nibh</a:t>
            </a:r>
            <a:r>
              <a:rPr lang="pt-PT" dirty="0"/>
              <a:t> </a:t>
            </a:r>
            <a:r>
              <a:rPr lang="pt-PT" dirty="0" err="1"/>
              <a:t>euismod</a:t>
            </a:r>
            <a:r>
              <a:rPr lang="pt-PT" dirty="0"/>
              <a:t> </a:t>
            </a:r>
            <a:r>
              <a:rPr lang="pt-PT" dirty="0" err="1"/>
              <a:t>tincidunt</a:t>
            </a:r>
            <a:r>
              <a:rPr lang="pt-PT" dirty="0"/>
              <a:t> ut </a:t>
            </a:r>
            <a:r>
              <a:rPr lang="pt-PT" dirty="0" err="1"/>
              <a:t>laoreet</a:t>
            </a:r>
            <a:r>
              <a:rPr lang="pt-PT" dirty="0"/>
              <a:t> </a:t>
            </a:r>
            <a:r>
              <a:rPr lang="pt-PT" dirty="0" err="1"/>
              <a:t>dolore</a:t>
            </a:r>
            <a:r>
              <a:rPr lang="pt-PT" dirty="0"/>
              <a:t> magna </a:t>
            </a:r>
            <a:r>
              <a:rPr lang="pt-PT" dirty="0" err="1"/>
              <a:t>aliquam</a:t>
            </a:r>
            <a:r>
              <a:rPr lang="pt-PT" dirty="0"/>
              <a:t> </a:t>
            </a:r>
            <a:r>
              <a:rPr lang="pt-PT" dirty="0" err="1"/>
              <a:t>erat</a:t>
            </a:r>
            <a:r>
              <a:rPr lang="pt-PT" dirty="0"/>
              <a:t> </a:t>
            </a:r>
            <a:r>
              <a:rPr lang="pt-PT" dirty="0" err="1"/>
              <a:t>volutpat</a:t>
            </a:r>
            <a:r>
              <a:rPr lang="pt-PT" dirty="0"/>
              <a:t>. </a:t>
            </a:r>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sed</a:t>
            </a:r>
            <a:r>
              <a:rPr lang="pt-PT" dirty="0"/>
              <a:t> </a:t>
            </a:r>
            <a:r>
              <a:rPr lang="pt-PT" dirty="0" err="1"/>
              <a:t>diam</a:t>
            </a:r>
            <a:r>
              <a:rPr lang="pt-PT" dirty="0"/>
              <a:t> </a:t>
            </a:r>
            <a:r>
              <a:rPr lang="pt-PT" dirty="0" err="1"/>
              <a:t>nonummy</a:t>
            </a:r>
            <a:r>
              <a:rPr lang="pt-PT" dirty="0"/>
              <a:t> </a:t>
            </a:r>
            <a:r>
              <a:rPr lang="pt-PT" dirty="0" err="1"/>
              <a:t>nibh</a:t>
            </a:r>
            <a:r>
              <a:rPr lang="pt-PT" dirty="0"/>
              <a:t> </a:t>
            </a:r>
            <a:r>
              <a:rPr lang="pt-PT" dirty="0" err="1"/>
              <a:t>euismod</a:t>
            </a:r>
            <a:r>
              <a:rPr lang="pt-PT" dirty="0"/>
              <a:t> </a:t>
            </a:r>
            <a:r>
              <a:rPr lang="pt-PT" dirty="0" err="1"/>
              <a:t>tincidunt</a:t>
            </a:r>
            <a:r>
              <a:rPr lang="pt-PT" dirty="0"/>
              <a:t> ut </a:t>
            </a:r>
            <a:r>
              <a:rPr lang="pt-PT" dirty="0" err="1"/>
              <a:t>laoreet</a:t>
            </a:r>
            <a:r>
              <a:rPr lang="pt-PT" dirty="0"/>
              <a:t> </a:t>
            </a:r>
            <a:r>
              <a:rPr lang="pt-PT" dirty="0" err="1"/>
              <a:t>dolore</a:t>
            </a:r>
            <a:r>
              <a:rPr lang="pt-PT" dirty="0"/>
              <a:t> magna </a:t>
            </a:r>
            <a:r>
              <a:rPr lang="pt-PT" dirty="0" err="1"/>
              <a:t>aliquam</a:t>
            </a:r>
            <a:r>
              <a:rPr lang="pt-PT" dirty="0"/>
              <a:t> </a:t>
            </a:r>
            <a:r>
              <a:rPr lang="pt-PT" dirty="0" err="1"/>
              <a:t>erat</a:t>
            </a:r>
            <a:r>
              <a:rPr lang="pt-PT" dirty="0"/>
              <a:t> </a:t>
            </a:r>
            <a:r>
              <a:rPr lang="pt-PT" dirty="0" err="1"/>
              <a:t>volutpat</a:t>
            </a:r>
            <a:r>
              <a:rPr lang="pt-PT" dirty="0"/>
              <a:t>.</a:t>
            </a:r>
          </a:p>
        </p:txBody>
      </p:sp>
      <p:sp>
        <p:nvSpPr>
          <p:cNvPr id="3" name="TextBox 2">
            <a:extLst>
              <a:ext uri="{FF2B5EF4-FFF2-40B4-BE49-F238E27FC236}">
                <a16:creationId xmlns:a16="http://schemas.microsoft.com/office/drawing/2014/main" id="{E96C69B8-A351-4DFE-451C-BE02172CDB98}"/>
              </a:ext>
            </a:extLst>
          </p:cNvPr>
          <p:cNvSpPr txBox="1"/>
          <p:nvPr userDrawn="1"/>
        </p:nvSpPr>
        <p:spPr>
          <a:xfrm>
            <a:off x="18400863" y="10209370"/>
            <a:ext cx="766779" cy="584775"/>
          </a:xfrm>
          <a:prstGeom prst="rect">
            <a:avLst/>
          </a:prstGeom>
          <a:noFill/>
        </p:spPr>
        <p:txBody>
          <a:bodyPr wrap="square" rtlCol="0">
            <a:spAutoFit/>
          </a:bodyPr>
          <a:lstStyle/>
          <a:p>
            <a:pPr algn="ctr"/>
            <a:fld id="{469E1199-1CA1-42C6-8617-594E96412D23}" type="slidenum">
              <a:rPr lang="pt-PT" sz="3200" smtClean="0">
                <a:solidFill>
                  <a:schemeClr val="bg1"/>
                </a:solidFill>
                <a:latin typeface="Roboto" panose="02000000000000000000" pitchFamily="2" charset="0"/>
                <a:ea typeface="Roboto" panose="02000000000000000000" pitchFamily="2" charset="0"/>
                <a:cs typeface="Roboto" panose="02000000000000000000" pitchFamily="2" charset="0"/>
              </a:rPr>
              <a:t>‹#›</a:t>
            </a:fld>
            <a:endParaRPr lang="pt-PT"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 name="object 24">
            <a:extLst>
              <a:ext uri="{FF2B5EF4-FFF2-40B4-BE49-F238E27FC236}">
                <a16:creationId xmlns:a16="http://schemas.microsoft.com/office/drawing/2014/main" id="{77234A15-5085-D06B-63F7-5A9E2739898B}"/>
              </a:ext>
            </a:extLst>
          </p:cNvPr>
          <p:cNvSpPr txBox="1">
            <a:spLocks/>
          </p:cNvSpPr>
          <p:nvPr userDrawn="1"/>
        </p:nvSpPr>
        <p:spPr>
          <a:xfrm>
            <a:off x="13780928" y="10373732"/>
            <a:ext cx="4383756" cy="393056"/>
          </a:xfrm>
          <a:prstGeom prst="rect">
            <a:avLst/>
          </a:prstGeom>
        </p:spPr>
        <p:txBody>
          <a:bodyPr vert="horz" wrap="square" lIns="0" tIns="23495" rIns="0" bIns="0" rtlCol="0">
            <a:spAutoFit/>
          </a:bodyPr>
          <a:lstStyle>
            <a:defPPr>
              <a:defRPr kern="0"/>
            </a:defPPr>
          </a:lstStyle>
          <a:p>
            <a:pPr marL="12700">
              <a:spcBef>
                <a:spcPts val="185"/>
              </a:spcBef>
            </a:pPr>
            <a:r>
              <a:rPr lang="pt-PT" sz="2400" dirty="0" err="1">
                <a:solidFill>
                  <a:srgbClr val="28397C"/>
                </a:solidFill>
              </a:rPr>
              <a:t>Uniting</a:t>
            </a:r>
            <a:r>
              <a:rPr lang="pt-PT" sz="2400" dirty="0">
                <a:solidFill>
                  <a:srgbClr val="28397C"/>
                </a:solidFill>
              </a:rPr>
              <a:t> </a:t>
            </a:r>
            <a:r>
              <a:rPr lang="pt-PT" sz="2400" dirty="0" err="1">
                <a:solidFill>
                  <a:srgbClr val="28397C"/>
                </a:solidFill>
              </a:rPr>
              <a:t>Europe's</a:t>
            </a:r>
            <a:r>
              <a:rPr lang="pt-PT" sz="2400" dirty="0">
                <a:solidFill>
                  <a:srgbClr val="28397C"/>
                </a:solidFill>
              </a:rPr>
              <a:t> </a:t>
            </a:r>
            <a:r>
              <a:rPr lang="pt-PT" sz="2400" dirty="0" err="1">
                <a:solidFill>
                  <a:srgbClr val="28397C"/>
                </a:solidFill>
              </a:rPr>
              <a:t>Energy</a:t>
            </a:r>
            <a:r>
              <a:rPr lang="pt-PT" sz="2400" dirty="0">
                <a:solidFill>
                  <a:srgbClr val="28397C"/>
                </a:solidFill>
              </a:rPr>
              <a:t>, </a:t>
            </a:r>
            <a:r>
              <a:rPr lang="pt-PT" sz="2400" dirty="0" err="1">
                <a:solidFill>
                  <a:srgbClr val="28397C"/>
                </a:solidFill>
              </a:rPr>
              <a:t>Today</a:t>
            </a:r>
            <a:endParaRPr lang="pt-PT" sz="2400" spc="-20" dirty="0">
              <a:solidFill>
                <a:srgbClr val="28397C"/>
              </a:solidFill>
            </a:endParaRPr>
          </a:p>
        </p:txBody>
      </p:sp>
      <p:pic>
        <p:nvPicPr>
          <p:cNvPr id="5" name="Imagem 22">
            <a:extLst>
              <a:ext uri="{FF2B5EF4-FFF2-40B4-BE49-F238E27FC236}">
                <a16:creationId xmlns:a16="http://schemas.microsoft.com/office/drawing/2014/main" id="{5D15644E-B807-FB33-FA70-150ABE731B2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7494999" y="406055"/>
            <a:ext cx="2210030" cy="1743371"/>
          </a:xfrm>
          <a:prstGeom prst="rect">
            <a:avLst/>
          </a:prstGeom>
        </p:spPr>
      </p:pic>
    </p:spTree>
    <p:extLst>
      <p:ext uri="{BB962C8B-B14F-4D97-AF65-F5344CB8AC3E}">
        <p14:creationId xmlns:p14="http://schemas.microsoft.com/office/powerpoint/2010/main" val="959650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Retângulo 11">
            <a:extLst>
              <a:ext uri="{FF2B5EF4-FFF2-40B4-BE49-F238E27FC236}">
                <a16:creationId xmlns:a16="http://schemas.microsoft.com/office/drawing/2014/main" id="{7548AC52-A4A3-8E4B-DAC0-BC768C7E0E9D}"/>
              </a:ext>
            </a:extLst>
          </p:cNvPr>
          <p:cNvSpPr/>
          <p:nvPr userDrawn="1"/>
        </p:nvSpPr>
        <p:spPr>
          <a:xfrm>
            <a:off x="19210655" y="10896283"/>
            <a:ext cx="893446" cy="413067"/>
          </a:xfrm>
          <a:prstGeom prst="rect">
            <a:avLst/>
          </a:prstGeom>
          <a:solidFill>
            <a:srgbClr val="2B3B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 name="Holder 2">
            <a:extLst>
              <a:ext uri="{FF2B5EF4-FFF2-40B4-BE49-F238E27FC236}">
                <a16:creationId xmlns:a16="http://schemas.microsoft.com/office/drawing/2014/main" id="{6A99F501-CA6E-6675-7F45-EFB0CBC7D1FA}"/>
              </a:ext>
            </a:extLst>
          </p:cNvPr>
          <p:cNvSpPr>
            <a:spLocks noGrp="1"/>
          </p:cNvSpPr>
          <p:nvPr>
            <p:ph type="ctrTitle" hasCustomPrompt="1"/>
          </p:nvPr>
        </p:nvSpPr>
        <p:spPr>
          <a:xfrm>
            <a:off x="0" y="1517095"/>
            <a:ext cx="7689850" cy="907941"/>
          </a:xfrm>
          <a:prstGeom prst="rect">
            <a:avLst/>
          </a:prstGeom>
          <a:solidFill>
            <a:srgbClr val="008777"/>
          </a:solidFill>
          <a:ln w="28575">
            <a:noFill/>
          </a:ln>
        </p:spPr>
        <p:txBody>
          <a:bodyPr wrap="square" lIns="0" tIns="0" rIns="0" bIns="0">
            <a:spAutoFit/>
          </a:bodyPr>
          <a:lstStyle>
            <a:lvl1pPr marL="720000" algn="ctr">
              <a:spcBef>
                <a:spcPts val="0"/>
              </a:spcBef>
              <a:defRPr sz="5900" b="1" i="0">
                <a:solidFill>
                  <a:schemeClr val="bg1"/>
                </a:solidFill>
                <a:latin typeface="Roboto Black"/>
                <a:cs typeface="Roboto Black"/>
              </a:defRPr>
            </a:lvl1pPr>
          </a:lstStyle>
          <a:p>
            <a:r>
              <a:rPr lang="pt-PT" dirty="0"/>
              <a:t>MAIN TITLE HERE</a:t>
            </a:r>
            <a:endParaRPr dirty="0"/>
          </a:p>
        </p:txBody>
      </p:sp>
      <p:sp>
        <p:nvSpPr>
          <p:cNvPr id="5" name="Retângulo 14">
            <a:extLst>
              <a:ext uri="{FF2B5EF4-FFF2-40B4-BE49-F238E27FC236}">
                <a16:creationId xmlns:a16="http://schemas.microsoft.com/office/drawing/2014/main" id="{16A8B7FD-A204-8E10-4E4F-6BCA7BB4845B}"/>
              </a:ext>
            </a:extLst>
          </p:cNvPr>
          <p:cNvSpPr/>
          <p:nvPr userDrawn="1"/>
        </p:nvSpPr>
        <p:spPr>
          <a:xfrm>
            <a:off x="0" y="10912475"/>
            <a:ext cx="19230974" cy="39687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 name="Retângulo 15">
            <a:extLst>
              <a:ext uri="{FF2B5EF4-FFF2-40B4-BE49-F238E27FC236}">
                <a16:creationId xmlns:a16="http://schemas.microsoft.com/office/drawing/2014/main" id="{5C75DC77-5DAD-DEE8-1678-D9AE1D49184A}"/>
              </a:ext>
            </a:extLst>
          </p:cNvPr>
          <p:cNvSpPr/>
          <p:nvPr userDrawn="1"/>
        </p:nvSpPr>
        <p:spPr>
          <a:xfrm>
            <a:off x="18357850" y="10209370"/>
            <a:ext cx="893446" cy="893446"/>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8" name="TextBox 7">
            <a:extLst>
              <a:ext uri="{FF2B5EF4-FFF2-40B4-BE49-F238E27FC236}">
                <a16:creationId xmlns:a16="http://schemas.microsoft.com/office/drawing/2014/main" id="{105B5E6D-9BAE-D332-735A-9F4F1CDC3CC0}"/>
              </a:ext>
            </a:extLst>
          </p:cNvPr>
          <p:cNvSpPr txBox="1"/>
          <p:nvPr userDrawn="1"/>
        </p:nvSpPr>
        <p:spPr>
          <a:xfrm>
            <a:off x="18400863" y="10209370"/>
            <a:ext cx="766779" cy="584775"/>
          </a:xfrm>
          <a:prstGeom prst="rect">
            <a:avLst/>
          </a:prstGeom>
          <a:noFill/>
        </p:spPr>
        <p:txBody>
          <a:bodyPr wrap="square" rtlCol="0">
            <a:spAutoFit/>
          </a:bodyPr>
          <a:lstStyle/>
          <a:p>
            <a:pPr algn="ctr"/>
            <a:fld id="{469E1199-1CA1-42C6-8617-594E96412D23}" type="slidenum">
              <a:rPr lang="pt-PT" sz="3200" smtClean="0">
                <a:solidFill>
                  <a:schemeClr val="bg1"/>
                </a:solidFill>
                <a:latin typeface="Roboto" panose="02000000000000000000" pitchFamily="2" charset="0"/>
                <a:ea typeface="Roboto" panose="02000000000000000000" pitchFamily="2" charset="0"/>
                <a:cs typeface="Roboto" panose="02000000000000000000" pitchFamily="2" charset="0"/>
              </a:rPr>
              <a:t>‹#›</a:t>
            </a:fld>
            <a:endParaRPr lang="pt-PT"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 name="object 24">
            <a:extLst>
              <a:ext uri="{FF2B5EF4-FFF2-40B4-BE49-F238E27FC236}">
                <a16:creationId xmlns:a16="http://schemas.microsoft.com/office/drawing/2014/main" id="{44A5E999-E4B6-EE87-53E1-0328788346ED}"/>
              </a:ext>
            </a:extLst>
          </p:cNvPr>
          <p:cNvSpPr txBox="1">
            <a:spLocks/>
          </p:cNvSpPr>
          <p:nvPr userDrawn="1"/>
        </p:nvSpPr>
        <p:spPr>
          <a:xfrm>
            <a:off x="13780928" y="10373732"/>
            <a:ext cx="4383756" cy="393056"/>
          </a:xfrm>
          <a:prstGeom prst="rect">
            <a:avLst/>
          </a:prstGeom>
        </p:spPr>
        <p:txBody>
          <a:bodyPr vert="horz" wrap="square" lIns="0" tIns="23495" rIns="0" bIns="0" rtlCol="0">
            <a:spAutoFit/>
          </a:bodyPr>
          <a:lstStyle>
            <a:defPPr>
              <a:defRPr kern="0"/>
            </a:defPPr>
          </a:lstStyle>
          <a:p>
            <a:pPr marL="12700">
              <a:spcBef>
                <a:spcPts val="185"/>
              </a:spcBef>
            </a:pPr>
            <a:r>
              <a:rPr lang="pt-PT" sz="2400" dirty="0" err="1">
                <a:solidFill>
                  <a:srgbClr val="28397C"/>
                </a:solidFill>
              </a:rPr>
              <a:t>Uniting</a:t>
            </a:r>
            <a:r>
              <a:rPr lang="pt-PT" sz="2400" dirty="0">
                <a:solidFill>
                  <a:srgbClr val="28397C"/>
                </a:solidFill>
              </a:rPr>
              <a:t> </a:t>
            </a:r>
            <a:r>
              <a:rPr lang="pt-PT" sz="2400" dirty="0" err="1">
                <a:solidFill>
                  <a:srgbClr val="28397C"/>
                </a:solidFill>
              </a:rPr>
              <a:t>Europe's</a:t>
            </a:r>
            <a:r>
              <a:rPr lang="pt-PT" sz="2400" dirty="0">
                <a:solidFill>
                  <a:srgbClr val="28397C"/>
                </a:solidFill>
              </a:rPr>
              <a:t> </a:t>
            </a:r>
            <a:r>
              <a:rPr lang="pt-PT" sz="2400" dirty="0" err="1">
                <a:solidFill>
                  <a:srgbClr val="28397C"/>
                </a:solidFill>
              </a:rPr>
              <a:t>Energy</a:t>
            </a:r>
            <a:r>
              <a:rPr lang="pt-PT" sz="2400" dirty="0">
                <a:solidFill>
                  <a:srgbClr val="28397C"/>
                </a:solidFill>
              </a:rPr>
              <a:t>, </a:t>
            </a:r>
            <a:r>
              <a:rPr lang="pt-PT" sz="2400" dirty="0" err="1">
                <a:solidFill>
                  <a:srgbClr val="28397C"/>
                </a:solidFill>
              </a:rPr>
              <a:t>Today</a:t>
            </a:r>
            <a:endParaRPr lang="pt-PT" sz="2400" spc="-20" dirty="0">
              <a:solidFill>
                <a:srgbClr val="28397C"/>
              </a:solidFill>
            </a:endParaRPr>
          </a:p>
        </p:txBody>
      </p:sp>
      <p:pic>
        <p:nvPicPr>
          <p:cNvPr id="11" name="object 4">
            <a:extLst>
              <a:ext uri="{FF2B5EF4-FFF2-40B4-BE49-F238E27FC236}">
                <a16:creationId xmlns:a16="http://schemas.microsoft.com/office/drawing/2014/main" id="{5E858050-8794-F8CB-4B71-6825515A8C6A}"/>
              </a:ext>
            </a:extLst>
          </p:cNvPr>
          <p:cNvPicPr/>
          <p:nvPr userDrawn="1"/>
        </p:nvPicPr>
        <p:blipFill>
          <a:blip r:embed="rId2" cstate="print"/>
          <a:stretch>
            <a:fillRect/>
          </a:stretch>
        </p:blipFill>
        <p:spPr>
          <a:xfrm>
            <a:off x="6369051" y="2908130"/>
            <a:ext cx="7312841" cy="7160965"/>
          </a:xfrm>
          <a:prstGeom prst="rect">
            <a:avLst/>
          </a:prstGeom>
        </p:spPr>
      </p:pic>
      <p:sp>
        <p:nvSpPr>
          <p:cNvPr id="14" name="Content Placeholder 13">
            <a:extLst>
              <a:ext uri="{FF2B5EF4-FFF2-40B4-BE49-F238E27FC236}">
                <a16:creationId xmlns:a16="http://schemas.microsoft.com/office/drawing/2014/main" id="{92A49A20-1752-DE2A-30D3-E1B86740EDA6}"/>
              </a:ext>
            </a:extLst>
          </p:cNvPr>
          <p:cNvSpPr>
            <a:spLocks noGrp="1"/>
          </p:cNvSpPr>
          <p:nvPr>
            <p:ph sz="quarter" idx="10"/>
          </p:nvPr>
        </p:nvSpPr>
        <p:spPr>
          <a:xfrm>
            <a:off x="8604250" y="4892675"/>
            <a:ext cx="3200400" cy="2895600"/>
          </a:xfrm>
          <a:prstGeom prst="rect">
            <a:avLst/>
          </a:prstGeom>
        </p:spPr>
        <p:txBody>
          <a:bodyPr/>
          <a:lstStyle>
            <a:lvl1pPr>
              <a:defRPr>
                <a:ln>
                  <a:solidFill>
                    <a:schemeClr val="bg1"/>
                  </a:solidFill>
                </a:ln>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endParaRPr lang="pt-PT" dirty="0"/>
          </a:p>
        </p:txBody>
      </p:sp>
      <p:sp>
        <p:nvSpPr>
          <p:cNvPr id="15" name="Content Placeholder 13">
            <a:extLst>
              <a:ext uri="{FF2B5EF4-FFF2-40B4-BE49-F238E27FC236}">
                <a16:creationId xmlns:a16="http://schemas.microsoft.com/office/drawing/2014/main" id="{03FC9CDD-52FE-2859-C70B-FC2CFDFC74E1}"/>
              </a:ext>
            </a:extLst>
          </p:cNvPr>
          <p:cNvSpPr>
            <a:spLocks noGrp="1"/>
          </p:cNvSpPr>
          <p:nvPr>
            <p:ph sz="quarter" idx="11"/>
          </p:nvPr>
        </p:nvSpPr>
        <p:spPr>
          <a:xfrm>
            <a:off x="3803650" y="3128141"/>
            <a:ext cx="2319645" cy="1608772"/>
          </a:xfrm>
          <a:prstGeom prst="rect">
            <a:avLst/>
          </a:prstGeom>
        </p:spPr>
        <p:txBody>
          <a:bodyPr/>
          <a:lstStyle>
            <a:lvl1pPr>
              <a:defRPr b="0">
                <a:ln>
                  <a:solidFill>
                    <a:schemeClr val="tx2"/>
                  </a:solidFill>
                </a:ln>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endParaRPr lang="pt-PT" dirty="0"/>
          </a:p>
        </p:txBody>
      </p:sp>
      <p:sp>
        <p:nvSpPr>
          <p:cNvPr id="18" name="Content Placeholder 13">
            <a:extLst>
              <a:ext uri="{FF2B5EF4-FFF2-40B4-BE49-F238E27FC236}">
                <a16:creationId xmlns:a16="http://schemas.microsoft.com/office/drawing/2014/main" id="{F919A15F-A291-2166-85EC-330F4AA6DACB}"/>
              </a:ext>
            </a:extLst>
          </p:cNvPr>
          <p:cNvSpPr>
            <a:spLocks noGrp="1"/>
          </p:cNvSpPr>
          <p:nvPr>
            <p:ph sz="quarter" idx="14"/>
          </p:nvPr>
        </p:nvSpPr>
        <p:spPr>
          <a:xfrm>
            <a:off x="3844925" y="8074745"/>
            <a:ext cx="2319645" cy="1608772"/>
          </a:xfrm>
          <a:prstGeom prst="rect">
            <a:avLst/>
          </a:prstGeom>
        </p:spPr>
        <p:txBody>
          <a:bodyPr/>
          <a:lstStyle>
            <a:lvl1pPr>
              <a:defRPr b="0">
                <a:ln>
                  <a:solidFill>
                    <a:schemeClr val="tx2"/>
                  </a:solidFill>
                </a:ln>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endParaRPr lang="pt-PT" dirty="0"/>
          </a:p>
        </p:txBody>
      </p:sp>
      <p:sp>
        <p:nvSpPr>
          <p:cNvPr id="19" name="Content Placeholder 13">
            <a:extLst>
              <a:ext uri="{FF2B5EF4-FFF2-40B4-BE49-F238E27FC236}">
                <a16:creationId xmlns:a16="http://schemas.microsoft.com/office/drawing/2014/main" id="{90BABE44-50B9-B85B-9D01-B10F4ADE155F}"/>
              </a:ext>
            </a:extLst>
          </p:cNvPr>
          <p:cNvSpPr>
            <a:spLocks noGrp="1"/>
          </p:cNvSpPr>
          <p:nvPr>
            <p:ph sz="quarter" idx="15"/>
          </p:nvPr>
        </p:nvSpPr>
        <p:spPr>
          <a:xfrm>
            <a:off x="13886373" y="2908130"/>
            <a:ext cx="2319645" cy="1608772"/>
          </a:xfrm>
          <a:prstGeom prst="rect">
            <a:avLst/>
          </a:prstGeom>
        </p:spPr>
        <p:txBody>
          <a:bodyPr/>
          <a:lstStyle>
            <a:lvl1pPr>
              <a:defRPr b="0">
                <a:ln>
                  <a:solidFill>
                    <a:schemeClr val="tx2"/>
                  </a:solidFill>
                </a:ln>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endParaRPr lang="pt-PT" dirty="0"/>
          </a:p>
        </p:txBody>
      </p:sp>
      <p:sp>
        <p:nvSpPr>
          <p:cNvPr id="20" name="Content Placeholder 13">
            <a:extLst>
              <a:ext uri="{FF2B5EF4-FFF2-40B4-BE49-F238E27FC236}">
                <a16:creationId xmlns:a16="http://schemas.microsoft.com/office/drawing/2014/main" id="{73A2EBC4-E97E-A1B2-904B-4E72034A0857}"/>
              </a:ext>
            </a:extLst>
          </p:cNvPr>
          <p:cNvSpPr>
            <a:spLocks noGrp="1"/>
          </p:cNvSpPr>
          <p:nvPr>
            <p:ph sz="quarter" idx="16"/>
          </p:nvPr>
        </p:nvSpPr>
        <p:spPr>
          <a:xfrm>
            <a:off x="13908562" y="8074745"/>
            <a:ext cx="2319645" cy="1608772"/>
          </a:xfrm>
          <a:prstGeom prst="rect">
            <a:avLst/>
          </a:prstGeom>
        </p:spPr>
        <p:txBody>
          <a:bodyPr/>
          <a:lstStyle>
            <a:lvl1pPr>
              <a:defRPr b="0">
                <a:ln>
                  <a:solidFill>
                    <a:schemeClr val="tx2"/>
                  </a:solidFill>
                </a:ln>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endParaRPr lang="pt-PT" dirty="0"/>
          </a:p>
        </p:txBody>
      </p:sp>
      <p:sp>
        <p:nvSpPr>
          <p:cNvPr id="22" name="Picture Placeholder 21">
            <a:extLst>
              <a:ext uri="{FF2B5EF4-FFF2-40B4-BE49-F238E27FC236}">
                <a16:creationId xmlns:a16="http://schemas.microsoft.com/office/drawing/2014/main" id="{69965889-419E-D6E8-692C-E9F4B1991540}"/>
              </a:ext>
            </a:extLst>
          </p:cNvPr>
          <p:cNvSpPr>
            <a:spLocks noGrp="1"/>
          </p:cNvSpPr>
          <p:nvPr>
            <p:ph type="pic" sz="quarter" idx="17"/>
          </p:nvPr>
        </p:nvSpPr>
        <p:spPr>
          <a:xfrm>
            <a:off x="6799569" y="3444875"/>
            <a:ext cx="990600" cy="1292225"/>
          </a:xfrm>
          <a:prstGeom prst="rect">
            <a:avLst/>
          </a:prstGeom>
        </p:spPr>
        <p:txBody>
          <a:bodyPr/>
          <a:lstStyle/>
          <a:p>
            <a:endParaRPr lang="pt-PT"/>
          </a:p>
        </p:txBody>
      </p:sp>
      <p:sp>
        <p:nvSpPr>
          <p:cNvPr id="23" name="Picture Placeholder 21">
            <a:extLst>
              <a:ext uri="{FF2B5EF4-FFF2-40B4-BE49-F238E27FC236}">
                <a16:creationId xmlns:a16="http://schemas.microsoft.com/office/drawing/2014/main" id="{A698F797-B604-F3C5-9BEE-88D2A7F9BD15}"/>
              </a:ext>
            </a:extLst>
          </p:cNvPr>
          <p:cNvSpPr>
            <a:spLocks noGrp="1"/>
          </p:cNvSpPr>
          <p:nvPr>
            <p:ph type="pic" sz="quarter" idx="18"/>
          </p:nvPr>
        </p:nvSpPr>
        <p:spPr>
          <a:xfrm>
            <a:off x="12185650" y="3319545"/>
            <a:ext cx="990600" cy="1292225"/>
          </a:xfrm>
          <a:prstGeom prst="rect">
            <a:avLst/>
          </a:prstGeom>
        </p:spPr>
        <p:txBody>
          <a:bodyPr/>
          <a:lstStyle/>
          <a:p>
            <a:endParaRPr lang="pt-PT"/>
          </a:p>
        </p:txBody>
      </p:sp>
      <p:sp>
        <p:nvSpPr>
          <p:cNvPr id="24" name="Picture Placeholder 21">
            <a:extLst>
              <a:ext uri="{FF2B5EF4-FFF2-40B4-BE49-F238E27FC236}">
                <a16:creationId xmlns:a16="http://schemas.microsoft.com/office/drawing/2014/main" id="{D0D8AAFF-4723-55C4-0364-3C75ECA0F2E3}"/>
              </a:ext>
            </a:extLst>
          </p:cNvPr>
          <p:cNvSpPr>
            <a:spLocks noGrp="1"/>
          </p:cNvSpPr>
          <p:nvPr>
            <p:ph type="pic" sz="quarter" idx="19"/>
          </p:nvPr>
        </p:nvSpPr>
        <p:spPr>
          <a:xfrm>
            <a:off x="6799569" y="7954485"/>
            <a:ext cx="990600" cy="1292225"/>
          </a:xfrm>
          <a:prstGeom prst="rect">
            <a:avLst/>
          </a:prstGeom>
        </p:spPr>
        <p:txBody>
          <a:bodyPr/>
          <a:lstStyle/>
          <a:p>
            <a:endParaRPr lang="pt-PT"/>
          </a:p>
        </p:txBody>
      </p:sp>
      <p:sp>
        <p:nvSpPr>
          <p:cNvPr id="25" name="Picture Placeholder 21">
            <a:extLst>
              <a:ext uri="{FF2B5EF4-FFF2-40B4-BE49-F238E27FC236}">
                <a16:creationId xmlns:a16="http://schemas.microsoft.com/office/drawing/2014/main" id="{9EC27E7D-985B-708C-9EE4-1F7ABF195FC3}"/>
              </a:ext>
            </a:extLst>
          </p:cNvPr>
          <p:cNvSpPr>
            <a:spLocks noGrp="1"/>
          </p:cNvSpPr>
          <p:nvPr>
            <p:ph type="pic" sz="quarter" idx="20"/>
          </p:nvPr>
        </p:nvSpPr>
        <p:spPr>
          <a:xfrm>
            <a:off x="12185650" y="7954485"/>
            <a:ext cx="990600" cy="1292225"/>
          </a:xfrm>
          <a:prstGeom prst="rect">
            <a:avLst/>
          </a:prstGeom>
        </p:spPr>
        <p:txBody>
          <a:bodyPr/>
          <a:lstStyle/>
          <a:p>
            <a:endParaRPr lang="pt-PT" dirty="0"/>
          </a:p>
        </p:txBody>
      </p:sp>
      <p:pic>
        <p:nvPicPr>
          <p:cNvPr id="7" name="Imagem 22">
            <a:extLst>
              <a:ext uri="{FF2B5EF4-FFF2-40B4-BE49-F238E27FC236}">
                <a16:creationId xmlns:a16="http://schemas.microsoft.com/office/drawing/2014/main" id="{4FD45A32-9E12-8A0D-29F7-862596AFCAA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7494999" y="406055"/>
            <a:ext cx="2210030" cy="1743371"/>
          </a:xfrm>
          <a:prstGeom prst="rect">
            <a:avLst/>
          </a:prstGeom>
        </p:spPr>
      </p:pic>
    </p:spTree>
    <p:extLst>
      <p:ext uri="{BB962C8B-B14F-4D97-AF65-F5344CB8AC3E}">
        <p14:creationId xmlns:p14="http://schemas.microsoft.com/office/powerpoint/2010/main" val="1731453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tângulo 11">
            <a:extLst>
              <a:ext uri="{FF2B5EF4-FFF2-40B4-BE49-F238E27FC236}">
                <a16:creationId xmlns:a16="http://schemas.microsoft.com/office/drawing/2014/main" id="{287B4B38-915D-6583-6F33-51F0252E9C00}"/>
              </a:ext>
            </a:extLst>
          </p:cNvPr>
          <p:cNvSpPr/>
          <p:nvPr userDrawn="1"/>
        </p:nvSpPr>
        <p:spPr>
          <a:xfrm>
            <a:off x="19210655" y="10896283"/>
            <a:ext cx="893446" cy="413067"/>
          </a:xfrm>
          <a:prstGeom prst="rect">
            <a:avLst/>
          </a:prstGeom>
          <a:solidFill>
            <a:srgbClr val="2B3B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 name="Holder 2">
            <a:extLst>
              <a:ext uri="{FF2B5EF4-FFF2-40B4-BE49-F238E27FC236}">
                <a16:creationId xmlns:a16="http://schemas.microsoft.com/office/drawing/2014/main" id="{1E846EC5-92BA-929C-C0C5-25AEEC804E20}"/>
              </a:ext>
            </a:extLst>
          </p:cNvPr>
          <p:cNvSpPr>
            <a:spLocks noGrp="1"/>
          </p:cNvSpPr>
          <p:nvPr>
            <p:ph type="ctrTitle" hasCustomPrompt="1"/>
          </p:nvPr>
        </p:nvSpPr>
        <p:spPr>
          <a:xfrm>
            <a:off x="0" y="1517095"/>
            <a:ext cx="7689850" cy="907941"/>
          </a:xfrm>
          <a:prstGeom prst="rect">
            <a:avLst/>
          </a:prstGeom>
          <a:solidFill>
            <a:srgbClr val="008777"/>
          </a:solidFill>
          <a:ln w="28575">
            <a:noFill/>
          </a:ln>
        </p:spPr>
        <p:txBody>
          <a:bodyPr wrap="square" lIns="0" tIns="0" rIns="0" bIns="0">
            <a:spAutoFit/>
          </a:bodyPr>
          <a:lstStyle>
            <a:lvl1pPr marL="720000" algn="ctr">
              <a:spcBef>
                <a:spcPts val="0"/>
              </a:spcBef>
              <a:defRPr sz="5900" b="1" i="0">
                <a:solidFill>
                  <a:schemeClr val="bg1"/>
                </a:solidFill>
                <a:latin typeface="Roboto Black"/>
                <a:cs typeface="Roboto Black"/>
              </a:defRPr>
            </a:lvl1pPr>
          </a:lstStyle>
          <a:p>
            <a:r>
              <a:rPr lang="pt-PT" dirty="0"/>
              <a:t>MAIN TITLE HERE</a:t>
            </a:r>
            <a:endParaRPr dirty="0"/>
          </a:p>
        </p:txBody>
      </p:sp>
      <p:sp>
        <p:nvSpPr>
          <p:cNvPr id="6" name="Retângulo 14">
            <a:extLst>
              <a:ext uri="{FF2B5EF4-FFF2-40B4-BE49-F238E27FC236}">
                <a16:creationId xmlns:a16="http://schemas.microsoft.com/office/drawing/2014/main" id="{9D0AB058-EEF7-2267-39BE-09C56BFA51AB}"/>
              </a:ext>
            </a:extLst>
          </p:cNvPr>
          <p:cNvSpPr/>
          <p:nvPr userDrawn="1"/>
        </p:nvSpPr>
        <p:spPr>
          <a:xfrm>
            <a:off x="0" y="10912475"/>
            <a:ext cx="19230974" cy="39687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 name="Retângulo 15">
            <a:extLst>
              <a:ext uri="{FF2B5EF4-FFF2-40B4-BE49-F238E27FC236}">
                <a16:creationId xmlns:a16="http://schemas.microsoft.com/office/drawing/2014/main" id="{B41DE734-C647-165C-D4EF-27902ABDE7B4}"/>
              </a:ext>
            </a:extLst>
          </p:cNvPr>
          <p:cNvSpPr/>
          <p:nvPr userDrawn="1"/>
        </p:nvSpPr>
        <p:spPr>
          <a:xfrm>
            <a:off x="18357850" y="10209370"/>
            <a:ext cx="893446" cy="893446"/>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0" name="TextBox 9">
            <a:extLst>
              <a:ext uri="{FF2B5EF4-FFF2-40B4-BE49-F238E27FC236}">
                <a16:creationId xmlns:a16="http://schemas.microsoft.com/office/drawing/2014/main" id="{0D663626-2FAA-D7FE-5F59-2133393843FD}"/>
              </a:ext>
            </a:extLst>
          </p:cNvPr>
          <p:cNvSpPr txBox="1"/>
          <p:nvPr userDrawn="1"/>
        </p:nvSpPr>
        <p:spPr>
          <a:xfrm>
            <a:off x="18400863" y="10209370"/>
            <a:ext cx="766779" cy="584775"/>
          </a:xfrm>
          <a:prstGeom prst="rect">
            <a:avLst/>
          </a:prstGeom>
          <a:noFill/>
        </p:spPr>
        <p:txBody>
          <a:bodyPr wrap="square" rtlCol="0">
            <a:spAutoFit/>
          </a:bodyPr>
          <a:lstStyle/>
          <a:p>
            <a:pPr algn="ctr"/>
            <a:fld id="{469E1199-1CA1-42C6-8617-594E96412D23}" type="slidenum">
              <a:rPr lang="pt-PT" sz="3200" smtClean="0">
                <a:solidFill>
                  <a:schemeClr val="bg1"/>
                </a:solidFill>
                <a:latin typeface="Roboto" panose="02000000000000000000" pitchFamily="2" charset="0"/>
                <a:ea typeface="Roboto" panose="02000000000000000000" pitchFamily="2" charset="0"/>
                <a:cs typeface="Roboto" panose="02000000000000000000" pitchFamily="2" charset="0"/>
              </a:rPr>
              <a:t>‹#›</a:t>
            </a:fld>
            <a:endParaRPr lang="pt-PT"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object 24">
            <a:extLst>
              <a:ext uri="{FF2B5EF4-FFF2-40B4-BE49-F238E27FC236}">
                <a16:creationId xmlns:a16="http://schemas.microsoft.com/office/drawing/2014/main" id="{BB3D5A5B-BB5D-991C-1F16-FFB3463A0C1C}"/>
              </a:ext>
            </a:extLst>
          </p:cNvPr>
          <p:cNvSpPr txBox="1">
            <a:spLocks/>
          </p:cNvSpPr>
          <p:nvPr userDrawn="1"/>
        </p:nvSpPr>
        <p:spPr>
          <a:xfrm>
            <a:off x="13780928" y="10373732"/>
            <a:ext cx="4383756" cy="393056"/>
          </a:xfrm>
          <a:prstGeom prst="rect">
            <a:avLst/>
          </a:prstGeom>
        </p:spPr>
        <p:txBody>
          <a:bodyPr vert="horz" wrap="square" lIns="0" tIns="23495" rIns="0" bIns="0" rtlCol="0">
            <a:spAutoFit/>
          </a:bodyPr>
          <a:lstStyle>
            <a:defPPr>
              <a:defRPr kern="0"/>
            </a:defPPr>
          </a:lstStyle>
          <a:p>
            <a:pPr marL="12700">
              <a:spcBef>
                <a:spcPts val="185"/>
              </a:spcBef>
            </a:pPr>
            <a:r>
              <a:rPr lang="pt-PT" sz="2400" dirty="0" err="1">
                <a:solidFill>
                  <a:srgbClr val="28397C"/>
                </a:solidFill>
              </a:rPr>
              <a:t>Uniting</a:t>
            </a:r>
            <a:r>
              <a:rPr lang="pt-PT" sz="2400" dirty="0">
                <a:solidFill>
                  <a:srgbClr val="28397C"/>
                </a:solidFill>
              </a:rPr>
              <a:t> </a:t>
            </a:r>
            <a:r>
              <a:rPr lang="pt-PT" sz="2400" dirty="0" err="1">
                <a:solidFill>
                  <a:srgbClr val="28397C"/>
                </a:solidFill>
              </a:rPr>
              <a:t>Europe's</a:t>
            </a:r>
            <a:r>
              <a:rPr lang="pt-PT" sz="2400" dirty="0">
                <a:solidFill>
                  <a:srgbClr val="28397C"/>
                </a:solidFill>
              </a:rPr>
              <a:t> </a:t>
            </a:r>
            <a:r>
              <a:rPr lang="pt-PT" sz="2400" dirty="0" err="1">
                <a:solidFill>
                  <a:srgbClr val="28397C"/>
                </a:solidFill>
              </a:rPr>
              <a:t>Energy</a:t>
            </a:r>
            <a:r>
              <a:rPr lang="pt-PT" sz="2400" dirty="0">
                <a:solidFill>
                  <a:srgbClr val="28397C"/>
                </a:solidFill>
              </a:rPr>
              <a:t>, </a:t>
            </a:r>
            <a:r>
              <a:rPr lang="pt-PT" sz="2400" dirty="0" err="1">
                <a:solidFill>
                  <a:srgbClr val="28397C"/>
                </a:solidFill>
              </a:rPr>
              <a:t>Today</a:t>
            </a:r>
            <a:endParaRPr lang="pt-PT" sz="2400" spc="-20" dirty="0">
              <a:solidFill>
                <a:srgbClr val="28397C"/>
              </a:solidFill>
            </a:endParaRPr>
          </a:p>
        </p:txBody>
      </p:sp>
      <p:sp>
        <p:nvSpPr>
          <p:cNvPr id="16" name="Table Placeholder 15">
            <a:extLst>
              <a:ext uri="{FF2B5EF4-FFF2-40B4-BE49-F238E27FC236}">
                <a16:creationId xmlns:a16="http://schemas.microsoft.com/office/drawing/2014/main" id="{5B45CABE-34C2-A25B-7654-B0CF9ED257EE}"/>
              </a:ext>
            </a:extLst>
          </p:cNvPr>
          <p:cNvSpPr>
            <a:spLocks noGrp="1"/>
          </p:cNvSpPr>
          <p:nvPr>
            <p:ph type="tbl" sz="quarter" idx="10"/>
          </p:nvPr>
        </p:nvSpPr>
        <p:spPr>
          <a:xfrm>
            <a:off x="2127250" y="2911475"/>
            <a:ext cx="15621000" cy="6880225"/>
          </a:xfrm>
          <a:prstGeom prst="rect">
            <a:avLst/>
          </a:prstGeom>
        </p:spPr>
        <p:txBody>
          <a:bodyPr/>
          <a:lstStyle/>
          <a:p>
            <a:endParaRPr lang="pt-PT" dirty="0"/>
          </a:p>
        </p:txBody>
      </p:sp>
      <p:pic>
        <p:nvPicPr>
          <p:cNvPr id="5" name="Imagem 22">
            <a:extLst>
              <a:ext uri="{FF2B5EF4-FFF2-40B4-BE49-F238E27FC236}">
                <a16:creationId xmlns:a16="http://schemas.microsoft.com/office/drawing/2014/main" id="{8E84B5BD-4995-54BA-9B3A-3BAC9A5759A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7494999" y="406055"/>
            <a:ext cx="2210030" cy="1743371"/>
          </a:xfrm>
          <a:prstGeom prst="rect">
            <a:avLst/>
          </a:prstGeom>
        </p:spPr>
      </p:pic>
    </p:spTree>
    <p:extLst>
      <p:ext uri="{BB962C8B-B14F-4D97-AF65-F5344CB8AC3E}">
        <p14:creationId xmlns:p14="http://schemas.microsoft.com/office/powerpoint/2010/main" val="2621866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tângulo 11">
            <a:extLst>
              <a:ext uri="{FF2B5EF4-FFF2-40B4-BE49-F238E27FC236}">
                <a16:creationId xmlns:a16="http://schemas.microsoft.com/office/drawing/2014/main" id="{C7D35F70-8D2A-E318-C7C2-2C28C557C579}"/>
              </a:ext>
            </a:extLst>
          </p:cNvPr>
          <p:cNvSpPr/>
          <p:nvPr userDrawn="1"/>
        </p:nvSpPr>
        <p:spPr>
          <a:xfrm>
            <a:off x="19210655" y="10896283"/>
            <a:ext cx="893446" cy="413067"/>
          </a:xfrm>
          <a:prstGeom prst="rect">
            <a:avLst/>
          </a:prstGeom>
          <a:solidFill>
            <a:srgbClr val="2B3B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 name="Holder 2">
            <a:extLst>
              <a:ext uri="{FF2B5EF4-FFF2-40B4-BE49-F238E27FC236}">
                <a16:creationId xmlns:a16="http://schemas.microsoft.com/office/drawing/2014/main" id="{6DF07190-198C-0419-7353-E499ACC02A1F}"/>
              </a:ext>
            </a:extLst>
          </p:cNvPr>
          <p:cNvSpPr>
            <a:spLocks noGrp="1"/>
          </p:cNvSpPr>
          <p:nvPr>
            <p:ph type="ctrTitle" hasCustomPrompt="1"/>
          </p:nvPr>
        </p:nvSpPr>
        <p:spPr>
          <a:xfrm>
            <a:off x="0" y="1517095"/>
            <a:ext cx="7689850" cy="907941"/>
          </a:xfrm>
          <a:prstGeom prst="rect">
            <a:avLst/>
          </a:prstGeom>
          <a:solidFill>
            <a:srgbClr val="008777"/>
          </a:solidFill>
          <a:ln w="28575">
            <a:noFill/>
          </a:ln>
        </p:spPr>
        <p:txBody>
          <a:bodyPr wrap="square" lIns="0" tIns="0" rIns="0" bIns="0">
            <a:spAutoFit/>
          </a:bodyPr>
          <a:lstStyle>
            <a:lvl1pPr marL="720000" algn="ctr">
              <a:spcBef>
                <a:spcPts val="0"/>
              </a:spcBef>
              <a:defRPr sz="5900" b="1" i="0">
                <a:solidFill>
                  <a:schemeClr val="bg1"/>
                </a:solidFill>
                <a:latin typeface="Roboto Black"/>
                <a:cs typeface="Roboto Black"/>
              </a:defRPr>
            </a:lvl1pPr>
          </a:lstStyle>
          <a:p>
            <a:r>
              <a:rPr lang="pt-PT" dirty="0"/>
              <a:t>MAIN TITLE HERE</a:t>
            </a:r>
            <a:endParaRPr dirty="0"/>
          </a:p>
        </p:txBody>
      </p:sp>
      <p:sp>
        <p:nvSpPr>
          <p:cNvPr id="5" name="Retângulo 14">
            <a:extLst>
              <a:ext uri="{FF2B5EF4-FFF2-40B4-BE49-F238E27FC236}">
                <a16:creationId xmlns:a16="http://schemas.microsoft.com/office/drawing/2014/main" id="{ED5688AE-3F9D-6094-C6F6-DAB3769B2761}"/>
              </a:ext>
            </a:extLst>
          </p:cNvPr>
          <p:cNvSpPr/>
          <p:nvPr userDrawn="1"/>
        </p:nvSpPr>
        <p:spPr>
          <a:xfrm>
            <a:off x="0" y="10912475"/>
            <a:ext cx="19230974" cy="39687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6" name="Retângulo 15">
            <a:extLst>
              <a:ext uri="{FF2B5EF4-FFF2-40B4-BE49-F238E27FC236}">
                <a16:creationId xmlns:a16="http://schemas.microsoft.com/office/drawing/2014/main" id="{9DBC0A6D-D666-CC81-9ED2-963BCCE5CB2B}"/>
              </a:ext>
            </a:extLst>
          </p:cNvPr>
          <p:cNvSpPr/>
          <p:nvPr userDrawn="1"/>
        </p:nvSpPr>
        <p:spPr>
          <a:xfrm>
            <a:off x="18357850" y="10209370"/>
            <a:ext cx="893446" cy="893446"/>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8" name="TextBox 7">
            <a:extLst>
              <a:ext uri="{FF2B5EF4-FFF2-40B4-BE49-F238E27FC236}">
                <a16:creationId xmlns:a16="http://schemas.microsoft.com/office/drawing/2014/main" id="{C7D990F3-036D-51EB-58F4-E472923EE659}"/>
              </a:ext>
            </a:extLst>
          </p:cNvPr>
          <p:cNvSpPr txBox="1"/>
          <p:nvPr userDrawn="1"/>
        </p:nvSpPr>
        <p:spPr>
          <a:xfrm>
            <a:off x="18400863" y="10209370"/>
            <a:ext cx="766779" cy="584775"/>
          </a:xfrm>
          <a:prstGeom prst="rect">
            <a:avLst/>
          </a:prstGeom>
          <a:noFill/>
        </p:spPr>
        <p:txBody>
          <a:bodyPr wrap="square" rtlCol="0">
            <a:spAutoFit/>
          </a:bodyPr>
          <a:lstStyle/>
          <a:p>
            <a:pPr algn="ctr"/>
            <a:fld id="{469E1199-1CA1-42C6-8617-594E96412D23}" type="slidenum">
              <a:rPr lang="pt-PT" sz="3200" smtClean="0">
                <a:solidFill>
                  <a:schemeClr val="bg1"/>
                </a:solidFill>
                <a:latin typeface="Roboto" panose="02000000000000000000" pitchFamily="2" charset="0"/>
                <a:ea typeface="Roboto" panose="02000000000000000000" pitchFamily="2" charset="0"/>
                <a:cs typeface="Roboto" panose="02000000000000000000" pitchFamily="2" charset="0"/>
              </a:rPr>
              <a:t>‹#›</a:t>
            </a:fld>
            <a:endParaRPr lang="pt-PT"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 name="object 24">
            <a:extLst>
              <a:ext uri="{FF2B5EF4-FFF2-40B4-BE49-F238E27FC236}">
                <a16:creationId xmlns:a16="http://schemas.microsoft.com/office/drawing/2014/main" id="{52166B0D-DA97-A19A-0562-0CE204DFE419}"/>
              </a:ext>
            </a:extLst>
          </p:cNvPr>
          <p:cNvSpPr txBox="1">
            <a:spLocks/>
          </p:cNvSpPr>
          <p:nvPr userDrawn="1"/>
        </p:nvSpPr>
        <p:spPr>
          <a:xfrm>
            <a:off x="13780928" y="10373732"/>
            <a:ext cx="4383756" cy="393056"/>
          </a:xfrm>
          <a:prstGeom prst="rect">
            <a:avLst/>
          </a:prstGeom>
        </p:spPr>
        <p:txBody>
          <a:bodyPr vert="horz" wrap="square" lIns="0" tIns="23495" rIns="0" bIns="0" rtlCol="0">
            <a:spAutoFit/>
          </a:bodyPr>
          <a:lstStyle>
            <a:defPPr>
              <a:defRPr kern="0"/>
            </a:defPPr>
          </a:lstStyle>
          <a:p>
            <a:pPr marL="12700">
              <a:spcBef>
                <a:spcPts val="185"/>
              </a:spcBef>
            </a:pPr>
            <a:r>
              <a:rPr lang="pt-PT" sz="2400" dirty="0" err="1">
                <a:solidFill>
                  <a:srgbClr val="28397C"/>
                </a:solidFill>
              </a:rPr>
              <a:t>Uniting</a:t>
            </a:r>
            <a:r>
              <a:rPr lang="pt-PT" sz="2400" dirty="0">
                <a:solidFill>
                  <a:srgbClr val="28397C"/>
                </a:solidFill>
              </a:rPr>
              <a:t> </a:t>
            </a:r>
            <a:r>
              <a:rPr lang="pt-PT" sz="2400" dirty="0" err="1">
                <a:solidFill>
                  <a:srgbClr val="28397C"/>
                </a:solidFill>
              </a:rPr>
              <a:t>Europe's</a:t>
            </a:r>
            <a:r>
              <a:rPr lang="pt-PT" sz="2400" dirty="0">
                <a:solidFill>
                  <a:srgbClr val="28397C"/>
                </a:solidFill>
              </a:rPr>
              <a:t> </a:t>
            </a:r>
            <a:r>
              <a:rPr lang="pt-PT" sz="2400" dirty="0" err="1">
                <a:solidFill>
                  <a:srgbClr val="28397C"/>
                </a:solidFill>
              </a:rPr>
              <a:t>Energy</a:t>
            </a:r>
            <a:r>
              <a:rPr lang="pt-PT" sz="2400" dirty="0">
                <a:solidFill>
                  <a:srgbClr val="28397C"/>
                </a:solidFill>
              </a:rPr>
              <a:t>, </a:t>
            </a:r>
            <a:r>
              <a:rPr lang="pt-PT" sz="2400" dirty="0" err="1">
                <a:solidFill>
                  <a:srgbClr val="28397C"/>
                </a:solidFill>
              </a:rPr>
              <a:t>Today</a:t>
            </a:r>
            <a:endParaRPr lang="pt-PT" sz="2400" spc="-20" dirty="0">
              <a:solidFill>
                <a:srgbClr val="28397C"/>
              </a:solidFill>
            </a:endParaRPr>
          </a:p>
        </p:txBody>
      </p:sp>
      <p:sp>
        <p:nvSpPr>
          <p:cNvPr id="12" name="Content Placeholder 11">
            <a:extLst>
              <a:ext uri="{FF2B5EF4-FFF2-40B4-BE49-F238E27FC236}">
                <a16:creationId xmlns:a16="http://schemas.microsoft.com/office/drawing/2014/main" id="{CCF057B7-9811-C1FD-A3FA-6ADEBCA92EC8}"/>
              </a:ext>
            </a:extLst>
          </p:cNvPr>
          <p:cNvSpPr>
            <a:spLocks noGrp="1"/>
          </p:cNvSpPr>
          <p:nvPr>
            <p:ph sz="quarter" idx="10"/>
          </p:nvPr>
        </p:nvSpPr>
        <p:spPr>
          <a:xfrm>
            <a:off x="3651250" y="3063875"/>
            <a:ext cx="14512925" cy="6553200"/>
          </a:xfrm>
          <a:prstGeom prst="rect">
            <a:avLst/>
          </a:prstGeom>
        </p:spPr>
        <p:txBody>
          <a:bodyPr/>
          <a:lstStyle/>
          <a:p>
            <a:pPr lvl="0"/>
            <a:endParaRPr lang="pt-PT" dirty="0"/>
          </a:p>
        </p:txBody>
      </p:sp>
      <p:pic>
        <p:nvPicPr>
          <p:cNvPr id="7" name="Imagem 22">
            <a:extLst>
              <a:ext uri="{FF2B5EF4-FFF2-40B4-BE49-F238E27FC236}">
                <a16:creationId xmlns:a16="http://schemas.microsoft.com/office/drawing/2014/main" id="{FAD53852-077D-E6A4-209F-33105098DE5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7494999" y="406055"/>
            <a:ext cx="2210030" cy="1743371"/>
          </a:xfrm>
          <a:prstGeom prst="rect">
            <a:avLst/>
          </a:prstGeom>
        </p:spPr>
      </p:pic>
    </p:spTree>
    <p:extLst>
      <p:ext uri="{BB962C8B-B14F-4D97-AF65-F5344CB8AC3E}">
        <p14:creationId xmlns:p14="http://schemas.microsoft.com/office/powerpoint/2010/main" val="4194057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68C19D8C-5584-C667-EF33-B9E5C6ADB43D}"/>
              </a:ext>
            </a:extLst>
          </p:cNvPr>
          <p:cNvSpPr/>
          <p:nvPr userDrawn="1"/>
        </p:nvSpPr>
        <p:spPr>
          <a:xfrm>
            <a:off x="19210655" y="10896283"/>
            <a:ext cx="893446" cy="413067"/>
          </a:xfrm>
          <a:prstGeom prst="rect">
            <a:avLst/>
          </a:prstGeom>
          <a:solidFill>
            <a:srgbClr val="2B3B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 name="Holder 2">
            <a:extLst>
              <a:ext uri="{FF2B5EF4-FFF2-40B4-BE49-F238E27FC236}">
                <a16:creationId xmlns:a16="http://schemas.microsoft.com/office/drawing/2014/main" id="{B9E06B62-0C85-0ADB-672E-D593C7D04E44}"/>
              </a:ext>
            </a:extLst>
          </p:cNvPr>
          <p:cNvSpPr>
            <a:spLocks noGrp="1"/>
          </p:cNvSpPr>
          <p:nvPr>
            <p:ph type="ctrTitle" hasCustomPrompt="1"/>
          </p:nvPr>
        </p:nvSpPr>
        <p:spPr>
          <a:xfrm>
            <a:off x="0" y="1517095"/>
            <a:ext cx="7689850" cy="907941"/>
          </a:xfrm>
          <a:prstGeom prst="rect">
            <a:avLst/>
          </a:prstGeom>
          <a:solidFill>
            <a:srgbClr val="008777"/>
          </a:solidFill>
          <a:ln w="28575">
            <a:noFill/>
          </a:ln>
        </p:spPr>
        <p:txBody>
          <a:bodyPr wrap="square" lIns="0" tIns="0" rIns="0" bIns="0">
            <a:spAutoFit/>
          </a:bodyPr>
          <a:lstStyle>
            <a:lvl1pPr marL="720000" algn="ctr">
              <a:spcBef>
                <a:spcPts val="0"/>
              </a:spcBef>
              <a:defRPr sz="5900" b="1" i="0">
                <a:solidFill>
                  <a:schemeClr val="bg1"/>
                </a:solidFill>
                <a:latin typeface="Roboto Black"/>
                <a:cs typeface="Roboto Black"/>
              </a:defRPr>
            </a:lvl1pPr>
          </a:lstStyle>
          <a:p>
            <a:r>
              <a:rPr lang="pt-PT" dirty="0"/>
              <a:t>MAIN TITLE HERE</a:t>
            </a:r>
            <a:endParaRPr dirty="0"/>
          </a:p>
        </p:txBody>
      </p:sp>
      <p:sp>
        <p:nvSpPr>
          <p:cNvPr id="8" name="Marcador de Posição do Texto 12">
            <a:extLst>
              <a:ext uri="{FF2B5EF4-FFF2-40B4-BE49-F238E27FC236}">
                <a16:creationId xmlns:a16="http://schemas.microsoft.com/office/drawing/2014/main" id="{8CBC035F-824A-EB82-33D7-00F5C9A62088}"/>
              </a:ext>
            </a:extLst>
          </p:cNvPr>
          <p:cNvSpPr>
            <a:spLocks noGrp="1"/>
          </p:cNvSpPr>
          <p:nvPr>
            <p:ph type="body" sz="quarter" idx="10" hasCustomPrompt="1"/>
          </p:nvPr>
        </p:nvSpPr>
        <p:spPr>
          <a:xfrm>
            <a:off x="1060450" y="2610006"/>
            <a:ext cx="4495800" cy="646331"/>
          </a:xfrm>
          <a:prstGeom prst="rect">
            <a:avLst/>
          </a:prstGeom>
        </p:spPr>
        <p:txBody>
          <a:bodyPr/>
          <a:lstStyle>
            <a:lvl1pPr>
              <a:defRPr sz="3600" b="0" i="0">
                <a:solidFill>
                  <a:srgbClr val="058A7B"/>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a:t>SUB-TITLE HERE</a:t>
            </a:r>
          </a:p>
        </p:txBody>
      </p:sp>
      <p:sp>
        <p:nvSpPr>
          <p:cNvPr id="9" name="Retângulo 8">
            <a:extLst>
              <a:ext uri="{FF2B5EF4-FFF2-40B4-BE49-F238E27FC236}">
                <a16:creationId xmlns:a16="http://schemas.microsoft.com/office/drawing/2014/main" id="{5508E83E-72EE-62C9-BEA8-67CFDDE4F532}"/>
              </a:ext>
            </a:extLst>
          </p:cNvPr>
          <p:cNvSpPr/>
          <p:nvPr userDrawn="1"/>
        </p:nvSpPr>
        <p:spPr>
          <a:xfrm>
            <a:off x="0" y="10912475"/>
            <a:ext cx="19230974" cy="39687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0" name="Retângulo 9">
            <a:extLst>
              <a:ext uri="{FF2B5EF4-FFF2-40B4-BE49-F238E27FC236}">
                <a16:creationId xmlns:a16="http://schemas.microsoft.com/office/drawing/2014/main" id="{EECBD52F-CA29-2D10-FE40-D1921CA1B26B}"/>
              </a:ext>
            </a:extLst>
          </p:cNvPr>
          <p:cNvSpPr/>
          <p:nvPr userDrawn="1"/>
        </p:nvSpPr>
        <p:spPr>
          <a:xfrm>
            <a:off x="18357850" y="10209370"/>
            <a:ext cx="893446" cy="893446"/>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Marcador de Posição do Texto 20">
            <a:extLst>
              <a:ext uri="{FF2B5EF4-FFF2-40B4-BE49-F238E27FC236}">
                <a16:creationId xmlns:a16="http://schemas.microsoft.com/office/drawing/2014/main" id="{F160B207-428F-FE43-6E7F-A125C557E889}"/>
              </a:ext>
            </a:extLst>
          </p:cNvPr>
          <p:cNvSpPr>
            <a:spLocks noGrp="1"/>
          </p:cNvSpPr>
          <p:nvPr>
            <p:ph type="body" sz="quarter" idx="12" hasCustomPrompt="1"/>
          </p:nvPr>
        </p:nvSpPr>
        <p:spPr>
          <a:xfrm>
            <a:off x="1060450" y="4168944"/>
            <a:ext cx="16006922" cy="907942"/>
          </a:xfrm>
          <a:prstGeom prst="rect">
            <a:avLst/>
          </a:prstGeom>
        </p:spPr>
        <p:txBody>
          <a:bodyPr/>
          <a:lstStyle>
            <a:lvl1pPr>
              <a:defRPr sz="2800" b="1" i="0">
                <a:solidFill>
                  <a:srgbClr val="2B3B76"/>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sed</a:t>
            </a:r>
            <a:r>
              <a:rPr lang="pt-PT" dirty="0"/>
              <a:t> </a:t>
            </a:r>
            <a:r>
              <a:rPr lang="pt-PT" dirty="0" err="1"/>
              <a:t>diam</a:t>
            </a:r>
            <a:r>
              <a:rPr lang="pt-PT" dirty="0"/>
              <a:t> </a:t>
            </a:r>
            <a:r>
              <a:rPr lang="pt-PT" dirty="0" err="1"/>
              <a:t>nonummy</a:t>
            </a:r>
            <a:r>
              <a:rPr lang="pt-PT" dirty="0"/>
              <a:t> </a:t>
            </a:r>
            <a:r>
              <a:rPr lang="pt-PT" dirty="0" err="1"/>
              <a:t>nibh</a:t>
            </a:r>
            <a:r>
              <a:rPr lang="pt-PT" dirty="0"/>
              <a:t> </a:t>
            </a:r>
            <a:r>
              <a:rPr lang="pt-PT" dirty="0" err="1"/>
              <a:t>euismod</a:t>
            </a:r>
            <a:r>
              <a:rPr lang="pt-PT" dirty="0"/>
              <a:t> </a:t>
            </a:r>
            <a:r>
              <a:rPr lang="pt-PT" dirty="0" err="1"/>
              <a:t>tincidunt</a:t>
            </a:r>
            <a:r>
              <a:rPr lang="pt-PT" dirty="0"/>
              <a:t> ut </a:t>
            </a:r>
            <a:r>
              <a:rPr lang="pt-PT" dirty="0" err="1"/>
              <a:t>laoreet</a:t>
            </a:r>
            <a:r>
              <a:rPr lang="pt-PT" dirty="0"/>
              <a:t>.</a:t>
            </a:r>
          </a:p>
        </p:txBody>
      </p:sp>
      <p:sp>
        <p:nvSpPr>
          <p:cNvPr id="16" name="Marcador de Posição do Texto 20">
            <a:extLst>
              <a:ext uri="{FF2B5EF4-FFF2-40B4-BE49-F238E27FC236}">
                <a16:creationId xmlns:a16="http://schemas.microsoft.com/office/drawing/2014/main" id="{93FF0B36-30D5-5167-03CF-B496FD03142B}"/>
              </a:ext>
            </a:extLst>
          </p:cNvPr>
          <p:cNvSpPr>
            <a:spLocks noGrp="1"/>
          </p:cNvSpPr>
          <p:nvPr>
            <p:ph type="body" sz="quarter" idx="21" hasCustomPrompt="1"/>
          </p:nvPr>
        </p:nvSpPr>
        <p:spPr>
          <a:xfrm>
            <a:off x="1060450" y="5502275"/>
            <a:ext cx="16006922" cy="1480102"/>
          </a:xfrm>
          <a:prstGeom prst="rect">
            <a:avLst/>
          </a:prstGeom>
        </p:spPr>
        <p:txBody>
          <a:bodyPr/>
          <a:lstStyle>
            <a:lvl1pPr>
              <a:defRPr sz="2800">
                <a:solidFill>
                  <a:srgbClr val="2B3B76"/>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sed</a:t>
            </a:r>
            <a:r>
              <a:rPr lang="pt-PT" dirty="0"/>
              <a:t> </a:t>
            </a:r>
            <a:r>
              <a:rPr lang="pt-PT" dirty="0" err="1"/>
              <a:t>diam</a:t>
            </a:r>
            <a:r>
              <a:rPr lang="pt-PT" dirty="0"/>
              <a:t> </a:t>
            </a:r>
            <a:r>
              <a:rPr lang="pt-PT" dirty="0" err="1"/>
              <a:t>nonummy</a:t>
            </a:r>
            <a:r>
              <a:rPr lang="pt-PT" dirty="0"/>
              <a:t> </a:t>
            </a:r>
            <a:r>
              <a:rPr lang="pt-PT" dirty="0" err="1"/>
              <a:t>nibh</a:t>
            </a:r>
            <a:r>
              <a:rPr lang="pt-PT" dirty="0"/>
              <a:t> </a:t>
            </a:r>
            <a:r>
              <a:rPr lang="pt-PT" dirty="0" err="1"/>
              <a:t>euismod</a:t>
            </a:r>
            <a:r>
              <a:rPr lang="pt-PT" dirty="0"/>
              <a:t> </a:t>
            </a:r>
            <a:r>
              <a:rPr lang="pt-PT" dirty="0" err="1"/>
              <a:t>tincidunt</a:t>
            </a:r>
            <a:r>
              <a:rPr lang="pt-PT" dirty="0"/>
              <a:t> ut </a:t>
            </a:r>
            <a:r>
              <a:rPr lang="pt-PT" dirty="0" err="1"/>
              <a:t>laoreet</a:t>
            </a:r>
            <a:r>
              <a:rPr lang="pt-PT" dirty="0"/>
              <a:t> </a:t>
            </a:r>
            <a:r>
              <a:rPr lang="pt-PT" dirty="0" err="1"/>
              <a:t>dolore</a:t>
            </a:r>
            <a:r>
              <a:rPr lang="pt-PT" dirty="0"/>
              <a:t> magna </a:t>
            </a:r>
            <a:r>
              <a:rPr lang="pt-PT" dirty="0" err="1"/>
              <a:t>aliquam</a:t>
            </a:r>
            <a:r>
              <a:rPr lang="pt-PT" dirty="0"/>
              <a:t> </a:t>
            </a:r>
            <a:r>
              <a:rPr lang="pt-PT" dirty="0" err="1"/>
              <a:t>erat</a:t>
            </a:r>
            <a:r>
              <a:rPr lang="pt-PT" dirty="0"/>
              <a:t> </a:t>
            </a:r>
            <a:r>
              <a:rPr lang="pt-PT" dirty="0" err="1"/>
              <a:t>volutpat</a:t>
            </a:r>
            <a:r>
              <a:rPr lang="pt-PT" dirty="0"/>
              <a:t>. </a:t>
            </a:r>
            <a:r>
              <a:rPr lang="pt-PT" dirty="0" err="1"/>
              <a:t>Lorem</a:t>
            </a:r>
            <a:r>
              <a:rPr lang="pt-PT" dirty="0"/>
              <a:t> </a:t>
            </a:r>
            <a:r>
              <a:rPr lang="pt-PT" dirty="0" err="1"/>
              <a:t>ipsum</a:t>
            </a:r>
            <a:r>
              <a:rPr lang="pt-PT" dirty="0"/>
              <a:t> </a:t>
            </a:r>
            <a:r>
              <a:rPr lang="pt-PT" dirty="0" err="1"/>
              <a:t>dolor</a:t>
            </a:r>
            <a:r>
              <a:rPr lang="pt-PT" dirty="0"/>
              <a:t> </a:t>
            </a:r>
            <a:r>
              <a:rPr lang="pt-PT" dirty="0" err="1"/>
              <a:t>sit</a:t>
            </a:r>
            <a:r>
              <a:rPr lang="pt-PT" dirty="0"/>
              <a:t> </a:t>
            </a:r>
            <a:r>
              <a:rPr lang="pt-PT" dirty="0" err="1"/>
              <a:t>amet</a:t>
            </a:r>
            <a:r>
              <a:rPr lang="pt-PT" dirty="0"/>
              <a:t>, </a:t>
            </a:r>
            <a:r>
              <a:rPr lang="pt-PT" dirty="0" err="1"/>
              <a:t>consectetuer</a:t>
            </a:r>
            <a:r>
              <a:rPr lang="pt-PT" dirty="0"/>
              <a:t> </a:t>
            </a:r>
            <a:r>
              <a:rPr lang="pt-PT" dirty="0" err="1"/>
              <a:t>adipiscing</a:t>
            </a:r>
            <a:r>
              <a:rPr lang="pt-PT" dirty="0"/>
              <a:t> </a:t>
            </a:r>
            <a:r>
              <a:rPr lang="pt-PT" dirty="0" err="1"/>
              <a:t>elit</a:t>
            </a:r>
            <a:r>
              <a:rPr lang="pt-PT" dirty="0"/>
              <a:t>, </a:t>
            </a:r>
            <a:r>
              <a:rPr lang="pt-PT" dirty="0" err="1"/>
              <a:t>sed</a:t>
            </a:r>
            <a:r>
              <a:rPr lang="pt-PT" dirty="0"/>
              <a:t> </a:t>
            </a:r>
            <a:r>
              <a:rPr lang="pt-PT" dirty="0" err="1"/>
              <a:t>diam</a:t>
            </a:r>
            <a:r>
              <a:rPr lang="pt-PT" dirty="0"/>
              <a:t> </a:t>
            </a:r>
            <a:r>
              <a:rPr lang="pt-PT" dirty="0" err="1"/>
              <a:t>nonummy</a:t>
            </a:r>
            <a:r>
              <a:rPr lang="pt-PT" dirty="0"/>
              <a:t> </a:t>
            </a:r>
            <a:r>
              <a:rPr lang="pt-PT" dirty="0" err="1"/>
              <a:t>nibh</a:t>
            </a:r>
            <a:r>
              <a:rPr lang="pt-PT" dirty="0"/>
              <a:t> </a:t>
            </a:r>
            <a:r>
              <a:rPr lang="pt-PT" dirty="0" err="1"/>
              <a:t>euismod</a:t>
            </a:r>
            <a:r>
              <a:rPr lang="pt-PT" dirty="0"/>
              <a:t> </a:t>
            </a:r>
            <a:r>
              <a:rPr lang="pt-PT" dirty="0" err="1"/>
              <a:t>tincidunt</a:t>
            </a:r>
            <a:r>
              <a:rPr lang="pt-PT" dirty="0"/>
              <a:t> ut </a:t>
            </a:r>
            <a:r>
              <a:rPr lang="pt-PT" dirty="0" err="1"/>
              <a:t>laoreet</a:t>
            </a:r>
            <a:r>
              <a:rPr lang="pt-PT" dirty="0"/>
              <a:t> </a:t>
            </a:r>
            <a:r>
              <a:rPr lang="pt-PT" dirty="0" err="1"/>
              <a:t>dolore</a:t>
            </a:r>
            <a:r>
              <a:rPr lang="pt-PT" dirty="0"/>
              <a:t> magna </a:t>
            </a:r>
            <a:r>
              <a:rPr lang="pt-PT" dirty="0" err="1"/>
              <a:t>aliquam</a:t>
            </a:r>
            <a:r>
              <a:rPr lang="pt-PT" dirty="0"/>
              <a:t> </a:t>
            </a:r>
            <a:r>
              <a:rPr lang="pt-PT" dirty="0" err="1"/>
              <a:t>erat</a:t>
            </a:r>
            <a:r>
              <a:rPr lang="pt-PT" dirty="0"/>
              <a:t> </a:t>
            </a:r>
            <a:r>
              <a:rPr lang="pt-PT" dirty="0" err="1"/>
              <a:t>volutpat</a:t>
            </a:r>
            <a:r>
              <a:rPr lang="pt-PT" dirty="0"/>
              <a:t>.</a:t>
            </a:r>
          </a:p>
        </p:txBody>
      </p:sp>
      <p:sp>
        <p:nvSpPr>
          <p:cNvPr id="2" name="TextBox 1">
            <a:extLst>
              <a:ext uri="{FF2B5EF4-FFF2-40B4-BE49-F238E27FC236}">
                <a16:creationId xmlns:a16="http://schemas.microsoft.com/office/drawing/2014/main" id="{DE338D0E-8D22-18E2-C169-13296AB14A85}"/>
              </a:ext>
            </a:extLst>
          </p:cNvPr>
          <p:cNvSpPr txBox="1"/>
          <p:nvPr userDrawn="1"/>
        </p:nvSpPr>
        <p:spPr>
          <a:xfrm>
            <a:off x="18400863" y="10209370"/>
            <a:ext cx="766779" cy="584775"/>
          </a:xfrm>
          <a:prstGeom prst="rect">
            <a:avLst/>
          </a:prstGeom>
          <a:noFill/>
        </p:spPr>
        <p:txBody>
          <a:bodyPr wrap="square" rtlCol="0">
            <a:spAutoFit/>
          </a:bodyPr>
          <a:lstStyle/>
          <a:p>
            <a:pPr algn="ctr"/>
            <a:fld id="{469E1199-1CA1-42C6-8617-594E96412D23}" type="slidenum">
              <a:rPr lang="pt-PT" sz="3200" smtClean="0">
                <a:solidFill>
                  <a:schemeClr val="bg1"/>
                </a:solidFill>
                <a:latin typeface="Roboto" panose="02000000000000000000" pitchFamily="2" charset="0"/>
                <a:ea typeface="Roboto" panose="02000000000000000000" pitchFamily="2" charset="0"/>
                <a:cs typeface="Roboto" panose="02000000000000000000" pitchFamily="2" charset="0"/>
              </a:rPr>
              <a:t>‹#›</a:t>
            </a:fld>
            <a:endParaRPr lang="pt-PT"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 name="object 24">
            <a:extLst>
              <a:ext uri="{FF2B5EF4-FFF2-40B4-BE49-F238E27FC236}">
                <a16:creationId xmlns:a16="http://schemas.microsoft.com/office/drawing/2014/main" id="{3475F759-D46A-DA75-947A-6EF8A709B427}"/>
              </a:ext>
            </a:extLst>
          </p:cNvPr>
          <p:cNvSpPr txBox="1">
            <a:spLocks/>
          </p:cNvSpPr>
          <p:nvPr userDrawn="1"/>
        </p:nvSpPr>
        <p:spPr>
          <a:xfrm>
            <a:off x="13780928" y="10373732"/>
            <a:ext cx="4383756" cy="393056"/>
          </a:xfrm>
          <a:prstGeom prst="rect">
            <a:avLst/>
          </a:prstGeom>
        </p:spPr>
        <p:txBody>
          <a:bodyPr vert="horz" wrap="square" lIns="0" tIns="23495" rIns="0" bIns="0" rtlCol="0">
            <a:spAutoFit/>
          </a:bodyPr>
          <a:lstStyle>
            <a:defPPr>
              <a:defRPr kern="0"/>
            </a:defPPr>
          </a:lstStyle>
          <a:p>
            <a:pPr marL="12700">
              <a:spcBef>
                <a:spcPts val="185"/>
              </a:spcBef>
            </a:pPr>
            <a:r>
              <a:rPr lang="pt-PT" sz="2400" dirty="0" err="1">
                <a:solidFill>
                  <a:srgbClr val="28397C"/>
                </a:solidFill>
              </a:rPr>
              <a:t>Uniting</a:t>
            </a:r>
            <a:r>
              <a:rPr lang="pt-PT" sz="2400" dirty="0">
                <a:solidFill>
                  <a:srgbClr val="28397C"/>
                </a:solidFill>
              </a:rPr>
              <a:t> </a:t>
            </a:r>
            <a:r>
              <a:rPr lang="pt-PT" sz="2400" dirty="0" err="1">
                <a:solidFill>
                  <a:srgbClr val="28397C"/>
                </a:solidFill>
              </a:rPr>
              <a:t>Europe's</a:t>
            </a:r>
            <a:r>
              <a:rPr lang="pt-PT" sz="2400" dirty="0">
                <a:solidFill>
                  <a:srgbClr val="28397C"/>
                </a:solidFill>
              </a:rPr>
              <a:t> </a:t>
            </a:r>
            <a:r>
              <a:rPr lang="pt-PT" sz="2400" dirty="0" err="1">
                <a:solidFill>
                  <a:srgbClr val="28397C"/>
                </a:solidFill>
              </a:rPr>
              <a:t>Energy</a:t>
            </a:r>
            <a:r>
              <a:rPr lang="pt-PT" sz="2400" dirty="0">
                <a:solidFill>
                  <a:srgbClr val="28397C"/>
                </a:solidFill>
              </a:rPr>
              <a:t>, </a:t>
            </a:r>
            <a:r>
              <a:rPr lang="pt-PT" sz="2400" dirty="0" err="1">
                <a:solidFill>
                  <a:srgbClr val="28397C"/>
                </a:solidFill>
              </a:rPr>
              <a:t>Today</a:t>
            </a:r>
            <a:endParaRPr lang="pt-PT" sz="2400" spc="-20" dirty="0">
              <a:solidFill>
                <a:srgbClr val="28397C"/>
              </a:solidFill>
            </a:endParaRPr>
          </a:p>
        </p:txBody>
      </p:sp>
      <p:pic>
        <p:nvPicPr>
          <p:cNvPr id="5" name="Imagem 22">
            <a:extLst>
              <a:ext uri="{FF2B5EF4-FFF2-40B4-BE49-F238E27FC236}">
                <a16:creationId xmlns:a16="http://schemas.microsoft.com/office/drawing/2014/main" id="{9ADF8CD4-00D7-95DE-EE62-CA4EC40EE57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7494999" y="406055"/>
            <a:ext cx="2210030" cy="1743371"/>
          </a:xfrm>
          <a:prstGeom prst="rect">
            <a:avLst/>
          </a:prstGeom>
        </p:spPr>
      </p:pic>
    </p:spTree>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bg1"/>
        </a:solidFill>
        <a:effectLst/>
      </p:bgPr>
    </p:bg>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68C19D8C-5584-C667-EF33-B9E5C6ADB43D}"/>
              </a:ext>
            </a:extLst>
          </p:cNvPr>
          <p:cNvSpPr/>
          <p:nvPr userDrawn="1"/>
        </p:nvSpPr>
        <p:spPr>
          <a:xfrm>
            <a:off x="19210655" y="10896283"/>
            <a:ext cx="893446" cy="413067"/>
          </a:xfrm>
          <a:prstGeom prst="rect">
            <a:avLst/>
          </a:prstGeom>
          <a:solidFill>
            <a:srgbClr val="2B3B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 name="Holder 2">
            <a:extLst>
              <a:ext uri="{FF2B5EF4-FFF2-40B4-BE49-F238E27FC236}">
                <a16:creationId xmlns:a16="http://schemas.microsoft.com/office/drawing/2014/main" id="{B9E06B62-0C85-0ADB-672E-D593C7D04E44}"/>
              </a:ext>
            </a:extLst>
          </p:cNvPr>
          <p:cNvSpPr>
            <a:spLocks noGrp="1"/>
          </p:cNvSpPr>
          <p:nvPr>
            <p:ph type="ctrTitle" hasCustomPrompt="1"/>
          </p:nvPr>
        </p:nvSpPr>
        <p:spPr>
          <a:xfrm>
            <a:off x="0" y="1517095"/>
            <a:ext cx="7689850" cy="907941"/>
          </a:xfrm>
          <a:prstGeom prst="rect">
            <a:avLst/>
          </a:prstGeom>
          <a:solidFill>
            <a:srgbClr val="008777"/>
          </a:solidFill>
          <a:ln w="28575">
            <a:noFill/>
          </a:ln>
        </p:spPr>
        <p:txBody>
          <a:bodyPr wrap="square" lIns="0" tIns="0" rIns="0" bIns="0">
            <a:spAutoFit/>
          </a:bodyPr>
          <a:lstStyle>
            <a:lvl1pPr marL="720000" algn="ctr">
              <a:spcBef>
                <a:spcPts val="0"/>
              </a:spcBef>
              <a:defRPr sz="5900" b="1" i="0">
                <a:solidFill>
                  <a:schemeClr val="bg1"/>
                </a:solidFill>
                <a:latin typeface="Roboto Black"/>
                <a:cs typeface="Roboto Black"/>
              </a:defRPr>
            </a:lvl1pPr>
          </a:lstStyle>
          <a:p>
            <a:r>
              <a:rPr lang="pt-PT" dirty="0"/>
              <a:t>MAIN TITLE HERE</a:t>
            </a:r>
            <a:endParaRPr dirty="0"/>
          </a:p>
        </p:txBody>
      </p:sp>
      <p:sp>
        <p:nvSpPr>
          <p:cNvPr id="8" name="Marcador de Posição do Texto 12">
            <a:extLst>
              <a:ext uri="{FF2B5EF4-FFF2-40B4-BE49-F238E27FC236}">
                <a16:creationId xmlns:a16="http://schemas.microsoft.com/office/drawing/2014/main" id="{8CBC035F-824A-EB82-33D7-00F5C9A62088}"/>
              </a:ext>
            </a:extLst>
          </p:cNvPr>
          <p:cNvSpPr>
            <a:spLocks noGrp="1"/>
          </p:cNvSpPr>
          <p:nvPr>
            <p:ph type="body" sz="quarter" idx="10" hasCustomPrompt="1"/>
          </p:nvPr>
        </p:nvSpPr>
        <p:spPr>
          <a:xfrm>
            <a:off x="1060450" y="2610006"/>
            <a:ext cx="4495800" cy="646331"/>
          </a:xfrm>
          <a:prstGeom prst="rect">
            <a:avLst/>
          </a:prstGeom>
        </p:spPr>
        <p:txBody>
          <a:bodyPr/>
          <a:lstStyle>
            <a:lvl1pPr>
              <a:defRPr sz="3600" b="0" i="0">
                <a:solidFill>
                  <a:srgbClr val="058A7B"/>
                </a:solidFill>
                <a:latin typeface="Roboto" panose="02000000000000000000" pitchFamily="2" charset="0"/>
                <a:ea typeface="Roboto" panose="02000000000000000000" pitchFamily="2" charset="0"/>
                <a:cs typeface="Roboto" panose="02000000000000000000" pitchFamily="2" charset="0"/>
              </a:defRPr>
            </a:lvl1pPr>
          </a:lstStyle>
          <a:p>
            <a:pPr lvl="0"/>
            <a:r>
              <a:rPr lang="pt-PT" dirty="0"/>
              <a:t>SUB-TITLE HERE</a:t>
            </a:r>
          </a:p>
        </p:txBody>
      </p:sp>
      <p:sp>
        <p:nvSpPr>
          <p:cNvPr id="9" name="Retângulo 8">
            <a:extLst>
              <a:ext uri="{FF2B5EF4-FFF2-40B4-BE49-F238E27FC236}">
                <a16:creationId xmlns:a16="http://schemas.microsoft.com/office/drawing/2014/main" id="{5508E83E-72EE-62C9-BEA8-67CFDDE4F532}"/>
              </a:ext>
            </a:extLst>
          </p:cNvPr>
          <p:cNvSpPr/>
          <p:nvPr userDrawn="1"/>
        </p:nvSpPr>
        <p:spPr>
          <a:xfrm>
            <a:off x="0" y="10912475"/>
            <a:ext cx="19230974" cy="39687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0" name="Retângulo 9">
            <a:extLst>
              <a:ext uri="{FF2B5EF4-FFF2-40B4-BE49-F238E27FC236}">
                <a16:creationId xmlns:a16="http://schemas.microsoft.com/office/drawing/2014/main" id="{EECBD52F-CA29-2D10-FE40-D1921CA1B26B}"/>
              </a:ext>
            </a:extLst>
          </p:cNvPr>
          <p:cNvSpPr/>
          <p:nvPr userDrawn="1"/>
        </p:nvSpPr>
        <p:spPr>
          <a:xfrm>
            <a:off x="18357850" y="10209370"/>
            <a:ext cx="893446" cy="893446"/>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 name="TextBox 3">
            <a:extLst>
              <a:ext uri="{FF2B5EF4-FFF2-40B4-BE49-F238E27FC236}">
                <a16:creationId xmlns:a16="http://schemas.microsoft.com/office/drawing/2014/main" id="{CBCC58B4-F332-6A63-8D32-AE0BC60E9344}"/>
              </a:ext>
            </a:extLst>
          </p:cNvPr>
          <p:cNvSpPr txBox="1"/>
          <p:nvPr userDrawn="1"/>
        </p:nvSpPr>
        <p:spPr>
          <a:xfrm>
            <a:off x="18400863" y="10209370"/>
            <a:ext cx="766779" cy="584775"/>
          </a:xfrm>
          <a:prstGeom prst="rect">
            <a:avLst/>
          </a:prstGeom>
          <a:noFill/>
        </p:spPr>
        <p:txBody>
          <a:bodyPr wrap="square" rtlCol="0">
            <a:spAutoFit/>
          </a:bodyPr>
          <a:lstStyle/>
          <a:p>
            <a:pPr algn="ctr"/>
            <a:fld id="{469E1199-1CA1-42C6-8617-594E96412D23}" type="slidenum">
              <a:rPr lang="pt-PT" sz="3200" smtClean="0">
                <a:solidFill>
                  <a:schemeClr val="bg1"/>
                </a:solidFill>
                <a:latin typeface="Roboto" panose="02000000000000000000" pitchFamily="2" charset="0"/>
                <a:ea typeface="Roboto" panose="02000000000000000000" pitchFamily="2" charset="0"/>
                <a:cs typeface="Roboto" panose="02000000000000000000" pitchFamily="2" charset="0"/>
              </a:rPr>
              <a:t>‹#›</a:t>
            </a:fld>
            <a:endParaRPr lang="pt-PT" sz="12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 name="object 24">
            <a:extLst>
              <a:ext uri="{FF2B5EF4-FFF2-40B4-BE49-F238E27FC236}">
                <a16:creationId xmlns:a16="http://schemas.microsoft.com/office/drawing/2014/main" id="{B4FA014C-56D8-898E-FAE8-29F21B65DADF}"/>
              </a:ext>
            </a:extLst>
          </p:cNvPr>
          <p:cNvSpPr txBox="1">
            <a:spLocks/>
          </p:cNvSpPr>
          <p:nvPr userDrawn="1"/>
        </p:nvSpPr>
        <p:spPr>
          <a:xfrm>
            <a:off x="13780928" y="10373732"/>
            <a:ext cx="4383756" cy="393056"/>
          </a:xfrm>
          <a:prstGeom prst="rect">
            <a:avLst/>
          </a:prstGeom>
        </p:spPr>
        <p:txBody>
          <a:bodyPr vert="horz" wrap="square" lIns="0" tIns="23495" rIns="0" bIns="0" rtlCol="0">
            <a:spAutoFit/>
          </a:bodyPr>
          <a:lstStyle>
            <a:defPPr>
              <a:defRPr kern="0"/>
            </a:defPPr>
          </a:lstStyle>
          <a:p>
            <a:pPr marL="12700">
              <a:spcBef>
                <a:spcPts val="185"/>
              </a:spcBef>
            </a:pPr>
            <a:r>
              <a:rPr lang="pt-PT" sz="2400" dirty="0" err="1">
                <a:solidFill>
                  <a:srgbClr val="28397C"/>
                </a:solidFill>
              </a:rPr>
              <a:t>Uniting</a:t>
            </a:r>
            <a:r>
              <a:rPr lang="pt-PT" sz="2400" dirty="0">
                <a:solidFill>
                  <a:srgbClr val="28397C"/>
                </a:solidFill>
              </a:rPr>
              <a:t> </a:t>
            </a:r>
            <a:r>
              <a:rPr lang="pt-PT" sz="2400" dirty="0" err="1">
                <a:solidFill>
                  <a:srgbClr val="28397C"/>
                </a:solidFill>
              </a:rPr>
              <a:t>Europe's</a:t>
            </a:r>
            <a:r>
              <a:rPr lang="pt-PT" sz="2400" dirty="0">
                <a:solidFill>
                  <a:srgbClr val="28397C"/>
                </a:solidFill>
              </a:rPr>
              <a:t> </a:t>
            </a:r>
            <a:r>
              <a:rPr lang="pt-PT" sz="2400" dirty="0" err="1">
                <a:solidFill>
                  <a:srgbClr val="28397C"/>
                </a:solidFill>
              </a:rPr>
              <a:t>Energy</a:t>
            </a:r>
            <a:r>
              <a:rPr lang="pt-PT" sz="2400" dirty="0">
                <a:solidFill>
                  <a:srgbClr val="28397C"/>
                </a:solidFill>
              </a:rPr>
              <a:t>, </a:t>
            </a:r>
            <a:r>
              <a:rPr lang="pt-PT" sz="2400" dirty="0" err="1">
                <a:solidFill>
                  <a:srgbClr val="28397C"/>
                </a:solidFill>
              </a:rPr>
              <a:t>Today</a:t>
            </a:r>
            <a:endParaRPr lang="pt-PT" sz="2400" spc="-20" dirty="0">
              <a:solidFill>
                <a:srgbClr val="28397C"/>
              </a:solidFill>
            </a:endParaRPr>
          </a:p>
        </p:txBody>
      </p:sp>
      <p:sp>
        <p:nvSpPr>
          <p:cNvPr id="20" name="Marcador de Posição do Texto 19">
            <a:extLst>
              <a:ext uri="{FF2B5EF4-FFF2-40B4-BE49-F238E27FC236}">
                <a16:creationId xmlns:a16="http://schemas.microsoft.com/office/drawing/2014/main" id="{3CE71B2B-5F4C-DE07-740C-34EFAF8D311E}"/>
              </a:ext>
            </a:extLst>
          </p:cNvPr>
          <p:cNvSpPr>
            <a:spLocks noGrp="1"/>
          </p:cNvSpPr>
          <p:nvPr>
            <p:ph type="body" sz="quarter" idx="14" hasCustomPrompt="1"/>
          </p:nvPr>
        </p:nvSpPr>
        <p:spPr>
          <a:xfrm>
            <a:off x="1060450" y="4054475"/>
            <a:ext cx="8305800" cy="5483687"/>
          </a:xfrm>
          <a:prstGeom prst="rect">
            <a:avLst/>
          </a:prstGeom>
        </p:spPr>
        <p:txBody>
          <a:bodyPr/>
          <a:lstStyle>
            <a:lvl1pPr marL="213750" indent="-285750">
              <a:lnSpc>
                <a:spcPct val="100000"/>
              </a:lnSpc>
              <a:spcAft>
                <a:spcPts val="1200"/>
              </a:spcAft>
              <a:buClr>
                <a:srgbClr val="008777"/>
              </a:buClr>
              <a:buFont typeface="Wingdings" pitchFamily="2" charset="2"/>
              <a:buChar char="§"/>
              <a:defRPr sz="2800" b="0" i="0">
                <a:solidFill>
                  <a:srgbClr val="2C3A76"/>
                </a:solidFill>
                <a:latin typeface="Roboto" panose="02000000000000000000" pitchFamily="2" charset="0"/>
                <a:ea typeface="Roboto" panose="02000000000000000000" pitchFamily="2" charset="0"/>
                <a:cs typeface="Roboto" panose="02000000000000000000" pitchFamily="2" charset="0"/>
              </a:defRPr>
            </a:lvl1pPr>
            <a:lvl2pPr marL="457200" indent="0">
              <a:buFont typeface="Wingdings" pitchFamily="2" charset="2"/>
              <a:buNone/>
              <a:defRPr/>
            </a:lvl2pPr>
            <a:lvl3pPr marL="1200150" indent="-285750">
              <a:buFont typeface="Wingdings" pitchFamily="2" charset="2"/>
              <a:buChar char="§"/>
              <a:defRPr/>
            </a:lvl3pPr>
            <a:lvl4pPr marL="1657350" indent="-285750">
              <a:buFont typeface="Wingdings" pitchFamily="2" charset="2"/>
              <a:buChar char="§"/>
              <a:defRPr/>
            </a:lvl4pPr>
            <a:lvl5pPr marL="2114550" indent="-285750">
              <a:buFont typeface="Wingdings" pitchFamily="2" charset="2"/>
              <a:buChar char="§"/>
              <a:defRPr/>
            </a:lvl5pPr>
          </a:lstStyle>
          <a:p>
            <a:pPr lvl="0"/>
            <a:r>
              <a:rPr lang="pt-PT" dirty="0" err="1"/>
              <a:t>Bullet</a:t>
            </a:r>
            <a:endParaRPr lang="pt-PT" dirty="0"/>
          </a:p>
          <a:p>
            <a:pPr lvl="0"/>
            <a:r>
              <a:rPr lang="pt-PT" dirty="0" err="1"/>
              <a:t>Bullet</a:t>
            </a:r>
            <a:endParaRPr lang="pt-PT" dirty="0"/>
          </a:p>
          <a:p>
            <a:pPr lvl="0"/>
            <a:r>
              <a:rPr lang="pt-PT" dirty="0" err="1"/>
              <a:t>Bullet</a:t>
            </a:r>
            <a:endParaRPr lang="pt-PT" dirty="0"/>
          </a:p>
          <a:p>
            <a:pPr lvl="0"/>
            <a:endParaRPr lang="pt-PT" dirty="0"/>
          </a:p>
        </p:txBody>
      </p:sp>
      <p:pic>
        <p:nvPicPr>
          <p:cNvPr id="5" name="Imagem 22">
            <a:extLst>
              <a:ext uri="{FF2B5EF4-FFF2-40B4-BE49-F238E27FC236}">
                <a16:creationId xmlns:a16="http://schemas.microsoft.com/office/drawing/2014/main" id="{21C71A2B-BA9C-9402-8F21-A7A9296A7B6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7494999" y="406055"/>
            <a:ext cx="2210030" cy="1743371"/>
          </a:xfrm>
          <a:prstGeom prst="rect">
            <a:avLst/>
          </a:prstGeom>
        </p:spPr>
      </p:pic>
    </p:spTree>
    <p:extLst>
      <p:ext uri="{BB962C8B-B14F-4D97-AF65-F5344CB8AC3E}">
        <p14:creationId xmlns:p14="http://schemas.microsoft.com/office/powerpoint/2010/main" val="1849700127"/>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633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_Blank">
    <p:bg>
      <p:bgPr>
        <a:solidFill>
          <a:schemeClr val="bg1"/>
        </a:solidFill>
        <a:effectLst/>
      </p:bgPr>
    </p:bg>
    <p:spTree>
      <p:nvGrpSpPr>
        <p:cNvPr id="1" name=""/>
        <p:cNvGrpSpPr/>
        <p:nvPr/>
      </p:nvGrpSpPr>
      <p:grpSpPr>
        <a:xfrm>
          <a:off x="0" y="0"/>
          <a:ext cx="0" cy="0"/>
          <a:chOff x="0" y="0"/>
          <a:chExt cx="0" cy="0"/>
        </a:xfrm>
      </p:grpSpPr>
      <p:grpSp>
        <p:nvGrpSpPr>
          <p:cNvPr id="4" name="object 2">
            <a:extLst>
              <a:ext uri="{FF2B5EF4-FFF2-40B4-BE49-F238E27FC236}">
                <a16:creationId xmlns:a16="http://schemas.microsoft.com/office/drawing/2014/main" id="{A46BD17A-966B-B344-F008-2496D2C9417E}"/>
              </a:ext>
            </a:extLst>
          </p:cNvPr>
          <p:cNvGrpSpPr/>
          <p:nvPr userDrawn="1"/>
        </p:nvGrpSpPr>
        <p:grpSpPr>
          <a:xfrm>
            <a:off x="-1" y="0"/>
            <a:ext cx="20104696" cy="11309127"/>
            <a:chOff x="-1" y="0"/>
            <a:chExt cx="20104696" cy="11309127"/>
          </a:xfrm>
        </p:grpSpPr>
        <p:pic>
          <p:nvPicPr>
            <p:cNvPr id="5" name="object 3">
              <a:extLst>
                <a:ext uri="{FF2B5EF4-FFF2-40B4-BE49-F238E27FC236}">
                  <a16:creationId xmlns:a16="http://schemas.microsoft.com/office/drawing/2014/main" id="{CC0CFDA3-AA1C-9245-1904-9969A0B10944}"/>
                </a:ext>
              </a:extLst>
            </p:cNvPr>
            <p:cNvPicPr/>
            <p:nvPr/>
          </p:nvPicPr>
          <p:blipFill>
            <a:blip r:embed="rId2" cstate="print"/>
            <a:stretch>
              <a:fillRect/>
            </a:stretch>
          </p:blipFill>
          <p:spPr>
            <a:xfrm>
              <a:off x="-1" y="0"/>
              <a:ext cx="20104100" cy="11308556"/>
            </a:xfrm>
            <a:prstGeom prst="rect">
              <a:avLst/>
            </a:prstGeom>
          </p:spPr>
        </p:pic>
        <p:sp>
          <p:nvSpPr>
            <p:cNvPr id="11" name="object 4">
              <a:extLst>
                <a:ext uri="{FF2B5EF4-FFF2-40B4-BE49-F238E27FC236}">
                  <a16:creationId xmlns:a16="http://schemas.microsoft.com/office/drawing/2014/main" id="{6CD13EE3-D8A4-1312-425D-615DCBCA9AA5}"/>
                </a:ext>
              </a:extLst>
            </p:cNvPr>
            <p:cNvSpPr/>
            <p:nvPr/>
          </p:nvSpPr>
          <p:spPr>
            <a:xfrm>
              <a:off x="19161720" y="10963687"/>
              <a:ext cx="942975" cy="345440"/>
            </a:xfrm>
            <a:custGeom>
              <a:avLst/>
              <a:gdLst/>
              <a:ahLst/>
              <a:cxnLst/>
              <a:rect l="l" t="t" r="r" b="b"/>
              <a:pathLst>
                <a:path w="942975" h="345440">
                  <a:moveTo>
                    <a:pt x="0" y="344869"/>
                  </a:moveTo>
                  <a:lnTo>
                    <a:pt x="942379" y="344869"/>
                  </a:lnTo>
                  <a:lnTo>
                    <a:pt x="942379" y="0"/>
                  </a:lnTo>
                  <a:lnTo>
                    <a:pt x="0" y="0"/>
                  </a:lnTo>
                  <a:lnTo>
                    <a:pt x="0" y="344869"/>
                  </a:lnTo>
                  <a:close/>
                </a:path>
              </a:pathLst>
            </a:custGeom>
            <a:solidFill>
              <a:srgbClr val="2F3B72"/>
            </a:solidFill>
          </p:spPr>
          <p:txBody>
            <a:bodyPr wrap="square" lIns="0" tIns="0" rIns="0" bIns="0" rtlCol="0"/>
            <a:lstStyle/>
            <a:p>
              <a:endParaRPr/>
            </a:p>
          </p:txBody>
        </p:sp>
        <p:sp>
          <p:nvSpPr>
            <p:cNvPr id="15" name="object 5">
              <a:extLst>
                <a:ext uri="{FF2B5EF4-FFF2-40B4-BE49-F238E27FC236}">
                  <a16:creationId xmlns:a16="http://schemas.microsoft.com/office/drawing/2014/main" id="{D92BB64C-9C02-CED3-FD24-5013811BC759}"/>
                </a:ext>
              </a:extLst>
            </p:cNvPr>
            <p:cNvSpPr/>
            <p:nvPr/>
          </p:nvSpPr>
          <p:spPr>
            <a:xfrm>
              <a:off x="0" y="9329566"/>
              <a:ext cx="19161760" cy="1979295"/>
            </a:xfrm>
            <a:custGeom>
              <a:avLst/>
              <a:gdLst/>
              <a:ahLst/>
              <a:cxnLst/>
              <a:rect l="l" t="t" r="r" b="b"/>
              <a:pathLst>
                <a:path w="19161760" h="1979295">
                  <a:moveTo>
                    <a:pt x="19161710" y="0"/>
                  </a:moveTo>
                  <a:lnTo>
                    <a:pt x="17359021" y="0"/>
                  </a:lnTo>
                  <a:lnTo>
                    <a:pt x="17359021" y="1626920"/>
                  </a:lnTo>
                  <a:lnTo>
                    <a:pt x="0" y="1626920"/>
                  </a:lnTo>
                  <a:lnTo>
                    <a:pt x="0" y="1978990"/>
                  </a:lnTo>
                  <a:lnTo>
                    <a:pt x="17359021" y="1978990"/>
                  </a:lnTo>
                  <a:lnTo>
                    <a:pt x="18407812" y="1978990"/>
                  </a:lnTo>
                  <a:lnTo>
                    <a:pt x="19161710" y="1978990"/>
                  </a:lnTo>
                  <a:lnTo>
                    <a:pt x="19161710" y="0"/>
                  </a:lnTo>
                  <a:close/>
                </a:path>
              </a:pathLst>
            </a:custGeom>
            <a:solidFill>
              <a:srgbClr val="3A9F5F"/>
            </a:solidFill>
          </p:spPr>
          <p:txBody>
            <a:bodyPr wrap="square" lIns="0" tIns="0" rIns="0" bIns="0" rtlCol="0"/>
            <a:lstStyle/>
            <a:p>
              <a:endParaRPr/>
            </a:p>
          </p:txBody>
        </p:sp>
        <p:sp>
          <p:nvSpPr>
            <p:cNvPr id="16" name="object 11">
              <a:extLst>
                <a:ext uri="{FF2B5EF4-FFF2-40B4-BE49-F238E27FC236}">
                  <a16:creationId xmlns:a16="http://schemas.microsoft.com/office/drawing/2014/main" id="{4EDA2795-D56B-CBBB-5DF6-0EED95C431BE}"/>
                </a:ext>
              </a:extLst>
            </p:cNvPr>
            <p:cNvSpPr/>
            <p:nvPr/>
          </p:nvSpPr>
          <p:spPr>
            <a:xfrm>
              <a:off x="13110020" y="5"/>
              <a:ext cx="6994525" cy="6984365"/>
            </a:xfrm>
            <a:custGeom>
              <a:avLst/>
              <a:gdLst/>
              <a:ahLst/>
              <a:cxnLst/>
              <a:rect l="l" t="t" r="r" b="b"/>
              <a:pathLst>
                <a:path w="6994525" h="6984365">
                  <a:moveTo>
                    <a:pt x="1569224" y="2007082"/>
                  </a:moveTo>
                  <a:lnTo>
                    <a:pt x="1056906" y="1859026"/>
                  </a:lnTo>
                  <a:lnTo>
                    <a:pt x="791311" y="1434147"/>
                  </a:lnTo>
                  <a:lnTo>
                    <a:pt x="542861" y="1793278"/>
                  </a:lnTo>
                  <a:lnTo>
                    <a:pt x="0" y="1810537"/>
                  </a:lnTo>
                  <a:lnTo>
                    <a:pt x="386054" y="2198332"/>
                  </a:lnTo>
                  <a:lnTo>
                    <a:pt x="320700" y="2667063"/>
                  </a:lnTo>
                  <a:lnTo>
                    <a:pt x="820686" y="2513457"/>
                  </a:lnTo>
                  <a:lnTo>
                    <a:pt x="1315872" y="2766085"/>
                  </a:lnTo>
                  <a:lnTo>
                    <a:pt x="1229474" y="2294928"/>
                  </a:lnTo>
                  <a:lnTo>
                    <a:pt x="1569224" y="2007082"/>
                  </a:lnTo>
                  <a:close/>
                </a:path>
                <a:path w="6994525" h="6984365">
                  <a:moveTo>
                    <a:pt x="1737563" y="326758"/>
                  </a:moveTo>
                  <a:lnTo>
                    <a:pt x="1225410" y="154813"/>
                  </a:lnTo>
                  <a:lnTo>
                    <a:pt x="1126274" y="0"/>
                  </a:lnTo>
                  <a:lnTo>
                    <a:pt x="757809" y="0"/>
                  </a:lnTo>
                  <a:lnTo>
                    <a:pt x="711936" y="60337"/>
                  </a:lnTo>
                  <a:lnTo>
                    <a:pt x="170091" y="42481"/>
                  </a:lnTo>
                  <a:lnTo>
                    <a:pt x="557745" y="432943"/>
                  </a:lnTo>
                  <a:lnTo>
                    <a:pt x="495274" y="871435"/>
                  </a:lnTo>
                  <a:lnTo>
                    <a:pt x="993521" y="757809"/>
                  </a:lnTo>
                  <a:lnTo>
                    <a:pt x="1489329" y="1027468"/>
                  </a:lnTo>
                  <a:lnTo>
                    <a:pt x="1400251" y="577164"/>
                  </a:lnTo>
                  <a:lnTo>
                    <a:pt x="1737563" y="326758"/>
                  </a:lnTo>
                  <a:close/>
                </a:path>
                <a:path w="6994525" h="6984365">
                  <a:moveTo>
                    <a:pt x="2270391" y="3860101"/>
                  </a:moveTo>
                  <a:lnTo>
                    <a:pt x="1787410" y="3742436"/>
                  </a:lnTo>
                  <a:lnTo>
                    <a:pt x="1528508" y="3324631"/>
                  </a:lnTo>
                  <a:lnTo>
                    <a:pt x="1305394" y="3709263"/>
                  </a:lnTo>
                  <a:lnTo>
                    <a:pt x="799287" y="3763048"/>
                  </a:lnTo>
                  <a:lnTo>
                    <a:pt x="1169301" y="4134193"/>
                  </a:lnTo>
                  <a:lnTo>
                    <a:pt x="1120368" y="4617517"/>
                  </a:lnTo>
                  <a:lnTo>
                    <a:pt x="1582940" y="4427880"/>
                  </a:lnTo>
                  <a:lnTo>
                    <a:pt x="2051812" y="4653864"/>
                  </a:lnTo>
                  <a:lnTo>
                    <a:pt x="1959470" y="4177449"/>
                  </a:lnTo>
                  <a:lnTo>
                    <a:pt x="2270391" y="3860101"/>
                  </a:lnTo>
                  <a:close/>
                </a:path>
                <a:path w="6994525" h="6984365">
                  <a:moveTo>
                    <a:pt x="3678821" y="5421452"/>
                  </a:moveTo>
                  <a:lnTo>
                    <a:pt x="3251949" y="5332006"/>
                  </a:lnTo>
                  <a:lnTo>
                    <a:pt x="3007093" y="4940554"/>
                  </a:lnTo>
                  <a:lnTo>
                    <a:pt x="2830753" y="5324411"/>
                  </a:lnTo>
                  <a:lnTo>
                    <a:pt x="2393962" y="5401996"/>
                  </a:lnTo>
                  <a:lnTo>
                    <a:pt x="2732443" y="5741505"/>
                  </a:lnTo>
                  <a:lnTo>
                    <a:pt x="2712682" y="6209246"/>
                  </a:lnTo>
                  <a:lnTo>
                    <a:pt x="3105289" y="6004280"/>
                  </a:lnTo>
                  <a:lnTo>
                    <a:pt x="3523513" y="6199327"/>
                  </a:lnTo>
                  <a:lnTo>
                    <a:pt x="3421684" y="5744070"/>
                  </a:lnTo>
                  <a:lnTo>
                    <a:pt x="3678821" y="5421452"/>
                  </a:lnTo>
                  <a:close/>
                </a:path>
                <a:path w="6994525" h="6984365">
                  <a:moveTo>
                    <a:pt x="5445239" y="6249733"/>
                  </a:moveTo>
                  <a:lnTo>
                    <a:pt x="5089004" y="6180290"/>
                  </a:lnTo>
                  <a:lnTo>
                    <a:pt x="4866271" y="5832513"/>
                  </a:lnTo>
                  <a:lnTo>
                    <a:pt x="4743031" y="6184874"/>
                  </a:lnTo>
                  <a:lnTo>
                    <a:pt x="4390428" y="6266586"/>
                  </a:lnTo>
                  <a:lnTo>
                    <a:pt x="4685995" y="6563500"/>
                  </a:lnTo>
                  <a:lnTo>
                    <a:pt x="4696015" y="6984073"/>
                  </a:lnTo>
                  <a:lnTo>
                    <a:pt x="5005463" y="6790614"/>
                  </a:lnTo>
                  <a:lnTo>
                    <a:pt x="5358930" y="6955968"/>
                  </a:lnTo>
                  <a:lnTo>
                    <a:pt x="5250840" y="6548247"/>
                  </a:lnTo>
                  <a:lnTo>
                    <a:pt x="5445239" y="6249733"/>
                  </a:lnTo>
                  <a:close/>
                </a:path>
                <a:path w="6994525" h="6984365">
                  <a:moveTo>
                    <a:pt x="6994068" y="6206350"/>
                  </a:moveTo>
                  <a:lnTo>
                    <a:pt x="6846417" y="6175959"/>
                  </a:lnTo>
                  <a:lnTo>
                    <a:pt x="6652260" y="5882208"/>
                  </a:lnTo>
                  <a:lnTo>
                    <a:pt x="6573914" y="6179769"/>
                  </a:lnTo>
                  <a:lnTo>
                    <a:pt x="6301575" y="6248387"/>
                  </a:lnTo>
                  <a:lnTo>
                    <a:pt x="6549326" y="6497968"/>
                  </a:lnTo>
                  <a:lnTo>
                    <a:pt x="6579590" y="6849897"/>
                  </a:lnTo>
                  <a:lnTo>
                    <a:pt x="6812318" y="6689141"/>
                  </a:lnTo>
                  <a:lnTo>
                    <a:pt x="6994068" y="6777698"/>
                  </a:lnTo>
                  <a:lnTo>
                    <a:pt x="6994068" y="6689141"/>
                  </a:lnTo>
                  <a:lnTo>
                    <a:pt x="6994068" y="6488912"/>
                  </a:lnTo>
                  <a:lnTo>
                    <a:pt x="6993229" y="6486207"/>
                  </a:lnTo>
                  <a:lnTo>
                    <a:pt x="6994068" y="6484683"/>
                  </a:lnTo>
                  <a:lnTo>
                    <a:pt x="6994068" y="6206350"/>
                  </a:lnTo>
                  <a:close/>
                </a:path>
              </a:pathLst>
            </a:custGeom>
            <a:solidFill>
              <a:srgbClr val="3A9F5F">
                <a:alpha val="11997"/>
              </a:srgbClr>
            </a:solidFill>
          </p:spPr>
          <p:txBody>
            <a:bodyPr wrap="square" lIns="0" tIns="0" rIns="0" bIns="0" rtlCol="0"/>
            <a:lstStyle/>
            <a:p>
              <a:endParaRPr/>
            </a:p>
          </p:txBody>
        </p:sp>
      </p:grpSp>
      <p:sp>
        <p:nvSpPr>
          <p:cNvPr id="17" name="object 12">
            <a:extLst>
              <a:ext uri="{FF2B5EF4-FFF2-40B4-BE49-F238E27FC236}">
                <a16:creationId xmlns:a16="http://schemas.microsoft.com/office/drawing/2014/main" id="{EA2BAA23-DFB9-D44A-5FEE-78763EFB38F2}"/>
              </a:ext>
            </a:extLst>
          </p:cNvPr>
          <p:cNvSpPr txBox="1">
            <a:spLocks noGrp="1"/>
          </p:cNvSpPr>
          <p:nvPr>
            <p:ph type="title" idx="4294967295"/>
          </p:nvPr>
        </p:nvSpPr>
        <p:spPr>
          <a:xfrm>
            <a:off x="3825257" y="4538196"/>
            <a:ext cx="12457430" cy="2571115"/>
          </a:xfrm>
          <a:prstGeom prst="rect">
            <a:avLst/>
          </a:prstGeom>
        </p:spPr>
        <p:txBody>
          <a:bodyPr vert="horz" wrap="square" lIns="0" tIns="13335" rIns="0" bIns="0" rtlCol="0">
            <a:spAutoFit/>
          </a:bodyPr>
          <a:lstStyle/>
          <a:p>
            <a:pPr marL="12700">
              <a:lnSpc>
                <a:spcPct val="100000"/>
              </a:lnSpc>
              <a:spcBef>
                <a:spcPts val="105"/>
              </a:spcBef>
            </a:pPr>
            <a:r>
              <a:rPr sz="16700" b="1" dirty="0">
                <a:solidFill>
                  <a:schemeClr val="bg1"/>
                </a:solidFill>
                <a:latin typeface="Roboto" panose="02000000000000000000" pitchFamily="2" charset="0"/>
                <a:ea typeface="Roboto" panose="02000000000000000000" pitchFamily="2" charset="0"/>
                <a:cs typeface="Roboto" panose="02000000000000000000" pitchFamily="2" charset="0"/>
              </a:rPr>
              <a:t>THANK YOU!</a:t>
            </a:r>
          </a:p>
        </p:txBody>
      </p:sp>
      <p:sp>
        <p:nvSpPr>
          <p:cNvPr id="18" name="object 13">
            <a:extLst>
              <a:ext uri="{FF2B5EF4-FFF2-40B4-BE49-F238E27FC236}">
                <a16:creationId xmlns:a16="http://schemas.microsoft.com/office/drawing/2014/main" id="{B482E39F-119A-B052-FF7A-83F695095027}"/>
              </a:ext>
            </a:extLst>
          </p:cNvPr>
          <p:cNvSpPr txBox="1"/>
          <p:nvPr userDrawn="1"/>
        </p:nvSpPr>
        <p:spPr>
          <a:xfrm>
            <a:off x="0" y="10130939"/>
            <a:ext cx="17359630" cy="562610"/>
          </a:xfrm>
          <a:prstGeom prst="rect">
            <a:avLst/>
          </a:prstGeom>
        </p:spPr>
        <p:txBody>
          <a:bodyPr vert="horz" wrap="square" lIns="0" tIns="60325" rIns="0" bIns="0" rtlCol="0">
            <a:spAutoFit/>
          </a:bodyPr>
          <a:lstStyle/>
          <a:p>
            <a:pPr marL="589915">
              <a:lnSpc>
                <a:spcPct val="100000"/>
              </a:lnSpc>
              <a:spcBef>
                <a:spcPts val="475"/>
              </a:spcBef>
            </a:pPr>
            <a:r>
              <a:rPr sz="1450" dirty="0">
                <a:solidFill>
                  <a:srgbClr val="FFFFFF"/>
                </a:solidFill>
                <a:latin typeface="Roboto"/>
                <a:cs typeface="Roboto"/>
              </a:rPr>
              <a:t>Energy</a:t>
            </a:r>
            <a:r>
              <a:rPr sz="1450" spc="-55" dirty="0">
                <a:solidFill>
                  <a:srgbClr val="FFFFFF"/>
                </a:solidFill>
                <a:latin typeface="Roboto"/>
                <a:cs typeface="Roboto"/>
              </a:rPr>
              <a:t> </a:t>
            </a:r>
            <a:r>
              <a:rPr sz="1450" spc="-10" dirty="0">
                <a:solidFill>
                  <a:srgbClr val="FFFFFF"/>
                </a:solidFill>
                <a:latin typeface="Roboto"/>
                <a:cs typeface="Roboto"/>
              </a:rPr>
              <a:t>Community</a:t>
            </a:r>
            <a:r>
              <a:rPr sz="1450" spc="-50" dirty="0">
                <a:solidFill>
                  <a:srgbClr val="FFFFFF"/>
                </a:solidFill>
                <a:latin typeface="Roboto"/>
                <a:cs typeface="Roboto"/>
              </a:rPr>
              <a:t> </a:t>
            </a:r>
            <a:r>
              <a:rPr sz="1450" spc="-10" dirty="0">
                <a:solidFill>
                  <a:srgbClr val="FFFFFF"/>
                </a:solidFill>
                <a:latin typeface="Roboto"/>
                <a:cs typeface="Roboto"/>
              </a:rPr>
              <a:t>Secretariat</a:t>
            </a:r>
            <a:endParaRPr sz="1450">
              <a:latin typeface="Roboto"/>
              <a:cs typeface="Roboto"/>
            </a:endParaRPr>
          </a:p>
          <a:p>
            <a:pPr marL="589915">
              <a:lnSpc>
                <a:spcPct val="100000"/>
              </a:lnSpc>
              <a:spcBef>
                <a:spcPts val="370"/>
              </a:spcBef>
            </a:pPr>
            <a:r>
              <a:rPr sz="1450" dirty="0">
                <a:solidFill>
                  <a:srgbClr val="FFFFFF"/>
                </a:solidFill>
                <a:latin typeface="Roboto"/>
                <a:cs typeface="Roboto"/>
              </a:rPr>
              <a:t>Am</a:t>
            </a:r>
            <a:r>
              <a:rPr sz="1450" spc="-45" dirty="0">
                <a:solidFill>
                  <a:srgbClr val="FFFFFF"/>
                </a:solidFill>
                <a:latin typeface="Roboto"/>
                <a:cs typeface="Roboto"/>
              </a:rPr>
              <a:t> </a:t>
            </a:r>
            <a:r>
              <a:rPr sz="1450" dirty="0">
                <a:solidFill>
                  <a:srgbClr val="FFFFFF"/>
                </a:solidFill>
                <a:latin typeface="Roboto"/>
                <a:cs typeface="Roboto"/>
              </a:rPr>
              <a:t>Hof</a:t>
            </a:r>
            <a:r>
              <a:rPr sz="1450" spc="-40" dirty="0">
                <a:solidFill>
                  <a:srgbClr val="FFFFFF"/>
                </a:solidFill>
                <a:latin typeface="Roboto"/>
                <a:cs typeface="Roboto"/>
              </a:rPr>
              <a:t> </a:t>
            </a:r>
            <a:r>
              <a:rPr sz="1450" dirty="0">
                <a:solidFill>
                  <a:srgbClr val="FFFFFF"/>
                </a:solidFill>
                <a:latin typeface="Roboto"/>
                <a:cs typeface="Roboto"/>
              </a:rPr>
              <a:t>4,</a:t>
            </a:r>
            <a:r>
              <a:rPr sz="1450" spc="-40" dirty="0">
                <a:solidFill>
                  <a:srgbClr val="FFFFFF"/>
                </a:solidFill>
                <a:latin typeface="Roboto"/>
                <a:cs typeface="Roboto"/>
              </a:rPr>
              <a:t> </a:t>
            </a:r>
            <a:r>
              <a:rPr sz="1450" dirty="0">
                <a:solidFill>
                  <a:srgbClr val="FFFFFF"/>
                </a:solidFill>
                <a:latin typeface="Roboto"/>
                <a:cs typeface="Roboto"/>
              </a:rPr>
              <a:t>Level</a:t>
            </a:r>
            <a:r>
              <a:rPr sz="1450" spc="-40" dirty="0">
                <a:solidFill>
                  <a:srgbClr val="FFFFFF"/>
                </a:solidFill>
                <a:latin typeface="Roboto"/>
                <a:cs typeface="Roboto"/>
              </a:rPr>
              <a:t> </a:t>
            </a:r>
            <a:r>
              <a:rPr sz="1450" dirty="0">
                <a:solidFill>
                  <a:srgbClr val="FFFFFF"/>
                </a:solidFill>
                <a:latin typeface="Roboto"/>
                <a:cs typeface="Roboto"/>
              </a:rPr>
              <a:t>5,</a:t>
            </a:r>
            <a:r>
              <a:rPr sz="1450" spc="-40" dirty="0">
                <a:solidFill>
                  <a:srgbClr val="FFFFFF"/>
                </a:solidFill>
                <a:latin typeface="Roboto"/>
                <a:cs typeface="Roboto"/>
              </a:rPr>
              <a:t> </a:t>
            </a:r>
            <a:r>
              <a:rPr sz="1450" dirty="0">
                <a:solidFill>
                  <a:srgbClr val="FFFFFF"/>
                </a:solidFill>
                <a:latin typeface="Roboto"/>
                <a:cs typeface="Roboto"/>
              </a:rPr>
              <a:t>1010</a:t>
            </a:r>
            <a:r>
              <a:rPr sz="1450" spc="-40" dirty="0">
                <a:solidFill>
                  <a:srgbClr val="FFFFFF"/>
                </a:solidFill>
                <a:latin typeface="Roboto"/>
                <a:cs typeface="Roboto"/>
              </a:rPr>
              <a:t> </a:t>
            </a:r>
            <a:r>
              <a:rPr sz="1450" dirty="0">
                <a:solidFill>
                  <a:srgbClr val="FFFFFF"/>
                </a:solidFill>
                <a:latin typeface="Roboto"/>
                <a:cs typeface="Roboto"/>
              </a:rPr>
              <a:t>Vienna,</a:t>
            </a:r>
            <a:r>
              <a:rPr sz="1450" spc="-40" dirty="0">
                <a:solidFill>
                  <a:srgbClr val="FFFFFF"/>
                </a:solidFill>
                <a:latin typeface="Roboto"/>
                <a:cs typeface="Roboto"/>
              </a:rPr>
              <a:t> </a:t>
            </a:r>
            <a:r>
              <a:rPr sz="1450" spc="-10" dirty="0">
                <a:solidFill>
                  <a:srgbClr val="FFFFFF"/>
                </a:solidFill>
                <a:latin typeface="Roboto"/>
                <a:cs typeface="Roboto"/>
              </a:rPr>
              <a:t>Austria</a:t>
            </a:r>
            <a:endParaRPr sz="1450">
              <a:latin typeface="Roboto"/>
              <a:cs typeface="Roboto"/>
            </a:endParaRPr>
          </a:p>
        </p:txBody>
      </p:sp>
      <p:grpSp>
        <p:nvGrpSpPr>
          <p:cNvPr id="19" name="object 14">
            <a:extLst>
              <a:ext uri="{FF2B5EF4-FFF2-40B4-BE49-F238E27FC236}">
                <a16:creationId xmlns:a16="http://schemas.microsoft.com/office/drawing/2014/main" id="{1119E59A-BE7D-C9D0-9CB6-E41103E0E71F}"/>
              </a:ext>
            </a:extLst>
          </p:cNvPr>
          <p:cNvGrpSpPr/>
          <p:nvPr userDrawn="1"/>
        </p:nvGrpSpPr>
        <p:grpSpPr>
          <a:xfrm>
            <a:off x="590218" y="9548372"/>
            <a:ext cx="18271490" cy="1223010"/>
            <a:chOff x="590218" y="9548372"/>
            <a:chExt cx="18271490" cy="1223010"/>
          </a:xfrm>
        </p:grpSpPr>
        <p:sp>
          <p:nvSpPr>
            <p:cNvPr id="20" name="object 15">
              <a:extLst>
                <a:ext uri="{FF2B5EF4-FFF2-40B4-BE49-F238E27FC236}">
                  <a16:creationId xmlns:a16="http://schemas.microsoft.com/office/drawing/2014/main" id="{6A117784-6459-0684-1D24-D2BAF39CD053}"/>
                </a:ext>
              </a:extLst>
            </p:cNvPr>
            <p:cNvSpPr/>
            <p:nvPr/>
          </p:nvSpPr>
          <p:spPr>
            <a:xfrm>
              <a:off x="1173941" y="9552515"/>
              <a:ext cx="432434" cy="432434"/>
            </a:xfrm>
            <a:custGeom>
              <a:avLst/>
              <a:gdLst/>
              <a:ahLst/>
              <a:cxnLst/>
              <a:rect l="l" t="t" r="r" b="b"/>
              <a:pathLst>
                <a:path w="432434" h="432434">
                  <a:moveTo>
                    <a:pt x="216087" y="0"/>
                  </a:moveTo>
                  <a:lnTo>
                    <a:pt x="166539" y="5706"/>
                  </a:lnTo>
                  <a:lnTo>
                    <a:pt x="121055" y="21962"/>
                  </a:lnTo>
                  <a:lnTo>
                    <a:pt x="80933" y="47470"/>
                  </a:lnTo>
                  <a:lnTo>
                    <a:pt x="47470" y="80933"/>
                  </a:lnTo>
                  <a:lnTo>
                    <a:pt x="21962" y="121055"/>
                  </a:lnTo>
                  <a:lnTo>
                    <a:pt x="5706" y="166539"/>
                  </a:lnTo>
                  <a:lnTo>
                    <a:pt x="0" y="216087"/>
                  </a:lnTo>
                  <a:lnTo>
                    <a:pt x="5706" y="265636"/>
                  </a:lnTo>
                  <a:lnTo>
                    <a:pt x="21962" y="311119"/>
                  </a:lnTo>
                  <a:lnTo>
                    <a:pt x="47470" y="351241"/>
                  </a:lnTo>
                  <a:lnTo>
                    <a:pt x="80933" y="384704"/>
                  </a:lnTo>
                  <a:lnTo>
                    <a:pt x="121055" y="410212"/>
                  </a:lnTo>
                  <a:lnTo>
                    <a:pt x="166539" y="426468"/>
                  </a:lnTo>
                  <a:lnTo>
                    <a:pt x="216087" y="432175"/>
                  </a:lnTo>
                  <a:lnTo>
                    <a:pt x="265632" y="426468"/>
                  </a:lnTo>
                  <a:lnTo>
                    <a:pt x="311115" y="410212"/>
                  </a:lnTo>
                  <a:lnTo>
                    <a:pt x="351237" y="384704"/>
                  </a:lnTo>
                  <a:lnTo>
                    <a:pt x="384701" y="351241"/>
                  </a:lnTo>
                  <a:lnTo>
                    <a:pt x="410211" y="311119"/>
                  </a:lnTo>
                  <a:lnTo>
                    <a:pt x="426468" y="265636"/>
                  </a:lnTo>
                  <a:lnTo>
                    <a:pt x="432175" y="216087"/>
                  </a:lnTo>
                  <a:lnTo>
                    <a:pt x="426468" y="166539"/>
                  </a:lnTo>
                  <a:lnTo>
                    <a:pt x="410211" y="121055"/>
                  </a:lnTo>
                  <a:lnTo>
                    <a:pt x="384701" y="80933"/>
                  </a:lnTo>
                  <a:lnTo>
                    <a:pt x="351237" y="47470"/>
                  </a:lnTo>
                  <a:lnTo>
                    <a:pt x="311115" y="21962"/>
                  </a:lnTo>
                  <a:lnTo>
                    <a:pt x="265632" y="5706"/>
                  </a:lnTo>
                  <a:lnTo>
                    <a:pt x="216087" y="0"/>
                  </a:lnTo>
                  <a:close/>
                </a:path>
              </a:pathLst>
            </a:custGeom>
            <a:solidFill>
              <a:srgbClr val="2C616C"/>
            </a:solidFill>
          </p:spPr>
          <p:txBody>
            <a:bodyPr wrap="square" lIns="0" tIns="0" rIns="0" bIns="0" rtlCol="0"/>
            <a:lstStyle/>
            <a:p>
              <a:endParaRPr/>
            </a:p>
          </p:txBody>
        </p:sp>
        <p:pic>
          <p:nvPicPr>
            <p:cNvPr id="21" name="object 16">
              <a:extLst>
                <a:ext uri="{FF2B5EF4-FFF2-40B4-BE49-F238E27FC236}">
                  <a16:creationId xmlns:a16="http://schemas.microsoft.com/office/drawing/2014/main" id="{95B5F098-6B7A-3321-A008-7C46B01022CC}"/>
                </a:ext>
              </a:extLst>
            </p:cNvPr>
            <p:cNvPicPr/>
            <p:nvPr/>
          </p:nvPicPr>
          <p:blipFill>
            <a:blip r:embed="rId3" cstate="print"/>
            <a:stretch>
              <a:fillRect/>
            </a:stretch>
          </p:blipFill>
          <p:spPr>
            <a:xfrm>
              <a:off x="1355880" y="9711887"/>
              <a:ext cx="165534" cy="174800"/>
            </a:xfrm>
            <a:prstGeom prst="rect">
              <a:avLst/>
            </a:prstGeom>
          </p:spPr>
        </p:pic>
        <p:sp>
          <p:nvSpPr>
            <p:cNvPr id="22" name="object 17">
              <a:extLst>
                <a:ext uri="{FF2B5EF4-FFF2-40B4-BE49-F238E27FC236}">
                  <a16:creationId xmlns:a16="http://schemas.microsoft.com/office/drawing/2014/main" id="{DF4707FA-C0E9-9F6D-3F13-02AA9B2433C1}"/>
                </a:ext>
              </a:extLst>
            </p:cNvPr>
            <p:cNvSpPr/>
            <p:nvPr/>
          </p:nvSpPr>
          <p:spPr>
            <a:xfrm>
              <a:off x="1265313" y="9631267"/>
              <a:ext cx="61594" cy="255904"/>
            </a:xfrm>
            <a:custGeom>
              <a:avLst/>
              <a:gdLst/>
              <a:ahLst/>
              <a:cxnLst/>
              <a:rect l="l" t="t" r="r" b="b"/>
              <a:pathLst>
                <a:path w="61594" h="255904">
                  <a:moveTo>
                    <a:pt x="57200" y="85267"/>
                  </a:moveTo>
                  <a:lnTo>
                    <a:pt x="4076" y="85267"/>
                  </a:lnTo>
                  <a:lnTo>
                    <a:pt x="4076" y="86537"/>
                  </a:lnTo>
                  <a:lnTo>
                    <a:pt x="4064" y="170357"/>
                  </a:lnTo>
                  <a:lnTo>
                    <a:pt x="4064" y="254177"/>
                  </a:lnTo>
                  <a:lnTo>
                    <a:pt x="4089" y="255447"/>
                  </a:lnTo>
                  <a:lnTo>
                    <a:pt x="57010" y="255447"/>
                  </a:lnTo>
                  <a:lnTo>
                    <a:pt x="57010" y="254177"/>
                  </a:lnTo>
                  <a:lnTo>
                    <a:pt x="57200" y="254177"/>
                  </a:lnTo>
                  <a:lnTo>
                    <a:pt x="57200" y="170357"/>
                  </a:lnTo>
                  <a:lnTo>
                    <a:pt x="57200" y="86537"/>
                  </a:lnTo>
                  <a:lnTo>
                    <a:pt x="57200" y="85267"/>
                  </a:lnTo>
                  <a:close/>
                </a:path>
                <a:path w="61594" h="255904">
                  <a:moveTo>
                    <a:pt x="61404" y="30556"/>
                  </a:moveTo>
                  <a:lnTo>
                    <a:pt x="58966" y="18719"/>
                  </a:lnTo>
                  <a:lnTo>
                    <a:pt x="52374" y="9004"/>
                  </a:lnTo>
                  <a:lnTo>
                    <a:pt x="42621" y="2425"/>
                  </a:lnTo>
                  <a:lnTo>
                    <a:pt x="30746" y="0"/>
                  </a:lnTo>
                  <a:lnTo>
                    <a:pt x="18808" y="2438"/>
                  </a:lnTo>
                  <a:lnTo>
                    <a:pt x="9017" y="9067"/>
                  </a:lnTo>
                  <a:lnTo>
                    <a:pt x="2400" y="18872"/>
                  </a:lnTo>
                  <a:lnTo>
                    <a:pt x="0" y="30822"/>
                  </a:lnTo>
                  <a:lnTo>
                    <a:pt x="2463" y="42646"/>
                  </a:lnTo>
                  <a:lnTo>
                    <a:pt x="9080" y="52374"/>
                  </a:lnTo>
                  <a:lnTo>
                    <a:pt x="18834" y="58966"/>
                  </a:lnTo>
                  <a:lnTo>
                    <a:pt x="30683" y="61391"/>
                  </a:lnTo>
                  <a:lnTo>
                    <a:pt x="42646" y="58953"/>
                  </a:lnTo>
                  <a:lnTo>
                    <a:pt x="52412" y="52336"/>
                  </a:lnTo>
                  <a:lnTo>
                    <a:pt x="59004" y="42545"/>
                  </a:lnTo>
                  <a:lnTo>
                    <a:pt x="61404" y="30556"/>
                  </a:lnTo>
                  <a:close/>
                </a:path>
              </a:pathLst>
            </a:custGeom>
            <a:solidFill>
              <a:srgbClr val="F9F9F9"/>
            </a:solidFill>
          </p:spPr>
          <p:txBody>
            <a:bodyPr wrap="square" lIns="0" tIns="0" rIns="0" bIns="0" rtlCol="0"/>
            <a:lstStyle/>
            <a:p>
              <a:endParaRPr/>
            </a:p>
          </p:txBody>
        </p:sp>
        <p:sp>
          <p:nvSpPr>
            <p:cNvPr id="23" name="object 18">
              <a:extLst>
                <a:ext uri="{FF2B5EF4-FFF2-40B4-BE49-F238E27FC236}">
                  <a16:creationId xmlns:a16="http://schemas.microsoft.com/office/drawing/2014/main" id="{CB4C79F2-602D-1BEC-42B6-1181FB57E2A1}"/>
                </a:ext>
              </a:extLst>
            </p:cNvPr>
            <p:cNvSpPr/>
            <p:nvPr/>
          </p:nvSpPr>
          <p:spPr>
            <a:xfrm>
              <a:off x="590218" y="9552515"/>
              <a:ext cx="432434" cy="432434"/>
            </a:xfrm>
            <a:custGeom>
              <a:avLst/>
              <a:gdLst/>
              <a:ahLst/>
              <a:cxnLst/>
              <a:rect l="l" t="t" r="r" b="b"/>
              <a:pathLst>
                <a:path w="432434" h="432434">
                  <a:moveTo>
                    <a:pt x="216087" y="0"/>
                  </a:moveTo>
                  <a:lnTo>
                    <a:pt x="166539" y="5706"/>
                  </a:lnTo>
                  <a:lnTo>
                    <a:pt x="121055" y="21962"/>
                  </a:lnTo>
                  <a:lnTo>
                    <a:pt x="80933" y="47470"/>
                  </a:lnTo>
                  <a:lnTo>
                    <a:pt x="47470" y="80933"/>
                  </a:lnTo>
                  <a:lnTo>
                    <a:pt x="21962" y="121055"/>
                  </a:lnTo>
                  <a:lnTo>
                    <a:pt x="5706" y="166539"/>
                  </a:lnTo>
                  <a:lnTo>
                    <a:pt x="0" y="216087"/>
                  </a:lnTo>
                  <a:lnTo>
                    <a:pt x="5706" y="265636"/>
                  </a:lnTo>
                  <a:lnTo>
                    <a:pt x="21962" y="311119"/>
                  </a:lnTo>
                  <a:lnTo>
                    <a:pt x="47470" y="351241"/>
                  </a:lnTo>
                  <a:lnTo>
                    <a:pt x="80933" y="384704"/>
                  </a:lnTo>
                  <a:lnTo>
                    <a:pt x="121055" y="410212"/>
                  </a:lnTo>
                  <a:lnTo>
                    <a:pt x="166539" y="426468"/>
                  </a:lnTo>
                  <a:lnTo>
                    <a:pt x="216087" y="432175"/>
                  </a:lnTo>
                  <a:lnTo>
                    <a:pt x="265632" y="426468"/>
                  </a:lnTo>
                  <a:lnTo>
                    <a:pt x="311115" y="410212"/>
                  </a:lnTo>
                  <a:lnTo>
                    <a:pt x="351237" y="384704"/>
                  </a:lnTo>
                  <a:lnTo>
                    <a:pt x="384701" y="351241"/>
                  </a:lnTo>
                  <a:lnTo>
                    <a:pt x="410211" y="311119"/>
                  </a:lnTo>
                  <a:lnTo>
                    <a:pt x="426468" y="265636"/>
                  </a:lnTo>
                  <a:lnTo>
                    <a:pt x="432175" y="216087"/>
                  </a:lnTo>
                  <a:lnTo>
                    <a:pt x="426468" y="166539"/>
                  </a:lnTo>
                  <a:lnTo>
                    <a:pt x="410211" y="121055"/>
                  </a:lnTo>
                  <a:lnTo>
                    <a:pt x="384701" y="80933"/>
                  </a:lnTo>
                  <a:lnTo>
                    <a:pt x="351237" y="47470"/>
                  </a:lnTo>
                  <a:lnTo>
                    <a:pt x="311115" y="21962"/>
                  </a:lnTo>
                  <a:lnTo>
                    <a:pt x="265632" y="5706"/>
                  </a:lnTo>
                  <a:lnTo>
                    <a:pt x="216087" y="0"/>
                  </a:lnTo>
                  <a:close/>
                </a:path>
              </a:pathLst>
            </a:custGeom>
            <a:solidFill>
              <a:srgbClr val="2C616C"/>
            </a:solidFill>
          </p:spPr>
          <p:txBody>
            <a:bodyPr wrap="square" lIns="0" tIns="0" rIns="0" bIns="0" rtlCol="0"/>
            <a:lstStyle/>
            <a:p>
              <a:endParaRPr/>
            </a:p>
          </p:txBody>
        </p:sp>
        <p:pic>
          <p:nvPicPr>
            <p:cNvPr id="24" name="object 19">
              <a:extLst>
                <a:ext uri="{FF2B5EF4-FFF2-40B4-BE49-F238E27FC236}">
                  <a16:creationId xmlns:a16="http://schemas.microsoft.com/office/drawing/2014/main" id="{D6131FD2-DBAA-4466-4EFB-3D10E288DD0E}"/>
                </a:ext>
              </a:extLst>
            </p:cNvPr>
            <p:cNvPicPr/>
            <p:nvPr/>
          </p:nvPicPr>
          <p:blipFill>
            <a:blip r:embed="rId4" cstate="print"/>
            <a:stretch>
              <a:fillRect/>
            </a:stretch>
          </p:blipFill>
          <p:spPr>
            <a:xfrm>
              <a:off x="685679" y="9645331"/>
              <a:ext cx="241249" cy="246547"/>
            </a:xfrm>
            <a:prstGeom prst="rect">
              <a:avLst/>
            </a:prstGeom>
          </p:spPr>
        </p:pic>
        <p:sp>
          <p:nvSpPr>
            <p:cNvPr id="25" name="object 20">
              <a:extLst>
                <a:ext uri="{FF2B5EF4-FFF2-40B4-BE49-F238E27FC236}">
                  <a16:creationId xmlns:a16="http://schemas.microsoft.com/office/drawing/2014/main" id="{0F784C1C-3A5B-CA83-752E-7780BE5AA5DE}"/>
                </a:ext>
              </a:extLst>
            </p:cNvPr>
            <p:cNvSpPr/>
            <p:nvPr/>
          </p:nvSpPr>
          <p:spPr>
            <a:xfrm>
              <a:off x="1757663" y="9548372"/>
              <a:ext cx="432434" cy="429895"/>
            </a:xfrm>
            <a:custGeom>
              <a:avLst/>
              <a:gdLst/>
              <a:ahLst/>
              <a:cxnLst/>
              <a:rect l="l" t="t" r="r" b="b"/>
              <a:pathLst>
                <a:path w="432435" h="429895">
                  <a:moveTo>
                    <a:pt x="216087" y="0"/>
                  </a:moveTo>
                  <a:lnTo>
                    <a:pt x="166539" y="5706"/>
                  </a:lnTo>
                  <a:lnTo>
                    <a:pt x="121055" y="21962"/>
                  </a:lnTo>
                  <a:lnTo>
                    <a:pt x="80933" y="47470"/>
                  </a:lnTo>
                  <a:lnTo>
                    <a:pt x="47470" y="80933"/>
                  </a:lnTo>
                  <a:lnTo>
                    <a:pt x="21962" y="121055"/>
                  </a:lnTo>
                  <a:lnTo>
                    <a:pt x="5706" y="166539"/>
                  </a:lnTo>
                  <a:lnTo>
                    <a:pt x="0" y="216087"/>
                  </a:lnTo>
                  <a:lnTo>
                    <a:pt x="4678" y="261023"/>
                  </a:lnTo>
                  <a:lnTo>
                    <a:pt x="18073" y="302740"/>
                  </a:lnTo>
                  <a:lnTo>
                    <a:pt x="39230" y="340281"/>
                  </a:lnTo>
                  <a:lnTo>
                    <a:pt x="67190" y="372689"/>
                  </a:lnTo>
                  <a:lnTo>
                    <a:pt x="100996" y="399007"/>
                  </a:lnTo>
                  <a:lnTo>
                    <a:pt x="139691" y="418279"/>
                  </a:lnTo>
                  <a:lnTo>
                    <a:pt x="182319" y="429547"/>
                  </a:lnTo>
                  <a:lnTo>
                    <a:pt x="182319" y="278546"/>
                  </a:lnTo>
                  <a:lnTo>
                    <a:pt x="127451" y="278546"/>
                  </a:lnTo>
                  <a:lnTo>
                    <a:pt x="127451" y="216087"/>
                  </a:lnTo>
                  <a:lnTo>
                    <a:pt x="182319" y="216087"/>
                  </a:lnTo>
                  <a:lnTo>
                    <a:pt x="182319" y="168476"/>
                  </a:lnTo>
                  <a:lnTo>
                    <a:pt x="188131" y="132493"/>
                  </a:lnTo>
                  <a:lnTo>
                    <a:pt x="204619" y="106132"/>
                  </a:lnTo>
                  <a:lnTo>
                    <a:pt x="230362" y="89926"/>
                  </a:lnTo>
                  <a:lnTo>
                    <a:pt x="263939" y="84405"/>
                  </a:lnTo>
                  <a:lnTo>
                    <a:pt x="281472" y="85065"/>
                  </a:lnTo>
                  <a:lnTo>
                    <a:pt x="296993" y="86515"/>
                  </a:lnTo>
                  <a:lnTo>
                    <a:pt x="312315" y="88625"/>
                  </a:lnTo>
                  <a:lnTo>
                    <a:pt x="312315" y="141807"/>
                  </a:lnTo>
                  <a:lnTo>
                    <a:pt x="285059" y="141807"/>
                  </a:lnTo>
                  <a:lnTo>
                    <a:pt x="268235" y="144677"/>
                  </a:lnTo>
                  <a:lnTo>
                    <a:pt x="257388" y="152272"/>
                  </a:lnTo>
                  <a:lnTo>
                    <a:pt x="251573" y="163072"/>
                  </a:lnTo>
                  <a:lnTo>
                    <a:pt x="249845" y="175554"/>
                  </a:lnTo>
                  <a:lnTo>
                    <a:pt x="249845" y="216087"/>
                  </a:lnTo>
                  <a:lnTo>
                    <a:pt x="309781" y="216087"/>
                  </a:lnTo>
                  <a:lnTo>
                    <a:pt x="300200" y="278546"/>
                  </a:lnTo>
                  <a:lnTo>
                    <a:pt x="249845" y="278546"/>
                  </a:lnTo>
                  <a:lnTo>
                    <a:pt x="249845" y="429547"/>
                  </a:lnTo>
                  <a:lnTo>
                    <a:pt x="292473" y="418279"/>
                  </a:lnTo>
                  <a:lnTo>
                    <a:pt x="331170" y="399007"/>
                  </a:lnTo>
                  <a:lnTo>
                    <a:pt x="364978" y="372689"/>
                  </a:lnTo>
                  <a:lnTo>
                    <a:pt x="392940" y="340281"/>
                  </a:lnTo>
                  <a:lnTo>
                    <a:pt x="414099" y="302740"/>
                  </a:lnTo>
                  <a:lnTo>
                    <a:pt x="427496" y="261023"/>
                  </a:lnTo>
                  <a:lnTo>
                    <a:pt x="432175" y="216087"/>
                  </a:lnTo>
                  <a:lnTo>
                    <a:pt x="426468" y="166539"/>
                  </a:lnTo>
                  <a:lnTo>
                    <a:pt x="410211" y="121055"/>
                  </a:lnTo>
                  <a:lnTo>
                    <a:pt x="384701" y="80933"/>
                  </a:lnTo>
                  <a:lnTo>
                    <a:pt x="351237" y="47470"/>
                  </a:lnTo>
                  <a:lnTo>
                    <a:pt x="311115" y="21962"/>
                  </a:lnTo>
                  <a:lnTo>
                    <a:pt x="265632" y="5706"/>
                  </a:lnTo>
                  <a:lnTo>
                    <a:pt x="216087" y="0"/>
                  </a:lnTo>
                  <a:close/>
                </a:path>
              </a:pathLst>
            </a:custGeom>
            <a:solidFill>
              <a:srgbClr val="2C616C"/>
            </a:solidFill>
          </p:spPr>
          <p:txBody>
            <a:bodyPr wrap="square" lIns="0" tIns="0" rIns="0" bIns="0" rtlCol="0"/>
            <a:lstStyle/>
            <a:p>
              <a:endParaRPr/>
            </a:p>
          </p:txBody>
        </p:sp>
        <p:sp>
          <p:nvSpPr>
            <p:cNvPr id="26" name="object 21">
              <a:extLst>
                <a:ext uri="{FF2B5EF4-FFF2-40B4-BE49-F238E27FC236}">
                  <a16:creationId xmlns:a16="http://schemas.microsoft.com/office/drawing/2014/main" id="{6F118175-9209-C8B6-3D63-2E97EB50426F}"/>
                </a:ext>
              </a:extLst>
            </p:cNvPr>
            <p:cNvSpPr/>
            <p:nvPr/>
          </p:nvSpPr>
          <p:spPr>
            <a:xfrm>
              <a:off x="1885115" y="9632782"/>
              <a:ext cx="185420" cy="347980"/>
            </a:xfrm>
            <a:custGeom>
              <a:avLst/>
              <a:gdLst/>
              <a:ahLst/>
              <a:cxnLst/>
              <a:rect l="l" t="t" r="r" b="b"/>
              <a:pathLst>
                <a:path w="185419" h="347979">
                  <a:moveTo>
                    <a:pt x="150543" y="65"/>
                  </a:moveTo>
                  <a:lnTo>
                    <a:pt x="102911" y="5520"/>
                  </a:lnTo>
                  <a:lnTo>
                    <a:pt x="60679" y="48087"/>
                  </a:lnTo>
                  <a:lnTo>
                    <a:pt x="54867" y="84070"/>
                  </a:lnTo>
                  <a:lnTo>
                    <a:pt x="54867" y="131681"/>
                  </a:lnTo>
                  <a:lnTo>
                    <a:pt x="0" y="131681"/>
                  </a:lnTo>
                  <a:lnTo>
                    <a:pt x="0" y="194140"/>
                  </a:lnTo>
                  <a:lnTo>
                    <a:pt x="54867" y="194140"/>
                  </a:lnTo>
                  <a:lnTo>
                    <a:pt x="54867" y="345141"/>
                  </a:lnTo>
                  <a:lnTo>
                    <a:pt x="63171" y="346280"/>
                  </a:lnTo>
                  <a:lnTo>
                    <a:pt x="71571" y="347103"/>
                  </a:lnTo>
                  <a:lnTo>
                    <a:pt x="80061" y="347601"/>
                  </a:lnTo>
                  <a:lnTo>
                    <a:pt x="88636" y="347769"/>
                  </a:lnTo>
                  <a:lnTo>
                    <a:pt x="97210" y="347601"/>
                  </a:lnTo>
                  <a:lnTo>
                    <a:pt x="105699" y="347103"/>
                  </a:lnTo>
                  <a:lnTo>
                    <a:pt x="114096" y="346280"/>
                  </a:lnTo>
                  <a:lnTo>
                    <a:pt x="122394" y="345141"/>
                  </a:lnTo>
                  <a:lnTo>
                    <a:pt x="122394" y="194140"/>
                  </a:lnTo>
                  <a:lnTo>
                    <a:pt x="172748" y="194140"/>
                  </a:lnTo>
                  <a:lnTo>
                    <a:pt x="182329" y="131681"/>
                  </a:lnTo>
                  <a:lnTo>
                    <a:pt x="122394" y="131681"/>
                  </a:lnTo>
                  <a:lnTo>
                    <a:pt x="122394" y="91138"/>
                  </a:lnTo>
                  <a:lnTo>
                    <a:pt x="124122" y="78657"/>
                  </a:lnTo>
                  <a:lnTo>
                    <a:pt x="129937" y="67861"/>
                  </a:lnTo>
                  <a:lnTo>
                    <a:pt x="140783" y="60269"/>
                  </a:lnTo>
                  <a:lnTo>
                    <a:pt x="157607" y="57401"/>
                  </a:lnTo>
                  <a:lnTo>
                    <a:pt x="184863" y="57401"/>
                  </a:lnTo>
                  <a:lnTo>
                    <a:pt x="184863" y="4219"/>
                  </a:lnTo>
                  <a:lnTo>
                    <a:pt x="170195" y="1780"/>
                  </a:lnTo>
                  <a:lnTo>
                    <a:pt x="160267" y="527"/>
                  </a:lnTo>
                  <a:lnTo>
                    <a:pt x="150543" y="65"/>
                  </a:lnTo>
                  <a:close/>
                </a:path>
              </a:pathLst>
            </a:custGeom>
            <a:solidFill>
              <a:srgbClr val="FFFFFF"/>
            </a:solidFill>
          </p:spPr>
          <p:txBody>
            <a:bodyPr wrap="square" lIns="0" tIns="0" rIns="0" bIns="0" rtlCol="0"/>
            <a:lstStyle/>
            <a:p>
              <a:endParaRPr/>
            </a:p>
          </p:txBody>
        </p:sp>
        <p:pic>
          <p:nvPicPr>
            <p:cNvPr id="27" name="object 22">
              <a:extLst>
                <a:ext uri="{FF2B5EF4-FFF2-40B4-BE49-F238E27FC236}">
                  <a16:creationId xmlns:a16="http://schemas.microsoft.com/office/drawing/2014/main" id="{54766838-7A28-9CB2-59E0-06E25BDE87DB}"/>
                </a:ext>
              </a:extLst>
            </p:cNvPr>
            <p:cNvPicPr/>
            <p:nvPr/>
          </p:nvPicPr>
          <p:blipFill>
            <a:blip r:embed="rId5" cstate="print"/>
            <a:stretch>
              <a:fillRect/>
            </a:stretch>
          </p:blipFill>
          <p:spPr>
            <a:xfrm>
              <a:off x="17641252" y="9563754"/>
              <a:ext cx="1219947" cy="1207276"/>
            </a:xfrm>
            <a:prstGeom prst="rect">
              <a:avLst/>
            </a:prstGeom>
          </p:spPr>
        </p:pic>
      </p:grpSp>
      <p:sp>
        <p:nvSpPr>
          <p:cNvPr id="28" name="object 23">
            <a:extLst>
              <a:ext uri="{FF2B5EF4-FFF2-40B4-BE49-F238E27FC236}">
                <a16:creationId xmlns:a16="http://schemas.microsoft.com/office/drawing/2014/main" id="{0A0ECD05-5087-817A-637F-E565952D4640}"/>
              </a:ext>
            </a:extLst>
          </p:cNvPr>
          <p:cNvSpPr txBox="1"/>
          <p:nvPr userDrawn="1"/>
        </p:nvSpPr>
        <p:spPr>
          <a:xfrm>
            <a:off x="17360176" y="8990767"/>
            <a:ext cx="1823720" cy="216535"/>
          </a:xfrm>
          <a:prstGeom prst="rect">
            <a:avLst/>
          </a:prstGeom>
        </p:spPr>
        <p:txBody>
          <a:bodyPr vert="horz" wrap="square" lIns="0" tIns="12700" rIns="0" bIns="0" rtlCol="0">
            <a:spAutoFit/>
          </a:bodyPr>
          <a:lstStyle/>
          <a:p>
            <a:pPr marL="12700">
              <a:lnSpc>
                <a:spcPct val="100000"/>
              </a:lnSpc>
              <a:spcBef>
                <a:spcPts val="100"/>
              </a:spcBef>
            </a:pPr>
            <a:r>
              <a:rPr sz="1250" b="1" spc="55" dirty="0">
                <a:solidFill>
                  <a:srgbClr val="FFFFFF"/>
                </a:solidFill>
                <a:latin typeface="Roboto"/>
                <a:cs typeface="Roboto"/>
              </a:rPr>
              <a:t>energy-</a:t>
            </a:r>
            <a:r>
              <a:rPr sz="1250" b="1" spc="40" dirty="0">
                <a:solidFill>
                  <a:srgbClr val="FFFFFF"/>
                </a:solidFill>
                <a:latin typeface="Roboto"/>
                <a:cs typeface="Roboto"/>
              </a:rPr>
              <a:t>community.org</a:t>
            </a:r>
            <a:endParaRPr sz="1250">
              <a:latin typeface="Roboto"/>
              <a:cs typeface="Roboto"/>
            </a:endParaRPr>
          </a:p>
        </p:txBody>
      </p:sp>
      <p:pic>
        <p:nvPicPr>
          <p:cNvPr id="30" name="Imagem 29">
            <a:extLst>
              <a:ext uri="{FF2B5EF4-FFF2-40B4-BE49-F238E27FC236}">
                <a16:creationId xmlns:a16="http://schemas.microsoft.com/office/drawing/2014/main" id="{A987D799-813A-0BBC-DD46-C6635763295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46968" y="537774"/>
            <a:ext cx="3953626" cy="2436998"/>
          </a:xfrm>
          <a:prstGeom prst="rect">
            <a:avLst/>
          </a:prstGeom>
        </p:spPr>
      </p:pic>
    </p:spTree>
    <p:extLst>
      <p:ext uri="{BB962C8B-B14F-4D97-AF65-F5344CB8AC3E}">
        <p14:creationId xmlns:p14="http://schemas.microsoft.com/office/powerpoint/2010/main" val="329494441"/>
      </p:ext>
    </p:extLst>
  </p:cSld>
  <p:clrMapOvr>
    <a:masterClrMapping/>
  </p:clrMapOvr>
  <p:extLst>
    <p:ext uri="{DCECCB84-F9BA-43D5-87BE-67443E8EF086}">
      <p15:sldGuideLst xmlns:p15="http://schemas.microsoft.com/office/powerpoint/2012/main">
        <p15:guide id="1" orient="horz" pos="3562" userDrawn="1">
          <p15:clr>
            <a:srgbClr val="FBAE40"/>
          </p15:clr>
        </p15:guide>
        <p15:guide id="2" pos="633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6" r:id="rId2"/>
    <p:sldLayoutId id="2147483671" r:id="rId3"/>
    <p:sldLayoutId id="2147483669" r:id="rId4"/>
    <p:sldLayoutId id="2147483670" r:id="rId5"/>
    <p:sldLayoutId id="2147483665" r:id="rId6"/>
    <p:sldLayoutId id="2147483667" r:id="rId7"/>
    <p:sldLayoutId id="2147483668" r:id="rId8"/>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3562">
          <p15:clr>
            <a:srgbClr val="F26B43"/>
          </p15:clr>
        </p15:guide>
        <p15:guide id="2" pos="63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hyperlink" Target="https://betterposters.blogspot.com/2021/05/using-poster-assignments-in-courses.html"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ttps://svgsilh.com/image/156523.html" TargetMode="External"/><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hyperlink" Target="https://svgsilh.com/image/3331238.html" TargetMode="Externa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m 7">
            <a:extLst>
              <a:ext uri="{FF2B5EF4-FFF2-40B4-BE49-F238E27FC236}">
                <a16:creationId xmlns:a16="http://schemas.microsoft.com/office/drawing/2014/main" id="{2696EF07-F00F-76B0-A181-F23642381519}"/>
              </a:ext>
            </a:extLst>
          </p:cNvPr>
          <p:cNvPicPr>
            <a:picLocks noChangeAspect="1"/>
          </p:cNvPicPr>
          <p:nvPr/>
        </p:nvPicPr>
        <p:blipFill>
          <a:blip r:embed="rId3">
            <a:extLst>
              <a:ext uri="{28A0092B-C50C-407E-A947-70E740481C1C}">
                <a14:useLocalDpi xmlns:a14="http://schemas.microsoft.com/office/drawing/2010/main" val="0"/>
              </a:ext>
            </a:extLst>
          </a:blip>
          <a:srcRect l="993" t="15335" r="965" b="-167"/>
          <a:stretch/>
        </p:blipFill>
        <p:spPr>
          <a:xfrm>
            <a:off x="-41275" y="-136525"/>
            <a:ext cx="20186650" cy="11506201"/>
          </a:xfrm>
          <a:prstGeom prst="rect">
            <a:avLst/>
          </a:prstGeom>
        </p:spPr>
      </p:pic>
      <p:sp>
        <p:nvSpPr>
          <p:cNvPr id="19" name="Retângulo 18">
            <a:extLst>
              <a:ext uri="{FF2B5EF4-FFF2-40B4-BE49-F238E27FC236}">
                <a16:creationId xmlns:a16="http://schemas.microsoft.com/office/drawing/2014/main" id="{A16B6AD0-F12D-87E9-6F83-9570741A5A2B}"/>
              </a:ext>
            </a:extLst>
          </p:cNvPr>
          <p:cNvSpPr/>
          <p:nvPr/>
        </p:nvSpPr>
        <p:spPr>
          <a:xfrm rot="10800000">
            <a:off x="-58511" y="-164192"/>
            <a:ext cx="20345400" cy="11506200"/>
          </a:xfrm>
          <a:prstGeom prst="rect">
            <a:avLst/>
          </a:prstGeom>
          <a:gradFill flip="none" rotWithShape="1">
            <a:gsLst>
              <a:gs pos="6000">
                <a:srgbClr val="379E60"/>
              </a:gs>
              <a:gs pos="79000">
                <a:srgbClr val="008777">
                  <a:alpha val="23956"/>
                </a:srgbClr>
              </a:gs>
              <a:gs pos="100000">
                <a:srgbClr val="058A7B">
                  <a:alpha val="0"/>
                </a:srgb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PT" dirty="0">
                <a:noFill/>
              </a:rPr>
              <a:t>v</a:t>
            </a:r>
          </a:p>
        </p:txBody>
      </p:sp>
      <p:sp>
        <p:nvSpPr>
          <p:cNvPr id="11" name="object 2">
            <a:extLst>
              <a:ext uri="{FF2B5EF4-FFF2-40B4-BE49-F238E27FC236}">
                <a16:creationId xmlns:a16="http://schemas.microsoft.com/office/drawing/2014/main" id="{9C128D6D-E28C-07D1-EB73-1F30778C26BC}"/>
              </a:ext>
            </a:extLst>
          </p:cNvPr>
          <p:cNvSpPr/>
          <p:nvPr/>
        </p:nvSpPr>
        <p:spPr>
          <a:xfrm>
            <a:off x="-82550" y="4054475"/>
            <a:ext cx="16306800" cy="3217885"/>
          </a:xfrm>
          <a:custGeom>
            <a:avLst/>
            <a:gdLst/>
            <a:ahLst/>
            <a:cxnLst/>
            <a:rect l="l" t="t" r="r" b="b"/>
            <a:pathLst>
              <a:path w="7299959" h="1321435">
                <a:moveTo>
                  <a:pt x="2397" y="0"/>
                </a:moveTo>
                <a:lnTo>
                  <a:pt x="0" y="1307782"/>
                </a:lnTo>
                <a:lnTo>
                  <a:pt x="7297400" y="1321163"/>
                </a:lnTo>
                <a:lnTo>
                  <a:pt x="7299798" y="13381"/>
                </a:lnTo>
                <a:lnTo>
                  <a:pt x="2397" y="0"/>
                </a:lnTo>
                <a:close/>
              </a:path>
            </a:pathLst>
          </a:custGeom>
          <a:solidFill>
            <a:srgbClr val="28397C"/>
          </a:solidFill>
        </p:spPr>
        <p:txBody>
          <a:bodyPr wrap="square" lIns="0" tIns="0" rIns="0" bIns="0" rtlCol="0"/>
          <a:lstStyle/>
          <a:p>
            <a:endParaRPr/>
          </a:p>
        </p:txBody>
      </p:sp>
      <p:sp>
        <p:nvSpPr>
          <p:cNvPr id="12" name="object 3">
            <a:extLst>
              <a:ext uri="{FF2B5EF4-FFF2-40B4-BE49-F238E27FC236}">
                <a16:creationId xmlns:a16="http://schemas.microsoft.com/office/drawing/2014/main" id="{2ED56A0B-8A0A-127F-6826-72C2020B7398}"/>
              </a:ext>
            </a:extLst>
          </p:cNvPr>
          <p:cNvSpPr txBox="1">
            <a:spLocks/>
          </p:cNvSpPr>
          <p:nvPr/>
        </p:nvSpPr>
        <p:spPr>
          <a:xfrm>
            <a:off x="1060450" y="4384680"/>
            <a:ext cx="15163800" cy="2477601"/>
          </a:xfrm>
          <a:prstGeom prst="rect">
            <a:avLst/>
          </a:prstGeom>
        </p:spPr>
        <p:txBody>
          <a:bodyPr vert="horz" wrap="square" lIns="0" tIns="15240" rIns="0" bIns="0" rtlCol="0">
            <a:spAutoFit/>
          </a:bodyPr>
          <a:lstStyle>
            <a:lvl1pPr>
              <a:defRPr sz="5900" b="0" i="0">
                <a:solidFill>
                  <a:schemeClr val="bg1"/>
                </a:solidFill>
                <a:latin typeface="Arial Black"/>
                <a:ea typeface="+mj-ea"/>
                <a:cs typeface="Arial Black"/>
              </a:defRPr>
            </a:lvl1pPr>
          </a:lstStyle>
          <a:p>
            <a:pPr marL="12700">
              <a:spcBef>
                <a:spcPts val="120"/>
              </a:spcBef>
            </a:pPr>
            <a:r>
              <a:rPr lang="en-GB" sz="8000" b="1" dirty="0">
                <a:latin typeface="Roboto" panose="02000000000000000000" pitchFamily="2" charset="0"/>
                <a:ea typeface="Roboto" panose="02000000000000000000" pitchFamily="2" charset="0"/>
                <a:cs typeface="Roboto" panose="02000000000000000000" pitchFamily="2" charset="0"/>
              </a:rPr>
              <a:t>Secretariat’s assessment of the </a:t>
            </a:r>
          </a:p>
          <a:p>
            <a:pPr marL="12700">
              <a:spcBef>
                <a:spcPts val="120"/>
              </a:spcBef>
            </a:pPr>
            <a:r>
              <a:rPr lang="en-GB" sz="8000" b="1" dirty="0">
                <a:latin typeface="Roboto" panose="02000000000000000000" pitchFamily="2" charset="0"/>
                <a:ea typeface="Roboto" panose="02000000000000000000" pitchFamily="2" charset="0"/>
                <a:cs typeface="Roboto" panose="02000000000000000000" pitchFamily="2" charset="0"/>
              </a:rPr>
              <a:t>2025 NECPRs</a:t>
            </a:r>
            <a:endParaRPr lang="pt-PT" sz="8000" b="1" dirty="0">
              <a:latin typeface="Roboto" panose="02000000000000000000" pitchFamily="2" charset="0"/>
              <a:ea typeface="Roboto" panose="02000000000000000000" pitchFamily="2" charset="0"/>
              <a:cs typeface="Roboto" panose="02000000000000000000" pitchFamily="2" charset="0"/>
            </a:endParaRPr>
          </a:p>
        </p:txBody>
      </p:sp>
      <p:pic>
        <p:nvPicPr>
          <p:cNvPr id="13" name="Imagem 12">
            <a:extLst>
              <a:ext uri="{FF2B5EF4-FFF2-40B4-BE49-F238E27FC236}">
                <a16:creationId xmlns:a16="http://schemas.microsoft.com/office/drawing/2014/main" id="{D8FF47BD-BCA6-956D-B32B-BC97134A70E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79450" y="473075"/>
            <a:ext cx="3332846" cy="2623292"/>
          </a:xfrm>
          <a:prstGeom prst="rect">
            <a:avLst/>
          </a:prstGeom>
        </p:spPr>
      </p:pic>
      <p:sp>
        <p:nvSpPr>
          <p:cNvPr id="4" name="CaixaDeTexto 3">
            <a:extLst>
              <a:ext uri="{FF2B5EF4-FFF2-40B4-BE49-F238E27FC236}">
                <a16:creationId xmlns:a16="http://schemas.microsoft.com/office/drawing/2014/main" id="{9CB5D81E-91F4-C788-1698-0BBF4514D151}"/>
              </a:ext>
            </a:extLst>
          </p:cNvPr>
          <p:cNvSpPr txBox="1"/>
          <p:nvPr/>
        </p:nvSpPr>
        <p:spPr>
          <a:xfrm>
            <a:off x="16224250" y="9998075"/>
            <a:ext cx="2965450" cy="523220"/>
          </a:xfrm>
          <a:prstGeom prst="rect">
            <a:avLst/>
          </a:prstGeom>
          <a:noFill/>
        </p:spPr>
        <p:txBody>
          <a:bodyPr wrap="square">
            <a:spAutoFit/>
          </a:bodyPr>
          <a:lstStyle/>
          <a:p>
            <a:pPr marL="258445">
              <a:lnSpc>
                <a:spcPct val="100000"/>
              </a:lnSpc>
              <a:spcBef>
                <a:spcPts val="1495"/>
              </a:spcBef>
            </a:pPr>
            <a:r>
              <a:rPr lang="pt-PT" sz="2800" spc="135" dirty="0">
                <a:solidFill>
                  <a:srgbClr val="FFFFFF"/>
                </a:solidFill>
                <a:latin typeface="Roboto"/>
                <a:cs typeface="Roboto"/>
              </a:rPr>
              <a:t>June 2026</a:t>
            </a:r>
            <a:endParaRPr lang="pt-PT" sz="2800" dirty="0">
              <a:latin typeface="Roboto"/>
              <a:cs typeface="Roboto"/>
            </a:endParaRPr>
          </a:p>
        </p:txBody>
      </p:sp>
      <p:sp>
        <p:nvSpPr>
          <p:cNvPr id="5" name="object 2">
            <a:extLst>
              <a:ext uri="{FF2B5EF4-FFF2-40B4-BE49-F238E27FC236}">
                <a16:creationId xmlns:a16="http://schemas.microsoft.com/office/drawing/2014/main" id="{C7598631-06AC-0A62-301D-FA6DDAA5007D}"/>
              </a:ext>
            </a:extLst>
          </p:cNvPr>
          <p:cNvSpPr/>
          <p:nvPr/>
        </p:nvSpPr>
        <p:spPr>
          <a:xfrm>
            <a:off x="11576050" y="1235075"/>
            <a:ext cx="7630160" cy="1066800"/>
          </a:xfrm>
          <a:custGeom>
            <a:avLst/>
            <a:gdLst/>
            <a:ahLst/>
            <a:cxnLst/>
            <a:rect l="l" t="t" r="r" b="b"/>
            <a:pathLst>
              <a:path w="7299959" h="1321435">
                <a:moveTo>
                  <a:pt x="2397" y="0"/>
                </a:moveTo>
                <a:lnTo>
                  <a:pt x="0" y="1307782"/>
                </a:lnTo>
                <a:lnTo>
                  <a:pt x="7297400" y="1321163"/>
                </a:lnTo>
                <a:lnTo>
                  <a:pt x="7299798" y="13381"/>
                </a:lnTo>
                <a:lnTo>
                  <a:pt x="2397" y="0"/>
                </a:lnTo>
                <a:close/>
              </a:path>
            </a:pathLst>
          </a:custGeom>
          <a:solidFill>
            <a:schemeClr val="bg1">
              <a:alpha val="25195"/>
            </a:schemeClr>
          </a:solidFill>
        </p:spPr>
        <p:txBody>
          <a:bodyPr wrap="square" lIns="0" tIns="0" rIns="0" bIns="0" rtlCol="0"/>
          <a:lstStyle/>
          <a:p>
            <a:endParaRPr>
              <a:ln>
                <a:solidFill>
                  <a:schemeClr val="bg1"/>
                </a:solidFill>
              </a:ln>
              <a:solidFill>
                <a:schemeClr val="bg1"/>
              </a:solidFill>
            </a:endParaRPr>
          </a:p>
        </p:txBody>
      </p:sp>
      <p:sp>
        <p:nvSpPr>
          <p:cNvPr id="6" name="CaixaDeTexto 5">
            <a:extLst>
              <a:ext uri="{FF2B5EF4-FFF2-40B4-BE49-F238E27FC236}">
                <a16:creationId xmlns:a16="http://schemas.microsoft.com/office/drawing/2014/main" id="{F9607EF9-A236-1234-834F-C452C392A4DC}"/>
              </a:ext>
            </a:extLst>
          </p:cNvPr>
          <p:cNvSpPr txBox="1"/>
          <p:nvPr/>
        </p:nvSpPr>
        <p:spPr>
          <a:xfrm>
            <a:off x="11576050" y="1430665"/>
            <a:ext cx="7426325" cy="646331"/>
          </a:xfrm>
          <a:prstGeom prst="rect">
            <a:avLst/>
          </a:prstGeom>
          <a:noFill/>
        </p:spPr>
        <p:txBody>
          <a:bodyPr wrap="square">
            <a:spAutoFit/>
          </a:bodyPr>
          <a:lstStyle/>
          <a:p>
            <a:pPr marL="258445">
              <a:lnSpc>
                <a:spcPct val="100000"/>
              </a:lnSpc>
              <a:spcBef>
                <a:spcPts val="1495"/>
              </a:spcBef>
            </a:pPr>
            <a:r>
              <a:rPr lang="pt-PT" sz="3600" b="1" i="0" u="none" strike="noStrike" dirty="0" err="1">
                <a:solidFill>
                  <a:srgbClr val="FFFFFF"/>
                </a:solidFill>
                <a:effectLst/>
              </a:rPr>
              <a:t>Uniting</a:t>
            </a:r>
            <a:r>
              <a:rPr lang="pt-PT" sz="3600" b="1" i="0" u="none" strike="noStrike" dirty="0">
                <a:solidFill>
                  <a:srgbClr val="FFFFFF"/>
                </a:solidFill>
                <a:effectLst/>
              </a:rPr>
              <a:t> </a:t>
            </a:r>
            <a:r>
              <a:rPr lang="pt-PT" sz="3600" b="1" i="0" u="none" strike="noStrike" dirty="0" err="1">
                <a:solidFill>
                  <a:srgbClr val="FFFFFF"/>
                </a:solidFill>
                <a:effectLst/>
              </a:rPr>
              <a:t>Europe's</a:t>
            </a:r>
            <a:r>
              <a:rPr lang="pt-PT" sz="3600" b="1" i="0" u="none" strike="noStrike" dirty="0">
                <a:solidFill>
                  <a:srgbClr val="FFFFFF"/>
                </a:solidFill>
                <a:effectLst/>
              </a:rPr>
              <a:t> </a:t>
            </a:r>
            <a:r>
              <a:rPr lang="pt-PT" sz="3600" b="1" i="0" u="none" strike="noStrike" dirty="0" err="1">
                <a:solidFill>
                  <a:srgbClr val="FFFFFF"/>
                </a:solidFill>
                <a:effectLst/>
              </a:rPr>
              <a:t>Energy</a:t>
            </a:r>
            <a:r>
              <a:rPr lang="pt-PT" sz="3600" b="1" i="0" u="none" strike="noStrike" dirty="0">
                <a:solidFill>
                  <a:srgbClr val="FFFFFF"/>
                </a:solidFill>
                <a:effectLst/>
              </a:rPr>
              <a:t>, </a:t>
            </a:r>
            <a:r>
              <a:rPr lang="pt-PT" sz="3600" b="1" i="0" u="none" strike="noStrike" dirty="0" err="1">
                <a:solidFill>
                  <a:srgbClr val="FFFFFF"/>
                </a:solidFill>
                <a:effectLst/>
              </a:rPr>
              <a:t>Today</a:t>
            </a:r>
            <a:endParaRPr lang="pt-PT" sz="3600" dirty="0">
              <a:latin typeface="Roboto"/>
              <a:cs typeface="Roboto"/>
            </a:endParaRPr>
          </a:p>
        </p:txBody>
      </p:sp>
      <p:sp>
        <p:nvSpPr>
          <p:cNvPr id="2" name="object 3"/>
          <p:cNvSpPr txBox="1"/>
          <p:nvPr/>
        </p:nvSpPr>
        <p:spPr>
          <a:xfrm>
            <a:off x="1060450" y="7548381"/>
            <a:ext cx="17680940" cy="1086836"/>
          </a:xfrm>
          <a:prstGeom prst="rect">
            <a:avLst/>
          </a:prstGeom>
        </p:spPr>
        <p:txBody>
          <a:bodyPr vert="horz" wrap="square" lIns="0" tIns="17145" rIns="0" bIns="0" rtlCol="0">
            <a:spAutoFit/>
          </a:bodyPr>
          <a:lstStyle/>
          <a:p>
            <a:pPr marL="12700">
              <a:lnSpc>
                <a:spcPct val="100000"/>
              </a:lnSpc>
              <a:spcBef>
                <a:spcPts val="135"/>
              </a:spcBef>
            </a:pPr>
            <a:r>
              <a:rPr lang="en-GB" sz="6950" spc="204" dirty="0">
                <a:solidFill>
                  <a:srgbClr val="FFFFFF"/>
                </a:solidFill>
                <a:latin typeface="Roboto"/>
                <a:cs typeface="Roboto"/>
              </a:rPr>
              <a:t>Main elements and findings</a:t>
            </a:r>
            <a:endParaRPr sz="6950" dirty="0">
              <a:latin typeface="Roboto"/>
              <a:cs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object 4">
            <a:extLst>
              <a:ext uri="{FF2B5EF4-FFF2-40B4-BE49-F238E27FC236}">
                <a16:creationId xmlns:a16="http://schemas.microsoft.com/office/drawing/2014/main" id="{4516F3A0-93C4-D27F-61DE-84DB09036468}"/>
              </a:ext>
            </a:extLst>
          </p:cNvPr>
          <p:cNvSpPr txBox="1">
            <a:spLocks/>
          </p:cNvSpPr>
          <p:nvPr/>
        </p:nvSpPr>
        <p:spPr>
          <a:xfrm>
            <a:off x="984250" y="6264275"/>
            <a:ext cx="8353274" cy="2564998"/>
          </a:xfrm>
          <a:prstGeom prst="rect">
            <a:avLst/>
          </a:prstGeom>
        </p:spPr>
        <p:txBody>
          <a:bodyPr vert="horz" wrap="square" lIns="0" tIns="15240" rIns="0" bIns="0" rtlCol="0">
            <a:spAutoFit/>
          </a:bodyPr>
          <a:lstStyle>
            <a:lvl1pPr marL="0">
              <a:defRPr sz="4200" b="0" i="0">
                <a:solidFill>
                  <a:srgbClr val="008677"/>
                </a:solidFill>
                <a:latin typeface="Roboto"/>
                <a:ea typeface="+mn-ea"/>
                <a:cs typeface="Robo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8279" marR="5080">
              <a:lnSpc>
                <a:spcPct val="118100"/>
              </a:lnSpc>
              <a:spcBef>
                <a:spcPts val="910"/>
              </a:spcBef>
            </a:pPr>
            <a:r>
              <a:rPr lang="en-GB" sz="2850" b="1" spc="-10" dirty="0">
                <a:solidFill>
                  <a:srgbClr val="303B79"/>
                </a:solidFill>
              </a:rPr>
              <a:t>Article 13: </a:t>
            </a:r>
            <a:r>
              <a:rPr lang="en-GB" sz="2850" b="1" spc="-10" dirty="0"/>
              <a:t>Assessment of NECPs  </a:t>
            </a:r>
            <a:r>
              <a:rPr lang="en-GB" sz="2850" spc="-10" dirty="0">
                <a:solidFill>
                  <a:srgbClr val="303B79"/>
                </a:solidFill>
              </a:rPr>
              <a:t>- Secretariat shall assess, whether targets are sufficient for the Energy Community’s 2030 targets and whether NECPs comply with structure and content laid out in the Governance Regulation.</a:t>
            </a:r>
          </a:p>
        </p:txBody>
      </p:sp>
      <p:grpSp>
        <p:nvGrpSpPr>
          <p:cNvPr id="6" name="Group 5">
            <a:extLst>
              <a:ext uri="{FF2B5EF4-FFF2-40B4-BE49-F238E27FC236}">
                <a16:creationId xmlns:a16="http://schemas.microsoft.com/office/drawing/2014/main" id="{2DEDAAB9-27AD-5E9E-0B71-783FDA4C8CF6}"/>
              </a:ext>
            </a:extLst>
          </p:cNvPr>
          <p:cNvGrpSpPr/>
          <p:nvPr/>
        </p:nvGrpSpPr>
        <p:grpSpPr>
          <a:xfrm>
            <a:off x="6325450" y="2574494"/>
            <a:ext cx="11880000" cy="1321435"/>
            <a:chOff x="1" y="1168650"/>
            <a:chExt cx="14436000" cy="1321435"/>
          </a:xfrm>
        </p:grpSpPr>
        <p:sp>
          <p:nvSpPr>
            <p:cNvPr id="7" name="object 2">
              <a:extLst>
                <a:ext uri="{FF2B5EF4-FFF2-40B4-BE49-F238E27FC236}">
                  <a16:creationId xmlns:a16="http://schemas.microsoft.com/office/drawing/2014/main" id="{EFF3AC23-B77B-0B3A-7302-556CD220D659}"/>
                </a:ext>
              </a:extLst>
            </p:cNvPr>
            <p:cNvSpPr/>
            <p:nvPr/>
          </p:nvSpPr>
          <p:spPr>
            <a:xfrm>
              <a:off x="1" y="1168650"/>
              <a:ext cx="14436000" cy="1321435"/>
            </a:xfrm>
            <a:custGeom>
              <a:avLst/>
              <a:gdLst/>
              <a:ahLst/>
              <a:cxnLst/>
              <a:rect l="l" t="t" r="r" b="b"/>
              <a:pathLst>
                <a:path w="7299959" h="1321435">
                  <a:moveTo>
                    <a:pt x="2397" y="0"/>
                  </a:moveTo>
                  <a:lnTo>
                    <a:pt x="0" y="1307782"/>
                  </a:lnTo>
                  <a:lnTo>
                    <a:pt x="7297400" y="1321163"/>
                  </a:lnTo>
                  <a:lnTo>
                    <a:pt x="7299798" y="13381"/>
                  </a:lnTo>
                  <a:lnTo>
                    <a:pt x="2397" y="0"/>
                  </a:lnTo>
                  <a:close/>
                </a:path>
              </a:pathLst>
            </a:custGeom>
            <a:solidFill>
              <a:srgbClr val="008677"/>
            </a:solidFill>
          </p:spPr>
          <p:txBody>
            <a:bodyPr wrap="square" lIns="0" tIns="0" rIns="0" bIns="0" rtlCol="0"/>
            <a:lstStyle/>
            <a:p>
              <a:endParaRPr/>
            </a:p>
          </p:txBody>
        </p:sp>
        <p:sp>
          <p:nvSpPr>
            <p:cNvPr id="8" name="object 3">
              <a:extLst>
                <a:ext uri="{FF2B5EF4-FFF2-40B4-BE49-F238E27FC236}">
                  <a16:creationId xmlns:a16="http://schemas.microsoft.com/office/drawing/2014/main" id="{50E3E6D4-A3B6-A9DD-3D91-5ED2F98D2488}"/>
                </a:ext>
              </a:extLst>
            </p:cNvPr>
            <p:cNvSpPr txBox="1">
              <a:spLocks/>
            </p:cNvSpPr>
            <p:nvPr/>
          </p:nvSpPr>
          <p:spPr>
            <a:xfrm>
              <a:off x="1165376" y="1369400"/>
              <a:ext cx="13270625" cy="923330"/>
            </a:xfrm>
            <a:prstGeom prst="rect">
              <a:avLst/>
            </a:prstGeom>
          </p:spPr>
          <p:txBody>
            <a:bodyPr vert="horz" wrap="square" lIns="0" tIns="15240" rIns="0" bIns="0" rtlCol="0">
              <a:spAutoFit/>
            </a:bodyPr>
            <a:lstStyle>
              <a:lvl1pPr>
                <a:defRPr sz="5900" b="0" i="0">
                  <a:solidFill>
                    <a:schemeClr val="bg1"/>
                  </a:solidFill>
                  <a:latin typeface="Arial Black"/>
                  <a:ea typeface="+mj-ea"/>
                  <a:cs typeface="Arial Black"/>
                </a:defRPr>
              </a:lvl1pPr>
            </a:lstStyle>
            <a:p>
              <a:pPr marL="12700">
                <a:spcBef>
                  <a:spcPts val="120"/>
                </a:spcBef>
              </a:pPr>
              <a:r>
                <a:rPr lang="pt-PT" b="1" dirty="0">
                  <a:latin typeface="Roboto" panose="02000000000000000000" pitchFamily="2" charset="0"/>
                  <a:ea typeface="Roboto" panose="02000000000000000000" pitchFamily="2" charset="0"/>
                  <a:cs typeface="Roboto" panose="02000000000000000000" pitchFamily="2" charset="0"/>
                </a:rPr>
                <a:t>Assessment of progress</a:t>
              </a:r>
            </a:p>
          </p:txBody>
        </p:sp>
      </p:grpSp>
      <p:grpSp>
        <p:nvGrpSpPr>
          <p:cNvPr id="5" name="Group 4">
            <a:extLst>
              <a:ext uri="{FF2B5EF4-FFF2-40B4-BE49-F238E27FC236}">
                <a16:creationId xmlns:a16="http://schemas.microsoft.com/office/drawing/2014/main" id="{C72DC270-858A-0939-7637-D7C28A444656}"/>
              </a:ext>
            </a:extLst>
          </p:cNvPr>
          <p:cNvGrpSpPr/>
          <p:nvPr/>
        </p:nvGrpSpPr>
        <p:grpSpPr>
          <a:xfrm>
            <a:off x="1" y="1168650"/>
            <a:ext cx="11880000" cy="1321435"/>
            <a:chOff x="1" y="1168650"/>
            <a:chExt cx="14436000" cy="1321435"/>
          </a:xfrm>
        </p:grpSpPr>
        <p:sp>
          <p:nvSpPr>
            <p:cNvPr id="22" name="object 2">
              <a:extLst>
                <a:ext uri="{FF2B5EF4-FFF2-40B4-BE49-F238E27FC236}">
                  <a16:creationId xmlns:a16="http://schemas.microsoft.com/office/drawing/2014/main" id="{4554F949-835C-C284-7B58-D5328943D1C6}"/>
                </a:ext>
              </a:extLst>
            </p:cNvPr>
            <p:cNvSpPr/>
            <p:nvPr/>
          </p:nvSpPr>
          <p:spPr>
            <a:xfrm>
              <a:off x="1" y="1168650"/>
              <a:ext cx="14436000" cy="1321435"/>
            </a:xfrm>
            <a:custGeom>
              <a:avLst/>
              <a:gdLst/>
              <a:ahLst/>
              <a:cxnLst/>
              <a:rect l="l" t="t" r="r" b="b"/>
              <a:pathLst>
                <a:path w="7299959" h="1321435">
                  <a:moveTo>
                    <a:pt x="2397" y="0"/>
                  </a:moveTo>
                  <a:lnTo>
                    <a:pt x="0" y="1307782"/>
                  </a:lnTo>
                  <a:lnTo>
                    <a:pt x="7297400" y="1321163"/>
                  </a:lnTo>
                  <a:lnTo>
                    <a:pt x="7299798" y="13381"/>
                  </a:lnTo>
                  <a:lnTo>
                    <a:pt x="2397" y="0"/>
                  </a:lnTo>
                  <a:close/>
                </a:path>
              </a:pathLst>
            </a:custGeom>
            <a:solidFill>
              <a:srgbClr val="008677"/>
            </a:solidFill>
          </p:spPr>
          <p:txBody>
            <a:bodyPr wrap="square" lIns="0" tIns="0" rIns="0" bIns="0" rtlCol="0"/>
            <a:lstStyle/>
            <a:p>
              <a:endParaRPr/>
            </a:p>
          </p:txBody>
        </p:sp>
        <p:sp>
          <p:nvSpPr>
            <p:cNvPr id="23" name="object 3">
              <a:extLst>
                <a:ext uri="{FF2B5EF4-FFF2-40B4-BE49-F238E27FC236}">
                  <a16:creationId xmlns:a16="http://schemas.microsoft.com/office/drawing/2014/main" id="{54B4990D-DEE2-EACE-7475-09A6BF7D0C53}"/>
                </a:ext>
              </a:extLst>
            </p:cNvPr>
            <p:cNvSpPr txBox="1">
              <a:spLocks/>
            </p:cNvSpPr>
            <p:nvPr/>
          </p:nvSpPr>
          <p:spPr>
            <a:xfrm>
              <a:off x="1165376" y="1369400"/>
              <a:ext cx="13270625" cy="923330"/>
            </a:xfrm>
            <a:prstGeom prst="rect">
              <a:avLst/>
            </a:prstGeom>
          </p:spPr>
          <p:txBody>
            <a:bodyPr vert="horz" wrap="square" lIns="0" tIns="15240" rIns="0" bIns="0" rtlCol="0">
              <a:spAutoFit/>
            </a:bodyPr>
            <a:lstStyle>
              <a:lvl1pPr>
                <a:defRPr sz="5900" b="0" i="0">
                  <a:solidFill>
                    <a:schemeClr val="bg1"/>
                  </a:solidFill>
                  <a:latin typeface="Arial Black"/>
                  <a:ea typeface="+mj-ea"/>
                  <a:cs typeface="Arial Black"/>
                </a:defRPr>
              </a:lvl1pPr>
            </a:lstStyle>
            <a:p>
              <a:pPr marL="12700">
                <a:spcBef>
                  <a:spcPts val="120"/>
                </a:spcBef>
              </a:pPr>
              <a:r>
                <a:rPr lang="pt-PT" b="1" dirty="0">
                  <a:latin typeface="Roboto" panose="02000000000000000000" pitchFamily="2" charset="0"/>
                  <a:ea typeface="Roboto" panose="02000000000000000000" pitchFamily="2" charset="0"/>
                  <a:cs typeface="Roboto" panose="02000000000000000000" pitchFamily="2" charset="0"/>
                </a:rPr>
                <a:t>Assessment of NECPs</a:t>
              </a:r>
            </a:p>
          </p:txBody>
        </p:sp>
      </p:grpSp>
      <p:sp>
        <p:nvSpPr>
          <p:cNvPr id="9" name="object 4">
            <a:extLst>
              <a:ext uri="{FF2B5EF4-FFF2-40B4-BE49-F238E27FC236}">
                <a16:creationId xmlns:a16="http://schemas.microsoft.com/office/drawing/2014/main" id="{50813665-CDC8-7190-D03F-12B781FD0929}"/>
              </a:ext>
            </a:extLst>
          </p:cNvPr>
          <p:cNvSpPr txBox="1">
            <a:spLocks/>
          </p:cNvSpPr>
          <p:nvPr/>
        </p:nvSpPr>
        <p:spPr>
          <a:xfrm>
            <a:off x="10004576" y="6280411"/>
            <a:ext cx="8353274" cy="3082511"/>
          </a:xfrm>
          <a:prstGeom prst="rect">
            <a:avLst/>
          </a:prstGeom>
        </p:spPr>
        <p:txBody>
          <a:bodyPr vert="horz" wrap="square" lIns="0" tIns="15240" rIns="0" bIns="0" rtlCol="0">
            <a:spAutoFit/>
          </a:bodyPr>
          <a:lstStyle>
            <a:lvl1pPr marL="0">
              <a:defRPr sz="4200" b="0" i="0">
                <a:solidFill>
                  <a:srgbClr val="008677"/>
                </a:solidFill>
                <a:latin typeface="Roboto"/>
                <a:ea typeface="+mn-ea"/>
                <a:cs typeface="Robo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08279" marR="5080">
              <a:lnSpc>
                <a:spcPct val="118100"/>
              </a:lnSpc>
              <a:spcBef>
                <a:spcPts val="910"/>
              </a:spcBef>
            </a:pPr>
            <a:r>
              <a:rPr lang="en-GB" sz="2850" b="1" spc="-10" dirty="0">
                <a:solidFill>
                  <a:srgbClr val="303B79"/>
                </a:solidFill>
              </a:rPr>
              <a:t>Article 29: </a:t>
            </a:r>
            <a:r>
              <a:rPr lang="en-GB" sz="2850" b="1" spc="-10" dirty="0"/>
              <a:t>Assessment of progress </a:t>
            </a:r>
            <a:r>
              <a:rPr lang="en-GB" sz="2850" b="1" spc="-10" dirty="0">
                <a:solidFill>
                  <a:srgbClr val="303B79"/>
                </a:solidFill>
              </a:rPr>
              <a:t>- </a:t>
            </a:r>
            <a:r>
              <a:rPr lang="en-GB" sz="2850" spc="-10" dirty="0">
                <a:solidFill>
                  <a:srgbClr val="303B79"/>
                </a:solidFill>
              </a:rPr>
              <a:t>By 31 October 2025 and every two years thereafter, the Secretariat shall assess the progress made by each Contracting Party towards meeting its objectives and implementing the policies and measures set out in NECPs.</a:t>
            </a:r>
          </a:p>
        </p:txBody>
      </p:sp>
      <p:sp>
        <p:nvSpPr>
          <p:cNvPr id="12" name="object 3">
            <a:extLst>
              <a:ext uri="{FF2B5EF4-FFF2-40B4-BE49-F238E27FC236}">
                <a16:creationId xmlns:a16="http://schemas.microsoft.com/office/drawing/2014/main" id="{6B84987E-4BCE-86B3-4EAD-230AFE85E696}"/>
              </a:ext>
            </a:extLst>
          </p:cNvPr>
          <p:cNvSpPr txBox="1"/>
          <p:nvPr/>
        </p:nvSpPr>
        <p:spPr>
          <a:xfrm>
            <a:off x="1165377" y="5138420"/>
            <a:ext cx="17080871" cy="661720"/>
          </a:xfrm>
          <a:prstGeom prst="rect">
            <a:avLst/>
          </a:prstGeom>
        </p:spPr>
        <p:txBody>
          <a:bodyPr vert="horz" wrap="square" lIns="0" tIns="15240" rIns="0" bIns="0" rtlCol="0">
            <a:spAutoFit/>
          </a:bodyPr>
          <a:lstStyle/>
          <a:p>
            <a:pPr marL="12700" algn="ctr">
              <a:lnSpc>
                <a:spcPct val="100000"/>
              </a:lnSpc>
              <a:spcBef>
                <a:spcPts val="120"/>
              </a:spcBef>
            </a:pPr>
            <a:r>
              <a:rPr lang="en-GB" sz="4200" spc="-10" dirty="0">
                <a:solidFill>
                  <a:srgbClr val="008677"/>
                </a:solidFill>
                <a:latin typeface="Roboto"/>
                <a:cs typeface="Roboto"/>
              </a:rPr>
              <a:t>Mandated by the Governance Regulation 2018/1999</a:t>
            </a:r>
            <a:endParaRPr sz="4200" dirty="0">
              <a:latin typeface="Roboto"/>
              <a:cs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D434C-AA66-FB7C-0EC9-5E2CE5FC4EE0}"/>
              </a:ext>
            </a:extLst>
          </p:cNvPr>
          <p:cNvSpPr>
            <a:spLocks noGrp="1"/>
          </p:cNvSpPr>
          <p:nvPr>
            <p:ph type="ctrTitle"/>
          </p:nvPr>
        </p:nvSpPr>
        <p:spPr>
          <a:xfrm>
            <a:off x="0" y="1517095"/>
            <a:ext cx="14940000" cy="907941"/>
          </a:xfrm>
        </p:spPr>
        <p:txBody>
          <a:bodyPr/>
          <a:lstStyle/>
          <a:p>
            <a:r>
              <a:rPr lang="en-GB" dirty="0"/>
              <a:t>NECPs and integrated progress reports</a:t>
            </a:r>
            <a:endParaRPr lang="en-AT" dirty="0"/>
          </a:p>
        </p:txBody>
      </p:sp>
      <p:sp>
        <p:nvSpPr>
          <p:cNvPr id="3" name="Text Placeholder 2">
            <a:extLst>
              <a:ext uri="{FF2B5EF4-FFF2-40B4-BE49-F238E27FC236}">
                <a16:creationId xmlns:a16="http://schemas.microsoft.com/office/drawing/2014/main" id="{FC87A3E3-AD78-2AE3-65BE-1FCFBDE257ED}"/>
              </a:ext>
            </a:extLst>
          </p:cNvPr>
          <p:cNvSpPr>
            <a:spLocks noGrp="1"/>
          </p:cNvSpPr>
          <p:nvPr>
            <p:ph type="body" sz="quarter" idx="10"/>
          </p:nvPr>
        </p:nvSpPr>
        <p:spPr/>
        <p:txBody>
          <a:bodyPr/>
          <a:lstStyle/>
          <a:p>
            <a:r>
              <a:rPr lang="en-GB" dirty="0"/>
              <a:t>Timeline</a:t>
            </a:r>
            <a:endParaRPr lang="en-AT" dirty="0"/>
          </a:p>
        </p:txBody>
      </p:sp>
      <p:graphicFrame>
        <p:nvGraphicFramePr>
          <p:cNvPr id="6" name="Table Placeholder 3">
            <a:extLst>
              <a:ext uri="{FF2B5EF4-FFF2-40B4-BE49-F238E27FC236}">
                <a16:creationId xmlns:a16="http://schemas.microsoft.com/office/drawing/2014/main" id="{79FDF82E-A133-8028-A28D-7FEFBD1DA4C9}"/>
              </a:ext>
            </a:extLst>
          </p:cNvPr>
          <p:cNvGraphicFramePr>
            <a:graphicFrameLocks/>
          </p:cNvGraphicFramePr>
          <p:nvPr>
            <p:extLst>
              <p:ext uri="{D42A27DB-BD31-4B8C-83A1-F6EECF244321}">
                <p14:modId xmlns:p14="http://schemas.microsoft.com/office/powerpoint/2010/main" val="327249069"/>
              </p:ext>
            </p:extLst>
          </p:nvPr>
        </p:nvGraphicFramePr>
        <p:xfrm>
          <a:off x="322603" y="6388214"/>
          <a:ext cx="18791994" cy="2651760"/>
        </p:xfrm>
        <a:graphic>
          <a:graphicData uri="http://schemas.openxmlformats.org/drawingml/2006/table">
            <a:tbl>
              <a:tblPr firstRow="1" bandRow="1">
                <a:tableStyleId>{5C22544A-7EE6-4342-B048-85BDC9FD1C3A}</a:tableStyleId>
              </a:tblPr>
              <a:tblGrid>
                <a:gridCol w="1445538">
                  <a:extLst>
                    <a:ext uri="{9D8B030D-6E8A-4147-A177-3AD203B41FA5}">
                      <a16:colId xmlns:a16="http://schemas.microsoft.com/office/drawing/2014/main" val="2114386969"/>
                    </a:ext>
                  </a:extLst>
                </a:gridCol>
                <a:gridCol w="1445538">
                  <a:extLst>
                    <a:ext uri="{9D8B030D-6E8A-4147-A177-3AD203B41FA5}">
                      <a16:colId xmlns:a16="http://schemas.microsoft.com/office/drawing/2014/main" val="1691760859"/>
                    </a:ext>
                  </a:extLst>
                </a:gridCol>
                <a:gridCol w="1445538">
                  <a:extLst>
                    <a:ext uri="{9D8B030D-6E8A-4147-A177-3AD203B41FA5}">
                      <a16:colId xmlns:a16="http://schemas.microsoft.com/office/drawing/2014/main" val="1156984656"/>
                    </a:ext>
                  </a:extLst>
                </a:gridCol>
                <a:gridCol w="1445538">
                  <a:extLst>
                    <a:ext uri="{9D8B030D-6E8A-4147-A177-3AD203B41FA5}">
                      <a16:colId xmlns:a16="http://schemas.microsoft.com/office/drawing/2014/main" val="3987803286"/>
                    </a:ext>
                  </a:extLst>
                </a:gridCol>
                <a:gridCol w="1445538">
                  <a:extLst>
                    <a:ext uri="{9D8B030D-6E8A-4147-A177-3AD203B41FA5}">
                      <a16:colId xmlns:a16="http://schemas.microsoft.com/office/drawing/2014/main" val="2315104437"/>
                    </a:ext>
                  </a:extLst>
                </a:gridCol>
                <a:gridCol w="1445538">
                  <a:extLst>
                    <a:ext uri="{9D8B030D-6E8A-4147-A177-3AD203B41FA5}">
                      <a16:colId xmlns:a16="http://schemas.microsoft.com/office/drawing/2014/main" val="2439596825"/>
                    </a:ext>
                  </a:extLst>
                </a:gridCol>
                <a:gridCol w="1445538">
                  <a:extLst>
                    <a:ext uri="{9D8B030D-6E8A-4147-A177-3AD203B41FA5}">
                      <a16:colId xmlns:a16="http://schemas.microsoft.com/office/drawing/2014/main" val="142129493"/>
                    </a:ext>
                  </a:extLst>
                </a:gridCol>
                <a:gridCol w="1445538">
                  <a:extLst>
                    <a:ext uri="{9D8B030D-6E8A-4147-A177-3AD203B41FA5}">
                      <a16:colId xmlns:a16="http://schemas.microsoft.com/office/drawing/2014/main" val="2497551330"/>
                    </a:ext>
                  </a:extLst>
                </a:gridCol>
                <a:gridCol w="1445538">
                  <a:extLst>
                    <a:ext uri="{9D8B030D-6E8A-4147-A177-3AD203B41FA5}">
                      <a16:colId xmlns:a16="http://schemas.microsoft.com/office/drawing/2014/main" val="690362069"/>
                    </a:ext>
                  </a:extLst>
                </a:gridCol>
                <a:gridCol w="1445538">
                  <a:extLst>
                    <a:ext uri="{9D8B030D-6E8A-4147-A177-3AD203B41FA5}">
                      <a16:colId xmlns:a16="http://schemas.microsoft.com/office/drawing/2014/main" val="3508977879"/>
                    </a:ext>
                  </a:extLst>
                </a:gridCol>
                <a:gridCol w="1445538">
                  <a:extLst>
                    <a:ext uri="{9D8B030D-6E8A-4147-A177-3AD203B41FA5}">
                      <a16:colId xmlns:a16="http://schemas.microsoft.com/office/drawing/2014/main" val="4032158778"/>
                    </a:ext>
                  </a:extLst>
                </a:gridCol>
                <a:gridCol w="1445538">
                  <a:extLst>
                    <a:ext uri="{9D8B030D-6E8A-4147-A177-3AD203B41FA5}">
                      <a16:colId xmlns:a16="http://schemas.microsoft.com/office/drawing/2014/main" val="194974074"/>
                    </a:ext>
                  </a:extLst>
                </a:gridCol>
                <a:gridCol w="1445538">
                  <a:extLst>
                    <a:ext uri="{9D8B030D-6E8A-4147-A177-3AD203B41FA5}">
                      <a16:colId xmlns:a16="http://schemas.microsoft.com/office/drawing/2014/main" val="4128474380"/>
                    </a:ext>
                  </a:extLst>
                </a:gridCol>
              </a:tblGrid>
              <a:tr h="370840">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GB" sz="2300" b="0" dirty="0"/>
                        <a:t>30-Jun-23</a:t>
                      </a:r>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GB" sz="2300" b="0" dirty="0"/>
                        <a:t>30-Jun-24</a:t>
                      </a:r>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GB" sz="2300" b="0" dirty="0"/>
                        <a:t>15-Mar-25</a:t>
                      </a:r>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GB" sz="2300" b="0" dirty="0"/>
                        <a:t>31-Dec-25</a:t>
                      </a:r>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AT" sz="2300" b="0" dirty="0"/>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72583747"/>
                  </a:ext>
                </a:extLst>
              </a:tr>
              <a:tr h="370840">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72453551"/>
                  </a:ext>
                </a:extLst>
              </a:tr>
              <a:tr h="370840">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gridSpan="2">
                  <a:txBody>
                    <a:bodyPr/>
                    <a:lstStyle/>
                    <a:p>
                      <a:r>
                        <a:rPr lang="en-GB" sz="2300" dirty="0" err="1">
                          <a:solidFill>
                            <a:schemeClr val="bg1"/>
                          </a:solidFill>
                        </a:rPr>
                        <a:t>Accommode</a:t>
                      </a:r>
                      <a:r>
                        <a:rPr lang="en-GB" sz="2300" dirty="0">
                          <a:solidFill>
                            <a:schemeClr val="bg1"/>
                          </a:solidFill>
                        </a:rPr>
                        <a:t> </a:t>
                      </a:r>
                      <a:r>
                        <a:rPr lang="en-GB" sz="2300" dirty="0" err="1">
                          <a:solidFill>
                            <a:schemeClr val="bg1"/>
                          </a:solidFill>
                        </a:rPr>
                        <a:t>EnCS’</a:t>
                      </a:r>
                      <a:r>
                        <a:rPr lang="en-GB" sz="2300" dirty="0">
                          <a:solidFill>
                            <a:schemeClr val="bg1"/>
                          </a:solidFill>
                        </a:rPr>
                        <a:t> recommendations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hMerge="1">
                  <a:txBody>
                    <a:bodyPr/>
                    <a:lstStyle/>
                    <a:p>
                      <a:endParaRPr lang="en-AT" dirty="0"/>
                    </a:p>
                  </a:txBody>
                  <a:tcPr>
                    <a:solidFill>
                      <a:schemeClr val="accent5"/>
                    </a:solidFill>
                  </a:tcPr>
                </a:tc>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gridSpan="2">
                  <a:txBody>
                    <a:bodyPr/>
                    <a:lstStyle/>
                    <a:p>
                      <a:r>
                        <a:rPr lang="en-GB" sz="2300" dirty="0">
                          <a:solidFill>
                            <a:schemeClr val="bg1"/>
                          </a:solidFill>
                        </a:rPr>
                        <a:t>Start NECP </a:t>
                      </a:r>
                      <a:r>
                        <a:rPr lang="en-GB" sz="2300" dirty="0" err="1">
                          <a:solidFill>
                            <a:schemeClr val="bg1"/>
                          </a:solidFill>
                        </a:rPr>
                        <a:t>implemen-tation</a:t>
                      </a:r>
                      <a:r>
                        <a:rPr lang="en-GB" sz="2300" dirty="0">
                          <a:solidFill>
                            <a:schemeClr val="bg1"/>
                          </a:solidFill>
                        </a:rPr>
                        <a:t> &amp; monitoring</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hMerge="1">
                  <a:txBody>
                    <a:bodyPr/>
                    <a:lstStyle/>
                    <a:p>
                      <a:endParaRPr lang="en-AT" dirty="0"/>
                    </a:p>
                  </a:txBody>
                  <a:tcPr>
                    <a:solidFill>
                      <a:schemeClr val="accent5"/>
                    </a:solidFill>
                  </a:tcPr>
                </a:tc>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3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9407268"/>
                  </a:ext>
                </a:extLst>
              </a:tr>
              <a:tr h="370840">
                <a:tc>
                  <a:txBody>
                    <a:bodyPr/>
                    <a:lstStyle/>
                    <a:p>
                      <a:endParaRPr lang="en-AT" sz="25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65374888"/>
                  </a:ext>
                </a:extLst>
              </a:tr>
              <a:tr h="370840">
                <a:tc>
                  <a:txBody>
                    <a:bodyPr/>
                    <a:lstStyle/>
                    <a:p>
                      <a:endParaRPr lang="en-AT" sz="25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AT" sz="25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72576074"/>
                  </a:ext>
                </a:extLst>
              </a:tr>
            </a:tbl>
          </a:graphicData>
        </a:graphic>
      </p:graphicFrame>
      <p:sp>
        <p:nvSpPr>
          <p:cNvPr id="7" name="Oval 6">
            <a:extLst>
              <a:ext uri="{FF2B5EF4-FFF2-40B4-BE49-F238E27FC236}">
                <a16:creationId xmlns:a16="http://schemas.microsoft.com/office/drawing/2014/main" id="{37500045-0D4C-2993-D74B-7995880808CE}"/>
              </a:ext>
            </a:extLst>
          </p:cNvPr>
          <p:cNvSpPr/>
          <p:nvPr/>
        </p:nvSpPr>
        <p:spPr>
          <a:xfrm>
            <a:off x="2117500" y="5502275"/>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8" name="Rectangle 7">
            <a:extLst>
              <a:ext uri="{FF2B5EF4-FFF2-40B4-BE49-F238E27FC236}">
                <a16:creationId xmlns:a16="http://schemas.microsoft.com/office/drawing/2014/main" id="{17867DA1-5613-0CB9-B8E1-EFC393F796BA}"/>
              </a:ext>
            </a:extLst>
          </p:cNvPr>
          <p:cNvSpPr/>
          <p:nvPr/>
        </p:nvSpPr>
        <p:spPr>
          <a:xfrm>
            <a:off x="831850" y="4540136"/>
            <a:ext cx="32193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500" b="1" dirty="0">
                <a:solidFill>
                  <a:schemeClr val="accent1"/>
                </a:solidFill>
              </a:rPr>
              <a:t>Draft NECPs submitted to </a:t>
            </a:r>
            <a:r>
              <a:rPr lang="en-GB" sz="2500" b="1" dirty="0" err="1">
                <a:solidFill>
                  <a:schemeClr val="accent1"/>
                </a:solidFill>
              </a:rPr>
              <a:t>EnCS</a:t>
            </a:r>
            <a:endParaRPr lang="en-AT" sz="2500" b="1" dirty="0">
              <a:solidFill>
                <a:schemeClr val="accent1"/>
              </a:solidFill>
            </a:endParaRPr>
          </a:p>
        </p:txBody>
      </p:sp>
      <p:sp>
        <p:nvSpPr>
          <p:cNvPr id="9" name="Oval 8">
            <a:extLst>
              <a:ext uri="{FF2B5EF4-FFF2-40B4-BE49-F238E27FC236}">
                <a16:creationId xmlns:a16="http://schemas.microsoft.com/office/drawing/2014/main" id="{D965F01B-DE85-7328-1DBC-6E85D30FC554}"/>
              </a:ext>
            </a:extLst>
          </p:cNvPr>
          <p:cNvSpPr/>
          <p:nvPr/>
        </p:nvSpPr>
        <p:spPr>
          <a:xfrm>
            <a:off x="7889800" y="5540075"/>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0" name="Rectangle 9">
            <a:extLst>
              <a:ext uri="{FF2B5EF4-FFF2-40B4-BE49-F238E27FC236}">
                <a16:creationId xmlns:a16="http://schemas.microsoft.com/office/drawing/2014/main" id="{66539933-9759-5B77-2E48-36D0916D9A54}"/>
              </a:ext>
            </a:extLst>
          </p:cNvPr>
          <p:cNvSpPr/>
          <p:nvPr/>
        </p:nvSpPr>
        <p:spPr>
          <a:xfrm>
            <a:off x="6604150" y="4577936"/>
            <a:ext cx="32193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500" b="1" dirty="0">
                <a:solidFill>
                  <a:schemeClr val="accent1"/>
                </a:solidFill>
              </a:rPr>
              <a:t>Adopted NECP notified to </a:t>
            </a:r>
            <a:r>
              <a:rPr lang="en-GB" sz="2500" b="1" dirty="0" err="1">
                <a:solidFill>
                  <a:schemeClr val="accent1"/>
                </a:solidFill>
              </a:rPr>
              <a:t>EnCS</a:t>
            </a:r>
            <a:endParaRPr lang="en-GB" sz="2500" b="1" dirty="0">
              <a:solidFill>
                <a:schemeClr val="accent1"/>
              </a:solidFill>
            </a:endParaRPr>
          </a:p>
        </p:txBody>
      </p:sp>
      <p:sp>
        <p:nvSpPr>
          <p:cNvPr id="11" name="Oval 10">
            <a:extLst>
              <a:ext uri="{FF2B5EF4-FFF2-40B4-BE49-F238E27FC236}">
                <a16:creationId xmlns:a16="http://schemas.microsoft.com/office/drawing/2014/main" id="{299696FC-F8F6-7EFA-B24E-F9DEF4B5CBE0}"/>
              </a:ext>
            </a:extLst>
          </p:cNvPr>
          <p:cNvSpPr/>
          <p:nvPr/>
        </p:nvSpPr>
        <p:spPr>
          <a:xfrm>
            <a:off x="12385600" y="5540075"/>
            <a:ext cx="648000" cy="64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2" name="Rectangle 11">
            <a:extLst>
              <a:ext uri="{FF2B5EF4-FFF2-40B4-BE49-F238E27FC236}">
                <a16:creationId xmlns:a16="http://schemas.microsoft.com/office/drawing/2014/main" id="{753A6EDB-DEE3-B116-BCF7-FE605C25C9C6}"/>
              </a:ext>
            </a:extLst>
          </p:cNvPr>
          <p:cNvSpPr/>
          <p:nvPr/>
        </p:nvSpPr>
        <p:spPr>
          <a:xfrm>
            <a:off x="11099950" y="4577936"/>
            <a:ext cx="32193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500" b="1" dirty="0">
                <a:solidFill>
                  <a:schemeClr val="accent1"/>
                </a:solidFill>
              </a:rPr>
              <a:t>1</a:t>
            </a:r>
            <a:r>
              <a:rPr lang="en-GB" sz="2500" b="1" baseline="30000" dirty="0">
                <a:solidFill>
                  <a:schemeClr val="accent1"/>
                </a:solidFill>
              </a:rPr>
              <a:t>st</a:t>
            </a:r>
            <a:r>
              <a:rPr lang="en-GB" sz="2500" b="1" dirty="0">
                <a:solidFill>
                  <a:schemeClr val="accent1"/>
                </a:solidFill>
              </a:rPr>
              <a:t> integrated progress reports submitted</a:t>
            </a:r>
          </a:p>
        </p:txBody>
      </p:sp>
      <p:sp>
        <p:nvSpPr>
          <p:cNvPr id="13" name="Isosceles Triangle 12">
            <a:extLst>
              <a:ext uri="{FF2B5EF4-FFF2-40B4-BE49-F238E27FC236}">
                <a16:creationId xmlns:a16="http://schemas.microsoft.com/office/drawing/2014/main" id="{0FBD6033-0C09-2CA8-44F5-E3B64BD56A03}"/>
              </a:ext>
            </a:extLst>
          </p:cNvPr>
          <p:cNvSpPr/>
          <p:nvPr/>
        </p:nvSpPr>
        <p:spPr>
          <a:xfrm rot="5400000">
            <a:off x="18674800" y="6220098"/>
            <a:ext cx="1321045" cy="79980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4" name="Isosceles Triangle 13">
            <a:extLst>
              <a:ext uri="{FF2B5EF4-FFF2-40B4-BE49-F238E27FC236}">
                <a16:creationId xmlns:a16="http://schemas.microsoft.com/office/drawing/2014/main" id="{8C77B2BD-1119-384C-EE87-BB8A7251053F}"/>
              </a:ext>
            </a:extLst>
          </p:cNvPr>
          <p:cNvSpPr/>
          <p:nvPr/>
        </p:nvSpPr>
        <p:spPr>
          <a:xfrm rot="5400000">
            <a:off x="11553779" y="7314194"/>
            <a:ext cx="1321045" cy="799800"/>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5" name="Isosceles Triangle 14">
            <a:extLst>
              <a:ext uri="{FF2B5EF4-FFF2-40B4-BE49-F238E27FC236}">
                <a16:creationId xmlns:a16="http://schemas.microsoft.com/office/drawing/2014/main" id="{27D986B5-0FBD-82AA-11CF-C95608A2193D}"/>
              </a:ext>
            </a:extLst>
          </p:cNvPr>
          <p:cNvSpPr/>
          <p:nvPr/>
        </p:nvSpPr>
        <p:spPr>
          <a:xfrm rot="5400000">
            <a:off x="7229277" y="7314194"/>
            <a:ext cx="1321045" cy="799800"/>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6" name="Oval 15">
            <a:extLst>
              <a:ext uri="{FF2B5EF4-FFF2-40B4-BE49-F238E27FC236}">
                <a16:creationId xmlns:a16="http://schemas.microsoft.com/office/drawing/2014/main" id="{6D721163-3B1F-FF92-4ED6-6E6407FCDCD0}"/>
              </a:ext>
            </a:extLst>
          </p:cNvPr>
          <p:cNvSpPr/>
          <p:nvPr/>
        </p:nvSpPr>
        <p:spPr>
          <a:xfrm>
            <a:off x="16652800" y="7390094"/>
            <a:ext cx="648000" cy="6480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17" name="Rectangle 16">
            <a:extLst>
              <a:ext uri="{FF2B5EF4-FFF2-40B4-BE49-F238E27FC236}">
                <a16:creationId xmlns:a16="http://schemas.microsoft.com/office/drawing/2014/main" id="{06572A1F-21B3-4432-2866-AA86E54F359D}"/>
              </a:ext>
            </a:extLst>
          </p:cNvPr>
          <p:cNvSpPr/>
          <p:nvPr/>
        </p:nvSpPr>
        <p:spPr>
          <a:xfrm>
            <a:off x="15367150" y="8474075"/>
            <a:ext cx="3219300" cy="76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500" b="1" dirty="0">
                <a:solidFill>
                  <a:schemeClr val="accent5"/>
                </a:solidFill>
              </a:rPr>
              <a:t>Start of </a:t>
            </a:r>
            <a:r>
              <a:rPr lang="en-GB" sz="3500" b="1" dirty="0" err="1">
                <a:solidFill>
                  <a:schemeClr val="accent5"/>
                </a:solidFill>
              </a:rPr>
              <a:t>EnCS’</a:t>
            </a:r>
            <a:r>
              <a:rPr lang="en-GB" sz="3500" b="1" dirty="0">
                <a:solidFill>
                  <a:schemeClr val="accent5"/>
                </a:solidFill>
              </a:rPr>
              <a:t> stocktaking</a:t>
            </a:r>
          </a:p>
        </p:txBody>
      </p:sp>
    </p:spTree>
    <p:extLst>
      <p:ext uri="{BB962C8B-B14F-4D97-AF65-F5344CB8AC3E}">
        <p14:creationId xmlns:p14="http://schemas.microsoft.com/office/powerpoint/2010/main" val="67535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08803-47BC-52AA-51CE-E52F65441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437FF-F2C8-9243-441D-52F95557706F}"/>
              </a:ext>
            </a:extLst>
          </p:cNvPr>
          <p:cNvSpPr>
            <a:spLocks noGrp="1"/>
          </p:cNvSpPr>
          <p:nvPr>
            <p:ph type="ctrTitle"/>
          </p:nvPr>
        </p:nvSpPr>
        <p:spPr>
          <a:xfrm>
            <a:off x="0" y="1517095"/>
            <a:ext cx="9900000" cy="907941"/>
          </a:xfrm>
        </p:spPr>
        <p:txBody>
          <a:bodyPr/>
          <a:lstStyle/>
          <a:p>
            <a:r>
              <a:rPr lang="en-GB" dirty="0"/>
              <a:t>Assessment of progress</a:t>
            </a:r>
            <a:endParaRPr lang="en-AT" dirty="0"/>
          </a:p>
        </p:txBody>
      </p:sp>
      <p:sp>
        <p:nvSpPr>
          <p:cNvPr id="3" name="Text Placeholder 2">
            <a:extLst>
              <a:ext uri="{FF2B5EF4-FFF2-40B4-BE49-F238E27FC236}">
                <a16:creationId xmlns:a16="http://schemas.microsoft.com/office/drawing/2014/main" id="{71188A59-AFE2-7866-9B1E-FA0ACA0967A0}"/>
              </a:ext>
            </a:extLst>
          </p:cNvPr>
          <p:cNvSpPr>
            <a:spLocks noGrp="1"/>
          </p:cNvSpPr>
          <p:nvPr>
            <p:ph type="body" sz="quarter" idx="10"/>
          </p:nvPr>
        </p:nvSpPr>
        <p:spPr/>
        <p:txBody>
          <a:bodyPr/>
          <a:lstStyle/>
          <a:p>
            <a:r>
              <a:rPr lang="en-GB" dirty="0"/>
              <a:t>Criteria</a:t>
            </a:r>
            <a:endParaRPr lang="en-AT" dirty="0"/>
          </a:p>
        </p:txBody>
      </p:sp>
      <p:sp>
        <p:nvSpPr>
          <p:cNvPr id="4" name="Text Placeholder 3">
            <a:extLst>
              <a:ext uri="{FF2B5EF4-FFF2-40B4-BE49-F238E27FC236}">
                <a16:creationId xmlns:a16="http://schemas.microsoft.com/office/drawing/2014/main" id="{4B6D9EFA-100F-8E85-07F7-34FEEB4B05E0}"/>
              </a:ext>
            </a:extLst>
          </p:cNvPr>
          <p:cNvSpPr>
            <a:spLocks noGrp="1"/>
          </p:cNvSpPr>
          <p:nvPr>
            <p:ph type="body" sz="quarter" idx="14"/>
          </p:nvPr>
        </p:nvSpPr>
        <p:spPr>
          <a:xfrm>
            <a:off x="1060450" y="4054475"/>
            <a:ext cx="11430000" cy="6096000"/>
          </a:xfrm>
        </p:spPr>
        <p:txBody>
          <a:bodyPr/>
          <a:lstStyle/>
          <a:p>
            <a:r>
              <a:rPr lang="en-GB" sz="3200" b="1" dirty="0">
                <a:solidFill>
                  <a:schemeClr val="accent5"/>
                </a:solidFill>
              </a:rPr>
              <a:t>Completeness: </a:t>
            </a:r>
            <a:r>
              <a:rPr lang="en-GB" sz="3200" dirty="0">
                <a:solidFill>
                  <a:schemeClr val="accent5"/>
                </a:solidFill>
              </a:rPr>
              <a:t>Did Contracting Parties report all mandatory information?</a:t>
            </a:r>
          </a:p>
          <a:p>
            <a:endParaRPr lang="en-GB" sz="3200" dirty="0">
              <a:solidFill>
                <a:schemeClr val="accent5"/>
              </a:solidFill>
            </a:endParaRPr>
          </a:p>
          <a:p>
            <a:r>
              <a:rPr lang="en-GB" sz="3200" b="1" dirty="0">
                <a:solidFill>
                  <a:schemeClr val="accent5"/>
                </a:solidFill>
              </a:rPr>
              <a:t>Quality: </a:t>
            </a:r>
            <a:r>
              <a:rPr lang="en-GB" sz="3200" dirty="0">
                <a:solidFill>
                  <a:schemeClr val="accent5"/>
                </a:solidFill>
              </a:rPr>
              <a:t>Is reported information credible and aligned with NECPs?</a:t>
            </a:r>
          </a:p>
          <a:p>
            <a:endParaRPr lang="en-GB" sz="3200" dirty="0">
              <a:solidFill>
                <a:schemeClr val="accent5"/>
              </a:solidFill>
            </a:endParaRPr>
          </a:p>
          <a:p>
            <a:r>
              <a:rPr lang="en-GB" sz="3200" b="1" dirty="0">
                <a:solidFill>
                  <a:schemeClr val="accent5"/>
                </a:solidFill>
              </a:rPr>
              <a:t>Actual progress: </a:t>
            </a:r>
            <a:r>
              <a:rPr lang="en-GB" sz="3200" dirty="0">
                <a:solidFill>
                  <a:schemeClr val="accent5"/>
                </a:solidFill>
              </a:rPr>
              <a:t>Do Contracting Parties progress towards the 2030 energy and climate targets?</a:t>
            </a:r>
          </a:p>
        </p:txBody>
      </p:sp>
      <p:pic>
        <p:nvPicPr>
          <p:cNvPr id="8" name="Picture 7">
            <a:extLst>
              <a:ext uri="{FF2B5EF4-FFF2-40B4-BE49-F238E27FC236}">
                <a16:creationId xmlns:a16="http://schemas.microsoft.com/office/drawing/2014/main" id="{FE516B94-C1F2-0A7B-0647-14F143471E9F}"/>
              </a:ext>
            </a:extLst>
          </p:cNvPr>
          <p:cNvPicPr>
            <a:picLocks noChangeAspect="1"/>
          </p:cNvPicPr>
          <p:nvPr/>
        </p:nvPicPr>
        <p:blipFill>
          <a:blip r:embed="rId2">
            <a:duotone>
              <a:prstClr val="black"/>
              <a:schemeClr val="accent6">
                <a:lumMod val="20000"/>
                <a:lumOff val="80000"/>
                <a:tint val="45000"/>
                <a:satMod val="400000"/>
              </a:schemeClr>
            </a:duotone>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3481050" y="4054475"/>
            <a:ext cx="5715000" cy="5715000"/>
          </a:xfrm>
          <a:prstGeom prst="rect">
            <a:avLst/>
          </a:prstGeom>
        </p:spPr>
      </p:pic>
    </p:spTree>
    <p:extLst>
      <p:ext uri="{BB962C8B-B14F-4D97-AF65-F5344CB8AC3E}">
        <p14:creationId xmlns:p14="http://schemas.microsoft.com/office/powerpoint/2010/main" val="2113720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3B1B0-0A30-516B-E870-3BCAE9EC1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6AA5E-683F-9B49-5597-67F02A9DAA10}"/>
              </a:ext>
            </a:extLst>
          </p:cNvPr>
          <p:cNvSpPr>
            <a:spLocks noGrp="1"/>
          </p:cNvSpPr>
          <p:nvPr>
            <p:ph type="ctrTitle"/>
          </p:nvPr>
        </p:nvSpPr>
        <p:spPr>
          <a:xfrm>
            <a:off x="0" y="1517095"/>
            <a:ext cx="9936000" cy="907941"/>
          </a:xfrm>
        </p:spPr>
        <p:txBody>
          <a:bodyPr/>
          <a:lstStyle/>
          <a:p>
            <a:pPr algn="l"/>
            <a:r>
              <a:rPr lang="en-GB" dirty="0"/>
              <a:t>Completeness</a:t>
            </a:r>
            <a:endParaRPr lang="en-AT" dirty="0"/>
          </a:p>
        </p:txBody>
      </p:sp>
      <p:sp>
        <p:nvSpPr>
          <p:cNvPr id="4" name="Text Placeholder 3">
            <a:extLst>
              <a:ext uri="{FF2B5EF4-FFF2-40B4-BE49-F238E27FC236}">
                <a16:creationId xmlns:a16="http://schemas.microsoft.com/office/drawing/2014/main" id="{D5FD9AEE-3652-54D1-4E44-69481B0DEC0B}"/>
              </a:ext>
            </a:extLst>
          </p:cNvPr>
          <p:cNvSpPr>
            <a:spLocks noGrp="1"/>
          </p:cNvSpPr>
          <p:nvPr>
            <p:ph type="body" sz="quarter" idx="14"/>
          </p:nvPr>
        </p:nvSpPr>
        <p:spPr>
          <a:xfrm>
            <a:off x="679450" y="3384576"/>
            <a:ext cx="10134600" cy="6765899"/>
          </a:xfrm>
        </p:spPr>
        <p:txBody>
          <a:bodyPr/>
          <a:lstStyle/>
          <a:p>
            <a:pPr marL="0" indent="0">
              <a:buNone/>
            </a:pPr>
            <a:r>
              <a:rPr lang="en-GB" sz="3200" b="1" dirty="0">
                <a:solidFill>
                  <a:schemeClr val="accent5"/>
                </a:solidFill>
              </a:rPr>
              <a:t>Contracting Parties did not provide the full set of reports/ information outlined under Implementing Regulation 2022/2299.</a:t>
            </a:r>
          </a:p>
          <a:p>
            <a:pPr marL="0" indent="0">
              <a:buNone/>
            </a:pPr>
            <a:endParaRPr lang="en-GB" sz="1000" dirty="0">
              <a:solidFill>
                <a:schemeClr val="accent5"/>
              </a:solidFill>
            </a:endParaRPr>
          </a:p>
          <a:p>
            <a:pPr marL="0" indent="0">
              <a:buNone/>
            </a:pPr>
            <a:r>
              <a:rPr lang="en-GB" sz="3200" dirty="0">
                <a:solidFill>
                  <a:schemeClr val="accent5"/>
                </a:solidFill>
              </a:rPr>
              <a:t>Recurring gaps:</a:t>
            </a:r>
          </a:p>
          <a:p>
            <a:pPr marL="914400" lvl="1" indent="-457200">
              <a:buFont typeface="Arial" panose="020B0604020202020204" pitchFamily="34" charset="0"/>
              <a:buChar char="•"/>
            </a:pPr>
            <a:r>
              <a:rPr lang="en-GB" sz="3200" dirty="0">
                <a:solidFill>
                  <a:schemeClr val="accent5"/>
                </a:solidFill>
                <a:latin typeface="Roboto" panose="02000000000000000000" pitchFamily="2" charset="0"/>
                <a:ea typeface="Roboto" panose="02000000000000000000" pitchFamily="2" charset="0"/>
              </a:rPr>
              <a:t>Annex I: GHG emissions, here especially those information to be pre-/post-filled from submissions under other reporting obligations</a:t>
            </a:r>
          </a:p>
          <a:p>
            <a:pPr marL="914400" lvl="1" indent="-457200">
              <a:buFont typeface="Arial" panose="020B0604020202020204" pitchFamily="34" charset="0"/>
              <a:buChar char="•"/>
            </a:pPr>
            <a:r>
              <a:rPr lang="en-GB" sz="3200" dirty="0">
                <a:solidFill>
                  <a:schemeClr val="accent5"/>
                </a:solidFill>
                <a:latin typeface="Roboto" panose="02000000000000000000" pitchFamily="2" charset="0"/>
                <a:ea typeface="Roboto" panose="02000000000000000000" pitchFamily="2" charset="0"/>
              </a:rPr>
              <a:t>Annex III: Adaptation</a:t>
            </a:r>
          </a:p>
          <a:p>
            <a:pPr marL="914400" lvl="1" indent="-457200">
              <a:buFont typeface="Arial" panose="020B0604020202020204" pitchFamily="34" charset="0"/>
              <a:buChar char="•"/>
            </a:pPr>
            <a:r>
              <a:rPr lang="en-GB" sz="3200" dirty="0">
                <a:solidFill>
                  <a:schemeClr val="accent5"/>
                </a:solidFill>
                <a:latin typeface="Roboto" panose="02000000000000000000" pitchFamily="2" charset="0"/>
                <a:ea typeface="Roboto" panose="02000000000000000000" pitchFamily="2" charset="0"/>
              </a:rPr>
              <a:t>Annexes IX-XIV: Policies and measures, including the assessment of their progress and contributions</a:t>
            </a:r>
          </a:p>
        </p:txBody>
      </p:sp>
      <p:grpSp>
        <p:nvGrpSpPr>
          <p:cNvPr id="16" name="Group 15">
            <a:extLst>
              <a:ext uri="{FF2B5EF4-FFF2-40B4-BE49-F238E27FC236}">
                <a16:creationId xmlns:a16="http://schemas.microsoft.com/office/drawing/2014/main" id="{0FD14740-D927-FA56-734A-5D28633185C1}"/>
              </a:ext>
            </a:extLst>
          </p:cNvPr>
          <p:cNvGrpSpPr>
            <a:grpSpLocks noChangeAspect="1"/>
          </p:cNvGrpSpPr>
          <p:nvPr/>
        </p:nvGrpSpPr>
        <p:grpSpPr>
          <a:xfrm>
            <a:off x="11499850" y="2199165"/>
            <a:ext cx="7128000" cy="7951310"/>
            <a:chOff x="7385050" y="1497371"/>
            <a:chExt cx="8503144" cy="9485304"/>
          </a:xfrm>
        </p:grpSpPr>
        <p:pic>
          <p:nvPicPr>
            <p:cNvPr id="13" name="Picture 12">
              <a:extLst>
                <a:ext uri="{FF2B5EF4-FFF2-40B4-BE49-F238E27FC236}">
                  <a16:creationId xmlns:a16="http://schemas.microsoft.com/office/drawing/2014/main" id="{189FF4A3-D26C-2A44-9B79-70A2C9A77D93}"/>
                </a:ext>
              </a:extLst>
            </p:cNvPr>
            <p:cNvPicPr>
              <a:picLocks noChangeAspect="1"/>
            </p:cNvPicPr>
            <p:nvPr/>
          </p:nvPicPr>
          <p:blipFill>
            <a:blip r:embed="rId2"/>
            <a:srcRect t="23309" b="3909"/>
            <a:stretch>
              <a:fillRect/>
            </a:stretch>
          </p:blipFill>
          <p:spPr>
            <a:xfrm>
              <a:off x="7385050" y="2911475"/>
              <a:ext cx="8503144" cy="8071200"/>
            </a:xfrm>
            <a:prstGeom prst="rect">
              <a:avLst/>
            </a:prstGeom>
          </p:spPr>
        </p:pic>
        <p:pic>
          <p:nvPicPr>
            <p:cNvPr id="15" name="Picture 14">
              <a:extLst>
                <a:ext uri="{FF2B5EF4-FFF2-40B4-BE49-F238E27FC236}">
                  <a16:creationId xmlns:a16="http://schemas.microsoft.com/office/drawing/2014/main" id="{E5E6F8D5-4905-BD23-0D01-2B6E7F114A67}"/>
                </a:ext>
              </a:extLst>
            </p:cNvPr>
            <p:cNvPicPr>
              <a:picLocks noChangeAspect="1"/>
            </p:cNvPicPr>
            <p:nvPr/>
          </p:nvPicPr>
          <p:blipFill>
            <a:blip r:embed="rId2"/>
            <a:srcRect b="87053"/>
            <a:stretch>
              <a:fillRect/>
            </a:stretch>
          </p:blipFill>
          <p:spPr>
            <a:xfrm>
              <a:off x="7385050" y="1497371"/>
              <a:ext cx="8503144" cy="1435800"/>
            </a:xfrm>
            <a:prstGeom prst="rect">
              <a:avLst/>
            </a:prstGeom>
          </p:spPr>
        </p:pic>
      </p:grpSp>
    </p:spTree>
    <p:extLst>
      <p:ext uri="{BB962C8B-B14F-4D97-AF65-F5344CB8AC3E}">
        <p14:creationId xmlns:p14="http://schemas.microsoft.com/office/powerpoint/2010/main" val="2210071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3" cstate="print"/>
          <a:stretch>
            <a:fillRect/>
          </a:stretch>
        </p:blipFill>
        <p:spPr>
          <a:xfrm>
            <a:off x="6369051" y="2908130"/>
            <a:ext cx="7312841" cy="7160965"/>
          </a:xfrm>
          <a:prstGeom prst="rect">
            <a:avLst/>
          </a:prstGeom>
        </p:spPr>
      </p:pic>
      <p:sp>
        <p:nvSpPr>
          <p:cNvPr id="5" name="object 5"/>
          <p:cNvSpPr txBox="1"/>
          <p:nvPr/>
        </p:nvSpPr>
        <p:spPr>
          <a:xfrm>
            <a:off x="14037960" y="7753381"/>
            <a:ext cx="4011929" cy="2642390"/>
          </a:xfrm>
          <a:prstGeom prst="rect">
            <a:avLst/>
          </a:prstGeom>
        </p:spPr>
        <p:txBody>
          <a:bodyPr vert="horz" wrap="square" lIns="0" tIns="51435" rIns="0" bIns="0" rtlCol="0">
            <a:spAutoFit/>
          </a:bodyPr>
          <a:lstStyle/>
          <a:p>
            <a:pPr marL="12700" marR="278130" algn="l">
              <a:lnSpc>
                <a:spcPts val="3329"/>
              </a:lnSpc>
              <a:spcBef>
                <a:spcPts val="405"/>
              </a:spcBef>
            </a:pPr>
            <a:r>
              <a:rPr lang="en-GB" sz="2950" b="1" dirty="0">
                <a:solidFill>
                  <a:srgbClr val="303B79"/>
                </a:solidFill>
                <a:latin typeface="Roboto"/>
                <a:cs typeface="Roboto"/>
              </a:rPr>
              <a:t>Reported information is not always aligned with NECPs (policies and measures, targets).</a:t>
            </a:r>
          </a:p>
          <a:p>
            <a:pPr marL="12700" marR="278130">
              <a:lnSpc>
                <a:spcPts val="3329"/>
              </a:lnSpc>
              <a:spcBef>
                <a:spcPts val="405"/>
              </a:spcBef>
            </a:pPr>
            <a:endParaRPr sz="2950" dirty="0">
              <a:latin typeface="Roboto"/>
              <a:cs typeface="Roboto"/>
            </a:endParaRPr>
          </a:p>
        </p:txBody>
      </p:sp>
      <p:sp>
        <p:nvSpPr>
          <p:cNvPr id="6" name="object 6"/>
          <p:cNvSpPr txBox="1"/>
          <p:nvPr/>
        </p:nvSpPr>
        <p:spPr>
          <a:xfrm>
            <a:off x="14037995" y="3224851"/>
            <a:ext cx="4011929" cy="1744708"/>
          </a:xfrm>
          <a:prstGeom prst="rect">
            <a:avLst/>
          </a:prstGeom>
        </p:spPr>
        <p:txBody>
          <a:bodyPr vert="horz" wrap="square" lIns="0" tIns="51435" rIns="0" bIns="0" rtlCol="0">
            <a:spAutoFit/>
          </a:bodyPr>
          <a:lstStyle/>
          <a:p>
            <a:pPr marL="12700" marR="278130" algn="l">
              <a:lnSpc>
                <a:spcPts val="3329"/>
              </a:lnSpc>
              <a:spcBef>
                <a:spcPts val="405"/>
              </a:spcBef>
            </a:pPr>
            <a:r>
              <a:rPr lang="en-GB" sz="2950" b="1" dirty="0">
                <a:solidFill>
                  <a:srgbClr val="303B79"/>
                </a:solidFill>
                <a:latin typeface="Roboto"/>
                <a:cs typeface="Roboto"/>
              </a:rPr>
              <a:t>Information is not always provided in the expected fields/ tables, but elsewhere.</a:t>
            </a:r>
            <a:endParaRPr sz="1650" dirty="0">
              <a:latin typeface="Roboto"/>
              <a:cs typeface="Roboto"/>
            </a:endParaRPr>
          </a:p>
        </p:txBody>
      </p:sp>
      <p:sp>
        <p:nvSpPr>
          <p:cNvPr id="7" name="object 7"/>
          <p:cNvSpPr txBox="1"/>
          <p:nvPr/>
        </p:nvSpPr>
        <p:spPr>
          <a:xfrm>
            <a:off x="1976229" y="7725767"/>
            <a:ext cx="4011929" cy="318357"/>
          </a:xfrm>
          <a:prstGeom prst="rect">
            <a:avLst/>
          </a:prstGeom>
        </p:spPr>
        <p:txBody>
          <a:bodyPr vert="horz" wrap="square" lIns="0" tIns="15240" rIns="0" bIns="0" rtlCol="0">
            <a:spAutoFit/>
          </a:bodyPr>
          <a:lstStyle/>
          <a:p>
            <a:pPr marL="12700" marR="5080" indent="12700" algn="r">
              <a:lnSpc>
                <a:spcPts val="2610"/>
              </a:lnSpc>
              <a:spcBef>
                <a:spcPts val="95"/>
              </a:spcBef>
            </a:pPr>
            <a:r>
              <a:rPr sz="1650" spc="-10" dirty="0">
                <a:solidFill>
                  <a:srgbClr val="303B79"/>
                </a:solidFill>
                <a:latin typeface="Roboto"/>
                <a:cs typeface="Roboto"/>
              </a:rPr>
              <a:t>.</a:t>
            </a:r>
            <a:endParaRPr sz="1650" dirty="0">
              <a:latin typeface="Roboto"/>
              <a:cs typeface="Roboto"/>
            </a:endParaRPr>
          </a:p>
        </p:txBody>
      </p:sp>
      <p:sp>
        <p:nvSpPr>
          <p:cNvPr id="8" name="object 8"/>
          <p:cNvSpPr txBox="1"/>
          <p:nvPr/>
        </p:nvSpPr>
        <p:spPr>
          <a:xfrm>
            <a:off x="1214623" y="3270871"/>
            <a:ext cx="4773536" cy="3383298"/>
          </a:xfrm>
          <a:prstGeom prst="rect">
            <a:avLst/>
          </a:prstGeom>
        </p:spPr>
        <p:txBody>
          <a:bodyPr vert="horz" wrap="square" lIns="0" tIns="15240" rIns="0" bIns="0" rtlCol="0">
            <a:spAutoFit/>
          </a:bodyPr>
          <a:lstStyle/>
          <a:p>
            <a:pPr marR="5080" algn="r">
              <a:lnSpc>
                <a:spcPts val="3435"/>
              </a:lnSpc>
              <a:spcBef>
                <a:spcPts val="120"/>
              </a:spcBef>
            </a:pPr>
            <a:r>
              <a:rPr lang="en-GB" sz="2950" b="1" dirty="0">
                <a:solidFill>
                  <a:srgbClr val="303B79"/>
                </a:solidFill>
                <a:latin typeface="Roboto"/>
                <a:cs typeface="Roboto"/>
              </a:rPr>
              <a:t>Despite the significant gaps, progress reports provide a rich set of information and data about the current state of the energy system and economy. </a:t>
            </a:r>
          </a:p>
          <a:p>
            <a:pPr marL="12700" marR="5080" indent="12700" algn="r">
              <a:lnSpc>
                <a:spcPts val="2610"/>
              </a:lnSpc>
              <a:spcBef>
                <a:spcPts val="95"/>
              </a:spcBef>
            </a:pPr>
            <a:r>
              <a:rPr sz="1650" spc="-10" dirty="0">
                <a:solidFill>
                  <a:srgbClr val="303B79"/>
                </a:solidFill>
                <a:latin typeface="Roboto"/>
                <a:cs typeface="Roboto"/>
              </a:rPr>
              <a:t>.</a:t>
            </a:r>
            <a:endParaRPr sz="1650" dirty="0">
              <a:latin typeface="Roboto"/>
              <a:cs typeface="Roboto"/>
            </a:endParaRPr>
          </a:p>
        </p:txBody>
      </p:sp>
      <p:sp>
        <p:nvSpPr>
          <p:cNvPr id="9" name="object 9"/>
          <p:cNvSpPr txBox="1"/>
          <p:nvPr/>
        </p:nvSpPr>
        <p:spPr>
          <a:xfrm>
            <a:off x="7574597" y="5729166"/>
            <a:ext cx="4954905" cy="716863"/>
          </a:xfrm>
          <a:prstGeom prst="rect">
            <a:avLst/>
          </a:prstGeom>
        </p:spPr>
        <p:txBody>
          <a:bodyPr vert="horz" wrap="square" lIns="0" tIns="16510" rIns="0" bIns="0" rtlCol="0">
            <a:spAutoFit/>
          </a:bodyPr>
          <a:lstStyle/>
          <a:p>
            <a:pPr algn="ctr">
              <a:lnSpc>
                <a:spcPct val="100000"/>
              </a:lnSpc>
              <a:spcBef>
                <a:spcPts val="130"/>
              </a:spcBef>
            </a:pPr>
            <a:r>
              <a:rPr lang="en-GB" sz="4550" dirty="0">
                <a:solidFill>
                  <a:srgbClr val="FFFFFF"/>
                </a:solidFill>
                <a:latin typeface="Roboto"/>
                <a:cs typeface="Roboto"/>
              </a:rPr>
              <a:t>Quality</a:t>
            </a:r>
            <a:endParaRPr sz="1650" dirty="0">
              <a:latin typeface="Roboto"/>
              <a:cs typeface="Roboto"/>
            </a:endParaRPr>
          </a:p>
        </p:txBody>
      </p:sp>
      <p:sp>
        <p:nvSpPr>
          <p:cNvPr id="10" name="object 10"/>
          <p:cNvSpPr/>
          <p:nvPr/>
        </p:nvSpPr>
        <p:spPr>
          <a:xfrm>
            <a:off x="6844021" y="8373567"/>
            <a:ext cx="123825" cy="123825"/>
          </a:xfrm>
          <a:custGeom>
            <a:avLst/>
            <a:gdLst/>
            <a:ahLst/>
            <a:cxnLst/>
            <a:rect l="l" t="t" r="r" b="b"/>
            <a:pathLst>
              <a:path w="123825" h="123825">
                <a:moveTo>
                  <a:pt x="123367" y="0"/>
                </a:moveTo>
                <a:lnTo>
                  <a:pt x="0" y="0"/>
                </a:lnTo>
                <a:lnTo>
                  <a:pt x="0" y="123367"/>
                </a:lnTo>
                <a:lnTo>
                  <a:pt x="123367" y="123367"/>
                </a:lnTo>
                <a:lnTo>
                  <a:pt x="123367" y="0"/>
                </a:lnTo>
                <a:close/>
              </a:path>
            </a:pathLst>
          </a:custGeom>
          <a:solidFill>
            <a:srgbClr val="FFFFFF"/>
          </a:solidFill>
        </p:spPr>
        <p:txBody>
          <a:bodyPr wrap="square" lIns="0" tIns="0" rIns="0" bIns="0" rtlCol="0"/>
          <a:lstStyle/>
          <a:p>
            <a:endParaRPr/>
          </a:p>
        </p:txBody>
      </p:sp>
      <p:sp>
        <p:nvSpPr>
          <p:cNvPr id="11" name="object 11"/>
          <p:cNvSpPr/>
          <p:nvPr/>
        </p:nvSpPr>
        <p:spPr>
          <a:xfrm>
            <a:off x="7794725" y="8373567"/>
            <a:ext cx="132715" cy="132715"/>
          </a:xfrm>
          <a:custGeom>
            <a:avLst/>
            <a:gdLst/>
            <a:ahLst/>
            <a:cxnLst/>
            <a:rect l="l" t="t" r="r" b="b"/>
            <a:pathLst>
              <a:path w="132715" h="132715">
                <a:moveTo>
                  <a:pt x="132184" y="0"/>
                </a:moveTo>
                <a:lnTo>
                  <a:pt x="0" y="0"/>
                </a:lnTo>
                <a:lnTo>
                  <a:pt x="0" y="132184"/>
                </a:lnTo>
                <a:lnTo>
                  <a:pt x="132184" y="132184"/>
                </a:lnTo>
                <a:lnTo>
                  <a:pt x="132184" y="0"/>
                </a:lnTo>
                <a:close/>
              </a:path>
            </a:pathLst>
          </a:custGeom>
          <a:solidFill>
            <a:srgbClr val="FFFFFF"/>
          </a:solidFill>
        </p:spPr>
        <p:txBody>
          <a:bodyPr wrap="square" lIns="0" tIns="0" rIns="0" bIns="0" rtlCol="0"/>
          <a:lstStyle/>
          <a:p>
            <a:endParaRPr/>
          </a:p>
        </p:txBody>
      </p:sp>
      <p:grpSp>
        <p:nvGrpSpPr>
          <p:cNvPr id="12" name="object 12"/>
          <p:cNvGrpSpPr/>
          <p:nvPr/>
        </p:nvGrpSpPr>
        <p:grpSpPr>
          <a:xfrm>
            <a:off x="1198916" y="3041590"/>
            <a:ext cx="17670145" cy="6148070"/>
            <a:chOff x="1198916" y="3041590"/>
            <a:chExt cx="17670145" cy="6148070"/>
          </a:xfrm>
        </p:grpSpPr>
        <p:sp>
          <p:nvSpPr>
            <p:cNvPr id="17" name="object 17"/>
            <p:cNvSpPr/>
            <p:nvPr/>
          </p:nvSpPr>
          <p:spPr>
            <a:xfrm>
              <a:off x="6844004" y="3537184"/>
              <a:ext cx="6402070" cy="5652770"/>
            </a:xfrm>
            <a:custGeom>
              <a:avLst/>
              <a:gdLst/>
              <a:ahLst/>
              <a:cxnLst/>
              <a:rect l="l" t="t" r="r" b="b"/>
              <a:pathLst>
                <a:path w="6402069" h="5652770">
                  <a:moveTo>
                    <a:pt x="318071" y="31292"/>
                  </a:moveTo>
                  <a:lnTo>
                    <a:pt x="153847" y="31292"/>
                  </a:lnTo>
                  <a:lnTo>
                    <a:pt x="153847" y="273735"/>
                  </a:lnTo>
                  <a:lnTo>
                    <a:pt x="318071" y="273735"/>
                  </a:lnTo>
                  <a:lnTo>
                    <a:pt x="318071" y="31292"/>
                  </a:lnTo>
                  <a:close/>
                </a:path>
                <a:path w="6402069" h="5652770">
                  <a:moveTo>
                    <a:pt x="354812" y="4532935"/>
                  </a:moveTo>
                  <a:lnTo>
                    <a:pt x="0" y="4794351"/>
                  </a:lnTo>
                  <a:lnTo>
                    <a:pt x="354812" y="4796091"/>
                  </a:lnTo>
                  <a:lnTo>
                    <a:pt x="354812" y="4532935"/>
                  </a:lnTo>
                  <a:close/>
                </a:path>
                <a:path w="6402069" h="5652770">
                  <a:moveTo>
                    <a:pt x="672134" y="4527728"/>
                  </a:moveTo>
                  <a:lnTo>
                    <a:pt x="404114" y="4527728"/>
                  </a:lnTo>
                  <a:lnTo>
                    <a:pt x="404114" y="4795748"/>
                  </a:lnTo>
                  <a:lnTo>
                    <a:pt x="672134" y="4795748"/>
                  </a:lnTo>
                  <a:lnTo>
                    <a:pt x="672134" y="4527728"/>
                  </a:lnTo>
                  <a:close/>
                </a:path>
                <a:path w="6402069" h="5652770">
                  <a:moveTo>
                    <a:pt x="838060" y="345922"/>
                  </a:moveTo>
                  <a:lnTo>
                    <a:pt x="153835" y="345922"/>
                  </a:lnTo>
                  <a:lnTo>
                    <a:pt x="153835" y="712520"/>
                  </a:lnTo>
                  <a:lnTo>
                    <a:pt x="157581" y="763320"/>
                  </a:lnTo>
                  <a:lnTo>
                    <a:pt x="168478" y="811771"/>
                  </a:lnTo>
                  <a:lnTo>
                    <a:pt x="185978" y="857338"/>
                  </a:lnTo>
                  <a:lnTo>
                    <a:pt x="209537" y="899502"/>
                  </a:lnTo>
                  <a:lnTo>
                    <a:pt x="238633" y="937704"/>
                  </a:lnTo>
                  <a:lnTo>
                    <a:pt x="272707" y="971435"/>
                  </a:lnTo>
                  <a:lnTo>
                    <a:pt x="311238" y="1000150"/>
                  </a:lnTo>
                  <a:lnTo>
                    <a:pt x="353669" y="1023327"/>
                  </a:lnTo>
                  <a:lnTo>
                    <a:pt x="399465" y="1040422"/>
                  </a:lnTo>
                  <a:lnTo>
                    <a:pt x="448094" y="1050899"/>
                  </a:lnTo>
                  <a:lnTo>
                    <a:pt x="448094" y="752932"/>
                  </a:lnTo>
                  <a:lnTo>
                    <a:pt x="452158" y="707809"/>
                  </a:lnTo>
                  <a:lnTo>
                    <a:pt x="463842" y="665314"/>
                  </a:lnTo>
                  <a:lnTo>
                    <a:pt x="482460" y="626173"/>
                  </a:lnTo>
                  <a:lnTo>
                    <a:pt x="507276" y="591083"/>
                  </a:lnTo>
                  <a:lnTo>
                    <a:pt x="537591" y="560768"/>
                  </a:lnTo>
                  <a:lnTo>
                    <a:pt x="572668" y="535952"/>
                  </a:lnTo>
                  <a:lnTo>
                    <a:pt x="611822" y="517334"/>
                  </a:lnTo>
                  <a:lnTo>
                    <a:pt x="654316" y="505650"/>
                  </a:lnTo>
                  <a:lnTo>
                    <a:pt x="699427" y="501586"/>
                  </a:lnTo>
                  <a:lnTo>
                    <a:pt x="838060" y="501586"/>
                  </a:lnTo>
                  <a:lnTo>
                    <a:pt x="838060" y="345922"/>
                  </a:lnTo>
                  <a:close/>
                </a:path>
                <a:path w="6402069" h="5652770">
                  <a:moveTo>
                    <a:pt x="838060" y="31292"/>
                  </a:moveTo>
                  <a:lnTo>
                    <a:pt x="673836" y="31292"/>
                  </a:lnTo>
                  <a:lnTo>
                    <a:pt x="673836" y="273735"/>
                  </a:lnTo>
                  <a:lnTo>
                    <a:pt x="838060" y="273735"/>
                  </a:lnTo>
                  <a:lnTo>
                    <a:pt x="838060" y="31292"/>
                  </a:lnTo>
                  <a:close/>
                </a:path>
                <a:path w="6402069" h="5652770">
                  <a:moveTo>
                    <a:pt x="938377" y="5635790"/>
                  </a:moveTo>
                  <a:lnTo>
                    <a:pt x="673493" y="4881854"/>
                  </a:lnTo>
                  <a:lnTo>
                    <a:pt x="403250" y="4881854"/>
                  </a:lnTo>
                  <a:lnTo>
                    <a:pt x="127584" y="5635790"/>
                  </a:lnTo>
                  <a:lnTo>
                    <a:pt x="128854" y="5635790"/>
                  </a:lnTo>
                  <a:lnTo>
                    <a:pt x="537832" y="5423319"/>
                  </a:lnTo>
                  <a:lnTo>
                    <a:pt x="938377" y="5635790"/>
                  </a:lnTo>
                  <a:close/>
                </a:path>
                <a:path w="6402069" h="5652770">
                  <a:moveTo>
                    <a:pt x="1001141" y="564248"/>
                  </a:moveTo>
                  <a:lnTo>
                    <a:pt x="699439" y="564248"/>
                  </a:lnTo>
                  <a:lnTo>
                    <a:pt x="649274" y="570979"/>
                  </a:lnTo>
                  <a:lnTo>
                    <a:pt x="604202" y="590003"/>
                  </a:lnTo>
                  <a:lnTo>
                    <a:pt x="566013" y="619506"/>
                  </a:lnTo>
                  <a:lnTo>
                    <a:pt x="536511" y="657694"/>
                  </a:lnTo>
                  <a:lnTo>
                    <a:pt x="517486" y="702767"/>
                  </a:lnTo>
                  <a:lnTo>
                    <a:pt x="510743" y="752932"/>
                  </a:lnTo>
                  <a:lnTo>
                    <a:pt x="510743" y="1004011"/>
                  </a:lnTo>
                  <a:lnTo>
                    <a:pt x="730631" y="784123"/>
                  </a:lnTo>
                  <a:lnTo>
                    <a:pt x="781253" y="834745"/>
                  </a:lnTo>
                  <a:lnTo>
                    <a:pt x="561378" y="1054633"/>
                  </a:lnTo>
                  <a:lnTo>
                    <a:pt x="812444" y="1054633"/>
                  </a:lnTo>
                  <a:lnTo>
                    <a:pt x="862609" y="1047902"/>
                  </a:lnTo>
                  <a:lnTo>
                    <a:pt x="907681" y="1028877"/>
                  </a:lnTo>
                  <a:lnTo>
                    <a:pt x="945870" y="999375"/>
                  </a:lnTo>
                  <a:lnTo>
                    <a:pt x="975385" y="961174"/>
                  </a:lnTo>
                  <a:lnTo>
                    <a:pt x="994397" y="916101"/>
                  </a:lnTo>
                  <a:lnTo>
                    <a:pt x="1001141" y="865936"/>
                  </a:lnTo>
                  <a:lnTo>
                    <a:pt x="1001141" y="564248"/>
                  </a:lnTo>
                  <a:close/>
                </a:path>
                <a:path w="6402069" h="5652770">
                  <a:moveTo>
                    <a:pt x="1080643" y="4794351"/>
                  </a:moveTo>
                  <a:lnTo>
                    <a:pt x="721931" y="4530014"/>
                  </a:lnTo>
                  <a:lnTo>
                    <a:pt x="721931" y="4796028"/>
                  </a:lnTo>
                  <a:lnTo>
                    <a:pt x="1080643" y="4794351"/>
                  </a:lnTo>
                  <a:close/>
                </a:path>
                <a:path w="6402069" h="5652770">
                  <a:moveTo>
                    <a:pt x="5813285" y="564388"/>
                  </a:moveTo>
                  <a:lnTo>
                    <a:pt x="5309146" y="564388"/>
                  </a:lnTo>
                  <a:lnTo>
                    <a:pt x="5309146" y="1068527"/>
                  </a:lnTo>
                  <a:lnTo>
                    <a:pt x="5813285" y="1068527"/>
                  </a:lnTo>
                  <a:lnTo>
                    <a:pt x="5813285" y="564388"/>
                  </a:lnTo>
                  <a:close/>
                </a:path>
                <a:path w="6402069" h="5652770">
                  <a:moveTo>
                    <a:pt x="5813285" y="6350"/>
                  </a:moveTo>
                  <a:lnTo>
                    <a:pt x="5309146" y="6350"/>
                  </a:lnTo>
                  <a:lnTo>
                    <a:pt x="5309146" y="510489"/>
                  </a:lnTo>
                  <a:lnTo>
                    <a:pt x="5813285" y="510489"/>
                  </a:lnTo>
                  <a:lnTo>
                    <a:pt x="5813285" y="6350"/>
                  </a:lnTo>
                  <a:close/>
                </a:path>
                <a:path w="6402069" h="5652770">
                  <a:moveTo>
                    <a:pt x="5999429" y="4591545"/>
                  </a:moveTo>
                  <a:lnTo>
                    <a:pt x="5997816" y="4591545"/>
                  </a:lnTo>
                  <a:lnTo>
                    <a:pt x="5997816" y="4589005"/>
                  </a:lnTo>
                  <a:lnTo>
                    <a:pt x="5295544" y="4589005"/>
                  </a:lnTo>
                  <a:lnTo>
                    <a:pt x="5295544" y="4591545"/>
                  </a:lnTo>
                  <a:lnTo>
                    <a:pt x="5293919" y="4591545"/>
                  </a:lnTo>
                  <a:lnTo>
                    <a:pt x="5293919" y="4903965"/>
                  </a:lnTo>
                  <a:lnTo>
                    <a:pt x="5293919" y="5290045"/>
                  </a:lnTo>
                  <a:lnTo>
                    <a:pt x="5295417" y="5290045"/>
                  </a:lnTo>
                  <a:lnTo>
                    <a:pt x="5295417" y="5293855"/>
                  </a:lnTo>
                  <a:lnTo>
                    <a:pt x="5599328" y="5293855"/>
                  </a:lnTo>
                  <a:lnTo>
                    <a:pt x="5599328" y="5290045"/>
                  </a:lnTo>
                  <a:lnTo>
                    <a:pt x="5599328" y="4903965"/>
                  </a:lnTo>
                  <a:lnTo>
                    <a:pt x="5999429" y="4903965"/>
                  </a:lnTo>
                  <a:lnTo>
                    <a:pt x="5999429" y="4591545"/>
                  </a:lnTo>
                  <a:close/>
                </a:path>
                <a:path w="6402069" h="5652770">
                  <a:moveTo>
                    <a:pt x="6004242" y="4955260"/>
                  </a:moveTo>
                  <a:lnTo>
                    <a:pt x="6004039" y="4955171"/>
                  </a:lnTo>
                  <a:lnTo>
                    <a:pt x="5652186" y="4955171"/>
                  </a:lnTo>
                  <a:lnTo>
                    <a:pt x="5652084" y="5307241"/>
                  </a:lnTo>
                  <a:lnTo>
                    <a:pt x="6004153" y="5307330"/>
                  </a:lnTo>
                  <a:lnTo>
                    <a:pt x="6004242" y="4955260"/>
                  </a:lnTo>
                  <a:close/>
                </a:path>
                <a:path w="6402069" h="5652770">
                  <a:moveTo>
                    <a:pt x="6359779" y="4950168"/>
                  </a:moveTo>
                  <a:lnTo>
                    <a:pt x="6358217" y="4950168"/>
                  </a:lnTo>
                  <a:lnTo>
                    <a:pt x="6358217" y="4946358"/>
                  </a:lnTo>
                  <a:lnTo>
                    <a:pt x="6051943" y="4946358"/>
                  </a:lnTo>
                  <a:lnTo>
                    <a:pt x="6051943" y="4950168"/>
                  </a:lnTo>
                  <a:lnTo>
                    <a:pt x="6051943" y="5356568"/>
                  </a:lnTo>
                  <a:lnTo>
                    <a:pt x="5654268" y="5356568"/>
                  </a:lnTo>
                  <a:lnTo>
                    <a:pt x="5654268" y="5648668"/>
                  </a:lnTo>
                  <a:lnTo>
                    <a:pt x="5656440" y="5648668"/>
                  </a:lnTo>
                  <a:lnTo>
                    <a:pt x="5656440" y="5652478"/>
                  </a:lnTo>
                  <a:lnTo>
                    <a:pt x="6357607" y="5652478"/>
                  </a:lnTo>
                  <a:lnTo>
                    <a:pt x="6357607" y="5648668"/>
                  </a:lnTo>
                  <a:lnTo>
                    <a:pt x="6359779" y="5648668"/>
                  </a:lnTo>
                  <a:lnTo>
                    <a:pt x="6359779" y="5356568"/>
                  </a:lnTo>
                  <a:lnTo>
                    <a:pt x="6359779" y="4950168"/>
                  </a:lnTo>
                  <a:close/>
                </a:path>
                <a:path w="6402069" h="5652770">
                  <a:moveTo>
                    <a:pt x="6374244" y="0"/>
                  </a:moveTo>
                  <a:lnTo>
                    <a:pt x="5870118" y="0"/>
                  </a:lnTo>
                  <a:lnTo>
                    <a:pt x="5870118" y="504139"/>
                  </a:lnTo>
                  <a:lnTo>
                    <a:pt x="6374244" y="504139"/>
                  </a:lnTo>
                  <a:lnTo>
                    <a:pt x="6374244" y="0"/>
                  </a:lnTo>
                  <a:close/>
                </a:path>
                <a:path w="6402069" h="5652770">
                  <a:moveTo>
                    <a:pt x="6401651" y="750544"/>
                  </a:moveTo>
                  <a:lnTo>
                    <a:pt x="6198806" y="735901"/>
                  </a:lnTo>
                  <a:lnTo>
                    <a:pt x="6122174" y="547497"/>
                  </a:lnTo>
                  <a:lnTo>
                    <a:pt x="6045555" y="735901"/>
                  </a:lnTo>
                  <a:lnTo>
                    <a:pt x="5842698" y="750544"/>
                  </a:lnTo>
                  <a:lnTo>
                    <a:pt x="5998197" y="881646"/>
                  </a:lnTo>
                  <a:lnTo>
                    <a:pt x="5949454" y="1079106"/>
                  </a:lnTo>
                  <a:lnTo>
                    <a:pt x="6122174" y="971715"/>
                  </a:lnTo>
                  <a:lnTo>
                    <a:pt x="6294907" y="1079106"/>
                  </a:lnTo>
                  <a:lnTo>
                    <a:pt x="6246152" y="881646"/>
                  </a:lnTo>
                  <a:lnTo>
                    <a:pt x="6401651" y="750544"/>
                  </a:lnTo>
                  <a:close/>
                </a:path>
              </a:pathLst>
            </a:custGeom>
            <a:solidFill>
              <a:srgbClr val="FFFFFF"/>
            </a:solidFill>
          </p:spPr>
          <p:txBody>
            <a:bodyPr wrap="square" lIns="0" tIns="0" rIns="0" bIns="0" rtlCol="0"/>
            <a:lstStyle/>
            <a:p>
              <a:endParaRPr/>
            </a:p>
          </p:txBody>
        </p:sp>
        <p:sp>
          <p:nvSpPr>
            <p:cNvPr id="13" name="object 13"/>
            <p:cNvSpPr/>
            <p:nvPr/>
          </p:nvSpPr>
          <p:spPr>
            <a:xfrm>
              <a:off x="12646406" y="3050794"/>
              <a:ext cx="6222365" cy="0"/>
            </a:xfrm>
            <a:custGeom>
              <a:avLst/>
              <a:gdLst/>
              <a:ahLst/>
              <a:cxnLst/>
              <a:rect l="l" t="t" r="r" b="b"/>
              <a:pathLst>
                <a:path w="6222365">
                  <a:moveTo>
                    <a:pt x="0" y="0"/>
                  </a:moveTo>
                  <a:lnTo>
                    <a:pt x="6222124" y="0"/>
                  </a:lnTo>
                </a:path>
              </a:pathLst>
            </a:custGeom>
            <a:ln w="18407">
              <a:solidFill>
                <a:srgbClr val="76B846"/>
              </a:solidFill>
            </a:ln>
          </p:spPr>
          <p:txBody>
            <a:bodyPr wrap="square" lIns="0" tIns="0" rIns="0" bIns="0" rtlCol="0"/>
            <a:lstStyle/>
            <a:p>
              <a:endParaRPr/>
            </a:p>
          </p:txBody>
        </p:sp>
        <p:sp>
          <p:nvSpPr>
            <p:cNvPr id="14" name="object 14"/>
            <p:cNvSpPr/>
            <p:nvPr/>
          </p:nvSpPr>
          <p:spPr>
            <a:xfrm>
              <a:off x="12646406" y="7606940"/>
              <a:ext cx="6222365" cy="0"/>
            </a:xfrm>
            <a:custGeom>
              <a:avLst/>
              <a:gdLst/>
              <a:ahLst/>
              <a:cxnLst/>
              <a:rect l="l" t="t" r="r" b="b"/>
              <a:pathLst>
                <a:path w="6222365">
                  <a:moveTo>
                    <a:pt x="0" y="0"/>
                  </a:moveTo>
                  <a:lnTo>
                    <a:pt x="6222124" y="0"/>
                  </a:lnTo>
                </a:path>
              </a:pathLst>
            </a:custGeom>
            <a:ln w="18407">
              <a:solidFill>
                <a:srgbClr val="3A9F5F"/>
              </a:solidFill>
            </a:ln>
          </p:spPr>
          <p:txBody>
            <a:bodyPr wrap="square" lIns="0" tIns="0" rIns="0" bIns="0" rtlCol="0"/>
            <a:lstStyle/>
            <a:p>
              <a:endParaRPr/>
            </a:p>
          </p:txBody>
        </p:sp>
        <p:sp>
          <p:nvSpPr>
            <p:cNvPr id="15" name="object 15"/>
            <p:cNvSpPr/>
            <p:nvPr/>
          </p:nvSpPr>
          <p:spPr>
            <a:xfrm>
              <a:off x="1214622" y="3050794"/>
              <a:ext cx="6222365" cy="0"/>
            </a:xfrm>
            <a:custGeom>
              <a:avLst/>
              <a:gdLst/>
              <a:ahLst/>
              <a:cxnLst/>
              <a:rect l="l" t="t" r="r" b="b"/>
              <a:pathLst>
                <a:path w="6222365">
                  <a:moveTo>
                    <a:pt x="0" y="0"/>
                  </a:moveTo>
                  <a:lnTo>
                    <a:pt x="6222135" y="0"/>
                  </a:lnTo>
                </a:path>
              </a:pathLst>
            </a:custGeom>
            <a:ln w="18407">
              <a:solidFill>
                <a:srgbClr val="2C616C"/>
              </a:solidFill>
            </a:ln>
          </p:spPr>
          <p:txBody>
            <a:bodyPr wrap="square" lIns="0" tIns="0" rIns="0" bIns="0" rtlCol="0"/>
            <a:lstStyle/>
            <a:p>
              <a:endParaRPr/>
            </a:p>
          </p:txBody>
        </p:sp>
        <p:sp>
          <p:nvSpPr>
            <p:cNvPr id="16" name="object 16"/>
            <p:cNvSpPr/>
            <p:nvPr/>
          </p:nvSpPr>
          <p:spPr>
            <a:xfrm>
              <a:off x="1198916" y="7612175"/>
              <a:ext cx="6222365" cy="0"/>
            </a:xfrm>
            <a:custGeom>
              <a:avLst/>
              <a:gdLst/>
              <a:ahLst/>
              <a:cxnLst/>
              <a:rect l="l" t="t" r="r" b="b"/>
              <a:pathLst>
                <a:path w="6222365">
                  <a:moveTo>
                    <a:pt x="0" y="0"/>
                  </a:moveTo>
                  <a:lnTo>
                    <a:pt x="6222135" y="0"/>
                  </a:lnTo>
                </a:path>
              </a:pathLst>
            </a:custGeom>
            <a:ln w="18407">
              <a:solidFill>
                <a:srgbClr val="008677"/>
              </a:solidFill>
            </a:ln>
          </p:spPr>
          <p:txBody>
            <a:bodyPr wrap="square" lIns="0" tIns="0" rIns="0" bIns="0" rtlCol="0"/>
            <a:lstStyle/>
            <a:p>
              <a:endParaRPr/>
            </a:p>
          </p:txBody>
        </p:sp>
      </p:grpSp>
      <p:sp>
        <p:nvSpPr>
          <p:cNvPr id="35" name="object 2">
            <a:extLst>
              <a:ext uri="{FF2B5EF4-FFF2-40B4-BE49-F238E27FC236}">
                <a16:creationId xmlns:a16="http://schemas.microsoft.com/office/drawing/2014/main" id="{11EF7555-FF89-70C9-F101-FD7F31CB7940}"/>
              </a:ext>
            </a:extLst>
          </p:cNvPr>
          <p:cNvSpPr/>
          <p:nvPr/>
        </p:nvSpPr>
        <p:spPr>
          <a:xfrm>
            <a:off x="0" y="1168650"/>
            <a:ext cx="12947649" cy="1321435"/>
          </a:xfrm>
          <a:custGeom>
            <a:avLst/>
            <a:gdLst/>
            <a:ahLst/>
            <a:cxnLst/>
            <a:rect l="l" t="t" r="r" b="b"/>
            <a:pathLst>
              <a:path w="7299959" h="1321435">
                <a:moveTo>
                  <a:pt x="2397" y="0"/>
                </a:moveTo>
                <a:lnTo>
                  <a:pt x="0" y="1307782"/>
                </a:lnTo>
                <a:lnTo>
                  <a:pt x="7297400" y="1321163"/>
                </a:lnTo>
                <a:lnTo>
                  <a:pt x="7299798" y="13381"/>
                </a:lnTo>
                <a:lnTo>
                  <a:pt x="2397" y="0"/>
                </a:lnTo>
                <a:close/>
              </a:path>
            </a:pathLst>
          </a:custGeom>
          <a:solidFill>
            <a:srgbClr val="008677"/>
          </a:solidFill>
        </p:spPr>
        <p:txBody>
          <a:bodyPr wrap="square" lIns="0" tIns="0" rIns="0" bIns="0" rtlCol="0"/>
          <a:lstStyle/>
          <a:p>
            <a:endParaRPr/>
          </a:p>
        </p:txBody>
      </p:sp>
      <p:sp>
        <p:nvSpPr>
          <p:cNvPr id="36" name="object 3">
            <a:extLst>
              <a:ext uri="{FF2B5EF4-FFF2-40B4-BE49-F238E27FC236}">
                <a16:creationId xmlns:a16="http://schemas.microsoft.com/office/drawing/2014/main" id="{61467150-1AC8-D3DD-129D-01D0941CE6C9}"/>
              </a:ext>
            </a:extLst>
          </p:cNvPr>
          <p:cNvSpPr txBox="1">
            <a:spLocks/>
          </p:cNvSpPr>
          <p:nvPr/>
        </p:nvSpPr>
        <p:spPr>
          <a:xfrm>
            <a:off x="1165376" y="1369400"/>
            <a:ext cx="11364126" cy="923330"/>
          </a:xfrm>
          <a:prstGeom prst="rect">
            <a:avLst/>
          </a:prstGeom>
        </p:spPr>
        <p:txBody>
          <a:bodyPr vert="horz" wrap="square" lIns="0" tIns="15240" rIns="0" bIns="0" rtlCol="0">
            <a:spAutoFit/>
          </a:bodyPr>
          <a:lstStyle>
            <a:lvl1pPr>
              <a:defRPr sz="5900" b="0" i="0">
                <a:solidFill>
                  <a:schemeClr val="bg1"/>
                </a:solidFill>
                <a:latin typeface="Arial Black"/>
                <a:ea typeface="+mj-ea"/>
                <a:cs typeface="Arial Black"/>
              </a:defRPr>
            </a:lvl1pPr>
          </a:lstStyle>
          <a:p>
            <a:pPr marL="12700">
              <a:spcBef>
                <a:spcPts val="120"/>
              </a:spcBef>
            </a:pPr>
            <a:r>
              <a:rPr lang="pt-PT" b="1" dirty="0">
                <a:latin typeface="Roboto" panose="02000000000000000000" pitchFamily="2" charset="0"/>
                <a:ea typeface="Roboto" panose="02000000000000000000" pitchFamily="2" charset="0"/>
                <a:cs typeface="Roboto" panose="02000000000000000000" pitchFamily="2" charset="0"/>
              </a:rPr>
              <a:t>Quality of reported information</a:t>
            </a:r>
          </a:p>
        </p:txBody>
      </p:sp>
      <p:sp>
        <p:nvSpPr>
          <p:cNvPr id="21" name="object 5">
            <a:extLst>
              <a:ext uri="{FF2B5EF4-FFF2-40B4-BE49-F238E27FC236}">
                <a16:creationId xmlns:a16="http://schemas.microsoft.com/office/drawing/2014/main" id="{71EED9BD-EA66-76D2-A807-3E9C60C84CF0}"/>
              </a:ext>
            </a:extLst>
          </p:cNvPr>
          <p:cNvSpPr txBox="1"/>
          <p:nvPr/>
        </p:nvSpPr>
        <p:spPr>
          <a:xfrm>
            <a:off x="18031446" y="10302875"/>
            <a:ext cx="555004" cy="473206"/>
          </a:xfrm>
          <a:prstGeom prst="rect">
            <a:avLst/>
          </a:prstGeom>
        </p:spPr>
        <p:txBody>
          <a:bodyPr vert="horz" wrap="square" lIns="0" tIns="11430" rIns="0" bIns="0" rtlCol="0">
            <a:spAutoFit/>
          </a:bodyPr>
          <a:lstStyle/>
          <a:p>
            <a:pPr marL="12700">
              <a:lnSpc>
                <a:spcPct val="100000"/>
              </a:lnSpc>
              <a:spcBef>
                <a:spcPts val="90"/>
              </a:spcBef>
            </a:pPr>
            <a:r>
              <a:rPr lang="pt-PT" sz="3000" dirty="0">
                <a:solidFill>
                  <a:schemeClr val="bg1"/>
                </a:solidFill>
                <a:latin typeface="Roboto" panose="02000000000000000000" pitchFamily="2" charset="0"/>
                <a:ea typeface="Roboto" panose="02000000000000000000" pitchFamily="2" charset="0"/>
                <a:cs typeface="Roboto" panose="02000000000000000000" pitchFamily="2" charset="0"/>
              </a:rPr>
              <a:t>1</a:t>
            </a:r>
            <a:endParaRPr sz="30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 name="Oval 1">
            <a:extLst>
              <a:ext uri="{FF2B5EF4-FFF2-40B4-BE49-F238E27FC236}">
                <a16:creationId xmlns:a16="http://schemas.microsoft.com/office/drawing/2014/main" id="{970A430A-A487-041D-5614-85EAA35D4795}"/>
              </a:ext>
            </a:extLst>
          </p:cNvPr>
          <p:cNvSpPr/>
          <p:nvPr/>
        </p:nvSpPr>
        <p:spPr>
          <a:xfrm>
            <a:off x="6363850" y="3033275"/>
            <a:ext cx="2088000" cy="2088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3" name="Oval 2">
            <a:extLst>
              <a:ext uri="{FF2B5EF4-FFF2-40B4-BE49-F238E27FC236}">
                <a16:creationId xmlns:a16="http://schemas.microsoft.com/office/drawing/2014/main" id="{F4F7CA39-9510-78FD-C063-E17EE23543F4}"/>
              </a:ext>
            </a:extLst>
          </p:cNvPr>
          <p:cNvSpPr/>
          <p:nvPr/>
        </p:nvSpPr>
        <p:spPr>
          <a:xfrm>
            <a:off x="6363850" y="7606940"/>
            <a:ext cx="2088000" cy="2088000"/>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pic>
        <p:nvPicPr>
          <p:cNvPr id="22" name="Graphic 21">
            <a:extLst>
              <a:ext uri="{FF2B5EF4-FFF2-40B4-BE49-F238E27FC236}">
                <a16:creationId xmlns:a16="http://schemas.microsoft.com/office/drawing/2014/main" id="{24501E3E-E516-AADC-2039-660EAB9A2FC2}"/>
              </a:ext>
            </a:extLst>
          </p:cNvPr>
          <p:cNvPicPr>
            <a:picLocks noChangeAspect="1"/>
          </p:cNvPicPr>
          <p:nvPr/>
        </p:nvPicPr>
        <p:blipFill>
          <a:blip>
            <a:extLst>
              <a:ext uri="{96DAC541-7B7A-43D3-8B79-37D633B846F1}">
                <asvg:svgBlip xmlns:asvg="http://schemas.microsoft.com/office/drawing/2016/SVG/main" r:embed="rId4"/>
              </a:ext>
              <a:ext uri="{837473B0-CC2E-450A-ABE3-18F120FF3D39}">
                <a1611:picAttrSrcUrl xmlns:a1611="http://schemas.microsoft.com/office/drawing/2016/11/main" r:id="rId5"/>
              </a:ext>
            </a:extLst>
          </a:blip>
          <a:stretch>
            <a:fillRect/>
          </a:stretch>
        </p:blipFill>
        <p:spPr>
          <a:xfrm>
            <a:off x="6811434" y="3440075"/>
            <a:ext cx="1259416" cy="1224000"/>
          </a:xfrm>
          <a:prstGeom prst="rect">
            <a:avLst/>
          </a:prstGeom>
        </p:spPr>
      </p:pic>
      <p:sp>
        <p:nvSpPr>
          <p:cNvPr id="25" name="object 8">
            <a:extLst>
              <a:ext uri="{FF2B5EF4-FFF2-40B4-BE49-F238E27FC236}">
                <a16:creationId xmlns:a16="http://schemas.microsoft.com/office/drawing/2014/main" id="{D832E6D2-2BCA-C7C3-4181-4663EB7586F9}"/>
              </a:ext>
            </a:extLst>
          </p:cNvPr>
          <p:cNvSpPr txBox="1"/>
          <p:nvPr/>
        </p:nvSpPr>
        <p:spPr>
          <a:xfrm>
            <a:off x="1133808" y="7864475"/>
            <a:ext cx="4852971" cy="2511265"/>
          </a:xfrm>
          <a:prstGeom prst="rect">
            <a:avLst/>
          </a:prstGeom>
        </p:spPr>
        <p:txBody>
          <a:bodyPr vert="horz" wrap="square" lIns="0" tIns="15240" rIns="0" bIns="0" rtlCol="0">
            <a:spAutoFit/>
          </a:bodyPr>
          <a:lstStyle/>
          <a:p>
            <a:pPr marR="5080" algn="r">
              <a:lnSpc>
                <a:spcPts val="3435"/>
              </a:lnSpc>
              <a:spcBef>
                <a:spcPts val="120"/>
              </a:spcBef>
            </a:pPr>
            <a:r>
              <a:rPr lang="en-GB" sz="2950" b="1" dirty="0">
                <a:solidFill>
                  <a:srgbClr val="303B79"/>
                </a:solidFill>
                <a:latin typeface="Roboto"/>
                <a:cs typeface="Roboto"/>
              </a:rPr>
              <a:t>Contracting Parties cooperated closely with EEA and DG ENER throughout the reporting process (technical guidance, trainings, QA/QC).</a:t>
            </a:r>
          </a:p>
          <a:p>
            <a:pPr marL="12700" marR="5080" indent="12700" algn="r">
              <a:lnSpc>
                <a:spcPts val="2610"/>
              </a:lnSpc>
              <a:spcBef>
                <a:spcPts val="95"/>
              </a:spcBef>
            </a:pPr>
            <a:r>
              <a:rPr sz="1650" spc="-10" dirty="0">
                <a:solidFill>
                  <a:srgbClr val="303B79"/>
                </a:solidFill>
                <a:latin typeface="Roboto"/>
                <a:cs typeface="Roboto"/>
              </a:rPr>
              <a:t>.</a:t>
            </a:r>
            <a:endParaRPr sz="1650" dirty="0">
              <a:latin typeface="Roboto"/>
              <a:cs typeface="Roboto"/>
            </a:endParaRPr>
          </a:p>
        </p:txBody>
      </p:sp>
      <p:pic>
        <p:nvPicPr>
          <p:cNvPr id="27" name="Picture 26">
            <a:extLst>
              <a:ext uri="{FF2B5EF4-FFF2-40B4-BE49-F238E27FC236}">
                <a16:creationId xmlns:a16="http://schemas.microsoft.com/office/drawing/2014/main" id="{7886399B-0858-6F09-EAF0-410F89C7EC8E}"/>
              </a:ext>
            </a:extLst>
          </p:cNvPr>
          <p:cNvPicPr>
            <a:picLocks noChangeAspect="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546850" y="8169275"/>
            <a:ext cx="1545539" cy="97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 name="Imagem 19">
            <a:extLst>
              <a:ext uri="{FF2B5EF4-FFF2-40B4-BE49-F238E27FC236}">
                <a16:creationId xmlns:a16="http://schemas.microsoft.com/office/drawing/2014/main" id="{327632F5-3446-6E12-F545-D8F495710CD5}"/>
              </a:ext>
            </a:extLst>
          </p:cNvPr>
          <p:cNvPicPr>
            <a:picLocks noChangeAspect="1"/>
          </p:cNvPicPr>
          <p:nvPr/>
        </p:nvPicPr>
        <p:blipFill>
          <a:blip r:embed="rId3">
            <a:extLst>
              <a:ext uri="{28A0092B-C50C-407E-A947-70E740481C1C}">
                <a14:useLocalDpi xmlns:a14="http://schemas.microsoft.com/office/drawing/2010/main" val="0"/>
              </a:ext>
            </a:extLst>
          </a:blip>
          <a:srcRect l="20361" t="19289" r="19289"/>
          <a:stretch/>
        </p:blipFill>
        <p:spPr>
          <a:xfrm>
            <a:off x="9277204" y="-27669"/>
            <a:ext cx="10865599" cy="10940144"/>
          </a:xfrm>
          <a:prstGeom prst="rect">
            <a:avLst/>
          </a:prstGeom>
        </p:spPr>
      </p:pic>
      <p:sp>
        <p:nvSpPr>
          <p:cNvPr id="4" name="Retângulo 3">
            <a:extLst>
              <a:ext uri="{FF2B5EF4-FFF2-40B4-BE49-F238E27FC236}">
                <a16:creationId xmlns:a16="http://schemas.microsoft.com/office/drawing/2014/main" id="{94544CEA-0706-1ED3-B725-C48CF66AA073}"/>
              </a:ext>
            </a:extLst>
          </p:cNvPr>
          <p:cNvSpPr/>
          <p:nvPr/>
        </p:nvSpPr>
        <p:spPr>
          <a:xfrm>
            <a:off x="19210655" y="10896283"/>
            <a:ext cx="893446" cy="413067"/>
          </a:xfrm>
          <a:prstGeom prst="rect">
            <a:avLst/>
          </a:prstGeom>
          <a:solidFill>
            <a:srgbClr val="2B3B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Retângulo 18">
            <a:extLst>
              <a:ext uri="{FF2B5EF4-FFF2-40B4-BE49-F238E27FC236}">
                <a16:creationId xmlns:a16="http://schemas.microsoft.com/office/drawing/2014/main" id="{F05C399B-BAB4-37F0-71F2-2D1BB5288458}"/>
              </a:ext>
            </a:extLst>
          </p:cNvPr>
          <p:cNvSpPr/>
          <p:nvPr/>
        </p:nvSpPr>
        <p:spPr>
          <a:xfrm>
            <a:off x="0" y="10912475"/>
            <a:ext cx="19230974" cy="39687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1" name="Retângulo 20">
            <a:extLst>
              <a:ext uri="{FF2B5EF4-FFF2-40B4-BE49-F238E27FC236}">
                <a16:creationId xmlns:a16="http://schemas.microsoft.com/office/drawing/2014/main" id="{B375612F-E01B-735F-352E-66AB12E9E36B}"/>
              </a:ext>
            </a:extLst>
          </p:cNvPr>
          <p:cNvSpPr/>
          <p:nvPr/>
        </p:nvSpPr>
        <p:spPr>
          <a:xfrm>
            <a:off x="18357850" y="10209370"/>
            <a:ext cx="873124" cy="855505"/>
          </a:xfrm>
          <a:prstGeom prst="rect">
            <a:avLst/>
          </a:prstGeom>
          <a:solidFill>
            <a:srgbClr val="058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13" name="object 13"/>
          <p:cNvSpPr txBox="1"/>
          <p:nvPr/>
        </p:nvSpPr>
        <p:spPr>
          <a:xfrm>
            <a:off x="1141142" y="3549159"/>
            <a:ext cx="9586860" cy="6332503"/>
          </a:xfrm>
          <a:prstGeom prst="rect">
            <a:avLst/>
          </a:prstGeom>
          <a:solidFill>
            <a:schemeClr val="bg1"/>
          </a:solidFill>
        </p:spPr>
        <p:txBody>
          <a:bodyPr vert="horz" wrap="square" lIns="0" tIns="17780" rIns="0" bIns="0" rtlCol="0">
            <a:spAutoFit/>
          </a:bodyPr>
          <a:lstStyle/>
          <a:p>
            <a:pPr marL="12700" algn="just">
              <a:lnSpc>
                <a:spcPct val="100000"/>
              </a:lnSpc>
              <a:spcBef>
                <a:spcPts val="140"/>
              </a:spcBef>
            </a:pPr>
            <a:r>
              <a:rPr lang="en-GB" sz="3700" dirty="0">
                <a:solidFill>
                  <a:srgbClr val="303B79"/>
                </a:solidFill>
                <a:latin typeface="Arial"/>
                <a:cs typeface="Arial"/>
              </a:rPr>
              <a:t>In their first integrated energy and climate progress reports, Contracting Parties reported on a period (2022-2023), when NECPs were still under development. </a:t>
            </a:r>
          </a:p>
          <a:p>
            <a:pPr marL="12700" algn="just">
              <a:lnSpc>
                <a:spcPct val="100000"/>
              </a:lnSpc>
              <a:spcBef>
                <a:spcPts val="140"/>
              </a:spcBef>
            </a:pPr>
            <a:endParaRPr lang="en-GB" sz="3700" dirty="0">
              <a:solidFill>
                <a:srgbClr val="303B79"/>
              </a:solidFill>
              <a:latin typeface="Arial"/>
              <a:cs typeface="Arial"/>
            </a:endParaRPr>
          </a:p>
          <a:p>
            <a:pPr marL="12700" algn="just">
              <a:lnSpc>
                <a:spcPct val="100000"/>
              </a:lnSpc>
              <a:spcBef>
                <a:spcPts val="140"/>
              </a:spcBef>
            </a:pPr>
            <a:r>
              <a:rPr lang="en-GB" sz="3700" dirty="0">
                <a:solidFill>
                  <a:srgbClr val="303B79"/>
                </a:solidFill>
                <a:latin typeface="Arial"/>
                <a:cs typeface="Arial"/>
              </a:rPr>
              <a:t>Thus, the reported figures can only reflect the starting point of NECP implementation.</a:t>
            </a:r>
          </a:p>
          <a:p>
            <a:pPr marL="12700" algn="just">
              <a:lnSpc>
                <a:spcPct val="100000"/>
              </a:lnSpc>
              <a:spcBef>
                <a:spcPts val="140"/>
              </a:spcBef>
            </a:pPr>
            <a:endParaRPr lang="en-GB" sz="3700" dirty="0">
              <a:solidFill>
                <a:srgbClr val="303B79"/>
              </a:solidFill>
              <a:latin typeface="Arial"/>
              <a:cs typeface="Arial"/>
            </a:endParaRPr>
          </a:p>
          <a:p>
            <a:pPr marL="12700" algn="just">
              <a:lnSpc>
                <a:spcPct val="100000"/>
              </a:lnSpc>
              <a:spcBef>
                <a:spcPts val="140"/>
              </a:spcBef>
            </a:pPr>
            <a:r>
              <a:rPr lang="en-GB" sz="3700" dirty="0">
                <a:solidFill>
                  <a:srgbClr val="303B79"/>
                </a:solidFill>
                <a:latin typeface="Arial"/>
                <a:cs typeface="Arial"/>
              </a:rPr>
              <a:t>Still, some Contracting Parties already seem to be on good track to achieve some of their 2030 targets.</a:t>
            </a:r>
          </a:p>
        </p:txBody>
      </p:sp>
      <p:sp>
        <p:nvSpPr>
          <p:cNvPr id="31" name="object 2">
            <a:extLst>
              <a:ext uri="{FF2B5EF4-FFF2-40B4-BE49-F238E27FC236}">
                <a16:creationId xmlns:a16="http://schemas.microsoft.com/office/drawing/2014/main" id="{3D77A344-07AF-9245-67DF-08E715FCCEFD}"/>
              </a:ext>
            </a:extLst>
          </p:cNvPr>
          <p:cNvSpPr/>
          <p:nvPr/>
        </p:nvSpPr>
        <p:spPr>
          <a:xfrm>
            <a:off x="1" y="1168650"/>
            <a:ext cx="10728000" cy="1321435"/>
          </a:xfrm>
          <a:custGeom>
            <a:avLst/>
            <a:gdLst/>
            <a:ahLst/>
            <a:cxnLst/>
            <a:rect l="l" t="t" r="r" b="b"/>
            <a:pathLst>
              <a:path w="7299959" h="1321435">
                <a:moveTo>
                  <a:pt x="2397" y="0"/>
                </a:moveTo>
                <a:lnTo>
                  <a:pt x="0" y="1307782"/>
                </a:lnTo>
                <a:lnTo>
                  <a:pt x="7297400" y="1321163"/>
                </a:lnTo>
                <a:lnTo>
                  <a:pt x="7299798" y="13381"/>
                </a:lnTo>
                <a:lnTo>
                  <a:pt x="2397" y="0"/>
                </a:lnTo>
                <a:close/>
              </a:path>
            </a:pathLst>
          </a:custGeom>
          <a:solidFill>
            <a:srgbClr val="008677"/>
          </a:solidFill>
        </p:spPr>
        <p:txBody>
          <a:bodyPr wrap="square" lIns="0" tIns="0" rIns="0" bIns="0" rtlCol="0"/>
          <a:lstStyle/>
          <a:p>
            <a:endParaRPr/>
          </a:p>
        </p:txBody>
      </p:sp>
      <p:sp>
        <p:nvSpPr>
          <p:cNvPr id="32" name="object 3">
            <a:extLst>
              <a:ext uri="{FF2B5EF4-FFF2-40B4-BE49-F238E27FC236}">
                <a16:creationId xmlns:a16="http://schemas.microsoft.com/office/drawing/2014/main" id="{FE1679B6-7F52-7CB1-4A93-CA5F4F97364C}"/>
              </a:ext>
            </a:extLst>
          </p:cNvPr>
          <p:cNvSpPr txBox="1">
            <a:spLocks/>
          </p:cNvSpPr>
          <p:nvPr/>
        </p:nvSpPr>
        <p:spPr>
          <a:xfrm>
            <a:off x="1165376" y="1369400"/>
            <a:ext cx="8429473" cy="923330"/>
          </a:xfrm>
          <a:prstGeom prst="rect">
            <a:avLst/>
          </a:prstGeom>
        </p:spPr>
        <p:txBody>
          <a:bodyPr vert="horz" wrap="square" lIns="0" tIns="15240" rIns="0" bIns="0" rtlCol="0">
            <a:spAutoFit/>
          </a:bodyPr>
          <a:lstStyle>
            <a:lvl1pPr>
              <a:defRPr sz="5900" b="0" i="0">
                <a:solidFill>
                  <a:schemeClr val="bg1"/>
                </a:solidFill>
                <a:latin typeface="Arial Black"/>
                <a:ea typeface="+mj-ea"/>
                <a:cs typeface="Arial Black"/>
              </a:defRPr>
            </a:lvl1pPr>
          </a:lstStyle>
          <a:p>
            <a:pPr marL="12700">
              <a:spcBef>
                <a:spcPts val="120"/>
              </a:spcBef>
            </a:pPr>
            <a:r>
              <a:rPr lang="pt-PT" b="1" dirty="0">
                <a:latin typeface="Roboto" panose="02000000000000000000" pitchFamily="2" charset="0"/>
                <a:ea typeface="Roboto" panose="02000000000000000000" pitchFamily="2" charset="0"/>
                <a:cs typeface="Roboto" panose="02000000000000000000" pitchFamily="2" charset="0"/>
              </a:rPr>
              <a:t>Progress to date</a:t>
            </a:r>
          </a:p>
        </p:txBody>
      </p:sp>
      <p:pic>
        <p:nvPicPr>
          <p:cNvPr id="5" name="Imagem 4">
            <a:extLst>
              <a:ext uri="{FF2B5EF4-FFF2-40B4-BE49-F238E27FC236}">
                <a16:creationId xmlns:a16="http://schemas.microsoft.com/office/drawing/2014/main" id="{BFA9659B-2C54-3138-1A49-8FDA4B6F869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91050" y="244475"/>
            <a:ext cx="2709190" cy="1669933"/>
          </a:xfrm>
          <a:prstGeom prst="rect">
            <a:avLst/>
          </a:prstGeom>
        </p:spPr>
      </p:pic>
      <p:sp>
        <p:nvSpPr>
          <p:cNvPr id="2" name="object 24">
            <a:extLst>
              <a:ext uri="{FF2B5EF4-FFF2-40B4-BE49-F238E27FC236}">
                <a16:creationId xmlns:a16="http://schemas.microsoft.com/office/drawing/2014/main" id="{D821D12B-9E72-C985-956A-612C6555ACB8}"/>
              </a:ext>
            </a:extLst>
          </p:cNvPr>
          <p:cNvSpPr txBox="1">
            <a:spLocks/>
          </p:cNvSpPr>
          <p:nvPr/>
        </p:nvSpPr>
        <p:spPr>
          <a:xfrm>
            <a:off x="13862050" y="10302875"/>
            <a:ext cx="4383756" cy="393056"/>
          </a:xfrm>
          <a:prstGeom prst="rect">
            <a:avLst/>
          </a:prstGeom>
        </p:spPr>
        <p:txBody>
          <a:bodyPr vert="horz" wrap="square" lIns="0" tIns="23495" rIns="0" bIns="0" rtlCol="0">
            <a:spAutoFit/>
          </a:bodyPr>
          <a:lstStyle>
            <a:defPPr>
              <a:defRPr kern="0"/>
            </a:defPPr>
          </a:lstStyle>
          <a:p>
            <a:pPr marL="12700">
              <a:spcBef>
                <a:spcPts val="185"/>
              </a:spcBef>
            </a:pPr>
            <a:r>
              <a:rPr lang="pt-PT" sz="2400" dirty="0" err="1">
                <a:solidFill>
                  <a:schemeClr val="bg1"/>
                </a:solidFill>
              </a:rPr>
              <a:t>Uniting</a:t>
            </a:r>
            <a:r>
              <a:rPr lang="pt-PT" sz="2400" dirty="0">
                <a:solidFill>
                  <a:schemeClr val="bg1"/>
                </a:solidFill>
              </a:rPr>
              <a:t> </a:t>
            </a:r>
            <a:r>
              <a:rPr lang="pt-PT" sz="2400" dirty="0" err="1">
                <a:solidFill>
                  <a:schemeClr val="bg1"/>
                </a:solidFill>
              </a:rPr>
              <a:t>Europe's</a:t>
            </a:r>
            <a:r>
              <a:rPr lang="pt-PT" sz="2400" dirty="0">
                <a:solidFill>
                  <a:schemeClr val="bg1"/>
                </a:solidFill>
              </a:rPr>
              <a:t> </a:t>
            </a:r>
            <a:r>
              <a:rPr lang="pt-PT" sz="2400" dirty="0" err="1">
                <a:solidFill>
                  <a:schemeClr val="bg1"/>
                </a:solidFill>
              </a:rPr>
              <a:t>Energy</a:t>
            </a:r>
            <a:r>
              <a:rPr lang="pt-PT" sz="2400" dirty="0">
                <a:solidFill>
                  <a:schemeClr val="bg1"/>
                </a:solidFill>
              </a:rPr>
              <a:t>, </a:t>
            </a:r>
            <a:r>
              <a:rPr lang="pt-PT" sz="2400" dirty="0" err="1">
                <a:solidFill>
                  <a:schemeClr val="bg1"/>
                </a:solidFill>
              </a:rPr>
              <a:t>Today</a:t>
            </a:r>
            <a:endParaRPr lang="pt-PT" sz="2400" spc="-20" dirty="0">
              <a:solidFill>
                <a:schemeClr val="bg1"/>
              </a:solidFill>
            </a:endParaRPr>
          </a:p>
        </p:txBody>
      </p:sp>
      <p:sp>
        <p:nvSpPr>
          <p:cNvPr id="3" name="TextBox 2">
            <a:extLst>
              <a:ext uri="{FF2B5EF4-FFF2-40B4-BE49-F238E27FC236}">
                <a16:creationId xmlns:a16="http://schemas.microsoft.com/office/drawing/2014/main" id="{B4B1CB7D-12AC-DC86-681F-1F2B841D9FE9}"/>
              </a:ext>
            </a:extLst>
          </p:cNvPr>
          <p:cNvSpPr txBox="1"/>
          <p:nvPr/>
        </p:nvSpPr>
        <p:spPr>
          <a:xfrm>
            <a:off x="18463560" y="10234266"/>
            <a:ext cx="661703" cy="523220"/>
          </a:xfrm>
          <a:prstGeom prst="rect">
            <a:avLst/>
          </a:prstGeom>
          <a:noFill/>
        </p:spPr>
        <p:txBody>
          <a:bodyPr wrap="square" rtlCol="0">
            <a:spAutoFit/>
          </a:bodyPr>
          <a:lstStyle/>
          <a:p>
            <a:pPr algn="ctr"/>
            <a:fld id="{8C155DAC-7190-48E5-8039-74449043E901}" type="slidenum">
              <a:rPr lang="pt-PT" sz="2800" smtClean="0">
                <a:solidFill>
                  <a:schemeClr val="bg1"/>
                </a:solidFill>
                <a:latin typeface="Roboto" panose="02000000000000000000" pitchFamily="2" charset="0"/>
                <a:ea typeface="Roboto" panose="02000000000000000000" pitchFamily="2" charset="0"/>
                <a:cs typeface="Roboto" panose="02000000000000000000" pitchFamily="2" charset="0"/>
              </a:rPr>
              <a:pPr algn="ctr"/>
              <a:t>7</a:t>
            </a:fld>
            <a:endParaRPr lang="pt-PT" sz="28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962A8F7-EEDB-BBB2-A0CB-DD8C243EB1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6" y="11110996"/>
            <a:ext cx="20129164" cy="203434"/>
            <a:chOff x="-5025" y="6737718"/>
            <a:chExt cx="12207200" cy="123363"/>
          </a:xfrm>
        </p:grpSpPr>
        <p:sp>
          <p:nvSpPr>
            <p:cNvPr id="10" name="Rectangle 9">
              <a:extLst>
                <a:ext uri="{FF2B5EF4-FFF2-40B4-BE49-F238E27FC236}">
                  <a16:creationId xmlns:a16="http://schemas.microsoft.com/office/drawing/2014/main" id="{F1E634F1-0045-4994-AE88-F0980D6F1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3A8173F-4716-E3EE-E94E-3C34309D8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 name="Content Placeholder 3">
            <a:extLst>
              <a:ext uri="{FF2B5EF4-FFF2-40B4-BE49-F238E27FC236}">
                <a16:creationId xmlns:a16="http://schemas.microsoft.com/office/drawing/2014/main" id="{C22DEBA0-CC1D-FF04-72D6-4E011335677C}"/>
              </a:ext>
            </a:extLst>
          </p:cNvPr>
          <p:cNvGraphicFramePr>
            <a:graphicFrameLocks noGrp="1"/>
          </p:cNvGraphicFramePr>
          <p:nvPr>
            <p:ph sz="quarter" idx="10"/>
            <p:extLst>
              <p:ext uri="{D42A27DB-BD31-4B8C-83A1-F6EECF244321}">
                <p14:modId xmlns:p14="http://schemas.microsoft.com/office/powerpoint/2010/main" val="1489098765"/>
              </p:ext>
            </p:extLst>
          </p:nvPr>
        </p:nvGraphicFramePr>
        <p:xfrm>
          <a:off x="1165376" y="4595593"/>
          <a:ext cx="12239471" cy="4421506"/>
        </p:xfrm>
        <a:graphic>
          <a:graphicData uri="http://schemas.openxmlformats.org/drawingml/2006/table">
            <a:tbl>
              <a:tblPr firstRow="1" firstCol="1" bandRow="1"/>
              <a:tblGrid>
                <a:gridCol w="2485874">
                  <a:extLst>
                    <a:ext uri="{9D8B030D-6E8A-4147-A177-3AD203B41FA5}">
                      <a16:colId xmlns:a16="http://schemas.microsoft.com/office/drawing/2014/main" val="4004443626"/>
                    </a:ext>
                  </a:extLst>
                </a:gridCol>
                <a:gridCol w="2286000">
                  <a:extLst>
                    <a:ext uri="{9D8B030D-6E8A-4147-A177-3AD203B41FA5}">
                      <a16:colId xmlns:a16="http://schemas.microsoft.com/office/drawing/2014/main" val="2620567397"/>
                    </a:ext>
                  </a:extLst>
                </a:gridCol>
                <a:gridCol w="1905000">
                  <a:extLst>
                    <a:ext uri="{9D8B030D-6E8A-4147-A177-3AD203B41FA5}">
                      <a16:colId xmlns:a16="http://schemas.microsoft.com/office/drawing/2014/main" val="4237152664"/>
                    </a:ext>
                  </a:extLst>
                </a:gridCol>
                <a:gridCol w="1905000">
                  <a:extLst>
                    <a:ext uri="{9D8B030D-6E8A-4147-A177-3AD203B41FA5}">
                      <a16:colId xmlns:a16="http://schemas.microsoft.com/office/drawing/2014/main" val="3254435000"/>
                    </a:ext>
                  </a:extLst>
                </a:gridCol>
                <a:gridCol w="3657597">
                  <a:extLst>
                    <a:ext uri="{9D8B030D-6E8A-4147-A177-3AD203B41FA5}">
                      <a16:colId xmlns:a16="http://schemas.microsoft.com/office/drawing/2014/main" val="3635720903"/>
                    </a:ext>
                  </a:extLst>
                </a:gridCol>
              </a:tblGrid>
              <a:tr h="877400">
                <a:tc>
                  <a:txBody>
                    <a:bodyPr/>
                    <a:lstStyle/>
                    <a:p>
                      <a:pPr algn="ctr" fontAlgn="t">
                        <a:lnSpc>
                          <a:spcPct val="115000"/>
                        </a:lnSpc>
                        <a:spcAft>
                          <a:spcPts val="800"/>
                        </a:spcAft>
                        <a:buNone/>
                      </a:pPr>
                      <a:endParaRPr lang="en-AT" sz="2900" b="0" i="0" u="none" strike="noStrike" dirty="0">
                        <a:effectLst/>
                        <a:latin typeface="Arial" panose="020B0604020202020204" pitchFamily="34" charset="0"/>
                      </a:endParaRPr>
                    </a:p>
                  </a:txBody>
                  <a:tcPr marL="109675" marR="109675" marT="15233" marB="0" anchor="b">
                    <a:lnL>
                      <a:noFill/>
                    </a:lnL>
                    <a:lnR w="12700" cap="flat" cmpd="sng" algn="ctr">
                      <a:solidFill>
                        <a:srgbClr val="223A7F"/>
                      </a:solidFill>
                      <a:prstDash val="solid"/>
                      <a:round/>
                      <a:headEnd type="none" w="med" len="med"/>
                      <a:tailEnd type="none" w="med" len="med"/>
                    </a:lnR>
                    <a:lnT>
                      <a:noFill/>
                    </a:lnT>
                    <a:lnB>
                      <a:noFill/>
                    </a:lnB>
                    <a:noFill/>
                  </a:tcPr>
                </a:tc>
                <a:tc>
                  <a:txBody>
                    <a:bodyPr/>
                    <a:lstStyle/>
                    <a:p>
                      <a:pPr algn="ctr" fontAlgn="t">
                        <a:lnSpc>
                          <a:spcPct val="115000"/>
                        </a:lnSpc>
                        <a:spcAft>
                          <a:spcPts val="800"/>
                        </a:spcAft>
                        <a:buNone/>
                      </a:pPr>
                      <a:r>
                        <a:rPr lang="pt-PT" sz="1900" b="0" i="0" u="none" strike="noStrike">
                          <a:solidFill>
                            <a:srgbClr val="FFFFFF"/>
                          </a:solidFill>
                          <a:effectLst/>
                          <a:latin typeface="Roboto" panose="02000000000000000000" pitchFamily="2" charset="0"/>
                          <a:ea typeface="Times New Roman" panose="02020603050405020304" pitchFamily="18" charset="0"/>
                          <a:cs typeface="Times New Roman" panose="02020603050405020304" pitchFamily="18" charset="0"/>
                        </a:rPr>
                        <a:t>Targets per 2022/02/MC-EnC</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chemeClr val="accent1"/>
                    </a:solidFill>
                  </a:tcPr>
                </a:tc>
                <a:tc gridSpan="3">
                  <a:txBody>
                    <a:bodyPr/>
                    <a:lstStyle/>
                    <a:p>
                      <a:pPr algn="ctr" fontAlgn="t">
                        <a:lnSpc>
                          <a:spcPct val="115000"/>
                        </a:lnSpc>
                        <a:spcAft>
                          <a:spcPts val="800"/>
                        </a:spcAft>
                        <a:buNone/>
                      </a:pPr>
                      <a:r>
                        <a:rPr lang="pt-PT" sz="1900" b="0" i="0" u="none" strike="noStrike" dirty="0">
                          <a:solidFill>
                            <a:srgbClr val="FFFFFF"/>
                          </a:solidFill>
                          <a:effectLst/>
                          <a:latin typeface="Roboto" panose="02000000000000000000" pitchFamily="2" charset="0"/>
                          <a:ea typeface="Times New Roman" panose="02020603050405020304" pitchFamily="18" charset="0"/>
                          <a:cs typeface="Times New Roman" panose="02020603050405020304" pitchFamily="18" charset="0"/>
                        </a:rPr>
                        <a:t>Targets and Milestones reported under Implementing Regulation 2022/2299 Annex I, Tables 1-4</a:t>
                      </a:r>
                      <a:endParaRPr lang="en-AT" sz="2900" b="0" i="0" u="none" strike="noStrike" dirty="0">
                        <a:effectLst/>
                        <a:latin typeface="Arial" panose="020B0604020202020204" pitchFamily="34" charset="0"/>
                      </a:endParaRPr>
                    </a:p>
                  </a:txBody>
                  <a:tcPr marL="146233" marR="146233" marT="73117" marB="73117">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chemeClr val="accent1"/>
                    </a:solidFill>
                  </a:tcPr>
                </a:tc>
                <a:tc hMerge="1">
                  <a:txBody>
                    <a:bodyPr/>
                    <a:lstStyle/>
                    <a:p>
                      <a:endParaRPr lang="en-AT"/>
                    </a:p>
                  </a:txBody>
                  <a:tcPr/>
                </a:tc>
                <a:tc hMerge="1">
                  <a:txBody>
                    <a:bodyPr/>
                    <a:lstStyle/>
                    <a:p>
                      <a:endParaRPr lang="en-AT"/>
                    </a:p>
                  </a:txBody>
                  <a:tcPr/>
                </a:tc>
                <a:extLst>
                  <a:ext uri="{0D108BD9-81ED-4DB2-BD59-A6C34878D82A}">
                    <a16:rowId xmlns:a16="http://schemas.microsoft.com/office/drawing/2014/main" val="3188384042"/>
                  </a:ext>
                </a:extLst>
              </a:tr>
              <a:tr h="410063">
                <a:tc>
                  <a:txBody>
                    <a:bodyPr/>
                    <a:lstStyle/>
                    <a:p>
                      <a:pPr algn="ct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a:noFill/>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2030</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2030</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2040</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tc>
                  <a:txBody>
                    <a:bodyPr/>
                    <a:lstStyle/>
                    <a:p>
                      <a:pPr algn="ct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2050</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extLst>
                  <a:ext uri="{0D108BD9-81ED-4DB2-BD59-A6C34878D82A}">
                    <a16:rowId xmlns:a16="http://schemas.microsoft.com/office/drawing/2014/main" val="1239774630"/>
                  </a:ext>
                </a:extLst>
              </a:tr>
              <a:tr h="0">
                <a:tc>
                  <a:txBody>
                    <a:bodyPr/>
                    <a:lstStyle/>
                    <a:p>
                      <a:pPr algn="l"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Albania</a:t>
                      </a:r>
                      <a:endParaRPr lang="en-AT" sz="2900" b="0" i="0" u="none" strike="noStrike" dirty="0">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12,00</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extLst>
                  <a:ext uri="{0D108BD9-81ED-4DB2-BD59-A6C34878D82A}">
                    <a16:rowId xmlns:a16="http://schemas.microsoft.com/office/drawing/2014/main" val="3016585201"/>
                  </a:ext>
                </a:extLst>
              </a:tr>
              <a:tr h="0">
                <a:tc>
                  <a:txBody>
                    <a:bodyPr/>
                    <a:lstStyle/>
                    <a:p>
                      <a:pPr algn="l"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Bosnia-Herzegovina</a:t>
                      </a:r>
                      <a:endParaRPr lang="en-AT" sz="2900" b="0" i="0" u="none" strike="noStrike">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15,65</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extLst>
                  <a:ext uri="{0D108BD9-81ED-4DB2-BD59-A6C34878D82A}">
                    <a16:rowId xmlns:a16="http://schemas.microsoft.com/office/drawing/2014/main" val="4284862455"/>
                  </a:ext>
                </a:extLst>
              </a:tr>
              <a:tr h="0">
                <a:tc>
                  <a:txBody>
                    <a:bodyPr/>
                    <a:lstStyle/>
                    <a:p>
                      <a:pPr algn="l"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Georgia</a:t>
                      </a:r>
                      <a:endParaRPr lang="en-AT" sz="2900" b="0" i="0" u="none" strike="noStrike">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20,50</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extLst>
                  <a:ext uri="{0D108BD9-81ED-4DB2-BD59-A6C34878D82A}">
                    <a16:rowId xmlns:a16="http://schemas.microsoft.com/office/drawing/2014/main" val="4279857972"/>
                  </a:ext>
                </a:extLst>
              </a:tr>
              <a:tr h="0">
                <a:tc>
                  <a:txBody>
                    <a:bodyPr/>
                    <a:lstStyle/>
                    <a:p>
                      <a:pPr algn="l"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Kosovo*</a:t>
                      </a:r>
                      <a:endParaRPr lang="en-AT" sz="2900" b="0" i="0" u="none" strike="noStrike" dirty="0">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8,95</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8,95</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7,00</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ct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Climate neutral economy</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extLst>
                  <a:ext uri="{0D108BD9-81ED-4DB2-BD59-A6C34878D82A}">
                    <a16:rowId xmlns:a16="http://schemas.microsoft.com/office/drawing/2014/main" val="723211392"/>
                  </a:ext>
                </a:extLst>
              </a:tr>
              <a:tr h="0">
                <a:tc>
                  <a:txBody>
                    <a:bodyPr/>
                    <a:lstStyle/>
                    <a:p>
                      <a:pPr algn="l"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Moldova</a:t>
                      </a:r>
                      <a:endParaRPr lang="en-AT" sz="2900" b="0" i="0" u="none" strike="noStrike">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9,10</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tc>
                  <a:txBody>
                    <a:bodyPr/>
                    <a:lstStyle/>
                    <a:p>
                      <a:pPr algn="ct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extLst>
                  <a:ext uri="{0D108BD9-81ED-4DB2-BD59-A6C34878D82A}">
                    <a16:rowId xmlns:a16="http://schemas.microsoft.com/office/drawing/2014/main" val="668664724"/>
                  </a:ext>
                </a:extLst>
              </a:tr>
              <a:tr h="0">
                <a:tc>
                  <a:txBody>
                    <a:bodyPr/>
                    <a:lstStyle/>
                    <a:p>
                      <a:pPr algn="l"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Montenegro</a:t>
                      </a:r>
                      <a:endParaRPr lang="en-AT" sz="2900" b="0" i="0" u="none" strike="noStrike">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2,42</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tc>
                  <a:txBody>
                    <a:bodyPr/>
                    <a:lstStyle/>
                    <a:p>
                      <a:pPr algn="ct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extLst>
                  <a:ext uri="{0D108BD9-81ED-4DB2-BD59-A6C34878D82A}">
                    <a16:rowId xmlns:a16="http://schemas.microsoft.com/office/drawing/2014/main" val="3982922956"/>
                  </a:ext>
                </a:extLst>
              </a:tr>
              <a:tr h="0">
                <a:tc>
                  <a:txBody>
                    <a:bodyPr/>
                    <a:lstStyle/>
                    <a:p>
                      <a:pPr algn="l"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North Macedonia</a:t>
                      </a:r>
                      <a:endParaRPr lang="en-AT" sz="2900" b="0" i="0" u="none" strike="noStrike">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2,20</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tc>
                  <a:txBody>
                    <a:bodyPr/>
                    <a:lstStyle/>
                    <a:p>
                      <a:pPr algn="ct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solidFill>
                      <a:srgbClr val="D9D9D9"/>
                    </a:solidFill>
                  </a:tcPr>
                </a:tc>
                <a:extLst>
                  <a:ext uri="{0D108BD9-81ED-4DB2-BD59-A6C34878D82A}">
                    <a16:rowId xmlns:a16="http://schemas.microsoft.com/office/drawing/2014/main" val="3662407140"/>
                  </a:ext>
                </a:extLst>
              </a:tr>
              <a:tr h="0">
                <a:tc>
                  <a:txBody>
                    <a:bodyPr/>
                    <a:lstStyle/>
                    <a:p>
                      <a:pPr algn="l"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Serbia</a:t>
                      </a:r>
                      <a:endParaRPr lang="en-AT" sz="2900" b="0" i="0" u="none" strike="noStrike" dirty="0">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47,82</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47,77</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36,10</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noFill/>
                  </a:tcPr>
                </a:tc>
                <a:tc>
                  <a:txBody>
                    <a:bodyPr/>
                    <a:lstStyle/>
                    <a:p>
                      <a:pPr algn="ct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223A7F"/>
                      </a:solidFill>
                      <a:prstDash val="solid"/>
                      <a:round/>
                      <a:headEnd type="none" w="med" len="med"/>
                      <a:tailEnd type="none" w="med" len="med"/>
                    </a:lnT>
                    <a:lnB w="12700" cap="flat" cmpd="sng" algn="ctr">
                      <a:solidFill>
                        <a:srgbClr val="748EDA"/>
                      </a:solidFill>
                      <a:prstDash val="solid"/>
                      <a:round/>
                      <a:headEnd type="none" w="med" len="med"/>
                      <a:tailEnd type="none" w="med" len="med"/>
                    </a:lnB>
                    <a:solidFill>
                      <a:srgbClr val="D9D9D9"/>
                    </a:solidFill>
                  </a:tcPr>
                </a:tc>
                <a:extLst>
                  <a:ext uri="{0D108BD9-81ED-4DB2-BD59-A6C34878D82A}">
                    <a16:rowId xmlns:a16="http://schemas.microsoft.com/office/drawing/2014/main" val="136934268"/>
                  </a:ext>
                </a:extLst>
              </a:tr>
              <a:tr h="0">
                <a:tc>
                  <a:txBody>
                    <a:bodyPr/>
                    <a:lstStyle/>
                    <a:p>
                      <a:pPr algn="l"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Ukraine</a:t>
                      </a:r>
                      <a:endParaRPr lang="en-AT" sz="2900" b="0" i="0" u="none" strike="noStrike">
                        <a:effectLst/>
                        <a:latin typeface="Arial" panose="020B0604020202020204" pitchFamily="34" charset="0"/>
                      </a:endParaRPr>
                    </a:p>
                  </a:txBody>
                  <a:tcPr marL="109675" marR="109675" marT="15233" marB="0">
                    <a:lnL>
                      <a:noFill/>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309,00</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320,42</a:t>
                      </a:r>
                      <a:endParaRPr lang="en-AT" sz="2900" b="0" i="0" u="none" strike="noStrike">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 </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tc>
                  <a:txBody>
                    <a:bodyPr/>
                    <a:lstStyle/>
                    <a:p>
                      <a:pPr algn="ctr" fontAlgn="t">
                        <a:lnSpc>
                          <a:spcPct val="115000"/>
                        </a:lnSpc>
                        <a:spcAft>
                          <a:spcPts val="800"/>
                        </a:spcAft>
                        <a:buNone/>
                      </a:pPr>
                      <a:r>
                        <a:rPr lang="pt-PT" sz="1900" b="0" i="0" u="none" strike="noStrike" dirty="0">
                          <a:solidFill>
                            <a:srgbClr val="223A7F"/>
                          </a:solidFill>
                          <a:effectLst/>
                          <a:latin typeface="Roboto" panose="02000000000000000000" pitchFamily="2" charset="0"/>
                          <a:ea typeface="Times New Roman" panose="02020603050405020304" pitchFamily="18" charset="0"/>
                          <a:cs typeface="Times New Roman" panose="02020603050405020304" pitchFamily="18" charset="0"/>
                        </a:rPr>
                        <a:t>Climate neutral energy sector</a:t>
                      </a:r>
                      <a:endParaRPr lang="en-AT" sz="2900" b="0" i="0" u="none" strike="noStrike" dirty="0">
                        <a:effectLst/>
                        <a:latin typeface="Arial" panose="020B0604020202020204" pitchFamily="34" charset="0"/>
                      </a:endParaRPr>
                    </a:p>
                  </a:txBody>
                  <a:tcPr marL="109675" marR="109675" marT="15233" marB="0">
                    <a:lnL w="12700" cap="flat" cmpd="sng" algn="ctr">
                      <a:solidFill>
                        <a:srgbClr val="223A7F"/>
                      </a:solidFill>
                      <a:prstDash val="solid"/>
                      <a:round/>
                      <a:headEnd type="none" w="med" len="med"/>
                      <a:tailEnd type="none" w="med" len="med"/>
                    </a:lnL>
                    <a:lnR w="12700" cap="flat" cmpd="sng" algn="ctr">
                      <a:solidFill>
                        <a:srgbClr val="223A7F"/>
                      </a:solidFill>
                      <a:prstDash val="solid"/>
                      <a:round/>
                      <a:headEnd type="none" w="med" len="med"/>
                      <a:tailEnd type="none" w="med" len="med"/>
                    </a:lnR>
                    <a:lnT w="12700" cap="flat" cmpd="sng" algn="ctr">
                      <a:solidFill>
                        <a:srgbClr val="748EDA"/>
                      </a:solidFill>
                      <a:prstDash val="solid"/>
                      <a:round/>
                      <a:headEnd type="none" w="med" len="med"/>
                      <a:tailEnd type="none" w="med" len="med"/>
                    </a:lnT>
                    <a:lnB w="12700" cap="flat" cmpd="sng" algn="ctr">
                      <a:solidFill>
                        <a:srgbClr val="223A7F"/>
                      </a:solidFill>
                      <a:prstDash val="solid"/>
                      <a:round/>
                      <a:headEnd type="none" w="med" len="med"/>
                      <a:tailEnd type="none" w="med" len="med"/>
                    </a:lnB>
                    <a:noFill/>
                  </a:tcPr>
                </a:tc>
                <a:extLst>
                  <a:ext uri="{0D108BD9-81ED-4DB2-BD59-A6C34878D82A}">
                    <a16:rowId xmlns:a16="http://schemas.microsoft.com/office/drawing/2014/main" val="391889442"/>
                  </a:ext>
                </a:extLst>
              </a:tr>
            </a:tbl>
          </a:graphicData>
        </a:graphic>
      </p:graphicFrame>
      <p:sp>
        <p:nvSpPr>
          <p:cNvPr id="5" name="object 2">
            <a:extLst>
              <a:ext uri="{FF2B5EF4-FFF2-40B4-BE49-F238E27FC236}">
                <a16:creationId xmlns:a16="http://schemas.microsoft.com/office/drawing/2014/main" id="{7132A724-6838-E380-EAC3-534D3FAA31F1}"/>
              </a:ext>
            </a:extLst>
          </p:cNvPr>
          <p:cNvSpPr/>
          <p:nvPr/>
        </p:nvSpPr>
        <p:spPr>
          <a:xfrm>
            <a:off x="1" y="1168650"/>
            <a:ext cx="13404849" cy="1321435"/>
          </a:xfrm>
          <a:custGeom>
            <a:avLst/>
            <a:gdLst/>
            <a:ahLst/>
            <a:cxnLst/>
            <a:rect l="l" t="t" r="r" b="b"/>
            <a:pathLst>
              <a:path w="7299959" h="1321435">
                <a:moveTo>
                  <a:pt x="2397" y="0"/>
                </a:moveTo>
                <a:lnTo>
                  <a:pt x="0" y="1307782"/>
                </a:lnTo>
                <a:lnTo>
                  <a:pt x="7297400" y="1321163"/>
                </a:lnTo>
                <a:lnTo>
                  <a:pt x="7299798" y="13381"/>
                </a:lnTo>
                <a:lnTo>
                  <a:pt x="2397" y="0"/>
                </a:lnTo>
                <a:close/>
              </a:path>
            </a:pathLst>
          </a:custGeom>
          <a:solidFill>
            <a:srgbClr val="008677"/>
          </a:solidFill>
        </p:spPr>
        <p:txBody>
          <a:bodyPr wrap="square" lIns="0" tIns="0" rIns="0" bIns="0" rtlCol="0"/>
          <a:lstStyle/>
          <a:p>
            <a:endParaRPr/>
          </a:p>
        </p:txBody>
      </p:sp>
      <p:sp>
        <p:nvSpPr>
          <p:cNvPr id="6" name="object 3">
            <a:extLst>
              <a:ext uri="{FF2B5EF4-FFF2-40B4-BE49-F238E27FC236}">
                <a16:creationId xmlns:a16="http://schemas.microsoft.com/office/drawing/2014/main" id="{2539BE76-08A6-5231-5D60-000E8D1F48E1}"/>
              </a:ext>
            </a:extLst>
          </p:cNvPr>
          <p:cNvSpPr txBox="1">
            <a:spLocks/>
          </p:cNvSpPr>
          <p:nvPr/>
        </p:nvSpPr>
        <p:spPr>
          <a:xfrm>
            <a:off x="1165376" y="1369400"/>
            <a:ext cx="9877273" cy="923330"/>
          </a:xfrm>
          <a:prstGeom prst="rect">
            <a:avLst/>
          </a:prstGeom>
        </p:spPr>
        <p:txBody>
          <a:bodyPr vert="horz" wrap="square" lIns="0" tIns="15240" rIns="0" bIns="0" rtlCol="0">
            <a:spAutoFit/>
          </a:bodyPr>
          <a:lstStyle>
            <a:lvl1pPr>
              <a:defRPr sz="5900" b="0" i="0">
                <a:solidFill>
                  <a:schemeClr val="bg1"/>
                </a:solidFill>
                <a:latin typeface="Arial Black"/>
                <a:ea typeface="+mj-ea"/>
                <a:cs typeface="Arial Black"/>
              </a:defRPr>
            </a:lvl1pPr>
          </a:lstStyle>
          <a:p>
            <a:pPr marL="12700">
              <a:spcBef>
                <a:spcPts val="120"/>
              </a:spcBef>
            </a:pPr>
            <a:r>
              <a:rPr lang="pt-PT" b="1" dirty="0">
                <a:latin typeface="Roboto" panose="02000000000000000000" pitchFamily="2" charset="0"/>
                <a:ea typeface="Roboto" panose="02000000000000000000" pitchFamily="2" charset="0"/>
                <a:cs typeface="Roboto" panose="02000000000000000000" pitchFamily="2" charset="0"/>
              </a:rPr>
              <a:t>Progress to date</a:t>
            </a:r>
          </a:p>
        </p:txBody>
      </p:sp>
      <p:sp>
        <p:nvSpPr>
          <p:cNvPr id="7" name="object 7">
            <a:extLst>
              <a:ext uri="{FF2B5EF4-FFF2-40B4-BE49-F238E27FC236}">
                <a16:creationId xmlns:a16="http://schemas.microsoft.com/office/drawing/2014/main" id="{948F530A-0E11-103A-5042-D643783A556A}"/>
              </a:ext>
            </a:extLst>
          </p:cNvPr>
          <p:cNvSpPr txBox="1"/>
          <p:nvPr/>
        </p:nvSpPr>
        <p:spPr>
          <a:xfrm>
            <a:off x="1168067" y="3521075"/>
            <a:ext cx="12239473" cy="877163"/>
          </a:xfrm>
          <a:prstGeom prst="rect">
            <a:avLst/>
          </a:prstGeom>
        </p:spPr>
        <p:txBody>
          <a:bodyPr vert="horz" wrap="square" lIns="0" tIns="15240" rIns="0" bIns="0" rtlCol="0">
            <a:spAutoFit/>
          </a:bodyPr>
          <a:lstStyle/>
          <a:p>
            <a:pPr marL="12700">
              <a:lnSpc>
                <a:spcPct val="100000"/>
              </a:lnSpc>
              <a:spcBef>
                <a:spcPts val="120"/>
              </a:spcBef>
            </a:pPr>
            <a:r>
              <a:rPr lang="en-GB" sz="2800" spc="-10" dirty="0">
                <a:solidFill>
                  <a:srgbClr val="008677"/>
                </a:solidFill>
                <a:latin typeface="Roboto"/>
                <a:cs typeface="Roboto"/>
              </a:rPr>
              <a:t>National greenhouse gas emission targets for 2030 and indicative milestones for 2040 and 2050, [Mt CO2eq]</a:t>
            </a:r>
            <a:endParaRPr sz="2800" dirty="0">
              <a:latin typeface="Roboto"/>
              <a:cs typeface="Roboto"/>
            </a:endParaRPr>
          </a:p>
        </p:txBody>
      </p:sp>
    </p:spTree>
    <p:extLst>
      <p:ext uri="{BB962C8B-B14F-4D97-AF65-F5344CB8AC3E}">
        <p14:creationId xmlns:p14="http://schemas.microsoft.com/office/powerpoint/2010/main" val="590256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46723-5B84-25C0-FA15-E630CF7F439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9BBAB0A-C1E6-AD83-5010-3A66677401A5}"/>
              </a:ext>
            </a:extLst>
          </p:cNvPr>
          <p:cNvSpPr/>
          <p:nvPr/>
        </p:nvSpPr>
        <p:spPr>
          <a:xfrm>
            <a:off x="12947651" y="9659784"/>
            <a:ext cx="5410200" cy="1219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2" name="Title 1">
            <a:extLst>
              <a:ext uri="{FF2B5EF4-FFF2-40B4-BE49-F238E27FC236}">
                <a16:creationId xmlns:a16="http://schemas.microsoft.com/office/drawing/2014/main" id="{77A377C4-FFB6-1423-9C31-ED26928C7940}"/>
              </a:ext>
            </a:extLst>
          </p:cNvPr>
          <p:cNvSpPr>
            <a:spLocks noGrp="1"/>
          </p:cNvSpPr>
          <p:nvPr>
            <p:ph type="ctrTitle"/>
          </p:nvPr>
        </p:nvSpPr>
        <p:spPr>
          <a:xfrm>
            <a:off x="0" y="0"/>
            <a:ext cx="6408000" cy="907941"/>
          </a:xfrm>
        </p:spPr>
        <p:txBody>
          <a:bodyPr/>
          <a:lstStyle/>
          <a:p>
            <a:r>
              <a:rPr lang="en-GB" dirty="0"/>
              <a:t>Progress to date</a:t>
            </a:r>
            <a:endParaRPr lang="en-AT" dirty="0"/>
          </a:p>
        </p:txBody>
      </p:sp>
      <p:pic>
        <p:nvPicPr>
          <p:cNvPr id="14" name="Picture 13">
            <a:extLst>
              <a:ext uri="{FF2B5EF4-FFF2-40B4-BE49-F238E27FC236}">
                <a16:creationId xmlns:a16="http://schemas.microsoft.com/office/drawing/2014/main" id="{5C04E341-8519-150E-86B5-C05C207B0163}"/>
              </a:ext>
            </a:extLst>
          </p:cNvPr>
          <p:cNvPicPr>
            <a:picLocks noChangeAspect="1"/>
          </p:cNvPicPr>
          <p:nvPr/>
        </p:nvPicPr>
        <p:blipFill>
          <a:blip r:embed="rId2"/>
          <a:stretch>
            <a:fillRect/>
          </a:stretch>
        </p:blipFill>
        <p:spPr>
          <a:xfrm>
            <a:off x="461051" y="2438247"/>
            <a:ext cx="15372000" cy="8440737"/>
          </a:xfrm>
          <a:prstGeom prst="rect">
            <a:avLst/>
          </a:prstGeom>
        </p:spPr>
      </p:pic>
      <p:sp>
        <p:nvSpPr>
          <p:cNvPr id="18" name="object 7">
            <a:extLst>
              <a:ext uri="{FF2B5EF4-FFF2-40B4-BE49-F238E27FC236}">
                <a16:creationId xmlns:a16="http://schemas.microsoft.com/office/drawing/2014/main" id="{4933092A-B84F-E1B8-7186-084D08F31775}"/>
              </a:ext>
            </a:extLst>
          </p:cNvPr>
          <p:cNvSpPr txBox="1"/>
          <p:nvPr/>
        </p:nvSpPr>
        <p:spPr>
          <a:xfrm>
            <a:off x="755651" y="1460399"/>
            <a:ext cx="14782800" cy="877163"/>
          </a:xfrm>
          <a:prstGeom prst="rect">
            <a:avLst/>
          </a:prstGeom>
        </p:spPr>
        <p:txBody>
          <a:bodyPr vert="horz" wrap="square" lIns="0" tIns="15240" rIns="0" bIns="0" rtlCol="0">
            <a:spAutoFit/>
          </a:bodyPr>
          <a:lstStyle/>
          <a:p>
            <a:pPr marL="12700">
              <a:lnSpc>
                <a:spcPct val="100000"/>
              </a:lnSpc>
              <a:spcBef>
                <a:spcPts val="120"/>
              </a:spcBef>
            </a:pPr>
            <a:r>
              <a:rPr lang="en-GB" sz="2800" spc="-10" dirty="0">
                <a:solidFill>
                  <a:srgbClr val="008677"/>
                </a:solidFill>
                <a:latin typeface="Roboto"/>
                <a:cs typeface="Roboto"/>
              </a:rPr>
              <a:t>Actual GHG emissions 2014-2022/2023, linear trends based on 2014-2022/2023 and linear trajectories towards achieving the 2030 GHG targets, [Mt CO2eq]</a:t>
            </a:r>
            <a:endParaRPr sz="2800" dirty="0">
              <a:latin typeface="Roboto"/>
              <a:cs typeface="Roboto"/>
            </a:endParaRPr>
          </a:p>
        </p:txBody>
      </p:sp>
      <p:sp>
        <p:nvSpPr>
          <p:cNvPr id="19" name="Rectangle: Rounded Corners 18">
            <a:extLst>
              <a:ext uri="{FF2B5EF4-FFF2-40B4-BE49-F238E27FC236}">
                <a16:creationId xmlns:a16="http://schemas.microsoft.com/office/drawing/2014/main" id="{94053994-35F4-2CD9-0D55-743904B21683}"/>
              </a:ext>
            </a:extLst>
          </p:cNvPr>
          <p:cNvSpPr/>
          <p:nvPr/>
        </p:nvSpPr>
        <p:spPr>
          <a:xfrm rot="495494">
            <a:off x="15916616" y="5572947"/>
            <a:ext cx="3210599" cy="1447800"/>
          </a:xfrm>
          <a:custGeom>
            <a:avLst/>
            <a:gdLst>
              <a:gd name="csX0" fmla="*/ 0 w 3210599"/>
              <a:gd name="csY0" fmla="*/ 241305 h 1447800"/>
              <a:gd name="csX1" fmla="*/ 241305 w 3210599"/>
              <a:gd name="csY1" fmla="*/ 0 h 1447800"/>
              <a:gd name="csX2" fmla="*/ 977862 w 3210599"/>
              <a:gd name="csY2" fmla="*/ 0 h 1447800"/>
              <a:gd name="csX3" fmla="*/ 1632579 w 3210599"/>
              <a:gd name="csY3" fmla="*/ 0 h 1447800"/>
              <a:gd name="csX4" fmla="*/ 2260017 w 3210599"/>
              <a:gd name="csY4" fmla="*/ 0 h 1447800"/>
              <a:gd name="csX5" fmla="*/ 2969294 w 3210599"/>
              <a:gd name="csY5" fmla="*/ 0 h 1447800"/>
              <a:gd name="csX6" fmla="*/ 3210599 w 3210599"/>
              <a:gd name="csY6" fmla="*/ 241305 h 1447800"/>
              <a:gd name="csX7" fmla="*/ 3210599 w 3210599"/>
              <a:gd name="csY7" fmla="*/ 723900 h 1447800"/>
              <a:gd name="csX8" fmla="*/ 3210599 w 3210599"/>
              <a:gd name="csY8" fmla="*/ 1206495 h 1447800"/>
              <a:gd name="csX9" fmla="*/ 2969294 w 3210599"/>
              <a:gd name="csY9" fmla="*/ 1447800 h 1447800"/>
              <a:gd name="csX10" fmla="*/ 2287297 w 3210599"/>
              <a:gd name="csY10" fmla="*/ 1447800 h 1447800"/>
              <a:gd name="csX11" fmla="*/ 1632579 w 3210599"/>
              <a:gd name="csY11" fmla="*/ 1447800 h 1447800"/>
              <a:gd name="csX12" fmla="*/ 896022 w 3210599"/>
              <a:gd name="csY12" fmla="*/ 1447800 h 1447800"/>
              <a:gd name="csX13" fmla="*/ 241305 w 3210599"/>
              <a:gd name="csY13" fmla="*/ 1447800 h 1447800"/>
              <a:gd name="csX14" fmla="*/ 0 w 3210599"/>
              <a:gd name="csY14" fmla="*/ 1206495 h 1447800"/>
              <a:gd name="csX15" fmla="*/ 0 w 3210599"/>
              <a:gd name="csY15" fmla="*/ 714248 h 1447800"/>
              <a:gd name="csX16" fmla="*/ 0 w 3210599"/>
              <a:gd name="csY16" fmla="*/ 241305 h 1447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10599" h="1447800" extrusionOk="0">
                <a:moveTo>
                  <a:pt x="0" y="241305"/>
                </a:moveTo>
                <a:cubicBezTo>
                  <a:pt x="-7942" y="103137"/>
                  <a:pt x="105218" y="1058"/>
                  <a:pt x="241305" y="0"/>
                </a:cubicBezTo>
                <a:cubicBezTo>
                  <a:pt x="418282" y="-29040"/>
                  <a:pt x="723149" y="25726"/>
                  <a:pt x="977862" y="0"/>
                </a:cubicBezTo>
                <a:cubicBezTo>
                  <a:pt x="1232575" y="-25726"/>
                  <a:pt x="1409769" y="9337"/>
                  <a:pt x="1632579" y="0"/>
                </a:cubicBezTo>
                <a:cubicBezTo>
                  <a:pt x="1855389" y="-9337"/>
                  <a:pt x="2095097" y="-19728"/>
                  <a:pt x="2260017" y="0"/>
                </a:cubicBezTo>
                <a:cubicBezTo>
                  <a:pt x="2424937" y="19728"/>
                  <a:pt x="2818467" y="-28167"/>
                  <a:pt x="2969294" y="0"/>
                </a:cubicBezTo>
                <a:cubicBezTo>
                  <a:pt x="3116945" y="-29597"/>
                  <a:pt x="3195689" y="105753"/>
                  <a:pt x="3210599" y="241305"/>
                </a:cubicBezTo>
                <a:cubicBezTo>
                  <a:pt x="3187854" y="369144"/>
                  <a:pt x="3225835" y="552502"/>
                  <a:pt x="3210599" y="723900"/>
                </a:cubicBezTo>
                <a:cubicBezTo>
                  <a:pt x="3195363" y="895298"/>
                  <a:pt x="3233649" y="1067174"/>
                  <a:pt x="3210599" y="1206495"/>
                </a:cubicBezTo>
                <a:cubicBezTo>
                  <a:pt x="3237889" y="1346326"/>
                  <a:pt x="3083002" y="1444636"/>
                  <a:pt x="2969294" y="1447800"/>
                </a:cubicBezTo>
                <a:cubicBezTo>
                  <a:pt x="2641703" y="1421444"/>
                  <a:pt x="2620617" y="1474551"/>
                  <a:pt x="2287297" y="1447800"/>
                </a:cubicBezTo>
                <a:cubicBezTo>
                  <a:pt x="1953977" y="1421049"/>
                  <a:pt x="1882466" y="1479347"/>
                  <a:pt x="1632579" y="1447800"/>
                </a:cubicBezTo>
                <a:cubicBezTo>
                  <a:pt x="1382692" y="1416253"/>
                  <a:pt x="1176853" y="1449453"/>
                  <a:pt x="896022" y="1447800"/>
                </a:cubicBezTo>
                <a:cubicBezTo>
                  <a:pt x="615191" y="1446147"/>
                  <a:pt x="457191" y="1448318"/>
                  <a:pt x="241305" y="1447800"/>
                </a:cubicBezTo>
                <a:cubicBezTo>
                  <a:pt x="96896" y="1449629"/>
                  <a:pt x="-26524" y="1321463"/>
                  <a:pt x="0" y="1206495"/>
                </a:cubicBezTo>
                <a:cubicBezTo>
                  <a:pt x="12158" y="984005"/>
                  <a:pt x="-5455" y="902314"/>
                  <a:pt x="0" y="714248"/>
                </a:cubicBezTo>
                <a:cubicBezTo>
                  <a:pt x="5455" y="526182"/>
                  <a:pt x="-2404" y="413425"/>
                  <a:pt x="0" y="241305"/>
                </a:cubicBezTo>
                <a:close/>
              </a:path>
            </a:pathLst>
          </a:custGeom>
          <a:noFill/>
          <a:ln w="57150">
            <a:solidFill>
              <a:schemeClr val="accent1">
                <a:lumMod val="60000"/>
                <a:lumOff val="4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accent5"/>
                </a:solidFill>
              </a:rPr>
              <a:t>Start of NECP implementation in mid-2024</a:t>
            </a:r>
            <a:endParaRPr lang="en-AT" sz="2800" dirty="0">
              <a:solidFill>
                <a:schemeClr val="accent5"/>
              </a:solidFill>
            </a:endParaRPr>
          </a:p>
        </p:txBody>
      </p:sp>
    </p:spTree>
    <p:extLst>
      <p:ext uri="{BB962C8B-B14F-4D97-AF65-F5344CB8AC3E}">
        <p14:creationId xmlns:p14="http://schemas.microsoft.com/office/powerpoint/2010/main" val="1566255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D28D6-D704-A0BB-3991-FE65F627572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B12A1B12-45DD-8CD1-7889-495FAF5AA0E5}"/>
              </a:ext>
            </a:extLst>
          </p:cNvPr>
          <p:cNvSpPr/>
          <p:nvPr/>
        </p:nvSpPr>
        <p:spPr>
          <a:xfrm>
            <a:off x="12947651" y="9659784"/>
            <a:ext cx="5410200" cy="1219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2" name="Title 1">
            <a:extLst>
              <a:ext uri="{FF2B5EF4-FFF2-40B4-BE49-F238E27FC236}">
                <a16:creationId xmlns:a16="http://schemas.microsoft.com/office/drawing/2014/main" id="{A48DE09A-4D25-085D-072A-0D08A37FBBDD}"/>
              </a:ext>
            </a:extLst>
          </p:cNvPr>
          <p:cNvSpPr>
            <a:spLocks noGrp="1"/>
          </p:cNvSpPr>
          <p:nvPr>
            <p:ph type="ctrTitle"/>
          </p:nvPr>
        </p:nvSpPr>
        <p:spPr>
          <a:xfrm>
            <a:off x="0" y="0"/>
            <a:ext cx="6408000" cy="907941"/>
          </a:xfrm>
        </p:spPr>
        <p:txBody>
          <a:bodyPr/>
          <a:lstStyle/>
          <a:p>
            <a:r>
              <a:rPr lang="en-GB" dirty="0"/>
              <a:t>Progress to date</a:t>
            </a:r>
            <a:endParaRPr lang="en-AT" dirty="0"/>
          </a:p>
        </p:txBody>
      </p:sp>
      <p:sp>
        <p:nvSpPr>
          <p:cNvPr id="18" name="object 7">
            <a:extLst>
              <a:ext uri="{FF2B5EF4-FFF2-40B4-BE49-F238E27FC236}">
                <a16:creationId xmlns:a16="http://schemas.microsoft.com/office/drawing/2014/main" id="{2A26C700-EB9C-BCD7-99EF-CD2AA2CB16B3}"/>
              </a:ext>
            </a:extLst>
          </p:cNvPr>
          <p:cNvSpPr txBox="1"/>
          <p:nvPr/>
        </p:nvSpPr>
        <p:spPr>
          <a:xfrm>
            <a:off x="755651" y="1460399"/>
            <a:ext cx="13182599" cy="877163"/>
          </a:xfrm>
          <a:prstGeom prst="rect">
            <a:avLst/>
          </a:prstGeom>
        </p:spPr>
        <p:txBody>
          <a:bodyPr vert="horz" wrap="square" lIns="0" tIns="15240" rIns="0" bIns="0" rtlCol="0">
            <a:spAutoFit/>
          </a:bodyPr>
          <a:lstStyle/>
          <a:p>
            <a:pPr marL="12700">
              <a:lnSpc>
                <a:spcPct val="100000"/>
              </a:lnSpc>
              <a:spcBef>
                <a:spcPts val="120"/>
              </a:spcBef>
            </a:pPr>
            <a:r>
              <a:rPr lang="en-GB" sz="2800" spc="-10" dirty="0">
                <a:solidFill>
                  <a:srgbClr val="008677"/>
                </a:solidFill>
                <a:latin typeface="Roboto"/>
                <a:cs typeface="Roboto"/>
              </a:rPr>
              <a:t>Share of renewable energy in gross final energy consumption by Energy Community Contracting Party [%] 2021-2023 compared to targets for 2020 and 2030</a:t>
            </a:r>
            <a:endParaRPr sz="2800" dirty="0">
              <a:latin typeface="Roboto"/>
              <a:cs typeface="Roboto"/>
            </a:endParaRPr>
          </a:p>
        </p:txBody>
      </p:sp>
      <p:pic>
        <p:nvPicPr>
          <p:cNvPr id="6" name="Picture 5">
            <a:extLst>
              <a:ext uri="{FF2B5EF4-FFF2-40B4-BE49-F238E27FC236}">
                <a16:creationId xmlns:a16="http://schemas.microsoft.com/office/drawing/2014/main" id="{D3C3303A-0B86-E41A-904A-26D617EA72C2}"/>
              </a:ext>
            </a:extLst>
          </p:cNvPr>
          <p:cNvPicPr>
            <a:picLocks noChangeAspect="1"/>
          </p:cNvPicPr>
          <p:nvPr/>
        </p:nvPicPr>
        <p:blipFill>
          <a:blip r:embed="rId2"/>
          <a:stretch>
            <a:fillRect/>
          </a:stretch>
        </p:blipFill>
        <p:spPr>
          <a:xfrm>
            <a:off x="755651" y="2592251"/>
            <a:ext cx="16058330" cy="7710624"/>
          </a:xfrm>
          <a:prstGeom prst="rect">
            <a:avLst/>
          </a:prstGeom>
        </p:spPr>
      </p:pic>
      <p:sp>
        <p:nvSpPr>
          <p:cNvPr id="7" name="Rectangle: Rounded Corners 6">
            <a:extLst>
              <a:ext uri="{FF2B5EF4-FFF2-40B4-BE49-F238E27FC236}">
                <a16:creationId xmlns:a16="http://schemas.microsoft.com/office/drawing/2014/main" id="{3B886B15-1E92-5860-E969-AA2AF9A47CD0}"/>
              </a:ext>
            </a:extLst>
          </p:cNvPr>
          <p:cNvSpPr/>
          <p:nvPr/>
        </p:nvSpPr>
        <p:spPr>
          <a:xfrm rot="495494">
            <a:off x="15916616" y="5572947"/>
            <a:ext cx="3210599" cy="1447800"/>
          </a:xfrm>
          <a:custGeom>
            <a:avLst/>
            <a:gdLst>
              <a:gd name="csX0" fmla="*/ 0 w 3210599"/>
              <a:gd name="csY0" fmla="*/ 241305 h 1447800"/>
              <a:gd name="csX1" fmla="*/ 241305 w 3210599"/>
              <a:gd name="csY1" fmla="*/ 0 h 1447800"/>
              <a:gd name="csX2" fmla="*/ 977862 w 3210599"/>
              <a:gd name="csY2" fmla="*/ 0 h 1447800"/>
              <a:gd name="csX3" fmla="*/ 1632579 w 3210599"/>
              <a:gd name="csY3" fmla="*/ 0 h 1447800"/>
              <a:gd name="csX4" fmla="*/ 2260017 w 3210599"/>
              <a:gd name="csY4" fmla="*/ 0 h 1447800"/>
              <a:gd name="csX5" fmla="*/ 2969294 w 3210599"/>
              <a:gd name="csY5" fmla="*/ 0 h 1447800"/>
              <a:gd name="csX6" fmla="*/ 3210599 w 3210599"/>
              <a:gd name="csY6" fmla="*/ 241305 h 1447800"/>
              <a:gd name="csX7" fmla="*/ 3210599 w 3210599"/>
              <a:gd name="csY7" fmla="*/ 723900 h 1447800"/>
              <a:gd name="csX8" fmla="*/ 3210599 w 3210599"/>
              <a:gd name="csY8" fmla="*/ 1206495 h 1447800"/>
              <a:gd name="csX9" fmla="*/ 2969294 w 3210599"/>
              <a:gd name="csY9" fmla="*/ 1447800 h 1447800"/>
              <a:gd name="csX10" fmla="*/ 2287297 w 3210599"/>
              <a:gd name="csY10" fmla="*/ 1447800 h 1447800"/>
              <a:gd name="csX11" fmla="*/ 1632579 w 3210599"/>
              <a:gd name="csY11" fmla="*/ 1447800 h 1447800"/>
              <a:gd name="csX12" fmla="*/ 896022 w 3210599"/>
              <a:gd name="csY12" fmla="*/ 1447800 h 1447800"/>
              <a:gd name="csX13" fmla="*/ 241305 w 3210599"/>
              <a:gd name="csY13" fmla="*/ 1447800 h 1447800"/>
              <a:gd name="csX14" fmla="*/ 0 w 3210599"/>
              <a:gd name="csY14" fmla="*/ 1206495 h 1447800"/>
              <a:gd name="csX15" fmla="*/ 0 w 3210599"/>
              <a:gd name="csY15" fmla="*/ 714248 h 1447800"/>
              <a:gd name="csX16" fmla="*/ 0 w 3210599"/>
              <a:gd name="csY16" fmla="*/ 241305 h 1447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10599" h="1447800" extrusionOk="0">
                <a:moveTo>
                  <a:pt x="0" y="241305"/>
                </a:moveTo>
                <a:cubicBezTo>
                  <a:pt x="-7942" y="103137"/>
                  <a:pt x="105218" y="1058"/>
                  <a:pt x="241305" y="0"/>
                </a:cubicBezTo>
                <a:cubicBezTo>
                  <a:pt x="418282" y="-29040"/>
                  <a:pt x="723149" y="25726"/>
                  <a:pt x="977862" y="0"/>
                </a:cubicBezTo>
                <a:cubicBezTo>
                  <a:pt x="1232575" y="-25726"/>
                  <a:pt x="1409769" y="9337"/>
                  <a:pt x="1632579" y="0"/>
                </a:cubicBezTo>
                <a:cubicBezTo>
                  <a:pt x="1855389" y="-9337"/>
                  <a:pt x="2095097" y="-19728"/>
                  <a:pt x="2260017" y="0"/>
                </a:cubicBezTo>
                <a:cubicBezTo>
                  <a:pt x="2424937" y="19728"/>
                  <a:pt x="2818467" y="-28167"/>
                  <a:pt x="2969294" y="0"/>
                </a:cubicBezTo>
                <a:cubicBezTo>
                  <a:pt x="3116945" y="-29597"/>
                  <a:pt x="3195689" y="105753"/>
                  <a:pt x="3210599" y="241305"/>
                </a:cubicBezTo>
                <a:cubicBezTo>
                  <a:pt x="3187854" y="369144"/>
                  <a:pt x="3225835" y="552502"/>
                  <a:pt x="3210599" y="723900"/>
                </a:cubicBezTo>
                <a:cubicBezTo>
                  <a:pt x="3195363" y="895298"/>
                  <a:pt x="3233649" y="1067174"/>
                  <a:pt x="3210599" y="1206495"/>
                </a:cubicBezTo>
                <a:cubicBezTo>
                  <a:pt x="3237889" y="1346326"/>
                  <a:pt x="3083002" y="1444636"/>
                  <a:pt x="2969294" y="1447800"/>
                </a:cubicBezTo>
                <a:cubicBezTo>
                  <a:pt x="2641703" y="1421444"/>
                  <a:pt x="2620617" y="1474551"/>
                  <a:pt x="2287297" y="1447800"/>
                </a:cubicBezTo>
                <a:cubicBezTo>
                  <a:pt x="1953977" y="1421049"/>
                  <a:pt x="1882466" y="1479347"/>
                  <a:pt x="1632579" y="1447800"/>
                </a:cubicBezTo>
                <a:cubicBezTo>
                  <a:pt x="1382692" y="1416253"/>
                  <a:pt x="1176853" y="1449453"/>
                  <a:pt x="896022" y="1447800"/>
                </a:cubicBezTo>
                <a:cubicBezTo>
                  <a:pt x="615191" y="1446147"/>
                  <a:pt x="457191" y="1448318"/>
                  <a:pt x="241305" y="1447800"/>
                </a:cubicBezTo>
                <a:cubicBezTo>
                  <a:pt x="96896" y="1449629"/>
                  <a:pt x="-26524" y="1321463"/>
                  <a:pt x="0" y="1206495"/>
                </a:cubicBezTo>
                <a:cubicBezTo>
                  <a:pt x="12158" y="984005"/>
                  <a:pt x="-5455" y="902314"/>
                  <a:pt x="0" y="714248"/>
                </a:cubicBezTo>
                <a:cubicBezTo>
                  <a:pt x="5455" y="526182"/>
                  <a:pt x="-2404" y="413425"/>
                  <a:pt x="0" y="241305"/>
                </a:cubicBezTo>
                <a:close/>
              </a:path>
            </a:pathLst>
          </a:custGeom>
          <a:noFill/>
          <a:ln w="57150">
            <a:solidFill>
              <a:schemeClr val="accent1">
                <a:lumMod val="60000"/>
                <a:lumOff val="4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accent5"/>
                </a:solidFill>
              </a:rPr>
              <a:t>Start of NECP implementation in mid-2024</a:t>
            </a:r>
            <a:endParaRPr lang="en-AT" sz="2800" dirty="0">
              <a:solidFill>
                <a:schemeClr val="accent5"/>
              </a:solidFill>
            </a:endParaRPr>
          </a:p>
        </p:txBody>
      </p:sp>
    </p:spTree>
    <p:extLst>
      <p:ext uri="{BB962C8B-B14F-4D97-AF65-F5344CB8AC3E}">
        <p14:creationId xmlns:p14="http://schemas.microsoft.com/office/powerpoint/2010/main" val="1234641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AB9C8-F096-4937-F9A8-9539F1EA435E}"/>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FA3D408-2051-6A81-15BE-51028C600EC8}"/>
              </a:ext>
            </a:extLst>
          </p:cNvPr>
          <p:cNvSpPr/>
          <p:nvPr/>
        </p:nvSpPr>
        <p:spPr>
          <a:xfrm>
            <a:off x="12947651" y="9659784"/>
            <a:ext cx="5410200" cy="1219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2" name="Title 1">
            <a:extLst>
              <a:ext uri="{FF2B5EF4-FFF2-40B4-BE49-F238E27FC236}">
                <a16:creationId xmlns:a16="http://schemas.microsoft.com/office/drawing/2014/main" id="{40C3AE24-3D81-3984-FA78-1408E92826A5}"/>
              </a:ext>
            </a:extLst>
          </p:cNvPr>
          <p:cNvSpPr>
            <a:spLocks noGrp="1"/>
          </p:cNvSpPr>
          <p:nvPr>
            <p:ph type="ctrTitle"/>
          </p:nvPr>
        </p:nvSpPr>
        <p:spPr>
          <a:xfrm>
            <a:off x="0" y="0"/>
            <a:ext cx="6408000" cy="907941"/>
          </a:xfrm>
        </p:spPr>
        <p:txBody>
          <a:bodyPr/>
          <a:lstStyle/>
          <a:p>
            <a:r>
              <a:rPr lang="en-GB" dirty="0"/>
              <a:t>Progress to date</a:t>
            </a:r>
            <a:endParaRPr lang="en-AT" dirty="0"/>
          </a:p>
        </p:txBody>
      </p:sp>
      <p:sp>
        <p:nvSpPr>
          <p:cNvPr id="18" name="object 7">
            <a:extLst>
              <a:ext uri="{FF2B5EF4-FFF2-40B4-BE49-F238E27FC236}">
                <a16:creationId xmlns:a16="http://schemas.microsoft.com/office/drawing/2014/main" id="{59D248F5-291C-751A-72C8-6372476BF714}"/>
              </a:ext>
            </a:extLst>
          </p:cNvPr>
          <p:cNvSpPr txBox="1"/>
          <p:nvPr/>
        </p:nvSpPr>
        <p:spPr>
          <a:xfrm>
            <a:off x="755651" y="1460399"/>
            <a:ext cx="14782800" cy="877163"/>
          </a:xfrm>
          <a:prstGeom prst="rect">
            <a:avLst/>
          </a:prstGeom>
        </p:spPr>
        <p:txBody>
          <a:bodyPr vert="horz" wrap="square" lIns="0" tIns="15240" rIns="0" bIns="0" rtlCol="0">
            <a:spAutoFit/>
          </a:bodyPr>
          <a:lstStyle/>
          <a:p>
            <a:pPr marL="12700">
              <a:lnSpc>
                <a:spcPct val="100000"/>
              </a:lnSpc>
              <a:spcBef>
                <a:spcPts val="120"/>
              </a:spcBef>
            </a:pPr>
            <a:r>
              <a:rPr lang="en-GB" sz="2800" spc="-10" dirty="0">
                <a:solidFill>
                  <a:srgbClr val="008677"/>
                </a:solidFill>
                <a:latin typeface="Roboto"/>
                <a:cs typeface="Roboto"/>
              </a:rPr>
              <a:t>Primary energy consumption per Energy Community Contracting Party [Mtoe], historic data (2014-2023) and indicative trajectories towards achieving 2030 targets (2024-2030)</a:t>
            </a:r>
            <a:endParaRPr sz="2800" dirty="0">
              <a:latin typeface="Roboto"/>
              <a:cs typeface="Roboto"/>
            </a:endParaRPr>
          </a:p>
        </p:txBody>
      </p:sp>
      <p:pic>
        <p:nvPicPr>
          <p:cNvPr id="6" name="Picture 5">
            <a:extLst>
              <a:ext uri="{FF2B5EF4-FFF2-40B4-BE49-F238E27FC236}">
                <a16:creationId xmlns:a16="http://schemas.microsoft.com/office/drawing/2014/main" id="{0217C7D1-72DD-F0B0-F4D5-0AD944FDC789}"/>
              </a:ext>
            </a:extLst>
          </p:cNvPr>
          <p:cNvPicPr>
            <a:picLocks noChangeAspect="1"/>
          </p:cNvPicPr>
          <p:nvPr/>
        </p:nvPicPr>
        <p:blipFill>
          <a:blip r:embed="rId2"/>
          <a:stretch>
            <a:fillRect/>
          </a:stretch>
        </p:blipFill>
        <p:spPr>
          <a:xfrm>
            <a:off x="755618" y="2422271"/>
            <a:ext cx="13392540" cy="8856000"/>
          </a:xfrm>
          <a:prstGeom prst="rect">
            <a:avLst/>
          </a:prstGeom>
        </p:spPr>
      </p:pic>
      <p:sp>
        <p:nvSpPr>
          <p:cNvPr id="7" name="Rectangle: Rounded Corners 6">
            <a:extLst>
              <a:ext uri="{FF2B5EF4-FFF2-40B4-BE49-F238E27FC236}">
                <a16:creationId xmlns:a16="http://schemas.microsoft.com/office/drawing/2014/main" id="{A88476DA-BB21-5A12-4636-BB23F1B1AFF0}"/>
              </a:ext>
            </a:extLst>
          </p:cNvPr>
          <p:cNvSpPr/>
          <p:nvPr/>
        </p:nvSpPr>
        <p:spPr>
          <a:xfrm rot="495494">
            <a:off x="15916616" y="5572947"/>
            <a:ext cx="3210599" cy="1447800"/>
          </a:xfrm>
          <a:custGeom>
            <a:avLst/>
            <a:gdLst>
              <a:gd name="csX0" fmla="*/ 0 w 3210599"/>
              <a:gd name="csY0" fmla="*/ 241305 h 1447800"/>
              <a:gd name="csX1" fmla="*/ 241305 w 3210599"/>
              <a:gd name="csY1" fmla="*/ 0 h 1447800"/>
              <a:gd name="csX2" fmla="*/ 977862 w 3210599"/>
              <a:gd name="csY2" fmla="*/ 0 h 1447800"/>
              <a:gd name="csX3" fmla="*/ 1632579 w 3210599"/>
              <a:gd name="csY3" fmla="*/ 0 h 1447800"/>
              <a:gd name="csX4" fmla="*/ 2260017 w 3210599"/>
              <a:gd name="csY4" fmla="*/ 0 h 1447800"/>
              <a:gd name="csX5" fmla="*/ 2969294 w 3210599"/>
              <a:gd name="csY5" fmla="*/ 0 h 1447800"/>
              <a:gd name="csX6" fmla="*/ 3210599 w 3210599"/>
              <a:gd name="csY6" fmla="*/ 241305 h 1447800"/>
              <a:gd name="csX7" fmla="*/ 3210599 w 3210599"/>
              <a:gd name="csY7" fmla="*/ 723900 h 1447800"/>
              <a:gd name="csX8" fmla="*/ 3210599 w 3210599"/>
              <a:gd name="csY8" fmla="*/ 1206495 h 1447800"/>
              <a:gd name="csX9" fmla="*/ 2969294 w 3210599"/>
              <a:gd name="csY9" fmla="*/ 1447800 h 1447800"/>
              <a:gd name="csX10" fmla="*/ 2287297 w 3210599"/>
              <a:gd name="csY10" fmla="*/ 1447800 h 1447800"/>
              <a:gd name="csX11" fmla="*/ 1632579 w 3210599"/>
              <a:gd name="csY11" fmla="*/ 1447800 h 1447800"/>
              <a:gd name="csX12" fmla="*/ 896022 w 3210599"/>
              <a:gd name="csY12" fmla="*/ 1447800 h 1447800"/>
              <a:gd name="csX13" fmla="*/ 241305 w 3210599"/>
              <a:gd name="csY13" fmla="*/ 1447800 h 1447800"/>
              <a:gd name="csX14" fmla="*/ 0 w 3210599"/>
              <a:gd name="csY14" fmla="*/ 1206495 h 1447800"/>
              <a:gd name="csX15" fmla="*/ 0 w 3210599"/>
              <a:gd name="csY15" fmla="*/ 714248 h 1447800"/>
              <a:gd name="csX16" fmla="*/ 0 w 3210599"/>
              <a:gd name="csY16" fmla="*/ 241305 h 1447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10599" h="1447800" extrusionOk="0">
                <a:moveTo>
                  <a:pt x="0" y="241305"/>
                </a:moveTo>
                <a:cubicBezTo>
                  <a:pt x="-7942" y="103137"/>
                  <a:pt x="105218" y="1058"/>
                  <a:pt x="241305" y="0"/>
                </a:cubicBezTo>
                <a:cubicBezTo>
                  <a:pt x="418282" y="-29040"/>
                  <a:pt x="723149" y="25726"/>
                  <a:pt x="977862" y="0"/>
                </a:cubicBezTo>
                <a:cubicBezTo>
                  <a:pt x="1232575" y="-25726"/>
                  <a:pt x="1409769" y="9337"/>
                  <a:pt x="1632579" y="0"/>
                </a:cubicBezTo>
                <a:cubicBezTo>
                  <a:pt x="1855389" y="-9337"/>
                  <a:pt x="2095097" y="-19728"/>
                  <a:pt x="2260017" y="0"/>
                </a:cubicBezTo>
                <a:cubicBezTo>
                  <a:pt x="2424937" y="19728"/>
                  <a:pt x="2818467" y="-28167"/>
                  <a:pt x="2969294" y="0"/>
                </a:cubicBezTo>
                <a:cubicBezTo>
                  <a:pt x="3116945" y="-29597"/>
                  <a:pt x="3195689" y="105753"/>
                  <a:pt x="3210599" y="241305"/>
                </a:cubicBezTo>
                <a:cubicBezTo>
                  <a:pt x="3187854" y="369144"/>
                  <a:pt x="3225835" y="552502"/>
                  <a:pt x="3210599" y="723900"/>
                </a:cubicBezTo>
                <a:cubicBezTo>
                  <a:pt x="3195363" y="895298"/>
                  <a:pt x="3233649" y="1067174"/>
                  <a:pt x="3210599" y="1206495"/>
                </a:cubicBezTo>
                <a:cubicBezTo>
                  <a:pt x="3237889" y="1346326"/>
                  <a:pt x="3083002" y="1444636"/>
                  <a:pt x="2969294" y="1447800"/>
                </a:cubicBezTo>
                <a:cubicBezTo>
                  <a:pt x="2641703" y="1421444"/>
                  <a:pt x="2620617" y="1474551"/>
                  <a:pt x="2287297" y="1447800"/>
                </a:cubicBezTo>
                <a:cubicBezTo>
                  <a:pt x="1953977" y="1421049"/>
                  <a:pt x="1882466" y="1479347"/>
                  <a:pt x="1632579" y="1447800"/>
                </a:cubicBezTo>
                <a:cubicBezTo>
                  <a:pt x="1382692" y="1416253"/>
                  <a:pt x="1176853" y="1449453"/>
                  <a:pt x="896022" y="1447800"/>
                </a:cubicBezTo>
                <a:cubicBezTo>
                  <a:pt x="615191" y="1446147"/>
                  <a:pt x="457191" y="1448318"/>
                  <a:pt x="241305" y="1447800"/>
                </a:cubicBezTo>
                <a:cubicBezTo>
                  <a:pt x="96896" y="1449629"/>
                  <a:pt x="-26524" y="1321463"/>
                  <a:pt x="0" y="1206495"/>
                </a:cubicBezTo>
                <a:cubicBezTo>
                  <a:pt x="12158" y="984005"/>
                  <a:pt x="-5455" y="902314"/>
                  <a:pt x="0" y="714248"/>
                </a:cubicBezTo>
                <a:cubicBezTo>
                  <a:pt x="5455" y="526182"/>
                  <a:pt x="-2404" y="413425"/>
                  <a:pt x="0" y="241305"/>
                </a:cubicBezTo>
                <a:close/>
              </a:path>
            </a:pathLst>
          </a:custGeom>
          <a:noFill/>
          <a:ln w="57150">
            <a:solidFill>
              <a:schemeClr val="accent1">
                <a:lumMod val="60000"/>
                <a:lumOff val="4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accent5"/>
                </a:solidFill>
              </a:rPr>
              <a:t>Start of NECP implementation in mid-2024</a:t>
            </a:r>
            <a:endParaRPr lang="en-AT" sz="2800" dirty="0">
              <a:solidFill>
                <a:schemeClr val="accent5"/>
              </a:solidFill>
            </a:endParaRPr>
          </a:p>
        </p:txBody>
      </p:sp>
    </p:spTree>
    <p:extLst>
      <p:ext uri="{BB962C8B-B14F-4D97-AF65-F5344CB8AC3E}">
        <p14:creationId xmlns:p14="http://schemas.microsoft.com/office/powerpoint/2010/main" val="313789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D13B8-44DF-CC31-4F75-290C11E4D6A4}"/>
            </a:ext>
          </a:extLst>
        </p:cNvPr>
        <p:cNvGrpSpPr/>
        <p:nvPr/>
      </p:nvGrpSpPr>
      <p:grpSpPr>
        <a:xfrm>
          <a:off x="0" y="0"/>
          <a:ext cx="0" cy="0"/>
          <a:chOff x="0" y="0"/>
          <a:chExt cx="0" cy="0"/>
        </a:xfrm>
      </p:grpSpPr>
      <p:graphicFrame>
        <p:nvGraphicFramePr>
          <p:cNvPr id="43" name="Table 42">
            <a:extLst>
              <a:ext uri="{FF2B5EF4-FFF2-40B4-BE49-F238E27FC236}">
                <a16:creationId xmlns:a16="http://schemas.microsoft.com/office/drawing/2014/main" id="{44B8E08B-0A3F-F867-1B90-D94C7F95F58F}"/>
              </a:ext>
            </a:extLst>
          </p:cNvPr>
          <p:cNvGraphicFramePr>
            <a:graphicFrameLocks noGrp="1"/>
          </p:cNvGraphicFramePr>
          <p:nvPr>
            <p:extLst>
              <p:ext uri="{D42A27DB-BD31-4B8C-83A1-F6EECF244321}">
                <p14:modId xmlns:p14="http://schemas.microsoft.com/office/powerpoint/2010/main" val="1145814855"/>
              </p:ext>
            </p:extLst>
          </p:nvPr>
        </p:nvGraphicFramePr>
        <p:xfrm>
          <a:off x="1317152" y="3079115"/>
          <a:ext cx="17469796" cy="6842760"/>
        </p:xfrm>
        <a:graphic>
          <a:graphicData uri="http://schemas.openxmlformats.org/drawingml/2006/table">
            <a:tbl>
              <a:tblPr firstRow="1" bandRow="1">
                <a:tableStyleId>{2D5ABB26-0587-4C30-8999-92F81FD0307C}</a:tableStyleId>
              </a:tblPr>
              <a:tblGrid>
                <a:gridCol w="8734898">
                  <a:extLst>
                    <a:ext uri="{9D8B030D-6E8A-4147-A177-3AD203B41FA5}">
                      <a16:colId xmlns:a16="http://schemas.microsoft.com/office/drawing/2014/main" val="3031390962"/>
                    </a:ext>
                  </a:extLst>
                </a:gridCol>
                <a:gridCol w="8734898">
                  <a:extLst>
                    <a:ext uri="{9D8B030D-6E8A-4147-A177-3AD203B41FA5}">
                      <a16:colId xmlns:a16="http://schemas.microsoft.com/office/drawing/2014/main" val="3233438705"/>
                    </a:ext>
                  </a:extLst>
                </a:gridCol>
              </a:tblGrid>
              <a:tr h="370840">
                <a:tc>
                  <a:txBody>
                    <a:bodyPr/>
                    <a:lstStyle/>
                    <a:p>
                      <a:pPr marL="0" marR="0" lvl="0" indent="0" defTabSz="914400" eaLnBrk="1" fontAlgn="auto" latinLnBrk="0" hangingPunct="1">
                        <a:lnSpc>
                          <a:spcPct val="100000"/>
                        </a:lnSpc>
                        <a:spcBef>
                          <a:spcPts val="0"/>
                        </a:spcBef>
                        <a:spcAft>
                          <a:spcPts val="1800"/>
                        </a:spcAft>
                        <a:buClrTx/>
                        <a:buSzTx/>
                        <a:buFontTx/>
                        <a:buNone/>
                        <a:tabLst/>
                        <a:defRPr/>
                      </a:pPr>
                      <a:r>
                        <a:rPr lang="en-GB" sz="2800" dirty="0">
                          <a:solidFill>
                            <a:schemeClr val="accent3"/>
                          </a:solidFill>
                        </a:rPr>
                        <a:t>Assessment of NECPs</a:t>
                      </a:r>
                      <a:endParaRPr lang="en-GB" sz="2800" dirty="0">
                        <a:solidFill>
                          <a:schemeClr val="accent3"/>
                        </a:solidFill>
                        <a:latin typeface="Roboto" panose="02000000000000000000" pitchFamily="2" charset="0"/>
                        <a:ea typeface="Roboto" panose="02000000000000000000" pitchFamily="2" charset="0"/>
                      </a:endParaRPr>
                    </a:p>
                  </a:txBody>
                  <a:tcPr>
                    <a:noFill/>
                  </a:tcPr>
                </a:tc>
                <a:tc>
                  <a:txBody>
                    <a:bodyPr/>
                    <a:lstStyle/>
                    <a:p>
                      <a:pPr marL="0" marR="0" lvl="0" indent="0" defTabSz="914400" eaLnBrk="1" fontAlgn="auto" latinLnBrk="0" hangingPunct="1">
                        <a:lnSpc>
                          <a:spcPct val="100000"/>
                        </a:lnSpc>
                        <a:spcBef>
                          <a:spcPts val="0"/>
                        </a:spcBef>
                        <a:spcAft>
                          <a:spcPts val="1800"/>
                        </a:spcAft>
                        <a:buClrTx/>
                        <a:buSzTx/>
                        <a:buFontTx/>
                        <a:buNone/>
                        <a:tabLst/>
                        <a:defRPr/>
                      </a:pPr>
                      <a:r>
                        <a:rPr lang="en-US" sz="2800" kern="100" dirty="0">
                          <a:solidFill>
                            <a:schemeClr val="accent3"/>
                          </a:solidFill>
                          <a:effectLst/>
                        </a:rPr>
                        <a:t>Assessment of progress</a:t>
                      </a:r>
                      <a:endParaRPr lang="en-US" sz="2800" kern="100" dirty="0">
                        <a:solidFill>
                          <a:schemeClr val="accent3"/>
                        </a:solidFill>
                        <a:effectLst/>
                        <a:latin typeface="Roboto" panose="02000000000000000000" pitchFamily="2" charset="0"/>
                        <a:ea typeface="Roboto" panose="02000000000000000000" pitchFamily="2" charset="0"/>
                        <a:cs typeface="Arial" panose="020B0604020202020204" pitchFamily="34" charset="0"/>
                      </a:endParaRPr>
                    </a:p>
                  </a:txBody>
                  <a:tcPr>
                    <a:noFill/>
                  </a:tcPr>
                </a:tc>
                <a:extLst>
                  <a:ext uri="{0D108BD9-81ED-4DB2-BD59-A6C34878D82A}">
                    <a16:rowId xmlns:a16="http://schemas.microsoft.com/office/drawing/2014/main" val="3262628023"/>
                  </a:ext>
                </a:extLst>
              </a:tr>
              <a:tr h="370840">
                <a:tc>
                  <a:txBody>
                    <a:bodyPr/>
                    <a:lstStyle/>
                    <a:p>
                      <a:pPr marL="0" marR="0" lvl="0" indent="0" defTabSz="914400" eaLnBrk="1" fontAlgn="auto" latinLnBrk="0" hangingPunct="1">
                        <a:lnSpc>
                          <a:spcPct val="100000"/>
                        </a:lnSpc>
                        <a:spcBef>
                          <a:spcPts val="0"/>
                        </a:spcBef>
                        <a:spcAft>
                          <a:spcPts val="3000"/>
                        </a:spcAft>
                        <a:buClrTx/>
                        <a:buSzTx/>
                        <a:buFont typeface="Arial" panose="020B0604020202020204" pitchFamily="34" charset="0"/>
                        <a:buNone/>
                        <a:tabLst/>
                        <a:defRPr/>
                      </a:pPr>
                      <a:r>
                        <a:rPr lang="en-GB" sz="2800" dirty="0">
                          <a:solidFill>
                            <a:schemeClr val="accent3"/>
                          </a:solidFill>
                        </a:rPr>
                        <a:t>Seven Contracting Parties adopted NECPs, all coming forward with large sets of policies and measures.</a:t>
                      </a:r>
                      <a:endParaRPr lang="en-GB" sz="2800" dirty="0">
                        <a:solidFill>
                          <a:schemeClr val="accent3"/>
                        </a:solidFill>
                        <a:latin typeface="Roboto" panose="02000000000000000000" pitchFamily="2" charset="0"/>
                        <a:ea typeface="Roboto" panose="02000000000000000000" pitchFamily="2" charset="0"/>
                      </a:endParaRPr>
                    </a:p>
                  </a:txBody>
                  <a:tcPr/>
                </a:tc>
                <a:tc>
                  <a:txBody>
                    <a:bodyPr/>
                    <a:lstStyle/>
                    <a:p>
                      <a:pPr marL="0" marR="0" lvl="0" indent="0" defTabSz="914400" eaLnBrk="1" fontAlgn="auto" latinLnBrk="0" hangingPunct="1">
                        <a:lnSpc>
                          <a:spcPct val="100000"/>
                        </a:lnSpc>
                        <a:spcBef>
                          <a:spcPts val="0"/>
                        </a:spcBef>
                        <a:spcAft>
                          <a:spcPts val="3000"/>
                        </a:spcAft>
                        <a:buClrTx/>
                        <a:buSzTx/>
                        <a:buFont typeface="Arial" panose="020B0604020202020204" pitchFamily="34" charset="0"/>
                        <a:buNone/>
                        <a:tabLst/>
                        <a:defRPr/>
                      </a:pPr>
                      <a:r>
                        <a:rPr lang="en-US" sz="2800" kern="100" dirty="0">
                          <a:solidFill>
                            <a:schemeClr val="accent3"/>
                          </a:solidFill>
                          <a:effectLst/>
                        </a:rPr>
                        <a:t>Four Contracting Parties reported on policies and measures under Annexes IX-XIII of </a:t>
                      </a:r>
                      <a:r>
                        <a:rPr lang="en-US" sz="2800" kern="100" dirty="0" err="1">
                          <a:solidFill>
                            <a:schemeClr val="accent3"/>
                          </a:solidFill>
                          <a:effectLst/>
                        </a:rPr>
                        <a:t>Impl</a:t>
                      </a:r>
                      <a:r>
                        <a:rPr lang="en-US" sz="2800" kern="100" dirty="0">
                          <a:solidFill>
                            <a:schemeClr val="accent3"/>
                          </a:solidFill>
                          <a:effectLst/>
                        </a:rPr>
                        <a:t>. Reg. 2022/2299.</a:t>
                      </a:r>
                    </a:p>
                    <a:p>
                      <a:pPr marL="0" marR="0" lvl="0" indent="0" defTabSz="914400" eaLnBrk="1" fontAlgn="auto" latinLnBrk="0" hangingPunct="1">
                        <a:lnSpc>
                          <a:spcPct val="100000"/>
                        </a:lnSpc>
                        <a:spcBef>
                          <a:spcPts val="0"/>
                        </a:spcBef>
                        <a:spcAft>
                          <a:spcPts val="3000"/>
                        </a:spcAft>
                        <a:buClrTx/>
                        <a:buSzTx/>
                        <a:buFont typeface="Arial" panose="020B0604020202020204" pitchFamily="34" charset="0"/>
                        <a:buNone/>
                        <a:tabLst/>
                        <a:defRPr/>
                      </a:pPr>
                      <a:endParaRPr lang="en-US" sz="2800" kern="100" dirty="0">
                        <a:solidFill>
                          <a:schemeClr val="accent3"/>
                        </a:solidFill>
                        <a:effectLst/>
                        <a:latin typeface="Roboto" panose="02000000000000000000" pitchFamily="2" charset="0"/>
                        <a:ea typeface="Roboto" panose="02000000000000000000" pitchFamily="2" charset="0"/>
                        <a:cs typeface="Arial" panose="020B0604020202020204" pitchFamily="34" charset="0"/>
                      </a:endParaRPr>
                    </a:p>
                  </a:txBody>
                  <a:tcPr/>
                </a:tc>
                <a:extLst>
                  <a:ext uri="{0D108BD9-81ED-4DB2-BD59-A6C34878D82A}">
                    <a16:rowId xmlns:a16="http://schemas.microsoft.com/office/drawing/2014/main" val="2643576977"/>
                  </a:ext>
                </a:extLst>
              </a:tr>
              <a:tr h="370840">
                <a:tc>
                  <a:txBody>
                    <a:bodyPr/>
                    <a:lstStyle/>
                    <a:p>
                      <a:pPr marL="457200" marR="0" lvl="0" indent="-457200" defTabSz="91440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GB" sz="2800" dirty="0">
                          <a:solidFill>
                            <a:schemeClr val="accent3"/>
                          </a:solidFill>
                        </a:rPr>
                        <a:t>Contracting Parties described policies and measures comprehensively in terms of their objective, timeframe, sectoral scope and responsible entities.</a:t>
                      </a:r>
                    </a:p>
                    <a:p>
                      <a:pPr marL="457200" marR="0" lvl="0" indent="-457200" defTabSz="914400" eaLnBrk="1" fontAlgn="auto" latinLnBrk="0" hangingPunct="1">
                        <a:lnSpc>
                          <a:spcPct val="100000"/>
                        </a:lnSpc>
                        <a:spcBef>
                          <a:spcPts val="0"/>
                        </a:spcBef>
                        <a:spcAft>
                          <a:spcPts val="1800"/>
                        </a:spcAft>
                        <a:buClrTx/>
                        <a:buSzTx/>
                        <a:buFont typeface="Arial" panose="020B0604020202020204" pitchFamily="34" charset="0"/>
                        <a:buChar char="•"/>
                        <a:tabLst/>
                        <a:defRPr/>
                      </a:pPr>
                      <a:endParaRPr lang="en-GB" sz="2800" dirty="0">
                        <a:solidFill>
                          <a:schemeClr val="accent3"/>
                        </a:solidFill>
                        <a:latin typeface="Roboto" panose="02000000000000000000" pitchFamily="2" charset="0"/>
                        <a:ea typeface="Roboto" panose="02000000000000000000" pitchFamily="2" charset="0"/>
                      </a:endParaRPr>
                    </a:p>
                  </a:txBody>
                  <a:tcPr/>
                </a:tc>
                <a:tc>
                  <a:txBody>
                    <a:bodyPr/>
                    <a:lstStyle/>
                    <a:p>
                      <a:pPr marL="457200" marR="0" lvl="0" indent="-457200" defTabSz="91440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US" sz="2800" dirty="0">
                          <a:solidFill>
                            <a:schemeClr val="accent3"/>
                          </a:solidFill>
                        </a:rPr>
                        <a:t>In parts, reported information differs from the policies and measures listed in NECPs in terms of number, description or objective. </a:t>
                      </a:r>
                      <a:endParaRPr lang="en-AT" sz="2800" dirty="0">
                        <a:solidFill>
                          <a:schemeClr val="accent3"/>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58169087"/>
                  </a:ext>
                </a:extLst>
              </a:tr>
              <a:tr h="370840">
                <a:tc>
                  <a:txBody>
                    <a:bodyPr/>
                    <a:lstStyle/>
                    <a:p>
                      <a:pPr marL="457200" indent="-457200">
                        <a:spcAft>
                          <a:spcPts val="1800"/>
                        </a:spcAft>
                        <a:buFont typeface="Arial" panose="020B0604020202020204" pitchFamily="34" charset="0"/>
                        <a:buChar char="•"/>
                      </a:pPr>
                      <a:r>
                        <a:rPr lang="en-GB" sz="2800" dirty="0">
                          <a:solidFill>
                            <a:schemeClr val="accent3"/>
                          </a:solidFill>
                        </a:rPr>
                        <a:t>Policies and measures are described rather qualitatively  without quantifying their expected output or contribution to (sectoral) targets (exemption: North Macedonia).</a:t>
                      </a:r>
                      <a:endParaRPr lang="en-GB" sz="2800" dirty="0">
                        <a:solidFill>
                          <a:schemeClr val="accent3"/>
                        </a:solidFill>
                        <a:latin typeface="Roboto" panose="02000000000000000000" pitchFamily="2" charset="0"/>
                        <a:ea typeface="Roboto" panose="02000000000000000000" pitchFamily="2" charset="0"/>
                      </a:endParaRPr>
                    </a:p>
                  </a:txBody>
                  <a:tcPr/>
                </a:tc>
                <a:tc>
                  <a:txBody>
                    <a:bodyPr/>
                    <a:lstStyle/>
                    <a:p>
                      <a:pPr marL="457200" marR="0" lvl="0" indent="-457200" defTabSz="91440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US" sz="2800" dirty="0">
                          <a:solidFill>
                            <a:schemeClr val="accent3"/>
                          </a:solidFill>
                        </a:rPr>
                        <a:t>Across submissions, quantitative information on ex-ante/ ex-post emission reductions, cost and benefits is missing.</a:t>
                      </a:r>
                      <a:endParaRPr lang="en-AT" sz="2800" dirty="0">
                        <a:solidFill>
                          <a:schemeClr val="accent3"/>
                        </a:solidFill>
                      </a:endParaRPr>
                    </a:p>
                    <a:p>
                      <a:pPr marL="457200" indent="-457200">
                        <a:spcAft>
                          <a:spcPts val="1800"/>
                        </a:spcAft>
                        <a:buFont typeface="Arial" panose="020B0604020202020204" pitchFamily="34" charset="0"/>
                        <a:buChar char="•"/>
                      </a:pPr>
                      <a:endParaRPr lang="en-AT" sz="2800" dirty="0">
                        <a:solidFill>
                          <a:schemeClr val="accent3"/>
                        </a:solidFill>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688470851"/>
                  </a:ext>
                </a:extLst>
              </a:tr>
              <a:tr h="370840">
                <a:tc>
                  <a:txBody>
                    <a:bodyPr/>
                    <a:lstStyle/>
                    <a:p>
                      <a:pPr>
                        <a:spcAft>
                          <a:spcPts val="1800"/>
                        </a:spcAft>
                      </a:pPr>
                      <a:endParaRPr lang="en-AT" sz="2800">
                        <a:latin typeface="Roboto" panose="02000000000000000000" pitchFamily="2" charset="0"/>
                        <a:ea typeface="Roboto" panose="02000000000000000000" pitchFamily="2" charset="0"/>
                      </a:endParaRPr>
                    </a:p>
                  </a:txBody>
                  <a:tcPr/>
                </a:tc>
                <a:tc>
                  <a:txBody>
                    <a:bodyPr/>
                    <a:lstStyle/>
                    <a:p>
                      <a:pPr>
                        <a:spcAft>
                          <a:spcPts val="1800"/>
                        </a:spcAft>
                      </a:pPr>
                      <a:endParaRPr lang="en-AT" sz="28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23323113"/>
                  </a:ext>
                </a:extLst>
              </a:tr>
            </a:tbl>
          </a:graphicData>
        </a:graphic>
      </p:graphicFrame>
      <p:cxnSp>
        <p:nvCxnSpPr>
          <p:cNvPr id="47" name="Straight Connector 46">
            <a:extLst>
              <a:ext uri="{FF2B5EF4-FFF2-40B4-BE49-F238E27FC236}">
                <a16:creationId xmlns:a16="http://schemas.microsoft.com/office/drawing/2014/main" id="{7A7B946F-7DCF-C3A5-EE92-8C401BB582AD}"/>
              </a:ext>
            </a:extLst>
          </p:cNvPr>
          <p:cNvCxnSpPr/>
          <p:nvPr/>
        </p:nvCxnSpPr>
        <p:spPr>
          <a:xfrm>
            <a:off x="1452250" y="3368675"/>
            <a:ext cx="4104000" cy="0"/>
          </a:xfrm>
          <a:prstGeom prst="line">
            <a:avLst/>
          </a:prstGeom>
          <a:ln w="422275" cap="rnd">
            <a:solidFill>
              <a:schemeClr val="accent1">
                <a:shade val="95000"/>
                <a:satMod val="105000"/>
                <a:alpha val="48000"/>
              </a:schemeClr>
            </a:solidFill>
          </a:ln>
        </p:spPr>
        <p:style>
          <a:lnRef idx="1">
            <a:schemeClr val="accent1"/>
          </a:lnRef>
          <a:fillRef idx="0">
            <a:schemeClr val="accent1"/>
          </a:fillRef>
          <a:effectRef idx="0">
            <a:schemeClr val="accent1"/>
          </a:effectRef>
          <a:fontRef idx="minor">
            <a:schemeClr val="tx1"/>
          </a:fontRef>
        </p:style>
      </p:cxnSp>
      <p:sp>
        <p:nvSpPr>
          <p:cNvPr id="45" name="Title 44">
            <a:extLst>
              <a:ext uri="{FF2B5EF4-FFF2-40B4-BE49-F238E27FC236}">
                <a16:creationId xmlns:a16="http://schemas.microsoft.com/office/drawing/2014/main" id="{C0CBC9E2-9923-AA2B-0227-F4162C24B4B9}"/>
              </a:ext>
            </a:extLst>
          </p:cNvPr>
          <p:cNvSpPr>
            <a:spLocks noGrp="1"/>
          </p:cNvSpPr>
          <p:nvPr>
            <p:ph type="ctrTitle"/>
          </p:nvPr>
        </p:nvSpPr>
        <p:spPr>
          <a:xfrm>
            <a:off x="0" y="1517095"/>
            <a:ext cx="9518650" cy="907941"/>
          </a:xfrm>
        </p:spPr>
        <p:txBody>
          <a:bodyPr/>
          <a:lstStyle/>
          <a:p>
            <a:r>
              <a:rPr lang="en-GB" dirty="0"/>
              <a:t>Policies and measures</a:t>
            </a:r>
            <a:endParaRPr lang="en-AT" dirty="0"/>
          </a:p>
        </p:txBody>
      </p:sp>
      <p:cxnSp>
        <p:nvCxnSpPr>
          <p:cNvPr id="48" name="Straight Connector 47">
            <a:extLst>
              <a:ext uri="{FF2B5EF4-FFF2-40B4-BE49-F238E27FC236}">
                <a16:creationId xmlns:a16="http://schemas.microsoft.com/office/drawing/2014/main" id="{4874CC92-046D-8F92-0402-13C55EDE7C80}"/>
              </a:ext>
            </a:extLst>
          </p:cNvPr>
          <p:cNvCxnSpPr/>
          <p:nvPr/>
        </p:nvCxnSpPr>
        <p:spPr>
          <a:xfrm>
            <a:off x="10215250" y="3368675"/>
            <a:ext cx="4104000" cy="0"/>
          </a:xfrm>
          <a:prstGeom prst="line">
            <a:avLst/>
          </a:prstGeom>
          <a:ln w="422275" cap="rnd">
            <a:solidFill>
              <a:schemeClr val="accent1">
                <a:shade val="95000"/>
                <a:satMod val="105000"/>
                <a:alpha val="48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86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37E78100-B19B-3F02-CD05-764A487CD623}"/>
              </a:ext>
            </a:extLst>
          </p:cNvPr>
          <p:cNvPicPr>
            <a:picLocks noChangeAspect="1"/>
          </p:cNvPicPr>
          <p:nvPr/>
        </p:nvPicPr>
        <p:blipFill>
          <a:blip r:embed="rId2"/>
          <a:srcRect t="39923" r="66250" b="9690"/>
          <a:stretch>
            <a:fillRect/>
          </a:stretch>
        </p:blipFill>
        <p:spPr>
          <a:xfrm rot="314361">
            <a:off x="7918450" y="2784454"/>
            <a:ext cx="8972336" cy="7200000"/>
          </a:xfrm>
          <a:prstGeom prst="rect">
            <a:avLst/>
          </a:prstGeom>
        </p:spPr>
      </p:pic>
      <p:sp>
        <p:nvSpPr>
          <p:cNvPr id="2" name="Title 1">
            <a:extLst>
              <a:ext uri="{FF2B5EF4-FFF2-40B4-BE49-F238E27FC236}">
                <a16:creationId xmlns:a16="http://schemas.microsoft.com/office/drawing/2014/main" id="{7CFCDCE2-6367-45EA-85D0-42087A2B2C47}"/>
              </a:ext>
            </a:extLst>
          </p:cNvPr>
          <p:cNvSpPr>
            <a:spLocks noGrp="1"/>
          </p:cNvSpPr>
          <p:nvPr>
            <p:ph type="ctrTitle"/>
          </p:nvPr>
        </p:nvSpPr>
        <p:spPr/>
        <p:txBody>
          <a:bodyPr/>
          <a:lstStyle/>
          <a:p>
            <a:r>
              <a:rPr lang="en-GB" dirty="0"/>
              <a:t>Coming soon</a:t>
            </a:r>
            <a:endParaRPr lang="en-AT" dirty="0"/>
          </a:p>
        </p:txBody>
      </p:sp>
      <p:pic>
        <p:nvPicPr>
          <p:cNvPr id="28" name="Picture 27">
            <a:extLst>
              <a:ext uri="{FF2B5EF4-FFF2-40B4-BE49-F238E27FC236}">
                <a16:creationId xmlns:a16="http://schemas.microsoft.com/office/drawing/2014/main" id="{8804DC87-6865-0270-D13B-6B200669EF3A}"/>
              </a:ext>
            </a:extLst>
          </p:cNvPr>
          <p:cNvPicPr>
            <a:picLocks noChangeAspect="1"/>
          </p:cNvPicPr>
          <p:nvPr/>
        </p:nvPicPr>
        <p:blipFill>
          <a:blip r:embed="rId3"/>
          <a:srcRect r="1680"/>
          <a:stretch>
            <a:fillRect/>
          </a:stretch>
        </p:blipFill>
        <p:spPr>
          <a:xfrm>
            <a:off x="-23935" y="1226675"/>
            <a:ext cx="6526260" cy="8856000"/>
          </a:xfrm>
          <a:prstGeom prst="rect">
            <a:avLst/>
          </a:prstGeom>
        </p:spPr>
      </p:pic>
    </p:spTree>
    <p:extLst>
      <p:ext uri="{BB962C8B-B14F-4D97-AF65-F5344CB8AC3E}">
        <p14:creationId xmlns:p14="http://schemas.microsoft.com/office/powerpoint/2010/main" val="2080077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 y="0"/>
            <a:ext cx="20104696" cy="11309127"/>
            <a:chOff x="-1" y="0"/>
            <a:chExt cx="20104696" cy="11309127"/>
          </a:xfrm>
        </p:grpSpPr>
        <p:pic>
          <p:nvPicPr>
            <p:cNvPr id="3" name="object 3"/>
            <p:cNvPicPr/>
            <p:nvPr/>
          </p:nvPicPr>
          <p:blipFill>
            <a:blip r:embed="rId3" cstate="print"/>
            <a:stretch>
              <a:fillRect/>
            </a:stretch>
          </p:blipFill>
          <p:spPr>
            <a:xfrm>
              <a:off x="-1" y="0"/>
              <a:ext cx="20104100" cy="11308556"/>
            </a:xfrm>
            <a:prstGeom prst="rect">
              <a:avLst/>
            </a:prstGeom>
          </p:spPr>
        </p:pic>
        <p:sp>
          <p:nvSpPr>
            <p:cNvPr id="4" name="object 4"/>
            <p:cNvSpPr/>
            <p:nvPr/>
          </p:nvSpPr>
          <p:spPr>
            <a:xfrm>
              <a:off x="19161720" y="10963687"/>
              <a:ext cx="942975" cy="345440"/>
            </a:xfrm>
            <a:custGeom>
              <a:avLst/>
              <a:gdLst/>
              <a:ahLst/>
              <a:cxnLst/>
              <a:rect l="l" t="t" r="r" b="b"/>
              <a:pathLst>
                <a:path w="942975" h="345440">
                  <a:moveTo>
                    <a:pt x="0" y="344869"/>
                  </a:moveTo>
                  <a:lnTo>
                    <a:pt x="942379" y="344869"/>
                  </a:lnTo>
                  <a:lnTo>
                    <a:pt x="942379" y="0"/>
                  </a:lnTo>
                  <a:lnTo>
                    <a:pt x="0" y="0"/>
                  </a:lnTo>
                  <a:lnTo>
                    <a:pt x="0" y="344869"/>
                  </a:lnTo>
                  <a:close/>
                </a:path>
              </a:pathLst>
            </a:custGeom>
            <a:solidFill>
              <a:srgbClr val="2F3B72"/>
            </a:solidFill>
          </p:spPr>
          <p:txBody>
            <a:bodyPr wrap="square" lIns="0" tIns="0" rIns="0" bIns="0" rtlCol="0"/>
            <a:lstStyle/>
            <a:p>
              <a:endParaRPr/>
            </a:p>
          </p:txBody>
        </p:sp>
        <p:sp>
          <p:nvSpPr>
            <p:cNvPr id="5" name="object 5"/>
            <p:cNvSpPr/>
            <p:nvPr/>
          </p:nvSpPr>
          <p:spPr>
            <a:xfrm>
              <a:off x="0" y="9329566"/>
              <a:ext cx="19161760" cy="1979295"/>
            </a:xfrm>
            <a:custGeom>
              <a:avLst/>
              <a:gdLst/>
              <a:ahLst/>
              <a:cxnLst/>
              <a:rect l="l" t="t" r="r" b="b"/>
              <a:pathLst>
                <a:path w="19161760" h="1979295">
                  <a:moveTo>
                    <a:pt x="19161710" y="0"/>
                  </a:moveTo>
                  <a:lnTo>
                    <a:pt x="17359021" y="0"/>
                  </a:lnTo>
                  <a:lnTo>
                    <a:pt x="17359021" y="1626920"/>
                  </a:lnTo>
                  <a:lnTo>
                    <a:pt x="0" y="1626920"/>
                  </a:lnTo>
                  <a:lnTo>
                    <a:pt x="0" y="1978990"/>
                  </a:lnTo>
                  <a:lnTo>
                    <a:pt x="17359021" y="1978990"/>
                  </a:lnTo>
                  <a:lnTo>
                    <a:pt x="18407812" y="1978990"/>
                  </a:lnTo>
                  <a:lnTo>
                    <a:pt x="19161710" y="1978990"/>
                  </a:lnTo>
                  <a:lnTo>
                    <a:pt x="19161710" y="0"/>
                  </a:lnTo>
                  <a:close/>
                </a:path>
              </a:pathLst>
            </a:custGeom>
            <a:solidFill>
              <a:srgbClr val="3A9F5F"/>
            </a:solidFill>
          </p:spPr>
          <p:txBody>
            <a:bodyPr wrap="square" lIns="0" tIns="0" rIns="0" bIns="0" rtlCol="0"/>
            <a:lstStyle/>
            <a:p>
              <a:endParaRPr/>
            </a:p>
          </p:txBody>
        </p:sp>
        <p:sp>
          <p:nvSpPr>
            <p:cNvPr id="11" name="object 11"/>
            <p:cNvSpPr/>
            <p:nvPr/>
          </p:nvSpPr>
          <p:spPr>
            <a:xfrm>
              <a:off x="13110020" y="5"/>
              <a:ext cx="6994525" cy="6984365"/>
            </a:xfrm>
            <a:custGeom>
              <a:avLst/>
              <a:gdLst/>
              <a:ahLst/>
              <a:cxnLst/>
              <a:rect l="l" t="t" r="r" b="b"/>
              <a:pathLst>
                <a:path w="6994525" h="6984365">
                  <a:moveTo>
                    <a:pt x="1569224" y="2007082"/>
                  </a:moveTo>
                  <a:lnTo>
                    <a:pt x="1056906" y="1859026"/>
                  </a:lnTo>
                  <a:lnTo>
                    <a:pt x="791311" y="1434147"/>
                  </a:lnTo>
                  <a:lnTo>
                    <a:pt x="542861" y="1793278"/>
                  </a:lnTo>
                  <a:lnTo>
                    <a:pt x="0" y="1810537"/>
                  </a:lnTo>
                  <a:lnTo>
                    <a:pt x="386054" y="2198332"/>
                  </a:lnTo>
                  <a:lnTo>
                    <a:pt x="320700" y="2667063"/>
                  </a:lnTo>
                  <a:lnTo>
                    <a:pt x="820686" y="2513457"/>
                  </a:lnTo>
                  <a:lnTo>
                    <a:pt x="1315872" y="2766085"/>
                  </a:lnTo>
                  <a:lnTo>
                    <a:pt x="1229474" y="2294928"/>
                  </a:lnTo>
                  <a:lnTo>
                    <a:pt x="1569224" y="2007082"/>
                  </a:lnTo>
                  <a:close/>
                </a:path>
                <a:path w="6994525" h="6984365">
                  <a:moveTo>
                    <a:pt x="1737563" y="326758"/>
                  </a:moveTo>
                  <a:lnTo>
                    <a:pt x="1225410" y="154813"/>
                  </a:lnTo>
                  <a:lnTo>
                    <a:pt x="1126274" y="0"/>
                  </a:lnTo>
                  <a:lnTo>
                    <a:pt x="757809" y="0"/>
                  </a:lnTo>
                  <a:lnTo>
                    <a:pt x="711936" y="60337"/>
                  </a:lnTo>
                  <a:lnTo>
                    <a:pt x="170091" y="42481"/>
                  </a:lnTo>
                  <a:lnTo>
                    <a:pt x="557745" y="432943"/>
                  </a:lnTo>
                  <a:lnTo>
                    <a:pt x="495274" y="871435"/>
                  </a:lnTo>
                  <a:lnTo>
                    <a:pt x="993521" y="757809"/>
                  </a:lnTo>
                  <a:lnTo>
                    <a:pt x="1489329" y="1027468"/>
                  </a:lnTo>
                  <a:lnTo>
                    <a:pt x="1400251" y="577164"/>
                  </a:lnTo>
                  <a:lnTo>
                    <a:pt x="1737563" y="326758"/>
                  </a:lnTo>
                  <a:close/>
                </a:path>
                <a:path w="6994525" h="6984365">
                  <a:moveTo>
                    <a:pt x="2270391" y="3860101"/>
                  </a:moveTo>
                  <a:lnTo>
                    <a:pt x="1787410" y="3742436"/>
                  </a:lnTo>
                  <a:lnTo>
                    <a:pt x="1528508" y="3324631"/>
                  </a:lnTo>
                  <a:lnTo>
                    <a:pt x="1305394" y="3709263"/>
                  </a:lnTo>
                  <a:lnTo>
                    <a:pt x="799287" y="3763048"/>
                  </a:lnTo>
                  <a:lnTo>
                    <a:pt x="1169301" y="4134193"/>
                  </a:lnTo>
                  <a:lnTo>
                    <a:pt x="1120368" y="4617517"/>
                  </a:lnTo>
                  <a:lnTo>
                    <a:pt x="1582940" y="4427880"/>
                  </a:lnTo>
                  <a:lnTo>
                    <a:pt x="2051812" y="4653864"/>
                  </a:lnTo>
                  <a:lnTo>
                    <a:pt x="1959470" y="4177449"/>
                  </a:lnTo>
                  <a:lnTo>
                    <a:pt x="2270391" y="3860101"/>
                  </a:lnTo>
                  <a:close/>
                </a:path>
                <a:path w="6994525" h="6984365">
                  <a:moveTo>
                    <a:pt x="3678821" y="5421452"/>
                  </a:moveTo>
                  <a:lnTo>
                    <a:pt x="3251949" y="5332006"/>
                  </a:lnTo>
                  <a:lnTo>
                    <a:pt x="3007093" y="4940554"/>
                  </a:lnTo>
                  <a:lnTo>
                    <a:pt x="2830753" y="5324411"/>
                  </a:lnTo>
                  <a:lnTo>
                    <a:pt x="2393962" y="5401996"/>
                  </a:lnTo>
                  <a:lnTo>
                    <a:pt x="2732443" y="5741505"/>
                  </a:lnTo>
                  <a:lnTo>
                    <a:pt x="2712682" y="6209246"/>
                  </a:lnTo>
                  <a:lnTo>
                    <a:pt x="3105289" y="6004280"/>
                  </a:lnTo>
                  <a:lnTo>
                    <a:pt x="3523513" y="6199327"/>
                  </a:lnTo>
                  <a:lnTo>
                    <a:pt x="3421684" y="5744070"/>
                  </a:lnTo>
                  <a:lnTo>
                    <a:pt x="3678821" y="5421452"/>
                  </a:lnTo>
                  <a:close/>
                </a:path>
                <a:path w="6994525" h="6984365">
                  <a:moveTo>
                    <a:pt x="5445239" y="6249733"/>
                  </a:moveTo>
                  <a:lnTo>
                    <a:pt x="5089004" y="6180290"/>
                  </a:lnTo>
                  <a:lnTo>
                    <a:pt x="4866271" y="5832513"/>
                  </a:lnTo>
                  <a:lnTo>
                    <a:pt x="4743031" y="6184874"/>
                  </a:lnTo>
                  <a:lnTo>
                    <a:pt x="4390428" y="6266586"/>
                  </a:lnTo>
                  <a:lnTo>
                    <a:pt x="4685995" y="6563500"/>
                  </a:lnTo>
                  <a:lnTo>
                    <a:pt x="4696015" y="6984073"/>
                  </a:lnTo>
                  <a:lnTo>
                    <a:pt x="5005463" y="6790614"/>
                  </a:lnTo>
                  <a:lnTo>
                    <a:pt x="5358930" y="6955968"/>
                  </a:lnTo>
                  <a:lnTo>
                    <a:pt x="5250840" y="6548247"/>
                  </a:lnTo>
                  <a:lnTo>
                    <a:pt x="5445239" y="6249733"/>
                  </a:lnTo>
                  <a:close/>
                </a:path>
                <a:path w="6994525" h="6984365">
                  <a:moveTo>
                    <a:pt x="6994068" y="6206350"/>
                  </a:moveTo>
                  <a:lnTo>
                    <a:pt x="6846417" y="6175959"/>
                  </a:lnTo>
                  <a:lnTo>
                    <a:pt x="6652260" y="5882208"/>
                  </a:lnTo>
                  <a:lnTo>
                    <a:pt x="6573914" y="6179769"/>
                  </a:lnTo>
                  <a:lnTo>
                    <a:pt x="6301575" y="6248387"/>
                  </a:lnTo>
                  <a:lnTo>
                    <a:pt x="6549326" y="6497968"/>
                  </a:lnTo>
                  <a:lnTo>
                    <a:pt x="6579590" y="6849897"/>
                  </a:lnTo>
                  <a:lnTo>
                    <a:pt x="6812318" y="6689141"/>
                  </a:lnTo>
                  <a:lnTo>
                    <a:pt x="6994068" y="6777698"/>
                  </a:lnTo>
                  <a:lnTo>
                    <a:pt x="6994068" y="6689141"/>
                  </a:lnTo>
                  <a:lnTo>
                    <a:pt x="6994068" y="6488912"/>
                  </a:lnTo>
                  <a:lnTo>
                    <a:pt x="6993229" y="6486207"/>
                  </a:lnTo>
                  <a:lnTo>
                    <a:pt x="6994068" y="6484683"/>
                  </a:lnTo>
                  <a:lnTo>
                    <a:pt x="6994068" y="6206350"/>
                  </a:lnTo>
                  <a:close/>
                </a:path>
              </a:pathLst>
            </a:custGeom>
            <a:solidFill>
              <a:srgbClr val="3A9F5F">
                <a:alpha val="11997"/>
              </a:srgbClr>
            </a:solidFill>
          </p:spPr>
          <p:txBody>
            <a:bodyPr wrap="square" lIns="0" tIns="0" rIns="0" bIns="0" rtlCol="0"/>
            <a:lstStyle/>
            <a:p>
              <a:endParaRPr/>
            </a:p>
          </p:txBody>
        </p:sp>
      </p:grpSp>
      <p:sp>
        <p:nvSpPr>
          <p:cNvPr id="12" name="object 12"/>
          <p:cNvSpPr txBox="1">
            <a:spLocks noGrp="1"/>
          </p:cNvSpPr>
          <p:nvPr>
            <p:ph type="title"/>
          </p:nvPr>
        </p:nvSpPr>
        <p:spPr>
          <a:xfrm>
            <a:off x="3825257" y="4538196"/>
            <a:ext cx="12457430" cy="2571115"/>
          </a:xfrm>
          <a:prstGeom prst="rect">
            <a:avLst/>
          </a:prstGeom>
        </p:spPr>
        <p:txBody>
          <a:bodyPr vert="horz" wrap="square" lIns="0" tIns="13335" rIns="0" bIns="0" rtlCol="0">
            <a:spAutoFit/>
          </a:bodyPr>
          <a:lstStyle/>
          <a:p>
            <a:pPr marL="12700">
              <a:lnSpc>
                <a:spcPct val="100000"/>
              </a:lnSpc>
              <a:spcBef>
                <a:spcPts val="105"/>
              </a:spcBef>
            </a:pPr>
            <a:r>
              <a:rPr sz="16700" b="1" dirty="0">
                <a:solidFill>
                  <a:schemeClr val="bg1"/>
                </a:solidFill>
                <a:latin typeface="Roboto" panose="02000000000000000000" pitchFamily="2" charset="0"/>
                <a:ea typeface="Roboto" panose="02000000000000000000" pitchFamily="2" charset="0"/>
                <a:cs typeface="Roboto" panose="02000000000000000000" pitchFamily="2" charset="0"/>
              </a:rPr>
              <a:t>THANK YOU!</a:t>
            </a:r>
          </a:p>
        </p:txBody>
      </p:sp>
      <p:sp>
        <p:nvSpPr>
          <p:cNvPr id="13" name="object 13"/>
          <p:cNvSpPr txBox="1"/>
          <p:nvPr/>
        </p:nvSpPr>
        <p:spPr>
          <a:xfrm>
            <a:off x="0" y="10130939"/>
            <a:ext cx="17359630" cy="562610"/>
          </a:xfrm>
          <a:prstGeom prst="rect">
            <a:avLst/>
          </a:prstGeom>
        </p:spPr>
        <p:txBody>
          <a:bodyPr vert="horz" wrap="square" lIns="0" tIns="60325" rIns="0" bIns="0" rtlCol="0">
            <a:spAutoFit/>
          </a:bodyPr>
          <a:lstStyle/>
          <a:p>
            <a:pPr marL="589915">
              <a:lnSpc>
                <a:spcPct val="100000"/>
              </a:lnSpc>
              <a:spcBef>
                <a:spcPts val="475"/>
              </a:spcBef>
            </a:pPr>
            <a:r>
              <a:rPr sz="1450" dirty="0">
                <a:solidFill>
                  <a:srgbClr val="FFFFFF"/>
                </a:solidFill>
                <a:latin typeface="Roboto"/>
                <a:cs typeface="Roboto"/>
              </a:rPr>
              <a:t>Energy</a:t>
            </a:r>
            <a:r>
              <a:rPr sz="1450" spc="-55" dirty="0">
                <a:solidFill>
                  <a:srgbClr val="FFFFFF"/>
                </a:solidFill>
                <a:latin typeface="Roboto"/>
                <a:cs typeface="Roboto"/>
              </a:rPr>
              <a:t> </a:t>
            </a:r>
            <a:r>
              <a:rPr sz="1450" spc="-10" dirty="0">
                <a:solidFill>
                  <a:srgbClr val="FFFFFF"/>
                </a:solidFill>
                <a:latin typeface="Roboto"/>
                <a:cs typeface="Roboto"/>
              </a:rPr>
              <a:t>Community</a:t>
            </a:r>
            <a:r>
              <a:rPr sz="1450" spc="-50" dirty="0">
                <a:solidFill>
                  <a:srgbClr val="FFFFFF"/>
                </a:solidFill>
                <a:latin typeface="Roboto"/>
                <a:cs typeface="Roboto"/>
              </a:rPr>
              <a:t> </a:t>
            </a:r>
            <a:r>
              <a:rPr sz="1450" spc="-10" dirty="0">
                <a:solidFill>
                  <a:srgbClr val="FFFFFF"/>
                </a:solidFill>
                <a:latin typeface="Roboto"/>
                <a:cs typeface="Roboto"/>
              </a:rPr>
              <a:t>Secretariat</a:t>
            </a:r>
            <a:endParaRPr sz="1450">
              <a:latin typeface="Roboto"/>
              <a:cs typeface="Roboto"/>
            </a:endParaRPr>
          </a:p>
          <a:p>
            <a:pPr marL="589915">
              <a:lnSpc>
                <a:spcPct val="100000"/>
              </a:lnSpc>
              <a:spcBef>
                <a:spcPts val="370"/>
              </a:spcBef>
            </a:pPr>
            <a:r>
              <a:rPr sz="1450" dirty="0">
                <a:solidFill>
                  <a:srgbClr val="FFFFFF"/>
                </a:solidFill>
                <a:latin typeface="Roboto"/>
                <a:cs typeface="Roboto"/>
              </a:rPr>
              <a:t>Am</a:t>
            </a:r>
            <a:r>
              <a:rPr sz="1450" spc="-45" dirty="0">
                <a:solidFill>
                  <a:srgbClr val="FFFFFF"/>
                </a:solidFill>
                <a:latin typeface="Roboto"/>
                <a:cs typeface="Roboto"/>
              </a:rPr>
              <a:t> </a:t>
            </a:r>
            <a:r>
              <a:rPr sz="1450" dirty="0">
                <a:solidFill>
                  <a:srgbClr val="FFFFFF"/>
                </a:solidFill>
                <a:latin typeface="Roboto"/>
                <a:cs typeface="Roboto"/>
              </a:rPr>
              <a:t>Hof</a:t>
            </a:r>
            <a:r>
              <a:rPr sz="1450" spc="-40" dirty="0">
                <a:solidFill>
                  <a:srgbClr val="FFFFFF"/>
                </a:solidFill>
                <a:latin typeface="Roboto"/>
                <a:cs typeface="Roboto"/>
              </a:rPr>
              <a:t> </a:t>
            </a:r>
            <a:r>
              <a:rPr sz="1450" dirty="0">
                <a:solidFill>
                  <a:srgbClr val="FFFFFF"/>
                </a:solidFill>
                <a:latin typeface="Roboto"/>
                <a:cs typeface="Roboto"/>
              </a:rPr>
              <a:t>4,</a:t>
            </a:r>
            <a:r>
              <a:rPr sz="1450" spc="-40" dirty="0">
                <a:solidFill>
                  <a:srgbClr val="FFFFFF"/>
                </a:solidFill>
                <a:latin typeface="Roboto"/>
                <a:cs typeface="Roboto"/>
              </a:rPr>
              <a:t> </a:t>
            </a:r>
            <a:r>
              <a:rPr sz="1450" dirty="0">
                <a:solidFill>
                  <a:srgbClr val="FFFFFF"/>
                </a:solidFill>
                <a:latin typeface="Roboto"/>
                <a:cs typeface="Roboto"/>
              </a:rPr>
              <a:t>Level</a:t>
            </a:r>
            <a:r>
              <a:rPr sz="1450" spc="-40" dirty="0">
                <a:solidFill>
                  <a:srgbClr val="FFFFFF"/>
                </a:solidFill>
                <a:latin typeface="Roboto"/>
                <a:cs typeface="Roboto"/>
              </a:rPr>
              <a:t> </a:t>
            </a:r>
            <a:r>
              <a:rPr sz="1450" dirty="0">
                <a:solidFill>
                  <a:srgbClr val="FFFFFF"/>
                </a:solidFill>
                <a:latin typeface="Roboto"/>
                <a:cs typeface="Roboto"/>
              </a:rPr>
              <a:t>5,</a:t>
            </a:r>
            <a:r>
              <a:rPr sz="1450" spc="-40" dirty="0">
                <a:solidFill>
                  <a:srgbClr val="FFFFFF"/>
                </a:solidFill>
                <a:latin typeface="Roboto"/>
                <a:cs typeface="Roboto"/>
              </a:rPr>
              <a:t> </a:t>
            </a:r>
            <a:r>
              <a:rPr sz="1450" dirty="0">
                <a:solidFill>
                  <a:srgbClr val="FFFFFF"/>
                </a:solidFill>
                <a:latin typeface="Roboto"/>
                <a:cs typeface="Roboto"/>
              </a:rPr>
              <a:t>1010</a:t>
            </a:r>
            <a:r>
              <a:rPr sz="1450" spc="-40" dirty="0">
                <a:solidFill>
                  <a:srgbClr val="FFFFFF"/>
                </a:solidFill>
                <a:latin typeface="Roboto"/>
                <a:cs typeface="Roboto"/>
              </a:rPr>
              <a:t> </a:t>
            </a:r>
            <a:r>
              <a:rPr sz="1450" dirty="0">
                <a:solidFill>
                  <a:srgbClr val="FFFFFF"/>
                </a:solidFill>
                <a:latin typeface="Roboto"/>
                <a:cs typeface="Roboto"/>
              </a:rPr>
              <a:t>Vienna,</a:t>
            </a:r>
            <a:r>
              <a:rPr sz="1450" spc="-40" dirty="0">
                <a:solidFill>
                  <a:srgbClr val="FFFFFF"/>
                </a:solidFill>
                <a:latin typeface="Roboto"/>
                <a:cs typeface="Roboto"/>
              </a:rPr>
              <a:t> </a:t>
            </a:r>
            <a:r>
              <a:rPr sz="1450" spc="-10" dirty="0">
                <a:solidFill>
                  <a:srgbClr val="FFFFFF"/>
                </a:solidFill>
                <a:latin typeface="Roboto"/>
                <a:cs typeface="Roboto"/>
              </a:rPr>
              <a:t>Austria</a:t>
            </a:r>
            <a:endParaRPr sz="1450">
              <a:latin typeface="Roboto"/>
              <a:cs typeface="Roboto"/>
            </a:endParaRPr>
          </a:p>
        </p:txBody>
      </p:sp>
      <p:grpSp>
        <p:nvGrpSpPr>
          <p:cNvPr id="14" name="object 14"/>
          <p:cNvGrpSpPr/>
          <p:nvPr/>
        </p:nvGrpSpPr>
        <p:grpSpPr>
          <a:xfrm>
            <a:off x="590218" y="9548372"/>
            <a:ext cx="18271490" cy="1223010"/>
            <a:chOff x="590218" y="9548372"/>
            <a:chExt cx="18271490" cy="1223010"/>
          </a:xfrm>
        </p:grpSpPr>
        <p:sp>
          <p:nvSpPr>
            <p:cNvPr id="15" name="object 15"/>
            <p:cNvSpPr/>
            <p:nvPr/>
          </p:nvSpPr>
          <p:spPr>
            <a:xfrm>
              <a:off x="1173941" y="9552515"/>
              <a:ext cx="432434" cy="432434"/>
            </a:xfrm>
            <a:custGeom>
              <a:avLst/>
              <a:gdLst/>
              <a:ahLst/>
              <a:cxnLst/>
              <a:rect l="l" t="t" r="r" b="b"/>
              <a:pathLst>
                <a:path w="432434" h="432434">
                  <a:moveTo>
                    <a:pt x="216087" y="0"/>
                  </a:moveTo>
                  <a:lnTo>
                    <a:pt x="166539" y="5706"/>
                  </a:lnTo>
                  <a:lnTo>
                    <a:pt x="121055" y="21962"/>
                  </a:lnTo>
                  <a:lnTo>
                    <a:pt x="80933" y="47470"/>
                  </a:lnTo>
                  <a:lnTo>
                    <a:pt x="47470" y="80933"/>
                  </a:lnTo>
                  <a:lnTo>
                    <a:pt x="21962" y="121055"/>
                  </a:lnTo>
                  <a:lnTo>
                    <a:pt x="5706" y="166539"/>
                  </a:lnTo>
                  <a:lnTo>
                    <a:pt x="0" y="216087"/>
                  </a:lnTo>
                  <a:lnTo>
                    <a:pt x="5706" y="265636"/>
                  </a:lnTo>
                  <a:lnTo>
                    <a:pt x="21962" y="311119"/>
                  </a:lnTo>
                  <a:lnTo>
                    <a:pt x="47470" y="351241"/>
                  </a:lnTo>
                  <a:lnTo>
                    <a:pt x="80933" y="384704"/>
                  </a:lnTo>
                  <a:lnTo>
                    <a:pt x="121055" y="410212"/>
                  </a:lnTo>
                  <a:lnTo>
                    <a:pt x="166539" y="426468"/>
                  </a:lnTo>
                  <a:lnTo>
                    <a:pt x="216087" y="432175"/>
                  </a:lnTo>
                  <a:lnTo>
                    <a:pt x="265632" y="426468"/>
                  </a:lnTo>
                  <a:lnTo>
                    <a:pt x="311115" y="410212"/>
                  </a:lnTo>
                  <a:lnTo>
                    <a:pt x="351237" y="384704"/>
                  </a:lnTo>
                  <a:lnTo>
                    <a:pt x="384701" y="351241"/>
                  </a:lnTo>
                  <a:lnTo>
                    <a:pt x="410211" y="311119"/>
                  </a:lnTo>
                  <a:lnTo>
                    <a:pt x="426468" y="265636"/>
                  </a:lnTo>
                  <a:lnTo>
                    <a:pt x="432175" y="216087"/>
                  </a:lnTo>
                  <a:lnTo>
                    <a:pt x="426468" y="166539"/>
                  </a:lnTo>
                  <a:lnTo>
                    <a:pt x="410211" y="121055"/>
                  </a:lnTo>
                  <a:lnTo>
                    <a:pt x="384701" y="80933"/>
                  </a:lnTo>
                  <a:lnTo>
                    <a:pt x="351237" y="47470"/>
                  </a:lnTo>
                  <a:lnTo>
                    <a:pt x="311115" y="21962"/>
                  </a:lnTo>
                  <a:lnTo>
                    <a:pt x="265632" y="5706"/>
                  </a:lnTo>
                  <a:lnTo>
                    <a:pt x="216087" y="0"/>
                  </a:lnTo>
                  <a:close/>
                </a:path>
              </a:pathLst>
            </a:custGeom>
            <a:solidFill>
              <a:srgbClr val="2C616C"/>
            </a:solidFill>
          </p:spPr>
          <p:txBody>
            <a:bodyPr wrap="square" lIns="0" tIns="0" rIns="0" bIns="0" rtlCol="0"/>
            <a:lstStyle/>
            <a:p>
              <a:endParaRPr/>
            </a:p>
          </p:txBody>
        </p:sp>
        <p:pic>
          <p:nvPicPr>
            <p:cNvPr id="16" name="object 16"/>
            <p:cNvPicPr/>
            <p:nvPr/>
          </p:nvPicPr>
          <p:blipFill>
            <a:blip r:embed="rId4" cstate="print"/>
            <a:stretch>
              <a:fillRect/>
            </a:stretch>
          </p:blipFill>
          <p:spPr>
            <a:xfrm>
              <a:off x="1355880" y="9711887"/>
              <a:ext cx="165534" cy="174800"/>
            </a:xfrm>
            <a:prstGeom prst="rect">
              <a:avLst/>
            </a:prstGeom>
          </p:spPr>
        </p:pic>
        <p:sp>
          <p:nvSpPr>
            <p:cNvPr id="17" name="object 17"/>
            <p:cNvSpPr/>
            <p:nvPr/>
          </p:nvSpPr>
          <p:spPr>
            <a:xfrm>
              <a:off x="1265313" y="9631267"/>
              <a:ext cx="61594" cy="255904"/>
            </a:xfrm>
            <a:custGeom>
              <a:avLst/>
              <a:gdLst/>
              <a:ahLst/>
              <a:cxnLst/>
              <a:rect l="l" t="t" r="r" b="b"/>
              <a:pathLst>
                <a:path w="61594" h="255904">
                  <a:moveTo>
                    <a:pt x="57200" y="85267"/>
                  </a:moveTo>
                  <a:lnTo>
                    <a:pt x="4076" y="85267"/>
                  </a:lnTo>
                  <a:lnTo>
                    <a:pt x="4076" y="86537"/>
                  </a:lnTo>
                  <a:lnTo>
                    <a:pt x="4064" y="170357"/>
                  </a:lnTo>
                  <a:lnTo>
                    <a:pt x="4064" y="254177"/>
                  </a:lnTo>
                  <a:lnTo>
                    <a:pt x="4089" y="255447"/>
                  </a:lnTo>
                  <a:lnTo>
                    <a:pt x="57010" y="255447"/>
                  </a:lnTo>
                  <a:lnTo>
                    <a:pt x="57010" y="254177"/>
                  </a:lnTo>
                  <a:lnTo>
                    <a:pt x="57200" y="254177"/>
                  </a:lnTo>
                  <a:lnTo>
                    <a:pt x="57200" y="170357"/>
                  </a:lnTo>
                  <a:lnTo>
                    <a:pt x="57200" y="86537"/>
                  </a:lnTo>
                  <a:lnTo>
                    <a:pt x="57200" y="85267"/>
                  </a:lnTo>
                  <a:close/>
                </a:path>
                <a:path w="61594" h="255904">
                  <a:moveTo>
                    <a:pt x="61404" y="30556"/>
                  </a:moveTo>
                  <a:lnTo>
                    <a:pt x="58966" y="18719"/>
                  </a:lnTo>
                  <a:lnTo>
                    <a:pt x="52374" y="9004"/>
                  </a:lnTo>
                  <a:lnTo>
                    <a:pt x="42621" y="2425"/>
                  </a:lnTo>
                  <a:lnTo>
                    <a:pt x="30746" y="0"/>
                  </a:lnTo>
                  <a:lnTo>
                    <a:pt x="18808" y="2438"/>
                  </a:lnTo>
                  <a:lnTo>
                    <a:pt x="9017" y="9067"/>
                  </a:lnTo>
                  <a:lnTo>
                    <a:pt x="2400" y="18872"/>
                  </a:lnTo>
                  <a:lnTo>
                    <a:pt x="0" y="30822"/>
                  </a:lnTo>
                  <a:lnTo>
                    <a:pt x="2463" y="42646"/>
                  </a:lnTo>
                  <a:lnTo>
                    <a:pt x="9080" y="52374"/>
                  </a:lnTo>
                  <a:lnTo>
                    <a:pt x="18834" y="58966"/>
                  </a:lnTo>
                  <a:lnTo>
                    <a:pt x="30683" y="61391"/>
                  </a:lnTo>
                  <a:lnTo>
                    <a:pt x="42646" y="58953"/>
                  </a:lnTo>
                  <a:lnTo>
                    <a:pt x="52412" y="52336"/>
                  </a:lnTo>
                  <a:lnTo>
                    <a:pt x="59004" y="42545"/>
                  </a:lnTo>
                  <a:lnTo>
                    <a:pt x="61404" y="30556"/>
                  </a:lnTo>
                  <a:close/>
                </a:path>
              </a:pathLst>
            </a:custGeom>
            <a:solidFill>
              <a:srgbClr val="F9F9F9"/>
            </a:solidFill>
          </p:spPr>
          <p:txBody>
            <a:bodyPr wrap="square" lIns="0" tIns="0" rIns="0" bIns="0" rtlCol="0"/>
            <a:lstStyle/>
            <a:p>
              <a:endParaRPr/>
            </a:p>
          </p:txBody>
        </p:sp>
        <p:sp>
          <p:nvSpPr>
            <p:cNvPr id="18" name="object 18"/>
            <p:cNvSpPr/>
            <p:nvPr/>
          </p:nvSpPr>
          <p:spPr>
            <a:xfrm>
              <a:off x="590218" y="9552515"/>
              <a:ext cx="432434" cy="432434"/>
            </a:xfrm>
            <a:custGeom>
              <a:avLst/>
              <a:gdLst/>
              <a:ahLst/>
              <a:cxnLst/>
              <a:rect l="l" t="t" r="r" b="b"/>
              <a:pathLst>
                <a:path w="432434" h="432434">
                  <a:moveTo>
                    <a:pt x="216087" y="0"/>
                  </a:moveTo>
                  <a:lnTo>
                    <a:pt x="166539" y="5706"/>
                  </a:lnTo>
                  <a:lnTo>
                    <a:pt x="121055" y="21962"/>
                  </a:lnTo>
                  <a:lnTo>
                    <a:pt x="80933" y="47470"/>
                  </a:lnTo>
                  <a:lnTo>
                    <a:pt x="47470" y="80933"/>
                  </a:lnTo>
                  <a:lnTo>
                    <a:pt x="21962" y="121055"/>
                  </a:lnTo>
                  <a:lnTo>
                    <a:pt x="5706" y="166539"/>
                  </a:lnTo>
                  <a:lnTo>
                    <a:pt x="0" y="216087"/>
                  </a:lnTo>
                  <a:lnTo>
                    <a:pt x="5706" y="265636"/>
                  </a:lnTo>
                  <a:lnTo>
                    <a:pt x="21962" y="311119"/>
                  </a:lnTo>
                  <a:lnTo>
                    <a:pt x="47470" y="351241"/>
                  </a:lnTo>
                  <a:lnTo>
                    <a:pt x="80933" y="384704"/>
                  </a:lnTo>
                  <a:lnTo>
                    <a:pt x="121055" y="410212"/>
                  </a:lnTo>
                  <a:lnTo>
                    <a:pt x="166539" y="426468"/>
                  </a:lnTo>
                  <a:lnTo>
                    <a:pt x="216087" y="432175"/>
                  </a:lnTo>
                  <a:lnTo>
                    <a:pt x="265632" y="426468"/>
                  </a:lnTo>
                  <a:lnTo>
                    <a:pt x="311115" y="410212"/>
                  </a:lnTo>
                  <a:lnTo>
                    <a:pt x="351237" y="384704"/>
                  </a:lnTo>
                  <a:lnTo>
                    <a:pt x="384701" y="351241"/>
                  </a:lnTo>
                  <a:lnTo>
                    <a:pt x="410211" y="311119"/>
                  </a:lnTo>
                  <a:lnTo>
                    <a:pt x="426468" y="265636"/>
                  </a:lnTo>
                  <a:lnTo>
                    <a:pt x="432175" y="216087"/>
                  </a:lnTo>
                  <a:lnTo>
                    <a:pt x="426468" y="166539"/>
                  </a:lnTo>
                  <a:lnTo>
                    <a:pt x="410211" y="121055"/>
                  </a:lnTo>
                  <a:lnTo>
                    <a:pt x="384701" y="80933"/>
                  </a:lnTo>
                  <a:lnTo>
                    <a:pt x="351237" y="47470"/>
                  </a:lnTo>
                  <a:lnTo>
                    <a:pt x="311115" y="21962"/>
                  </a:lnTo>
                  <a:lnTo>
                    <a:pt x="265632" y="5706"/>
                  </a:lnTo>
                  <a:lnTo>
                    <a:pt x="216087" y="0"/>
                  </a:lnTo>
                  <a:close/>
                </a:path>
              </a:pathLst>
            </a:custGeom>
            <a:solidFill>
              <a:srgbClr val="2C616C"/>
            </a:solidFill>
          </p:spPr>
          <p:txBody>
            <a:bodyPr wrap="square" lIns="0" tIns="0" rIns="0" bIns="0" rtlCol="0"/>
            <a:lstStyle/>
            <a:p>
              <a:endParaRPr/>
            </a:p>
          </p:txBody>
        </p:sp>
        <p:pic>
          <p:nvPicPr>
            <p:cNvPr id="19" name="object 19"/>
            <p:cNvPicPr/>
            <p:nvPr/>
          </p:nvPicPr>
          <p:blipFill>
            <a:blip r:embed="rId5" cstate="print"/>
            <a:stretch>
              <a:fillRect/>
            </a:stretch>
          </p:blipFill>
          <p:spPr>
            <a:xfrm>
              <a:off x="685679" y="9645331"/>
              <a:ext cx="241249" cy="246547"/>
            </a:xfrm>
            <a:prstGeom prst="rect">
              <a:avLst/>
            </a:prstGeom>
          </p:spPr>
        </p:pic>
        <p:sp>
          <p:nvSpPr>
            <p:cNvPr id="20" name="object 20"/>
            <p:cNvSpPr/>
            <p:nvPr/>
          </p:nvSpPr>
          <p:spPr>
            <a:xfrm>
              <a:off x="1757663" y="9548372"/>
              <a:ext cx="432434" cy="429895"/>
            </a:xfrm>
            <a:custGeom>
              <a:avLst/>
              <a:gdLst/>
              <a:ahLst/>
              <a:cxnLst/>
              <a:rect l="l" t="t" r="r" b="b"/>
              <a:pathLst>
                <a:path w="432435" h="429895">
                  <a:moveTo>
                    <a:pt x="216087" y="0"/>
                  </a:moveTo>
                  <a:lnTo>
                    <a:pt x="166539" y="5706"/>
                  </a:lnTo>
                  <a:lnTo>
                    <a:pt x="121055" y="21962"/>
                  </a:lnTo>
                  <a:lnTo>
                    <a:pt x="80933" y="47470"/>
                  </a:lnTo>
                  <a:lnTo>
                    <a:pt x="47470" y="80933"/>
                  </a:lnTo>
                  <a:lnTo>
                    <a:pt x="21962" y="121055"/>
                  </a:lnTo>
                  <a:lnTo>
                    <a:pt x="5706" y="166539"/>
                  </a:lnTo>
                  <a:lnTo>
                    <a:pt x="0" y="216087"/>
                  </a:lnTo>
                  <a:lnTo>
                    <a:pt x="4678" y="261023"/>
                  </a:lnTo>
                  <a:lnTo>
                    <a:pt x="18073" y="302740"/>
                  </a:lnTo>
                  <a:lnTo>
                    <a:pt x="39230" y="340281"/>
                  </a:lnTo>
                  <a:lnTo>
                    <a:pt x="67190" y="372689"/>
                  </a:lnTo>
                  <a:lnTo>
                    <a:pt x="100996" y="399007"/>
                  </a:lnTo>
                  <a:lnTo>
                    <a:pt x="139691" y="418279"/>
                  </a:lnTo>
                  <a:lnTo>
                    <a:pt x="182319" y="429547"/>
                  </a:lnTo>
                  <a:lnTo>
                    <a:pt x="182319" y="278546"/>
                  </a:lnTo>
                  <a:lnTo>
                    <a:pt x="127451" y="278546"/>
                  </a:lnTo>
                  <a:lnTo>
                    <a:pt x="127451" y="216087"/>
                  </a:lnTo>
                  <a:lnTo>
                    <a:pt x="182319" y="216087"/>
                  </a:lnTo>
                  <a:lnTo>
                    <a:pt x="182319" y="168476"/>
                  </a:lnTo>
                  <a:lnTo>
                    <a:pt x="188131" y="132493"/>
                  </a:lnTo>
                  <a:lnTo>
                    <a:pt x="204619" y="106132"/>
                  </a:lnTo>
                  <a:lnTo>
                    <a:pt x="230362" y="89926"/>
                  </a:lnTo>
                  <a:lnTo>
                    <a:pt x="263939" y="84405"/>
                  </a:lnTo>
                  <a:lnTo>
                    <a:pt x="281472" y="85065"/>
                  </a:lnTo>
                  <a:lnTo>
                    <a:pt x="296993" y="86515"/>
                  </a:lnTo>
                  <a:lnTo>
                    <a:pt x="312315" y="88625"/>
                  </a:lnTo>
                  <a:lnTo>
                    <a:pt x="312315" y="141807"/>
                  </a:lnTo>
                  <a:lnTo>
                    <a:pt x="285059" y="141807"/>
                  </a:lnTo>
                  <a:lnTo>
                    <a:pt x="268235" y="144677"/>
                  </a:lnTo>
                  <a:lnTo>
                    <a:pt x="257388" y="152272"/>
                  </a:lnTo>
                  <a:lnTo>
                    <a:pt x="251573" y="163072"/>
                  </a:lnTo>
                  <a:lnTo>
                    <a:pt x="249845" y="175554"/>
                  </a:lnTo>
                  <a:lnTo>
                    <a:pt x="249845" y="216087"/>
                  </a:lnTo>
                  <a:lnTo>
                    <a:pt x="309781" y="216087"/>
                  </a:lnTo>
                  <a:lnTo>
                    <a:pt x="300200" y="278546"/>
                  </a:lnTo>
                  <a:lnTo>
                    <a:pt x="249845" y="278546"/>
                  </a:lnTo>
                  <a:lnTo>
                    <a:pt x="249845" y="429547"/>
                  </a:lnTo>
                  <a:lnTo>
                    <a:pt x="292473" y="418279"/>
                  </a:lnTo>
                  <a:lnTo>
                    <a:pt x="331170" y="399007"/>
                  </a:lnTo>
                  <a:lnTo>
                    <a:pt x="364978" y="372689"/>
                  </a:lnTo>
                  <a:lnTo>
                    <a:pt x="392940" y="340281"/>
                  </a:lnTo>
                  <a:lnTo>
                    <a:pt x="414099" y="302740"/>
                  </a:lnTo>
                  <a:lnTo>
                    <a:pt x="427496" y="261023"/>
                  </a:lnTo>
                  <a:lnTo>
                    <a:pt x="432175" y="216087"/>
                  </a:lnTo>
                  <a:lnTo>
                    <a:pt x="426468" y="166539"/>
                  </a:lnTo>
                  <a:lnTo>
                    <a:pt x="410211" y="121055"/>
                  </a:lnTo>
                  <a:lnTo>
                    <a:pt x="384701" y="80933"/>
                  </a:lnTo>
                  <a:lnTo>
                    <a:pt x="351237" y="47470"/>
                  </a:lnTo>
                  <a:lnTo>
                    <a:pt x="311115" y="21962"/>
                  </a:lnTo>
                  <a:lnTo>
                    <a:pt x="265632" y="5706"/>
                  </a:lnTo>
                  <a:lnTo>
                    <a:pt x="216087" y="0"/>
                  </a:lnTo>
                  <a:close/>
                </a:path>
              </a:pathLst>
            </a:custGeom>
            <a:solidFill>
              <a:srgbClr val="2C616C"/>
            </a:solidFill>
          </p:spPr>
          <p:txBody>
            <a:bodyPr wrap="square" lIns="0" tIns="0" rIns="0" bIns="0" rtlCol="0"/>
            <a:lstStyle/>
            <a:p>
              <a:endParaRPr/>
            </a:p>
          </p:txBody>
        </p:sp>
        <p:sp>
          <p:nvSpPr>
            <p:cNvPr id="21" name="object 21"/>
            <p:cNvSpPr/>
            <p:nvPr/>
          </p:nvSpPr>
          <p:spPr>
            <a:xfrm>
              <a:off x="1885115" y="9632782"/>
              <a:ext cx="185420" cy="347980"/>
            </a:xfrm>
            <a:custGeom>
              <a:avLst/>
              <a:gdLst/>
              <a:ahLst/>
              <a:cxnLst/>
              <a:rect l="l" t="t" r="r" b="b"/>
              <a:pathLst>
                <a:path w="185419" h="347979">
                  <a:moveTo>
                    <a:pt x="150543" y="65"/>
                  </a:moveTo>
                  <a:lnTo>
                    <a:pt x="102911" y="5520"/>
                  </a:lnTo>
                  <a:lnTo>
                    <a:pt x="60679" y="48087"/>
                  </a:lnTo>
                  <a:lnTo>
                    <a:pt x="54867" y="84070"/>
                  </a:lnTo>
                  <a:lnTo>
                    <a:pt x="54867" y="131681"/>
                  </a:lnTo>
                  <a:lnTo>
                    <a:pt x="0" y="131681"/>
                  </a:lnTo>
                  <a:lnTo>
                    <a:pt x="0" y="194140"/>
                  </a:lnTo>
                  <a:lnTo>
                    <a:pt x="54867" y="194140"/>
                  </a:lnTo>
                  <a:lnTo>
                    <a:pt x="54867" y="345141"/>
                  </a:lnTo>
                  <a:lnTo>
                    <a:pt x="63171" y="346280"/>
                  </a:lnTo>
                  <a:lnTo>
                    <a:pt x="71571" y="347103"/>
                  </a:lnTo>
                  <a:lnTo>
                    <a:pt x="80061" y="347601"/>
                  </a:lnTo>
                  <a:lnTo>
                    <a:pt x="88636" y="347769"/>
                  </a:lnTo>
                  <a:lnTo>
                    <a:pt x="97210" y="347601"/>
                  </a:lnTo>
                  <a:lnTo>
                    <a:pt x="105699" y="347103"/>
                  </a:lnTo>
                  <a:lnTo>
                    <a:pt x="114096" y="346280"/>
                  </a:lnTo>
                  <a:lnTo>
                    <a:pt x="122394" y="345141"/>
                  </a:lnTo>
                  <a:lnTo>
                    <a:pt x="122394" y="194140"/>
                  </a:lnTo>
                  <a:lnTo>
                    <a:pt x="172748" y="194140"/>
                  </a:lnTo>
                  <a:lnTo>
                    <a:pt x="182329" y="131681"/>
                  </a:lnTo>
                  <a:lnTo>
                    <a:pt x="122394" y="131681"/>
                  </a:lnTo>
                  <a:lnTo>
                    <a:pt x="122394" y="91138"/>
                  </a:lnTo>
                  <a:lnTo>
                    <a:pt x="124122" y="78657"/>
                  </a:lnTo>
                  <a:lnTo>
                    <a:pt x="129937" y="67861"/>
                  </a:lnTo>
                  <a:lnTo>
                    <a:pt x="140783" y="60269"/>
                  </a:lnTo>
                  <a:lnTo>
                    <a:pt x="157607" y="57401"/>
                  </a:lnTo>
                  <a:lnTo>
                    <a:pt x="184863" y="57401"/>
                  </a:lnTo>
                  <a:lnTo>
                    <a:pt x="184863" y="4219"/>
                  </a:lnTo>
                  <a:lnTo>
                    <a:pt x="170195" y="1780"/>
                  </a:lnTo>
                  <a:lnTo>
                    <a:pt x="160267" y="527"/>
                  </a:lnTo>
                  <a:lnTo>
                    <a:pt x="150543" y="65"/>
                  </a:lnTo>
                  <a:close/>
                </a:path>
              </a:pathLst>
            </a:custGeom>
            <a:solidFill>
              <a:srgbClr val="FFFFFF"/>
            </a:solidFill>
          </p:spPr>
          <p:txBody>
            <a:bodyPr wrap="square" lIns="0" tIns="0" rIns="0" bIns="0" rtlCol="0"/>
            <a:lstStyle/>
            <a:p>
              <a:endParaRPr/>
            </a:p>
          </p:txBody>
        </p:sp>
        <p:pic>
          <p:nvPicPr>
            <p:cNvPr id="22" name="object 22"/>
            <p:cNvPicPr/>
            <p:nvPr/>
          </p:nvPicPr>
          <p:blipFill>
            <a:blip r:embed="rId6" cstate="print"/>
            <a:stretch>
              <a:fillRect/>
            </a:stretch>
          </p:blipFill>
          <p:spPr>
            <a:xfrm>
              <a:off x="17641252" y="9563754"/>
              <a:ext cx="1219947" cy="1207276"/>
            </a:xfrm>
            <a:prstGeom prst="rect">
              <a:avLst/>
            </a:prstGeom>
          </p:spPr>
        </p:pic>
      </p:grpSp>
      <p:sp>
        <p:nvSpPr>
          <p:cNvPr id="23" name="object 23"/>
          <p:cNvSpPr txBox="1"/>
          <p:nvPr/>
        </p:nvSpPr>
        <p:spPr>
          <a:xfrm>
            <a:off x="17360176" y="8990767"/>
            <a:ext cx="1823720" cy="216535"/>
          </a:xfrm>
          <a:prstGeom prst="rect">
            <a:avLst/>
          </a:prstGeom>
        </p:spPr>
        <p:txBody>
          <a:bodyPr vert="horz" wrap="square" lIns="0" tIns="12700" rIns="0" bIns="0" rtlCol="0">
            <a:spAutoFit/>
          </a:bodyPr>
          <a:lstStyle/>
          <a:p>
            <a:pPr marL="12700">
              <a:lnSpc>
                <a:spcPct val="100000"/>
              </a:lnSpc>
              <a:spcBef>
                <a:spcPts val="100"/>
              </a:spcBef>
            </a:pPr>
            <a:r>
              <a:rPr sz="1250" b="1" spc="55" dirty="0">
                <a:solidFill>
                  <a:srgbClr val="FFFFFF"/>
                </a:solidFill>
                <a:latin typeface="Roboto"/>
                <a:cs typeface="Roboto"/>
              </a:rPr>
              <a:t>energy-</a:t>
            </a:r>
            <a:r>
              <a:rPr sz="1250" b="1" spc="40" dirty="0">
                <a:solidFill>
                  <a:srgbClr val="FFFFFF"/>
                </a:solidFill>
                <a:latin typeface="Roboto"/>
                <a:cs typeface="Roboto"/>
              </a:rPr>
              <a:t>community.org</a:t>
            </a:r>
            <a:endParaRPr sz="1250">
              <a:latin typeface="Roboto"/>
              <a:cs typeface="Roboto"/>
            </a:endParaRPr>
          </a:p>
        </p:txBody>
      </p:sp>
      <mc:AlternateContent xmlns:mc="http://schemas.openxmlformats.org/markup-compatibility/2006" xmlns:p14="http://schemas.microsoft.com/office/powerpoint/2010/main">
        <mc:Choice Requires="p14">
          <p:contentPart p14:bwMode="auto" r:id="rId7">
            <p14:nvContentPartPr>
              <p14:cNvPr id="6" name="Tinta 5">
                <a:extLst>
                  <a:ext uri="{FF2B5EF4-FFF2-40B4-BE49-F238E27FC236}">
                    <a16:creationId xmlns:a16="http://schemas.microsoft.com/office/drawing/2014/main" id="{A8EAC86E-9CA2-FF0E-287B-21371A726C8B}"/>
                  </a:ext>
                </a:extLst>
              </p14:cNvPr>
              <p14:cNvContentPartPr/>
              <p14:nvPr/>
            </p14:nvContentPartPr>
            <p14:xfrm>
              <a:off x="21415612" y="399094"/>
              <a:ext cx="360" cy="360"/>
            </p14:xfrm>
          </p:contentPart>
        </mc:Choice>
        <mc:Fallback xmlns="">
          <p:pic>
            <p:nvPicPr>
              <p:cNvPr id="6" name="Tinta 5">
                <a:extLst>
                  <a:ext uri="{FF2B5EF4-FFF2-40B4-BE49-F238E27FC236}">
                    <a16:creationId xmlns:a16="http://schemas.microsoft.com/office/drawing/2014/main" id="{A8EAC86E-9CA2-FF0E-287B-21371A726C8B}"/>
                  </a:ext>
                </a:extLst>
              </p:cNvPr>
              <p:cNvPicPr/>
              <p:nvPr/>
            </p:nvPicPr>
            <p:blipFill>
              <a:blip r:embed="rId9"/>
              <a:stretch>
                <a:fillRect/>
              </a:stretch>
            </p:blipFill>
            <p:spPr>
              <a:xfrm>
                <a:off x="21409492" y="392974"/>
                <a:ext cx="12600" cy="12600"/>
              </a:xfrm>
              <a:prstGeom prst="rect">
                <a:avLst/>
              </a:prstGeom>
            </p:spPr>
          </p:pic>
        </mc:Fallback>
      </mc:AlternateContent>
      <p:pic>
        <p:nvPicPr>
          <p:cNvPr id="8" name="Imagem 12">
            <a:extLst>
              <a:ext uri="{FF2B5EF4-FFF2-40B4-BE49-F238E27FC236}">
                <a16:creationId xmlns:a16="http://schemas.microsoft.com/office/drawing/2014/main" id="{C12A4A10-8E79-B488-C523-B3D0AD48C995}"/>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679450" y="473075"/>
            <a:ext cx="3332846" cy="2623292"/>
          </a:xfrm>
          <a:prstGeom prst="rect">
            <a:avLst/>
          </a:prstGeom>
        </p:spPr>
      </p:pic>
    </p:spTree>
  </p:cSld>
  <p:clrMapOvr>
    <a:masterClrMapping/>
  </p:clrMapOvr>
</p:sld>
</file>

<file path=ppt/theme/theme1.xml><?xml version="1.0" encoding="utf-8"?>
<a:theme xmlns:a="http://schemas.openxmlformats.org/drawingml/2006/main" name="Office Theme">
  <a:themeElements>
    <a:clrScheme name="Energy Community">
      <a:dk1>
        <a:srgbClr val="223A7F"/>
      </a:dk1>
      <a:lt1>
        <a:sysClr val="window" lastClr="FFFFFF"/>
      </a:lt1>
      <a:dk2>
        <a:srgbClr val="223A7F"/>
      </a:dk2>
      <a:lt2>
        <a:srgbClr val="FFFFFF"/>
      </a:lt2>
      <a:accent1>
        <a:srgbClr val="008B77"/>
      </a:accent1>
      <a:accent2>
        <a:srgbClr val="003AA7"/>
      </a:accent2>
      <a:accent3>
        <a:srgbClr val="223A7F"/>
      </a:accent3>
      <a:accent4>
        <a:srgbClr val="61B234"/>
      </a:accent4>
      <a:accent5>
        <a:srgbClr val="1C4F79"/>
      </a:accent5>
      <a:accent6>
        <a:srgbClr val="00A358"/>
      </a:accent6>
      <a:hlink>
        <a:srgbClr val="008B77"/>
      </a:hlink>
      <a:folHlink>
        <a:srgbClr val="61B23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A49E15451F77F4B856619B28208FAAA" ma:contentTypeVersion="12" ma:contentTypeDescription="Create a new document." ma:contentTypeScope="" ma:versionID="1a7fdba3ad7db10c9904a5197bd15a1b">
  <xsd:schema xmlns:xsd="http://www.w3.org/2001/XMLSchema" xmlns:xs="http://www.w3.org/2001/XMLSchema" xmlns:p="http://schemas.microsoft.com/office/2006/metadata/properties" xmlns:ns2="d85d5ab4-6aee-4f28-851d-b4a73bf57296" xmlns:ns3="31301ee9-83ff-4db9-9060-04877f3eb4da" targetNamespace="http://schemas.microsoft.com/office/2006/metadata/properties" ma:root="true" ma:fieldsID="7da69f85872c69f1fa5142d23b825db5" ns2:_="" ns3:_="">
    <xsd:import namespace="d85d5ab4-6aee-4f28-851d-b4a73bf57296"/>
    <xsd:import namespace="31301ee9-83ff-4db9-9060-04877f3eb4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5d5ab4-6aee-4f28-851d-b4a73bf57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301ee9-83ff-4db9-9060-04877f3eb4d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8aacfc-34eb-42b2-8dd0-ea7de858e4b3}" ma:internalName="TaxCatchAll" ma:showField="CatchAllData" ma:web="31301ee9-83ff-4db9-9060-04877f3eb4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1301ee9-83ff-4db9-9060-04877f3eb4da" xsi:nil="true"/>
    <lcf76f155ced4ddcb4097134ff3c332f xmlns="d85d5ab4-6aee-4f28-851d-b4a73bf5729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5512DE5-B5E4-44E4-9C8B-7ABF11783A19}"/>
</file>

<file path=customXml/itemProps2.xml><?xml version="1.0" encoding="utf-8"?>
<ds:datastoreItem xmlns:ds="http://schemas.openxmlformats.org/officeDocument/2006/customXml" ds:itemID="{DECED3AF-CB72-49EF-9265-B8811162C860}">
  <ds:schemaRefs>
    <ds:schemaRef ds:uri="http://schemas.microsoft.com/sharepoint/v3/contenttype/forms"/>
  </ds:schemaRefs>
</ds:datastoreItem>
</file>

<file path=customXml/itemProps3.xml><?xml version="1.0" encoding="utf-8"?>
<ds:datastoreItem xmlns:ds="http://schemas.openxmlformats.org/officeDocument/2006/customXml" ds:itemID="{DF5FF7EB-8937-4349-AD7B-F7086E7C636E}">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purl.org/dc/dcmitype/"/>
    <ds:schemaRef ds:uri="3f169c9a-9de2-48df-98a6-0bee8f49d2a0"/>
    <ds:schemaRef ds:uri="http://purl.org/dc/terms/"/>
    <ds:schemaRef ds:uri="http://schemas.openxmlformats.org/package/2006/metadata/core-properties"/>
    <ds:schemaRef ds:uri="43995556-2061-4068-97f0-6511380caea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5792</TotalTime>
  <Words>762</Words>
  <Application>Microsoft Office PowerPoint</Application>
  <PresentationFormat>Custom</PresentationFormat>
  <Paragraphs>136</Paragraphs>
  <Slides>14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Roboto</vt:lpstr>
      <vt:lpstr>Roboto Black</vt:lpstr>
      <vt:lpstr>Roboto Light</vt:lpstr>
      <vt:lpstr>Wingdings</vt:lpstr>
      <vt:lpstr>Office Theme</vt:lpstr>
      <vt:lpstr>PowerPoint Presentation</vt:lpstr>
      <vt:lpstr>PowerPoint Presentation</vt:lpstr>
      <vt:lpstr>NECPs and integrated progress reports</vt:lpstr>
      <vt:lpstr>Assessment of progress</vt:lpstr>
      <vt:lpstr>Completeness</vt:lpstr>
      <vt:lpstr>PowerPoint Presentation</vt:lpstr>
      <vt:lpstr>PowerPoint Presentation</vt:lpstr>
      <vt:lpstr>PowerPoint Presentation</vt:lpstr>
      <vt:lpstr>Progress to date</vt:lpstr>
      <vt:lpstr>Progress to date</vt:lpstr>
      <vt:lpstr>Progress to date</vt:lpstr>
      <vt:lpstr>Policies and measures</vt:lpstr>
      <vt:lpstr>Coming soon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23214_EC_PPT-Template_v03_AU_20Years copy</dc:title>
  <dc:creator>Rita Simoes</dc:creator>
  <cp:lastModifiedBy>Anja Rosenberg</cp:lastModifiedBy>
  <cp:revision>28</cp:revision>
  <dcterms:created xsi:type="dcterms:W3CDTF">2024-12-06T11:56:38Z</dcterms:created>
  <dcterms:modified xsi:type="dcterms:W3CDTF">2026-06-01T12:13:18Z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2024-12-06T00:00:00Z</vt:filetime>
  </property>
  <property fmtid="{D5CDD505-2E9C-101B-9397-08002B2CF9AE}" pid="3" name="Creator">
    <vt:lpwstr>Adobe Illustrator 29.1 (Macintosh)</vt:lpwstr>
  </property>
  <property fmtid="{D5CDD505-2E9C-101B-9397-08002B2CF9AE}" pid="4" name="CreatorVersion">
    <vt:lpwstr>21.0.0</vt:lpwstr>
  </property>
  <property fmtid="{D5CDD505-2E9C-101B-9397-08002B2CF9AE}" pid="5" name="LastSaved">
    <vt:filetime>2024-12-06T00:00:00Z</vt:filetime>
  </property>
  <property fmtid="{D5CDD505-2E9C-101B-9397-08002B2CF9AE}" pid="6" name="Producer">
    <vt:lpwstr>Adobe PDF library 17.00</vt:lpwstr>
  </property>
  <property fmtid="{D5CDD505-2E9C-101B-9397-08002B2CF9AE}" pid="7" name="ContentTypeId">
    <vt:lpwstr>0x010100DA49E15451F77F4B856619B28208FAAA</vt:lpwstr>
  </property>
  <property fmtid="{D5CDD505-2E9C-101B-9397-08002B2CF9AE}" pid="8" name="MediaServiceImageTags">
    <vt:lpwstr/>
  </property>
  <property fmtid="{D5CDD505-2E9C-101B-9397-08002B2CF9AE}" pid="9" name="Order">
    <vt:r8>291200</vt:r8>
  </property>
  <property fmtid="{D5CDD505-2E9C-101B-9397-08002B2CF9AE}" pid="10" name="xd_Signature">
    <vt:bool>false</vt:bool>
  </property>
  <property fmtid="{D5CDD505-2E9C-101B-9397-08002B2CF9AE}" pid="11" name="xd_ProgID">
    <vt:lpwstr/>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ies>
</file>