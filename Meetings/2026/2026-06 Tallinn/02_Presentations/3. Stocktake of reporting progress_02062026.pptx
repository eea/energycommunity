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7" r:id="rId5"/>
    <p:sldMasterId id="2147483696" r:id="rId6"/>
  </p:sldMasterIdLst>
  <p:notesMasterIdLst>
    <p:notesMasterId r:id="rId28"/>
  </p:notesMasterIdLst>
  <p:sldIdLst>
    <p:sldId id="2147474796" r:id="rId7"/>
    <p:sldId id="1864" r:id="rId8"/>
    <p:sldId id="2147474820" r:id="rId9"/>
    <p:sldId id="282" r:id="rId10"/>
    <p:sldId id="2147480183" r:id="rId11"/>
    <p:sldId id="1775" r:id="rId12"/>
    <p:sldId id="2147480173" r:id="rId13"/>
    <p:sldId id="2147480184" r:id="rId14"/>
    <p:sldId id="2147480172" r:id="rId15"/>
    <p:sldId id="2147474822" r:id="rId16"/>
    <p:sldId id="2147474785" r:id="rId17"/>
    <p:sldId id="1934" r:id="rId18"/>
    <p:sldId id="1973" r:id="rId19"/>
    <p:sldId id="2147474821" r:id="rId20"/>
    <p:sldId id="2147474813" r:id="rId21"/>
    <p:sldId id="2147474815" r:id="rId22"/>
    <p:sldId id="2147474819" r:id="rId23"/>
    <p:sldId id="2147474823" r:id="rId24"/>
    <p:sldId id="2147474824" r:id="rId25"/>
    <p:sldId id="2147474825" r:id="rId26"/>
    <p:sldId id="2147474826" r:id="rId27"/>
  </p:sldIdLst>
  <p:sldSz cx="12192000" cy="6858000"/>
  <p:notesSz cx="6858000" cy="9144000"/>
  <p:custDataLst>
    <p:tags r:id="rId29"/>
  </p:custData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2051016-E140-B8FD-76CD-D074E4D14C64}" name="Aneliya Nikolova" initials="AN" userId="S::aneliya.nikolova@eea.europa.eu::5ff52142-1b9c-430d-b975-3d80c1b6893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C6B14E-9574-4FD9-B861-98DD97796E22}" v="2" dt="2026-06-17T08:10:07.5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946" autoAdjust="0"/>
  </p:normalViewPr>
  <p:slideViewPr>
    <p:cSldViewPr snapToGrid="0">
      <p:cViewPr varScale="1">
        <p:scale>
          <a:sx n="109" d="100"/>
          <a:sy n="109" d="100"/>
        </p:scale>
        <p:origin x="7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6/11/relationships/changesInfo" Target="changesInfos/changesInfo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36"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r Wretlind" userId="bcb024af-6ead-48e3-9a4b-cde6c6f63c4a" providerId="ADAL" clId="{C6E259FF-F6A0-49B8-82F6-C55B97A5A0CE}"/>
    <pc:docChg chg="undo custSel addSld delSld modSld sldOrd delMainMaster">
      <pc:chgData name="Per Wretlind" userId="bcb024af-6ead-48e3-9a4b-cde6c6f63c4a" providerId="ADAL" clId="{C6E259FF-F6A0-49B8-82F6-C55B97A5A0CE}" dt="2026-06-17T13:51:33.215" v="25759" actId="1076"/>
      <pc:docMkLst>
        <pc:docMk/>
      </pc:docMkLst>
      <pc:sldChg chg="add modNotesTx">
        <pc:chgData name="Per Wretlind" userId="bcb024af-6ead-48e3-9a4b-cde6c6f63c4a" providerId="ADAL" clId="{C6E259FF-F6A0-49B8-82F6-C55B97A5A0CE}" dt="2026-05-30T14:25:44.558" v="10325" actId="113"/>
        <pc:sldMkLst>
          <pc:docMk/>
          <pc:sldMk cId="1968481130" sldId="1775"/>
        </pc:sldMkLst>
      </pc:sldChg>
      <pc:sldChg chg="modSp mod">
        <pc:chgData name="Per Wretlind" userId="bcb024af-6ead-48e3-9a4b-cde6c6f63c4a" providerId="ADAL" clId="{C6E259FF-F6A0-49B8-82F6-C55B97A5A0CE}" dt="2026-05-30T17:09:39.940" v="25190" actId="20577"/>
        <pc:sldMkLst>
          <pc:docMk/>
          <pc:sldMk cId="631737671" sldId="1864"/>
        </pc:sldMkLst>
        <pc:spChg chg="mod">
          <ac:chgData name="Per Wretlind" userId="bcb024af-6ead-48e3-9a4b-cde6c6f63c4a" providerId="ADAL" clId="{C6E259FF-F6A0-49B8-82F6-C55B97A5A0CE}" dt="2026-05-30T17:09:39.940" v="25190" actId="20577"/>
          <ac:spMkLst>
            <pc:docMk/>
            <pc:sldMk cId="631737671" sldId="1864"/>
            <ac:spMk id="6" creationId="{225504AE-759B-D01F-02FD-ACC941CA3EB2}"/>
          </ac:spMkLst>
        </pc:spChg>
      </pc:sldChg>
      <pc:sldChg chg="delSp modSp mod modAnim modNotesTx">
        <pc:chgData name="Per Wretlind" userId="bcb024af-6ead-48e3-9a4b-cde6c6f63c4a" providerId="ADAL" clId="{C6E259FF-F6A0-49B8-82F6-C55B97A5A0CE}" dt="2026-05-30T15:13:48.646" v="13849" actId="20577"/>
        <pc:sldMkLst>
          <pc:docMk/>
          <pc:sldMk cId="3848664847" sldId="1934"/>
        </pc:sldMkLst>
        <pc:spChg chg="mod">
          <ac:chgData name="Per Wretlind" userId="bcb024af-6ead-48e3-9a4b-cde6c6f63c4a" providerId="ADAL" clId="{C6E259FF-F6A0-49B8-82F6-C55B97A5A0CE}" dt="2026-05-27T12:29:31.236" v="86" actId="20577"/>
          <ac:spMkLst>
            <pc:docMk/>
            <pc:sldMk cId="3848664847" sldId="1934"/>
            <ac:spMk id="12" creationId="{E47A8192-9D9B-51A8-73FC-28D063D02409}"/>
          </ac:spMkLst>
        </pc:spChg>
      </pc:sldChg>
      <pc:sldChg chg="addSp delSp modNotesTx">
        <pc:chgData name="Per Wretlind" userId="bcb024af-6ead-48e3-9a4b-cde6c6f63c4a" providerId="ADAL" clId="{C6E259FF-F6A0-49B8-82F6-C55B97A5A0CE}" dt="2026-05-30T15:17:35.204" v="14649" actId="20577"/>
        <pc:sldMkLst>
          <pc:docMk/>
          <pc:sldMk cId="323989929" sldId="1973"/>
        </pc:sldMkLst>
        <pc:picChg chg="add">
          <ac:chgData name="Per Wretlind" userId="bcb024af-6ead-48e3-9a4b-cde6c6f63c4a" providerId="ADAL" clId="{C6E259FF-F6A0-49B8-82F6-C55B97A5A0CE}" dt="2026-05-27T14:48:27.981" v="560"/>
          <ac:picMkLst>
            <pc:docMk/>
            <pc:sldMk cId="323989929" sldId="1973"/>
            <ac:picMk id="1028" creationId="{378ED578-094C-6198-45F4-440F31BB65CF}"/>
          </ac:picMkLst>
        </pc:picChg>
      </pc:sldChg>
      <pc:sldChg chg="addSp delSp modSp mod modNotesTx">
        <pc:chgData name="Per Wretlind" userId="bcb024af-6ead-48e3-9a4b-cde6c6f63c4a" providerId="ADAL" clId="{C6E259FF-F6A0-49B8-82F6-C55B97A5A0CE}" dt="2026-05-30T14:52:54.544" v="12906" actId="20577"/>
        <pc:sldMkLst>
          <pc:docMk/>
          <pc:sldMk cId="3349935819" sldId="2147474785"/>
        </pc:sldMkLst>
      </pc:sldChg>
      <pc:sldChg chg="addSp modSp add del mod ord setBg">
        <pc:chgData name="Per Wretlind" userId="bcb024af-6ead-48e3-9a4b-cde6c6f63c4a" providerId="ADAL" clId="{C6E259FF-F6A0-49B8-82F6-C55B97A5A0CE}" dt="2026-05-27T16:07:31.160" v="2282" actId="14100"/>
        <pc:sldMkLst>
          <pc:docMk/>
          <pc:sldMk cId="1791977585" sldId="2147474796"/>
        </pc:sldMkLst>
        <pc:spChg chg="mod">
          <ac:chgData name="Per Wretlind" userId="bcb024af-6ead-48e3-9a4b-cde6c6f63c4a" providerId="ADAL" clId="{C6E259FF-F6A0-49B8-82F6-C55B97A5A0CE}" dt="2026-05-27T16:07:31.160" v="2282" actId="14100"/>
          <ac:spMkLst>
            <pc:docMk/>
            <pc:sldMk cId="1791977585" sldId="2147474796"/>
            <ac:spMk id="7" creationId="{6466CA99-9E60-6489-6D6A-72BB5F61DDD0}"/>
          </ac:spMkLst>
        </pc:spChg>
        <pc:spChg chg="mod">
          <ac:chgData name="Per Wretlind" userId="bcb024af-6ead-48e3-9a4b-cde6c6f63c4a" providerId="ADAL" clId="{C6E259FF-F6A0-49B8-82F6-C55B97A5A0CE}" dt="2026-05-27T16:07:28.541" v="2281" actId="14100"/>
          <ac:spMkLst>
            <pc:docMk/>
            <pc:sldMk cId="1791977585" sldId="2147474796"/>
            <ac:spMk id="9" creationId="{AE4D525B-C5D2-123F-6F0A-4CAA30C4F8C4}"/>
          </ac:spMkLst>
        </pc:spChg>
        <pc:picChg chg="mod">
          <ac:chgData name="Per Wretlind" userId="bcb024af-6ead-48e3-9a4b-cde6c6f63c4a" providerId="ADAL" clId="{C6E259FF-F6A0-49B8-82F6-C55B97A5A0CE}" dt="2026-05-27T12:31:13.679" v="169" actId="12789"/>
          <ac:picMkLst>
            <pc:docMk/>
            <pc:sldMk cId="1791977585" sldId="2147474796"/>
            <ac:picMk id="3" creationId="{A0B60831-97E8-E034-7A57-F0ECB11B88D0}"/>
          </ac:picMkLst>
        </pc:picChg>
        <pc:picChg chg="mod">
          <ac:chgData name="Per Wretlind" userId="bcb024af-6ead-48e3-9a4b-cde6c6f63c4a" providerId="ADAL" clId="{C6E259FF-F6A0-49B8-82F6-C55B97A5A0CE}" dt="2026-05-27T12:31:13.679" v="169" actId="12789"/>
          <ac:picMkLst>
            <pc:docMk/>
            <pc:sldMk cId="1791977585" sldId="2147474796"/>
            <ac:picMk id="4" creationId="{84B9B124-A19D-12F7-D622-4C0299C39151}"/>
          </ac:picMkLst>
        </pc:picChg>
        <pc:picChg chg="add mod">
          <ac:chgData name="Per Wretlind" userId="bcb024af-6ead-48e3-9a4b-cde6c6f63c4a" providerId="ADAL" clId="{C6E259FF-F6A0-49B8-82F6-C55B97A5A0CE}" dt="2026-05-27T12:31:13.679" v="169" actId="12789"/>
          <ac:picMkLst>
            <pc:docMk/>
            <pc:sldMk cId="1791977585" sldId="2147474796"/>
            <ac:picMk id="11" creationId="{60094DBB-6254-4F02-8F26-46B007E36986}"/>
          </ac:picMkLst>
        </pc:picChg>
        <pc:picChg chg="add mod">
          <ac:chgData name="Per Wretlind" userId="bcb024af-6ead-48e3-9a4b-cde6c6f63c4a" providerId="ADAL" clId="{C6E259FF-F6A0-49B8-82F6-C55B97A5A0CE}" dt="2026-05-27T12:31:13.679" v="169" actId="12789"/>
          <ac:picMkLst>
            <pc:docMk/>
            <pc:sldMk cId="1791977585" sldId="2147474796"/>
            <ac:picMk id="12" creationId="{F21AF040-DD44-2FC6-CBAE-9CF74F5847F4}"/>
          </ac:picMkLst>
        </pc:picChg>
      </pc:sldChg>
      <pc:sldChg chg="addSp delSp modSp add mod modNotesTx">
        <pc:chgData name="Per Wretlind" userId="bcb024af-6ead-48e3-9a4b-cde6c6f63c4a" providerId="ADAL" clId="{C6E259FF-F6A0-49B8-82F6-C55B97A5A0CE}" dt="2026-06-03T11:47:18.225" v="25752" actId="1036"/>
        <pc:sldMkLst>
          <pc:docMk/>
          <pc:sldMk cId="178537098" sldId="2147474813"/>
        </pc:sldMkLst>
        <pc:picChg chg="add mod">
          <ac:chgData name="Per Wretlind" userId="bcb024af-6ead-48e3-9a4b-cde6c6f63c4a" providerId="ADAL" clId="{C6E259FF-F6A0-49B8-82F6-C55B97A5A0CE}" dt="2026-06-03T11:47:18.225" v="25752" actId="1036"/>
          <ac:picMkLst>
            <pc:docMk/>
            <pc:sldMk cId="178537098" sldId="2147474813"/>
            <ac:picMk id="1026" creationId="{82D3EEC7-460E-4C34-4699-8982E08B9149}"/>
          </ac:picMkLst>
        </pc:picChg>
      </pc:sldChg>
      <pc:sldChg chg="addSp delSp modSp add mod modNotesTx">
        <pc:chgData name="Per Wretlind" userId="bcb024af-6ead-48e3-9a4b-cde6c6f63c4a" providerId="ADAL" clId="{C6E259FF-F6A0-49B8-82F6-C55B97A5A0CE}" dt="2026-06-17T13:51:33.215" v="25759" actId="1076"/>
        <pc:sldMkLst>
          <pc:docMk/>
          <pc:sldMk cId="3298165774" sldId="2147474815"/>
        </pc:sldMkLst>
        <pc:spChg chg="add del mod">
          <ac:chgData name="Per Wretlind" userId="bcb024af-6ead-48e3-9a4b-cde6c6f63c4a" providerId="ADAL" clId="{C6E259FF-F6A0-49B8-82F6-C55B97A5A0CE}" dt="2026-05-30T15:54:08.645" v="17001" actId="313"/>
          <ac:spMkLst>
            <pc:docMk/>
            <pc:sldMk cId="3298165774" sldId="2147474815"/>
            <ac:spMk id="3" creationId="{9DD5B3E4-E391-B775-2FC4-5A6DF3AF25D3}"/>
          </ac:spMkLst>
        </pc:spChg>
        <pc:spChg chg="add mod">
          <ac:chgData name="Per Wretlind" userId="bcb024af-6ead-48e3-9a4b-cde6c6f63c4a" providerId="ADAL" clId="{C6E259FF-F6A0-49B8-82F6-C55B97A5A0CE}" dt="2026-05-30T16:04:57.327" v="17474" actId="164"/>
          <ac:spMkLst>
            <pc:docMk/>
            <pc:sldMk cId="3298165774" sldId="2147474815"/>
            <ac:spMk id="6" creationId="{688D815E-0B00-39B7-CDC6-F0ADE798411A}"/>
          </ac:spMkLst>
        </pc:spChg>
        <pc:spChg chg="add mod">
          <ac:chgData name="Per Wretlind" userId="bcb024af-6ead-48e3-9a4b-cde6c6f63c4a" providerId="ADAL" clId="{C6E259FF-F6A0-49B8-82F6-C55B97A5A0CE}" dt="2026-05-30T16:04:02.513" v="17459" actId="164"/>
          <ac:spMkLst>
            <pc:docMk/>
            <pc:sldMk cId="3298165774" sldId="2147474815"/>
            <ac:spMk id="7" creationId="{9ADE6432-75CC-F15A-87E0-5616FB23BBF6}"/>
          </ac:spMkLst>
        </pc:spChg>
        <pc:spChg chg="add mod">
          <ac:chgData name="Per Wretlind" userId="bcb024af-6ead-48e3-9a4b-cde6c6f63c4a" providerId="ADAL" clId="{C6E259FF-F6A0-49B8-82F6-C55B97A5A0CE}" dt="2026-05-30T16:10:37.750" v="17640" actId="164"/>
          <ac:spMkLst>
            <pc:docMk/>
            <pc:sldMk cId="3298165774" sldId="2147474815"/>
            <ac:spMk id="10" creationId="{FC8E0189-B773-41D8-EE3F-1BFA419A39C4}"/>
          </ac:spMkLst>
        </pc:spChg>
        <pc:spChg chg="add mod">
          <ac:chgData name="Per Wretlind" userId="bcb024af-6ead-48e3-9a4b-cde6c6f63c4a" providerId="ADAL" clId="{C6E259FF-F6A0-49B8-82F6-C55B97A5A0CE}" dt="2026-05-27T15:56:48.416" v="1446" actId="12789"/>
          <ac:spMkLst>
            <pc:docMk/>
            <pc:sldMk cId="3298165774" sldId="2147474815"/>
            <ac:spMk id="11" creationId="{C7EEEBFB-110B-2838-DD33-437D97F4A686}"/>
          </ac:spMkLst>
        </pc:spChg>
        <pc:grpChg chg="add mod">
          <ac:chgData name="Per Wretlind" userId="bcb024af-6ead-48e3-9a4b-cde6c6f63c4a" providerId="ADAL" clId="{C6E259FF-F6A0-49B8-82F6-C55B97A5A0CE}" dt="2026-06-17T13:51:33.215" v="25759" actId="1076"/>
          <ac:grpSpMkLst>
            <pc:docMk/>
            <pc:sldMk cId="3298165774" sldId="2147474815"/>
            <ac:grpSpMk id="8" creationId="{D3F5277F-96D6-579C-EA83-63F890AF3820}"/>
          </ac:grpSpMkLst>
        </pc:grpChg>
        <pc:grpChg chg="add mod">
          <ac:chgData name="Per Wretlind" userId="bcb024af-6ead-48e3-9a4b-cde6c6f63c4a" providerId="ADAL" clId="{C6E259FF-F6A0-49B8-82F6-C55B97A5A0CE}" dt="2026-05-27T15:56:45.069" v="1445" actId="408"/>
          <ac:grpSpMkLst>
            <pc:docMk/>
            <pc:sldMk cId="3298165774" sldId="2147474815"/>
            <ac:grpSpMk id="12" creationId="{09302918-19A3-3505-DC92-901E238EAE0E}"/>
          </ac:grpSpMkLst>
        </pc:grpChg>
        <pc:grpChg chg="add mod">
          <ac:chgData name="Per Wretlind" userId="bcb024af-6ead-48e3-9a4b-cde6c6f63c4a" providerId="ADAL" clId="{C6E259FF-F6A0-49B8-82F6-C55B97A5A0CE}" dt="2026-05-30T16:04:57.327" v="17474" actId="164"/>
          <ac:grpSpMkLst>
            <pc:docMk/>
            <pc:sldMk cId="3298165774" sldId="2147474815"/>
            <ac:grpSpMk id="17" creationId="{240A7673-B1DB-A636-80E9-09FD8115B296}"/>
          </ac:grpSpMkLst>
        </pc:grpChg>
        <pc:grpChg chg="add mod">
          <ac:chgData name="Per Wretlind" userId="bcb024af-6ead-48e3-9a4b-cde6c6f63c4a" providerId="ADAL" clId="{C6E259FF-F6A0-49B8-82F6-C55B97A5A0CE}" dt="2026-05-30T16:10:37.750" v="17640" actId="164"/>
          <ac:grpSpMkLst>
            <pc:docMk/>
            <pc:sldMk cId="3298165774" sldId="2147474815"/>
            <ac:grpSpMk id="19" creationId="{82A0B0F4-BB86-C1CD-04C4-D58D4CE66B2B}"/>
          </ac:grpSpMkLst>
        </pc:grpChg>
        <pc:picChg chg="add mod">
          <ac:chgData name="Per Wretlind" userId="bcb024af-6ead-48e3-9a4b-cde6c6f63c4a" providerId="ADAL" clId="{C6E259FF-F6A0-49B8-82F6-C55B97A5A0CE}" dt="2026-05-30T16:04:02.513" v="17459" actId="164"/>
          <ac:picMkLst>
            <pc:docMk/>
            <pc:sldMk cId="3298165774" sldId="2147474815"/>
            <ac:picMk id="5" creationId="{6BB3756C-A920-0B55-554B-7CC727887EB5}"/>
          </ac:picMkLst>
        </pc:picChg>
        <pc:picChg chg="add mod">
          <ac:chgData name="Per Wretlind" userId="bcb024af-6ead-48e3-9a4b-cde6c6f63c4a" providerId="ADAL" clId="{C6E259FF-F6A0-49B8-82F6-C55B97A5A0CE}" dt="2026-05-30T16:04:57.327" v="17474" actId="164"/>
          <ac:picMkLst>
            <pc:docMk/>
            <pc:sldMk cId="3298165774" sldId="2147474815"/>
            <ac:picMk id="16" creationId="{6A6EF513-6B88-056A-8C47-0402D736BBBB}"/>
          </ac:picMkLst>
        </pc:picChg>
        <pc:picChg chg="add mod">
          <ac:chgData name="Per Wretlind" userId="bcb024af-6ead-48e3-9a4b-cde6c6f63c4a" providerId="ADAL" clId="{C6E259FF-F6A0-49B8-82F6-C55B97A5A0CE}" dt="2026-05-30T16:10:37.750" v="17640" actId="164"/>
          <ac:picMkLst>
            <pc:docMk/>
            <pc:sldMk cId="3298165774" sldId="2147474815"/>
            <ac:picMk id="18" creationId="{BD1484C5-1527-C659-655D-EC6654BA17C0}"/>
          </ac:picMkLst>
        </pc:picChg>
        <pc:picChg chg="add mod">
          <ac:chgData name="Per Wretlind" userId="bcb024af-6ead-48e3-9a4b-cde6c6f63c4a" providerId="ADAL" clId="{C6E259FF-F6A0-49B8-82F6-C55B97A5A0CE}" dt="2026-05-27T15:56:48.416" v="1446" actId="12789"/>
          <ac:picMkLst>
            <pc:docMk/>
            <pc:sldMk cId="3298165774" sldId="2147474815"/>
            <ac:picMk id="2056" creationId="{01CBF15F-E11B-17FD-B656-ACF3D0D2ED52}"/>
          </ac:picMkLst>
        </pc:picChg>
      </pc:sldChg>
      <pc:sldChg chg="addSp delSp modSp add mod modNotesTx">
        <pc:chgData name="Per Wretlind" userId="bcb024af-6ead-48e3-9a4b-cde6c6f63c4a" providerId="ADAL" clId="{C6E259FF-F6A0-49B8-82F6-C55B97A5A0CE}" dt="2026-05-30T16:35:30.530" v="20586" actId="20577"/>
        <pc:sldMkLst>
          <pc:docMk/>
          <pc:sldMk cId="2857634213" sldId="2147474819"/>
        </pc:sldMkLst>
        <pc:spChg chg="mod">
          <ac:chgData name="Per Wretlind" userId="bcb024af-6ead-48e3-9a4b-cde6c6f63c4a" providerId="ADAL" clId="{C6E259FF-F6A0-49B8-82F6-C55B97A5A0CE}" dt="2026-05-30T15:55:25.358" v="17084" actId="21"/>
          <ac:spMkLst>
            <pc:docMk/>
            <pc:sldMk cId="2857634213" sldId="2147474819"/>
            <ac:spMk id="2" creationId="{8BD4273C-5DA0-C805-9149-E9F3F7115BE6}"/>
          </ac:spMkLst>
        </pc:spChg>
        <pc:spChg chg="add mod">
          <ac:chgData name="Per Wretlind" userId="bcb024af-6ead-48e3-9a4b-cde6c6f63c4a" providerId="ADAL" clId="{C6E259FF-F6A0-49B8-82F6-C55B97A5A0CE}" dt="2026-05-30T16:02:05.957" v="17425" actId="113"/>
          <ac:spMkLst>
            <pc:docMk/>
            <pc:sldMk cId="2857634213" sldId="2147474819"/>
            <ac:spMk id="6" creationId="{48EACA5C-F267-2ED1-2BBC-160871E4747D}"/>
          </ac:spMkLst>
        </pc:spChg>
        <pc:spChg chg="add mod">
          <ac:chgData name="Per Wretlind" userId="bcb024af-6ead-48e3-9a4b-cde6c6f63c4a" providerId="ADAL" clId="{C6E259FF-F6A0-49B8-82F6-C55B97A5A0CE}" dt="2026-05-30T16:32:35.842" v="19936" actId="20577"/>
          <ac:spMkLst>
            <pc:docMk/>
            <pc:sldMk cId="2857634213" sldId="2147474819"/>
            <ac:spMk id="7" creationId="{4581571D-0B83-23D2-A47D-38E2B1AB7C7F}"/>
          </ac:spMkLst>
        </pc:spChg>
        <pc:spChg chg="add mod">
          <ac:chgData name="Per Wretlind" userId="bcb024af-6ead-48e3-9a4b-cde6c6f63c4a" providerId="ADAL" clId="{C6E259FF-F6A0-49B8-82F6-C55B97A5A0CE}" dt="2026-05-30T16:32:44.375" v="19950" actId="20577"/>
          <ac:spMkLst>
            <pc:docMk/>
            <pc:sldMk cId="2857634213" sldId="2147474819"/>
            <ac:spMk id="10" creationId="{13EF406F-4BCE-623C-792E-4A079B1486B7}"/>
          </ac:spMkLst>
        </pc:spChg>
        <pc:spChg chg="add mod">
          <ac:chgData name="Per Wretlind" userId="bcb024af-6ead-48e3-9a4b-cde6c6f63c4a" providerId="ADAL" clId="{C6E259FF-F6A0-49B8-82F6-C55B97A5A0CE}" dt="2026-05-30T16:33:04.019" v="19983" actId="14100"/>
          <ac:spMkLst>
            <pc:docMk/>
            <pc:sldMk cId="2857634213" sldId="2147474819"/>
            <ac:spMk id="11" creationId="{DC6E5265-8C10-AF3F-3195-6DB514E53F48}"/>
          </ac:spMkLst>
        </pc:spChg>
        <pc:spChg chg="add mod">
          <ac:chgData name="Per Wretlind" userId="bcb024af-6ead-48e3-9a4b-cde6c6f63c4a" providerId="ADAL" clId="{C6E259FF-F6A0-49B8-82F6-C55B97A5A0CE}" dt="2026-05-30T16:02:11.928" v="17427" actId="113"/>
          <ac:spMkLst>
            <pc:docMk/>
            <pc:sldMk cId="2857634213" sldId="2147474819"/>
            <ac:spMk id="12" creationId="{7A3EB599-EF3C-C9CA-D87B-163C32F8AB34}"/>
          </ac:spMkLst>
        </pc:spChg>
        <pc:grpChg chg="add mod">
          <ac:chgData name="Per Wretlind" userId="bcb024af-6ead-48e3-9a4b-cde6c6f63c4a" providerId="ADAL" clId="{C6E259FF-F6A0-49B8-82F6-C55B97A5A0CE}" dt="2026-05-30T16:08:25.249" v="17623" actId="692"/>
          <ac:grpSpMkLst>
            <pc:docMk/>
            <pc:sldMk cId="2857634213" sldId="2147474819"/>
            <ac:grpSpMk id="18" creationId="{7260062C-A89E-195E-FF72-E76BB2546369}"/>
          </ac:grpSpMkLst>
        </pc:grpChg>
        <pc:picChg chg="add mod">
          <ac:chgData name="Per Wretlind" userId="bcb024af-6ead-48e3-9a4b-cde6c6f63c4a" providerId="ADAL" clId="{C6E259FF-F6A0-49B8-82F6-C55B97A5A0CE}" dt="2026-05-30T16:01:48.345" v="17419" actId="1076"/>
          <ac:picMkLst>
            <pc:docMk/>
            <pc:sldMk cId="2857634213" sldId="2147474819"/>
            <ac:picMk id="14" creationId="{617AB1AD-8CB0-FE53-80AE-93870673DB39}"/>
          </ac:picMkLst>
        </pc:picChg>
        <pc:picChg chg="add mod">
          <ac:chgData name="Per Wretlind" userId="bcb024af-6ead-48e3-9a4b-cde6c6f63c4a" providerId="ADAL" clId="{C6E259FF-F6A0-49B8-82F6-C55B97A5A0CE}" dt="2026-05-30T16:33:08.555" v="19984" actId="1076"/>
          <ac:picMkLst>
            <pc:docMk/>
            <pc:sldMk cId="2857634213" sldId="2147474819"/>
            <ac:picMk id="15" creationId="{DD31B5CF-C4B8-4F76-F481-80F4E56AD32F}"/>
          </ac:picMkLst>
        </pc:picChg>
        <pc:picChg chg="add mod">
          <ac:chgData name="Per Wretlind" userId="bcb024af-6ead-48e3-9a4b-cde6c6f63c4a" providerId="ADAL" clId="{C6E259FF-F6A0-49B8-82F6-C55B97A5A0CE}" dt="2026-05-30T16:33:08.555" v="19984" actId="1076"/>
          <ac:picMkLst>
            <pc:docMk/>
            <pc:sldMk cId="2857634213" sldId="2147474819"/>
            <ac:picMk id="16" creationId="{E00FE03A-F80E-1716-5C73-B20A8D5ED351}"/>
          </ac:picMkLst>
        </pc:picChg>
        <pc:picChg chg="add mod">
          <ac:chgData name="Per Wretlind" userId="bcb024af-6ead-48e3-9a4b-cde6c6f63c4a" providerId="ADAL" clId="{C6E259FF-F6A0-49B8-82F6-C55B97A5A0CE}" dt="2026-05-30T16:05:05.703" v="17477" actId="1076"/>
          <ac:picMkLst>
            <pc:docMk/>
            <pc:sldMk cId="2857634213" sldId="2147474819"/>
            <ac:picMk id="17" creationId="{C59635D2-FA51-F6AB-040E-D576DB607F45}"/>
          </ac:picMkLst>
        </pc:picChg>
        <pc:picChg chg="add mod">
          <ac:chgData name="Per Wretlind" userId="bcb024af-6ead-48e3-9a4b-cde6c6f63c4a" providerId="ADAL" clId="{C6E259FF-F6A0-49B8-82F6-C55B97A5A0CE}" dt="2026-05-30T16:08:14.546" v="17622" actId="164"/>
          <ac:picMkLst>
            <pc:docMk/>
            <pc:sldMk cId="2857634213" sldId="2147474819"/>
            <ac:picMk id="3074" creationId="{23257874-F272-65CD-5683-068ABC502E8B}"/>
          </ac:picMkLst>
        </pc:picChg>
        <pc:picChg chg="add mod">
          <ac:chgData name="Per Wretlind" userId="bcb024af-6ead-48e3-9a4b-cde6c6f63c4a" providerId="ADAL" clId="{C6E259FF-F6A0-49B8-82F6-C55B97A5A0CE}" dt="2026-05-30T16:01:46.386" v="17418" actId="1076"/>
          <ac:picMkLst>
            <pc:docMk/>
            <pc:sldMk cId="2857634213" sldId="2147474819"/>
            <ac:picMk id="3076" creationId="{B3F4E9EC-8EE9-9471-4EF2-C50682E3EAEE}"/>
          </ac:picMkLst>
        </pc:picChg>
      </pc:sldChg>
      <pc:sldChg chg="addSp delSp modSp add mod ord modNotesTx">
        <pc:chgData name="Per Wretlind" userId="bcb024af-6ead-48e3-9a4b-cde6c6f63c4a" providerId="ADAL" clId="{C6E259FF-F6A0-49B8-82F6-C55B97A5A0CE}" dt="2026-06-01T08:53:44.359" v="25659" actId="14100"/>
        <pc:sldMkLst>
          <pc:docMk/>
          <pc:sldMk cId="1705784810" sldId="2147474820"/>
        </pc:sldMkLst>
        <pc:spChg chg="mod">
          <ac:chgData name="Per Wretlind" userId="bcb024af-6ead-48e3-9a4b-cde6c6f63c4a" providerId="ADAL" clId="{C6E259FF-F6A0-49B8-82F6-C55B97A5A0CE}" dt="2026-05-27T16:08:34.730" v="2313" actId="20577"/>
          <ac:spMkLst>
            <pc:docMk/>
            <pc:sldMk cId="1705784810" sldId="2147474820"/>
            <ac:spMk id="2" creationId="{CA7513FF-FB96-B25E-E84C-D1968ADB1929}"/>
          </ac:spMkLst>
        </pc:spChg>
        <pc:spChg chg="add mod">
          <ac:chgData name="Per Wretlind" userId="bcb024af-6ead-48e3-9a4b-cde6c6f63c4a" providerId="ADAL" clId="{C6E259FF-F6A0-49B8-82F6-C55B97A5A0CE}" dt="2026-05-30T17:07:52.307" v="25153" actId="164"/>
          <ac:spMkLst>
            <pc:docMk/>
            <pc:sldMk cId="1705784810" sldId="2147474820"/>
            <ac:spMk id="3" creationId="{6F761B5A-AF18-ABEF-9740-C0E5B62DB353}"/>
          </ac:spMkLst>
        </pc:spChg>
        <pc:spChg chg="add mod">
          <ac:chgData name="Per Wretlind" userId="bcb024af-6ead-48e3-9a4b-cde6c6f63c4a" providerId="ADAL" clId="{C6E259FF-F6A0-49B8-82F6-C55B97A5A0CE}" dt="2026-05-30T17:08:10.136" v="25156" actId="1076"/>
          <ac:spMkLst>
            <pc:docMk/>
            <pc:sldMk cId="1705784810" sldId="2147474820"/>
            <ac:spMk id="5" creationId="{EF9E41FD-4110-68EF-581F-47176D65C7F9}"/>
          </ac:spMkLst>
        </pc:spChg>
        <pc:spChg chg="add mod">
          <ac:chgData name="Per Wretlind" userId="bcb024af-6ead-48e3-9a4b-cde6c6f63c4a" providerId="ADAL" clId="{C6E259FF-F6A0-49B8-82F6-C55B97A5A0CE}" dt="2026-05-30T17:08:15.896" v="25158" actId="1076"/>
          <ac:spMkLst>
            <pc:docMk/>
            <pc:sldMk cId="1705784810" sldId="2147474820"/>
            <ac:spMk id="8" creationId="{A46303AA-C2AE-D9D4-F009-9B4DFFB7D63E}"/>
          </ac:spMkLst>
        </pc:spChg>
        <pc:spChg chg="add mod">
          <ac:chgData name="Per Wretlind" userId="bcb024af-6ead-48e3-9a4b-cde6c6f63c4a" providerId="ADAL" clId="{C6E259FF-F6A0-49B8-82F6-C55B97A5A0CE}" dt="2026-05-30T14:16:49.003" v="9453" actId="1076"/>
          <ac:spMkLst>
            <pc:docMk/>
            <pc:sldMk cId="1705784810" sldId="2147474820"/>
            <ac:spMk id="9" creationId="{EBB00C47-ABD7-6F9C-96CF-8CB435A8B106}"/>
          </ac:spMkLst>
        </pc:spChg>
        <pc:spChg chg="add mod">
          <ac:chgData name="Per Wretlind" userId="bcb024af-6ead-48e3-9a4b-cde6c6f63c4a" providerId="ADAL" clId="{C6E259FF-F6A0-49B8-82F6-C55B97A5A0CE}" dt="2026-06-01T08:52:58.520" v="25601" actId="1076"/>
          <ac:spMkLst>
            <pc:docMk/>
            <pc:sldMk cId="1705784810" sldId="2147474820"/>
            <ac:spMk id="11" creationId="{111E0ABF-0898-610F-B545-4EB108AE7746}"/>
          </ac:spMkLst>
        </pc:spChg>
        <pc:spChg chg="add mod">
          <ac:chgData name="Per Wretlind" userId="bcb024af-6ead-48e3-9a4b-cde6c6f63c4a" providerId="ADAL" clId="{C6E259FF-F6A0-49B8-82F6-C55B97A5A0CE}" dt="2026-06-01T08:53:15.945" v="25629" actId="1076"/>
          <ac:spMkLst>
            <pc:docMk/>
            <pc:sldMk cId="1705784810" sldId="2147474820"/>
            <ac:spMk id="12" creationId="{7DA3BB44-9D3E-6D03-80BA-382F17587C9D}"/>
          </ac:spMkLst>
        </pc:spChg>
        <pc:spChg chg="add mod">
          <ac:chgData name="Per Wretlind" userId="bcb024af-6ead-48e3-9a4b-cde6c6f63c4a" providerId="ADAL" clId="{C6E259FF-F6A0-49B8-82F6-C55B97A5A0CE}" dt="2026-05-30T17:07:27.767" v="25145" actId="1076"/>
          <ac:spMkLst>
            <pc:docMk/>
            <pc:sldMk cId="1705784810" sldId="2147474820"/>
            <ac:spMk id="28" creationId="{6E6BB288-D968-0671-1827-E2B3EBF589AF}"/>
          </ac:spMkLst>
        </pc:spChg>
        <pc:spChg chg="add mod">
          <ac:chgData name="Per Wretlind" userId="bcb024af-6ead-48e3-9a4b-cde6c6f63c4a" providerId="ADAL" clId="{C6E259FF-F6A0-49B8-82F6-C55B97A5A0CE}" dt="2026-05-30T17:07:35.989" v="25151" actId="20577"/>
          <ac:spMkLst>
            <pc:docMk/>
            <pc:sldMk cId="1705784810" sldId="2147474820"/>
            <ac:spMk id="29" creationId="{3EAFD547-61D4-EE84-CEF7-358DFF5858E1}"/>
          </ac:spMkLst>
        </pc:spChg>
        <pc:picChg chg="add mod">
          <ac:chgData name="Per Wretlind" userId="bcb024af-6ead-48e3-9a4b-cde6c6f63c4a" providerId="ADAL" clId="{C6E259FF-F6A0-49B8-82F6-C55B97A5A0CE}" dt="2026-06-01T08:53:28.940" v="25633" actId="1076"/>
          <ac:picMkLst>
            <pc:docMk/>
            <pc:sldMk cId="1705784810" sldId="2147474820"/>
            <ac:picMk id="4" creationId="{9A35ECBB-9BAA-13EF-EDC9-5142C524DA1C}"/>
          </ac:picMkLst>
        </pc:picChg>
        <pc:picChg chg="add mod">
          <ac:chgData name="Per Wretlind" userId="bcb024af-6ead-48e3-9a4b-cde6c6f63c4a" providerId="ADAL" clId="{C6E259FF-F6A0-49B8-82F6-C55B97A5A0CE}" dt="2026-05-30T17:08:37.157" v="25163" actId="1076"/>
          <ac:picMkLst>
            <pc:docMk/>
            <pc:sldMk cId="1705784810" sldId="2147474820"/>
            <ac:picMk id="31" creationId="{6AF85FC7-B0BC-3684-315E-81B88DAA9EE0}"/>
          </ac:picMkLst>
        </pc:picChg>
        <pc:picChg chg="add mod">
          <ac:chgData name="Per Wretlind" userId="bcb024af-6ead-48e3-9a4b-cde6c6f63c4a" providerId="ADAL" clId="{C6E259FF-F6A0-49B8-82F6-C55B97A5A0CE}" dt="2026-06-01T08:53:11.028" v="25628" actId="1037"/>
          <ac:picMkLst>
            <pc:docMk/>
            <pc:sldMk cId="1705784810" sldId="2147474820"/>
            <ac:picMk id="32" creationId="{DFB31F25-79D8-CCAC-86C8-CDD9C6344EEE}"/>
          </ac:picMkLst>
        </pc:picChg>
        <pc:picChg chg="add mod">
          <ac:chgData name="Per Wretlind" userId="bcb024af-6ead-48e3-9a4b-cde6c6f63c4a" providerId="ADAL" clId="{C6E259FF-F6A0-49B8-82F6-C55B97A5A0CE}" dt="2026-05-30T17:08:04.950" v="25155" actId="408"/>
          <ac:picMkLst>
            <pc:docMk/>
            <pc:sldMk cId="1705784810" sldId="2147474820"/>
            <ac:picMk id="1028" creationId="{1346C984-752D-86F1-9292-1DD26392623A}"/>
          </ac:picMkLst>
        </pc:picChg>
        <pc:picChg chg="add mod">
          <ac:chgData name="Per Wretlind" userId="bcb024af-6ead-48e3-9a4b-cde6c6f63c4a" providerId="ADAL" clId="{C6E259FF-F6A0-49B8-82F6-C55B97A5A0CE}" dt="2026-05-30T17:08:04.950" v="25155" actId="408"/>
          <ac:picMkLst>
            <pc:docMk/>
            <pc:sldMk cId="1705784810" sldId="2147474820"/>
            <ac:picMk id="1030" creationId="{6380B1DE-93D5-6FA5-B531-7E64BAE26D43}"/>
          </ac:picMkLst>
        </pc:picChg>
        <pc:picChg chg="add mod">
          <ac:chgData name="Per Wretlind" userId="bcb024af-6ead-48e3-9a4b-cde6c6f63c4a" providerId="ADAL" clId="{C6E259FF-F6A0-49B8-82F6-C55B97A5A0CE}" dt="2026-05-30T17:08:04.950" v="25155" actId="408"/>
          <ac:picMkLst>
            <pc:docMk/>
            <pc:sldMk cId="1705784810" sldId="2147474820"/>
            <ac:picMk id="1032" creationId="{C218C039-9DDF-DC14-6EE0-747F086289FE}"/>
          </ac:picMkLst>
        </pc:picChg>
        <pc:picChg chg="add mod">
          <ac:chgData name="Per Wretlind" userId="bcb024af-6ead-48e3-9a4b-cde6c6f63c4a" providerId="ADAL" clId="{C6E259FF-F6A0-49B8-82F6-C55B97A5A0CE}" dt="2026-06-01T08:52:53.012" v="25600" actId="1076"/>
          <ac:picMkLst>
            <pc:docMk/>
            <pc:sldMk cId="1705784810" sldId="2147474820"/>
            <ac:picMk id="1034" creationId="{C22040C2-0638-C2A9-5EBC-4B734FF7DD93}"/>
          </ac:picMkLst>
        </pc:picChg>
        <pc:picChg chg="add mod">
          <ac:chgData name="Per Wretlind" userId="bcb024af-6ead-48e3-9a4b-cde6c6f63c4a" providerId="ADAL" clId="{C6E259FF-F6A0-49B8-82F6-C55B97A5A0CE}" dt="2026-06-01T08:53:11.028" v="25628" actId="1037"/>
          <ac:picMkLst>
            <pc:docMk/>
            <pc:sldMk cId="1705784810" sldId="2147474820"/>
            <ac:picMk id="1036" creationId="{9B59282A-4EE2-57C1-CC4A-1191C814B23E}"/>
          </ac:picMkLst>
        </pc:picChg>
        <pc:picChg chg="add mod">
          <ac:chgData name="Per Wretlind" userId="bcb024af-6ead-48e3-9a4b-cde6c6f63c4a" providerId="ADAL" clId="{C6E259FF-F6A0-49B8-82F6-C55B97A5A0CE}" dt="2026-05-30T17:08:04.950" v="25155" actId="408"/>
          <ac:picMkLst>
            <pc:docMk/>
            <pc:sldMk cId="1705784810" sldId="2147474820"/>
            <ac:picMk id="1038" creationId="{CD4566F5-5115-54C4-3FB6-AD078EDB79BC}"/>
          </ac:picMkLst>
        </pc:picChg>
        <pc:picChg chg="add mod">
          <ac:chgData name="Per Wretlind" userId="bcb024af-6ead-48e3-9a4b-cde6c6f63c4a" providerId="ADAL" clId="{C6E259FF-F6A0-49B8-82F6-C55B97A5A0CE}" dt="2026-05-30T17:06:50.012" v="25130" actId="14100"/>
          <ac:picMkLst>
            <pc:docMk/>
            <pc:sldMk cId="1705784810" sldId="2147474820"/>
            <ac:picMk id="1040" creationId="{76754E93-2F4C-46D9-3142-A414762532CF}"/>
          </ac:picMkLst>
        </pc:picChg>
        <pc:picChg chg="add mod">
          <ac:chgData name="Per Wretlind" userId="bcb024af-6ead-48e3-9a4b-cde6c6f63c4a" providerId="ADAL" clId="{C6E259FF-F6A0-49B8-82F6-C55B97A5A0CE}" dt="2026-05-30T17:09:12.565" v="25169" actId="1076"/>
          <ac:picMkLst>
            <pc:docMk/>
            <pc:sldMk cId="1705784810" sldId="2147474820"/>
            <ac:picMk id="1042" creationId="{D0ECBE7D-1440-C00A-80D3-235E922600F2}"/>
          </ac:picMkLst>
        </pc:picChg>
        <pc:cxnChg chg="add mod">
          <ac:chgData name="Per Wretlind" userId="bcb024af-6ead-48e3-9a4b-cde6c6f63c4a" providerId="ADAL" clId="{C6E259FF-F6A0-49B8-82F6-C55B97A5A0CE}" dt="2026-05-30T17:06:44.245" v="25126" actId="14100"/>
          <ac:cxnSpMkLst>
            <pc:docMk/>
            <pc:sldMk cId="1705784810" sldId="2147474820"/>
            <ac:cxnSpMk id="16" creationId="{9316CB71-D911-B4CA-8EA3-C4F4F71D28CC}"/>
          </ac:cxnSpMkLst>
        </pc:cxnChg>
        <pc:cxnChg chg="add mod">
          <ac:chgData name="Per Wretlind" userId="bcb024af-6ead-48e3-9a4b-cde6c6f63c4a" providerId="ADAL" clId="{C6E259FF-F6A0-49B8-82F6-C55B97A5A0CE}" dt="2026-05-30T17:08:25.374" v="25160" actId="1076"/>
          <ac:cxnSpMkLst>
            <pc:docMk/>
            <pc:sldMk cId="1705784810" sldId="2147474820"/>
            <ac:cxnSpMk id="17" creationId="{B3A10370-AA59-8590-AE94-59D2F9D72184}"/>
          </ac:cxnSpMkLst>
        </pc:cxnChg>
        <pc:cxnChg chg="add mod">
          <ac:chgData name="Per Wretlind" userId="bcb024af-6ead-48e3-9a4b-cde6c6f63c4a" providerId="ADAL" clId="{C6E259FF-F6A0-49B8-82F6-C55B97A5A0CE}" dt="2026-05-30T17:08:28.042" v="25161" actId="1076"/>
          <ac:cxnSpMkLst>
            <pc:docMk/>
            <pc:sldMk cId="1705784810" sldId="2147474820"/>
            <ac:cxnSpMk id="18" creationId="{AEDA6357-9847-7DB1-2268-080F873FA4FC}"/>
          </ac:cxnSpMkLst>
        </pc:cxnChg>
        <pc:cxnChg chg="add mod">
          <ac:chgData name="Per Wretlind" userId="bcb024af-6ead-48e3-9a4b-cde6c6f63c4a" providerId="ADAL" clId="{C6E259FF-F6A0-49B8-82F6-C55B97A5A0CE}" dt="2026-06-01T08:53:44.359" v="25659" actId="14100"/>
          <ac:cxnSpMkLst>
            <pc:docMk/>
            <pc:sldMk cId="1705784810" sldId="2147474820"/>
            <ac:cxnSpMk id="21" creationId="{87DF0222-61C5-8883-9321-E93420CE7426}"/>
          </ac:cxnSpMkLst>
        </pc:cxnChg>
        <pc:cxnChg chg="add mod">
          <ac:chgData name="Per Wretlind" userId="bcb024af-6ead-48e3-9a4b-cde6c6f63c4a" providerId="ADAL" clId="{C6E259FF-F6A0-49B8-82F6-C55B97A5A0CE}" dt="2026-06-01T08:53:34.781" v="25658" actId="1037"/>
          <ac:cxnSpMkLst>
            <pc:docMk/>
            <pc:sldMk cId="1705784810" sldId="2147474820"/>
            <ac:cxnSpMk id="23" creationId="{C46EB48A-EA69-6773-1967-E477684B8BDF}"/>
          </ac:cxnSpMkLst>
        </pc:cxnChg>
        <pc:cxnChg chg="add mod">
          <ac:chgData name="Per Wretlind" userId="bcb024af-6ead-48e3-9a4b-cde6c6f63c4a" providerId="ADAL" clId="{C6E259FF-F6A0-49B8-82F6-C55B97A5A0CE}" dt="2026-06-01T08:53:34.781" v="25658" actId="1037"/>
          <ac:cxnSpMkLst>
            <pc:docMk/>
            <pc:sldMk cId="1705784810" sldId="2147474820"/>
            <ac:cxnSpMk id="24" creationId="{5577E94B-79D8-F41B-4BD0-30A57C36D0A7}"/>
          </ac:cxnSpMkLst>
        </pc:cxnChg>
        <pc:cxnChg chg="add mod">
          <ac:chgData name="Per Wretlind" userId="bcb024af-6ead-48e3-9a4b-cde6c6f63c4a" providerId="ADAL" clId="{C6E259FF-F6A0-49B8-82F6-C55B97A5A0CE}" dt="2026-06-01T08:53:11.028" v="25628" actId="1037"/>
          <ac:cxnSpMkLst>
            <pc:docMk/>
            <pc:sldMk cId="1705784810" sldId="2147474820"/>
            <ac:cxnSpMk id="33" creationId="{2D264FFE-690F-B3DE-1DFE-526B359E6792}"/>
          </ac:cxnSpMkLst>
        </pc:cxnChg>
      </pc:sldChg>
      <pc:sldChg chg="addSp delSp modSp add mod modAnim modNotesTx">
        <pc:chgData name="Per Wretlind" userId="bcb024af-6ead-48e3-9a4b-cde6c6f63c4a" providerId="ADAL" clId="{C6E259FF-F6A0-49B8-82F6-C55B97A5A0CE}" dt="2026-05-30T15:25:08.250" v="15713" actId="20577"/>
        <pc:sldMkLst>
          <pc:docMk/>
          <pc:sldMk cId="135654020" sldId="2147474821"/>
        </pc:sldMkLst>
        <pc:spChg chg="add mod">
          <ac:chgData name="Per Wretlind" userId="bcb024af-6ead-48e3-9a4b-cde6c6f63c4a" providerId="ADAL" clId="{C6E259FF-F6A0-49B8-82F6-C55B97A5A0CE}" dt="2026-05-28T09:37:04.245" v="3272" actId="164"/>
          <ac:spMkLst>
            <pc:docMk/>
            <pc:sldMk cId="135654020" sldId="2147474821"/>
            <ac:spMk id="2" creationId="{DBA227DD-F045-24A2-01C8-76D100DF4DE4}"/>
          </ac:spMkLst>
        </pc:spChg>
        <pc:spChg chg="add mod">
          <ac:chgData name="Per Wretlind" userId="bcb024af-6ead-48e3-9a4b-cde6c6f63c4a" providerId="ADAL" clId="{C6E259FF-F6A0-49B8-82F6-C55B97A5A0CE}" dt="2026-05-28T09:39:09.228" v="3431" actId="14100"/>
          <ac:spMkLst>
            <pc:docMk/>
            <pc:sldMk cId="135654020" sldId="2147474821"/>
            <ac:spMk id="3" creationId="{49F1FA52-FBB8-1456-01A3-464979E4A1C0}"/>
          </ac:spMkLst>
        </pc:spChg>
        <pc:spChg chg="mod topLvl">
          <ac:chgData name="Per Wretlind" userId="bcb024af-6ead-48e3-9a4b-cde6c6f63c4a" providerId="ADAL" clId="{C6E259FF-F6A0-49B8-82F6-C55B97A5A0CE}" dt="2026-05-28T09:39:01.705" v="3430" actId="164"/>
          <ac:spMkLst>
            <pc:docMk/>
            <pc:sldMk cId="135654020" sldId="2147474821"/>
            <ac:spMk id="8" creationId="{2A20005C-9263-CD2D-4ABF-4C92B55E5705}"/>
          </ac:spMkLst>
        </pc:spChg>
        <pc:spChg chg="add mod">
          <ac:chgData name="Per Wretlind" userId="bcb024af-6ead-48e3-9a4b-cde6c6f63c4a" providerId="ADAL" clId="{C6E259FF-F6A0-49B8-82F6-C55B97A5A0CE}" dt="2026-05-28T09:39:01.705" v="3430" actId="164"/>
          <ac:spMkLst>
            <pc:docMk/>
            <pc:sldMk cId="135654020" sldId="2147474821"/>
            <ac:spMk id="10" creationId="{F35B3E2A-0B3B-F021-F1E9-1F1E558FF7FE}"/>
          </ac:spMkLst>
        </pc:spChg>
        <pc:spChg chg="add mod">
          <ac:chgData name="Per Wretlind" userId="bcb024af-6ead-48e3-9a4b-cde6c6f63c4a" providerId="ADAL" clId="{C6E259FF-F6A0-49B8-82F6-C55B97A5A0CE}" dt="2026-05-28T09:40:44.980" v="3464" actId="164"/>
          <ac:spMkLst>
            <pc:docMk/>
            <pc:sldMk cId="135654020" sldId="2147474821"/>
            <ac:spMk id="14" creationId="{113E2CFD-2526-4AD4-6DCF-0096E0629F2D}"/>
          </ac:spMkLst>
        </pc:spChg>
        <pc:spChg chg="add mod">
          <ac:chgData name="Per Wretlind" userId="bcb024af-6ead-48e3-9a4b-cde6c6f63c4a" providerId="ADAL" clId="{C6E259FF-F6A0-49B8-82F6-C55B97A5A0CE}" dt="2026-05-28T09:40:44.980" v="3464" actId="164"/>
          <ac:spMkLst>
            <pc:docMk/>
            <pc:sldMk cId="135654020" sldId="2147474821"/>
            <ac:spMk id="15" creationId="{98D642B4-B588-22E2-B30F-CAFCC1239639}"/>
          </ac:spMkLst>
        </pc:spChg>
        <pc:spChg chg="mod topLvl">
          <ac:chgData name="Per Wretlind" userId="bcb024af-6ead-48e3-9a4b-cde6c6f63c4a" providerId="ADAL" clId="{C6E259FF-F6A0-49B8-82F6-C55B97A5A0CE}" dt="2026-05-28T09:43:45.072" v="3642" actId="164"/>
          <ac:spMkLst>
            <pc:docMk/>
            <pc:sldMk cId="135654020" sldId="2147474821"/>
            <ac:spMk id="18" creationId="{A4D19731-67AC-9D7D-1BC3-9F7EEA1F5448}"/>
          </ac:spMkLst>
        </pc:spChg>
        <pc:spChg chg="mod topLvl">
          <ac:chgData name="Per Wretlind" userId="bcb024af-6ead-48e3-9a4b-cde6c6f63c4a" providerId="ADAL" clId="{C6E259FF-F6A0-49B8-82F6-C55B97A5A0CE}" dt="2026-05-28T09:43:45.072" v="3642" actId="164"/>
          <ac:spMkLst>
            <pc:docMk/>
            <pc:sldMk cId="135654020" sldId="2147474821"/>
            <ac:spMk id="19" creationId="{C341AED8-B50B-D7CC-EC94-F2CF68710A75}"/>
          </ac:spMkLst>
        </pc:spChg>
        <pc:spChg chg="add mod">
          <ac:chgData name="Per Wretlind" userId="bcb024af-6ead-48e3-9a4b-cde6c6f63c4a" providerId="ADAL" clId="{C6E259FF-F6A0-49B8-82F6-C55B97A5A0CE}" dt="2026-05-28T09:43:50.649" v="3643" actId="164"/>
          <ac:spMkLst>
            <pc:docMk/>
            <pc:sldMk cId="135654020" sldId="2147474821"/>
            <ac:spMk id="20" creationId="{4B356E5C-824C-7BD8-2E4E-89B9DDC091F8}"/>
          </ac:spMkLst>
        </pc:spChg>
        <pc:spChg chg="add mod">
          <ac:chgData name="Per Wretlind" userId="bcb024af-6ead-48e3-9a4b-cde6c6f63c4a" providerId="ADAL" clId="{C6E259FF-F6A0-49B8-82F6-C55B97A5A0CE}" dt="2026-05-28T09:43:50.649" v="3643" actId="164"/>
          <ac:spMkLst>
            <pc:docMk/>
            <pc:sldMk cId="135654020" sldId="2147474821"/>
            <ac:spMk id="21" creationId="{3FF9A472-DC72-07EA-F3F7-9C83A709AB69}"/>
          </ac:spMkLst>
        </pc:spChg>
        <pc:grpChg chg="add mod">
          <ac:chgData name="Per Wretlind" userId="bcb024af-6ead-48e3-9a4b-cde6c6f63c4a" providerId="ADAL" clId="{C6E259FF-F6A0-49B8-82F6-C55B97A5A0CE}" dt="2026-05-28T09:37:04.245" v="3272" actId="164"/>
          <ac:grpSpMkLst>
            <pc:docMk/>
            <pc:sldMk cId="135654020" sldId="2147474821"/>
            <ac:grpSpMk id="4" creationId="{FE7D8ABC-6E1D-F440-A869-7B7442B154F8}"/>
          </ac:grpSpMkLst>
        </pc:grpChg>
        <pc:grpChg chg="add mod">
          <ac:chgData name="Per Wretlind" userId="bcb024af-6ead-48e3-9a4b-cde6c6f63c4a" providerId="ADAL" clId="{C6E259FF-F6A0-49B8-82F6-C55B97A5A0CE}" dt="2026-05-28T09:39:01.705" v="3430" actId="164"/>
          <ac:grpSpMkLst>
            <pc:docMk/>
            <pc:sldMk cId="135654020" sldId="2147474821"/>
            <ac:grpSpMk id="11" creationId="{73B284EC-8434-A414-0A19-F362B266EEED}"/>
          </ac:grpSpMkLst>
        </pc:grpChg>
        <pc:grpChg chg="add mod">
          <ac:chgData name="Per Wretlind" userId="bcb024af-6ead-48e3-9a4b-cde6c6f63c4a" providerId="ADAL" clId="{C6E259FF-F6A0-49B8-82F6-C55B97A5A0CE}" dt="2026-05-28T09:40:44.980" v="3464" actId="164"/>
          <ac:grpSpMkLst>
            <pc:docMk/>
            <pc:sldMk cId="135654020" sldId="2147474821"/>
            <ac:grpSpMk id="16" creationId="{DD7E81C1-A31F-5DED-2FAC-E4056BC607CF}"/>
          </ac:grpSpMkLst>
        </pc:grpChg>
        <pc:grpChg chg="add mod">
          <ac:chgData name="Per Wretlind" userId="bcb024af-6ead-48e3-9a4b-cde6c6f63c4a" providerId="ADAL" clId="{C6E259FF-F6A0-49B8-82F6-C55B97A5A0CE}" dt="2026-05-28T09:43:45.072" v="3642" actId="164"/>
          <ac:grpSpMkLst>
            <pc:docMk/>
            <pc:sldMk cId="135654020" sldId="2147474821"/>
            <ac:grpSpMk id="22" creationId="{AB3D05CE-2F87-3283-033E-0EFE5F8D1294}"/>
          </ac:grpSpMkLst>
        </pc:grpChg>
        <pc:grpChg chg="add mod">
          <ac:chgData name="Per Wretlind" userId="bcb024af-6ead-48e3-9a4b-cde6c6f63c4a" providerId="ADAL" clId="{C6E259FF-F6A0-49B8-82F6-C55B97A5A0CE}" dt="2026-05-28T09:43:50.649" v="3643" actId="164"/>
          <ac:grpSpMkLst>
            <pc:docMk/>
            <pc:sldMk cId="135654020" sldId="2147474821"/>
            <ac:grpSpMk id="23" creationId="{51D180DD-C2DE-487A-7A84-6230F1B8BB5A}"/>
          </ac:grpSpMkLst>
        </pc:grpChg>
        <pc:picChg chg="add mod">
          <ac:chgData name="Per Wretlind" userId="bcb024af-6ead-48e3-9a4b-cde6c6f63c4a" providerId="ADAL" clId="{C6E259FF-F6A0-49B8-82F6-C55B97A5A0CE}" dt="2026-05-28T09:42:45.599" v="3557" actId="1076"/>
          <ac:picMkLst>
            <pc:docMk/>
            <pc:sldMk cId="135654020" sldId="2147474821"/>
            <ac:picMk id="1026" creationId="{C0E8146B-0E4F-BC9E-F482-A4309B9FCD98}"/>
          </ac:picMkLst>
        </pc:picChg>
      </pc:sldChg>
      <pc:sldChg chg="addSp delSp modSp add mod modNotesTx">
        <pc:chgData name="Per Wretlind" userId="bcb024af-6ead-48e3-9a4b-cde6c6f63c4a" providerId="ADAL" clId="{C6E259FF-F6A0-49B8-82F6-C55B97A5A0CE}" dt="2026-05-30T14:50:49.649" v="12630" actId="20577"/>
        <pc:sldMkLst>
          <pc:docMk/>
          <pc:sldMk cId="2292889609" sldId="2147474822"/>
        </pc:sldMkLst>
        <pc:spChg chg="add mod">
          <ac:chgData name="Per Wretlind" userId="bcb024af-6ead-48e3-9a4b-cde6c6f63c4a" providerId="ADAL" clId="{C6E259FF-F6A0-49B8-82F6-C55B97A5A0CE}" dt="2026-05-29T14:22:36.144" v="7516"/>
          <ac:spMkLst>
            <pc:docMk/>
            <pc:sldMk cId="2292889609" sldId="2147474822"/>
            <ac:spMk id="2" creationId="{99E1684C-6C8A-11C6-686E-3B6C9C0C0FA2}"/>
          </ac:spMkLst>
        </pc:spChg>
        <pc:spChg chg="add mod">
          <ac:chgData name="Per Wretlind" userId="bcb024af-6ead-48e3-9a4b-cde6c6f63c4a" providerId="ADAL" clId="{C6E259FF-F6A0-49B8-82F6-C55B97A5A0CE}" dt="2026-05-29T14:22:46.898" v="7518"/>
          <ac:spMkLst>
            <pc:docMk/>
            <pc:sldMk cId="2292889609" sldId="2147474822"/>
            <ac:spMk id="3" creationId="{FFA2ADFF-E33E-4C7A-1607-B3A72D5FF516}"/>
          </ac:spMkLst>
        </pc:spChg>
        <pc:spChg chg="add mod">
          <ac:chgData name="Per Wretlind" userId="bcb024af-6ead-48e3-9a4b-cde6c6f63c4a" providerId="ADAL" clId="{C6E259FF-F6A0-49B8-82F6-C55B97A5A0CE}" dt="2026-05-29T14:22:46.898" v="7518"/>
          <ac:spMkLst>
            <pc:docMk/>
            <pc:sldMk cId="2292889609" sldId="2147474822"/>
            <ac:spMk id="10" creationId="{76A7200B-58C9-80F3-93DB-EB21397D6BD4}"/>
          </ac:spMkLst>
        </pc:spChg>
        <pc:picChg chg="add mod">
          <ac:chgData name="Per Wretlind" userId="bcb024af-6ead-48e3-9a4b-cde6c6f63c4a" providerId="ADAL" clId="{C6E259FF-F6A0-49B8-82F6-C55B97A5A0CE}" dt="2026-05-29T14:22:46.898" v="7518"/>
          <ac:picMkLst>
            <pc:docMk/>
            <pc:sldMk cId="2292889609" sldId="2147474822"/>
            <ac:picMk id="6" creationId="{6D560A37-24B4-DC00-46D9-ADF11C8960F1}"/>
          </ac:picMkLst>
        </pc:picChg>
        <pc:picChg chg="add mod">
          <ac:chgData name="Per Wretlind" userId="bcb024af-6ead-48e3-9a4b-cde6c6f63c4a" providerId="ADAL" clId="{C6E259FF-F6A0-49B8-82F6-C55B97A5A0CE}" dt="2026-05-29T14:22:46.898" v="7518"/>
          <ac:picMkLst>
            <pc:docMk/>
            <pc:sldMk cId="2292889609" sldId="2147474822"/>
            <ac:picMk id="7" creationId="{D8D68C64-B170-73CB-5982-5B387111CF3A}"/>
          </ac:picMkLst>
        </pc:picChg>
        <pc:picChg chg="add mod">
          <ac:chgData name="Per Wretlind" userId="bcb024af-6ead-48e3-9a4b-cde6c6f63c4a" providerId="ADAL" clId="{C6E259FF-F6A0-49B8-82F6-C55B97A5A0CE}" dt="2026-05-29T14:22:46.898" v="7518"/>
          <ac:picMkLst>
            <pc:docMk/>
            <pc:sldMk cId="2292889609" sldId="2147474822"/>
            <ac:picMk id="8" creationId="{42504FA9-2DF0-BCC6-19BC-16261A0226A0}"/>
          </ac:picMkLst>
        </pc:picChg>
        <pc:picChg chg="add mod">
          <ac:chgData name="Per Wretlind" userId="bcb024af-6ead-48e3-9a4b-cde6c6f63c4a" providerId="ADAL" clId="{C6E259FF-F6A0-49B8-82F6-C55B97A5A0CE}" dt="2026-05-29T14:22:46.898" v="7518"/>
          <ac:picMkLst>
            <pc:docMk/>
            <pc:sldMk cId="2292889609" sldId="2147474822"/>
            <ac:picMk id="9" creationId="{33AB2FF1-2DBF-707B-8AF2-D1E20FC83F58}"/>
          </ac:picMkLst>
        </pc:picChg>
      </pc:sldChg>
      <pc:sldChg chg="addSp delSp modSp add mod modNotesTx">
        <pc:chgData name="Per Wretlind" userId="bcb024af-6ead-48e3-9a4b-cde6c6f63c4a" providerId="ADAL" clId="{C6E259FF-F6A0-49B8-82F6-C55B97A5A0CE}" dt="2026-05-30T16:45:39.567" v="21828" actId="20577"/>
        <pc:sldMkLst>
          <pc:docMk/>
          <pc:sldMk cId="554219132" sldId="2147474823"/>
        </pc:sldMkLst>
        <pc:spChg chg="mod">
          <ac:chgData name="Per Wretlind" userId="bcb024af-6ead-48e3-9a4b-cde6c6f63c4a" providerId="ADAL" clId="{C6E259FF-F6A0-49B8-82F6-C55B97A5A0CE}" dt="2026-05-30T16:05:31.322" v="17491" actId="20577"/>
          <ac:spMkLst>
            <pc:docMk/>
            <pc:sldMk cId="554219132" sldId="2147474823"/>
            <ac:spMk id="2" creationId="{2ACC01DC-414A-9831-79B6-31CC67F1DE62}"/>
          </ac:spMkLst>
        </pc:spChg>
        <pc:spChg chg="mod">
          <ac:chgData name="Per Wretlind" userId="bcb024af-6ead-48e3-9a4b-cde6c6f63c4a" providerId="ADAL" clId="{C6E259FF-F6A0-49B8-82F6-C55B97A5A0CE}" dt="2026-05-30T16:39:45.039" v="20647" actId="1076"/>
          <ac:spMkLst>
            <pc:docMk/>
            <pc:sldMk cId="554219132" sldId="2147474823"/>
            <ac:spMk id="6" creationId="{1EFC10D7-8943-33EA-3CBC-F88EC448757C}"/>
          </ac:spMkLst>
        </pc:spChg>
        <pc:spChg chg="mod">
          <ac:chgData name="Per Wretlind" userId="bcb024af-6ead-48e3-9a4b-cde6c6f63c4a" providerId="ADAL" clId="{C6E259FF-F6A0-49B8-82F6-C55B97A5A0CE}" dt="2026-05-30T16:39:32.264" v="20640" actId="1076"/>
          <ac:spMkLst>
            <pc:docMk/>
            <pc:sldMk cId="554219132" sldId="2147474823"/>
            <ac:spMk id="7" creationId="{79D28B36-15F0-9AF2-5D88-14EA72CB41F6}"/>
          </ac:spMkLst>
        </pc:spChg>
        <pc:spChg chg="mod">
          <ac:chgData name="Per Wretlind" userId="bcb024af-6ead-48e3-9a4b-cde6c6f63c4a" providerId="ADAL" clId="{C6E259FF-F6A0-49B8-82F6-C55B97A5A0CE}" dt="2026-05-30T16:02:47.035" v="17445" actId="20577"/>
          <ac:spMkLst>
            <pc:docMk/>
            <pc:sldMk cId="554219132" sldId="2147474823"/>
            <ac:spMk id="9" creationId="{116DEB62-5801-6395-BF0A-7AD088A03C2B}"/>
          </ac:spMkLst>
        </pc:spChg>
        <pc:spChg chg="add mod">
          <ac:chgData name="Per Wretlind" userId="bcb024af-6ead-48e3-9a4b-cde6c6f63c4a" providerId="ADAL" clId="{C6E259FF-F6A0-49B8-82F6-C55B97A5A0CE}" dt="2026-05-30T16:41:01.392" v="20779" actId="1076"/>
          <ac:spMkLst>
            <pc:docMk/>
            <pc:sldMk cId="554219132" sldId="2147474823"/>
            <ac:spMk id="20" creationId="{6D10BFFF-7DE1-035E-706B-BFA39869A5A1}"/>
          </ac:spMkLst>
        </pc:spChg>
        <pc:spChg chg="add mod">
          <ac:chgData name="Per Wretlind" userId="bcb024af-6ead-48e3-9a4b-cde6c6f63c4a" providerId="ADAL" clId="{C6E259FF-F6A0-49B8-82F6-C55B97A5A0CE}" dt="2026-05-30T16:41:05.430" v="20781" actId="1076"/>
          <ac:spMkLst>
            <pc:docMk/>
            <pc:sldMk cId="554219132" sldId="2147474823"/>
            <ac:spMk id="22" creationId="{246CF2D5-DB87-54B8-3E89-96777F6A56E2}"/>
          </ac:spMkLst>
        </pc:spChg>
        <pc:spChg chg="add mod">
          <ac:chgData name="Per Wretlind" userId="bcb024af-6ead-48e3-9a4b-cde6c6f63c4a" providerId="ADAL" clId="{C6E259FF-F6A0-49B8-82F6-C55B97A5A0CE}" dt="2026-05-30T16:41:13.815" v="20784" actId="1076"/>
          <ac:spMkLst>
            <pc:docMk/>
            <pc:sldMk cId="554219132" sldId="2147474823"/>
            <ac:spMk id="23" creationId="{73BB907C-F3F6-0607-0D82-BB1DC3734F5E}"/>
          </ac:spMkLst>
        </pc:spChg>
        <pc:picChg chg="add mod">
          <ac:chgData name="Per Wretlind" userId="bcb024af-6ead-48e3-9a4b-cde6c6f63c4a" providerId="ADAL" clId="{C6E259FF-F6A0-49B8-82F6-C55B97A5A0CE}" dt="2026-05-30T16:04:17.120" v="17464" actId="1076"/>
          <ac:picMkLst>
            <pc:docMk/>
            <pc:sldMk cId="554219132" sldId="2147474823"/>
            <ac:picMk id="8" creationId="{2C768F5F-A524-FE0A-6D5C-5591195D38AE}"/>
          </ac:picMkLst>
        </pc:picChg>
        <pc:picChg chg="mod">
          <ac:chgData name="Per Wretlind" userId="bcb024af-6ead-48e3-9a4b-cde6c6f63c4a" providerId="ADAL" clId="{C6E259FF-F6A0-49B8-82F6-C55B97A5A0CE}" dt="2026-05-30T16:41:16.464" v="20785" actId="1076"/>
          <ac:picMkLst>
            <pc:docMk/>
            <pc:sldMk cId="554219132" sldId="2147474823"/>
            <ac:picMk id="15" creationId="{C0FCCD88-A9EC-6182-A20D-2563B766528F}"/>
          </ac:picMkLst>
        </pc:picChg>
        <pc:picChg chg="add mod">
          <ac:chgData name="Per Wretlind" userId="bcb024af-6ead-48e3-9a4b-cde6c6f63c4a" providerId="ADAL" clId="{C6E259FF-F6A0-49B8-82F6-C55B97A5A0CE}" dt="2026-05-30T16:41:23.246" v="20787" actId="1076"/>
          <ac:picMkLst>
            <pc:docMk/>
            <pc:sldMk cId="554219132" sldId="2147474823"/>
            <ac:picMk id="24" creationId="{B0AED9E5-7B84-89B4-BB58-C8DC1CE27877}"/>
          </ac:picMkLst>
        </pc:picChg>
        <pc:picChg chg="mod">
          <ac:chgData name="Per Wretlind" userId="bcb024af-6ead-48e3-9a4b-cde6c6f63c4a" providerId="ADAL" clId="{C6E259FF-F6A0-49B8-82F6-C55B97A5A0CE}" dt="2026-05-30T16:39:33.977" v="20641" actId="1076"/>
          <ac:picMkLst>
            <pc:docMk/>
            <pc:sldMk cId="554219132" sldId="2147474823"/>
            <ac:picMk id="3076" creationId="{3CC0295B-FA2C-622F-D6AB-008600FB5122}"/>
          </ac:picMkLst>
        </pc:picChg>
      </pc:sldChg>
      <pc:sldChg chg="addSp delSp modSp add mod ord modNotesTx">
        <pc:chgData name="Per Wretlind" userId="bcb024af-6ead-48e3-9a4b-cde6c6f63c4a" providerId="ADAL" clId="{C6E259FF-F6A0-49B8-82F6-C55B97A5A0CE}" dt="2026-05-30T17:14:58.021" v="25599" actId="20577"/>
        <pc:sldMkLst>
          <pc:docMk/>
          <pc:sldMk cId="1888296245" sldId="2147474824"/>
        </pc:sldMkLst>
        <pc:spChg chg="mod">
          <ac:chgData name="Per Wretlind" userId="bcb024af-6ead-48e3-9a4b-cde6c6f63c4a" providerId="ADAL" clId="{C6E259FF-F6A0-49B8-82F6-C55B97A5A0CE}" dt="2026-05-30T16:19:45.327" v="18193" actId="20577"/>
          <ac:spMkLst>
            <pc:docMk/>
            <pc:sldMk cId="1888296245" sldId="2147474824"/>
            <ac:spMk id="2" creationId="{E6E0028C-3E0A-F6F3-B404-870A87C0AEC2}"/>
          </ac:spMkLst>
        </pc:spChg>
        <pc:spChg chg="mod">
          <ac:chgData name="Per Wretlind" userId="bcb024af-6ead-48e3-9a4b-cde6c6f63c4a" providerId="ADAL" clId="{C6E259FF-F6A0-49B8-82F6-C55B97A5A0CE}" dt="2026-05-30T16:19:49.569" v="18194" actId="1076"/>
          <ac:spMkLst>
            <pc:docMk/>
            <pc:sldMk cId="1888296245" sldId="2147474824"/>
            <ac:spMk id="6" creationId="{3CAA326D-6F33-49F1-939A-95ADBF4A55FE}"/>
          </ac:spMkLst>
        </pc:spChg>
        <pc:spChg chg="mod topLvl">
          <ac:chgData name="Per Wretlind" userId="bcb024af-6ead-48e3-9a4b-cde6c6f63c4a" providerId="ADAL" clId="{C6E259FF-F6A0-49B8-82F6-C55B97A5A0CE}" dt="2026-05-30T16:18:01.847" v="18180" actId="14100"/>
          <ac:spMkLst>
            <pc:docMk/>
            <pc:sldMk cId="1888296245" sldId="2147474824"/>
            <ac:spMk id="7" creationId="{B782AE9D-E659-D604-3A75-ADC712926EAE}"/>
          </ac:spMkLst>
        </pc:spChg>
        <pc:spChg chg="add mod">
          <ac:chgData name="Per Wretlind" userId="bcb024af-6ead-48e3-9a4b-cde6c6f63c4a" providerId="ADAL" clId="{C6E259FF-F6A0-49B8-82F6-C55B97A5A0CE}" dt="2026-05-30T16:24:54.955" v="18494" actId="1076"/>
          <ac:spMkLst>
            <pc:docMk/>
            <pc:sldMk cId="1888296245" sldId="2147474824"/>
            <ac:spMk id="8" creationId="{6CB980D4-DE7A-F40A-2D6E-02290DE2173D}"/>
          </ac:spMkLst>
        </pc:spChg>
        <pc:spChg chg="mod">
          <ac:chgData name="Per Wretlind" userId="bcb024af-6ead-48e3-9a4b-cde6c6f63c4a" providerId="ADAL" clId="{C6E259FF-F6A0-49B8-82F6-C55B97A5A0CE}" dt="2026-05-30T16:11:05.524" v="17648"/>
          <ac:spMkLst>
            <pc:docMk/>
            <pc:sldMk cId="1888296245" sldId="2147474824"/>
            <ac:spMk id="9" creationId="{4CD313FA-262E-C026-E129-B26F3ADF6ED8}"/>
          </ac:spMkLst>
        </pc:spChg>
        <pc:spChg chg="mod">
          <ac:chgData name="Per Wretlind" userId="bcb024af-6ead-48e3-9a4b-cde6c6f63c4a" providerId="ADAL" clId="{C6E259FF-F6A0-49B8-82F6-C55B97A5A0CE}" dt="2026-05-30T16:25:01.692" v="18495" actId="1076"/>
          <ac:spMkLst>
            <pc:docMk/>
            <pc:sldMk cId="1888296245" sldId="2147474824"/>
            <ac:spMk id="11" creationId="{D6AC6231-2AF5-5C4C-2025-A10AD5F5F4CF}"/>
          </ac:spMkLst>
        </pc:spChg>
        <pc:spChg chg="mod">
          <ac:chgData name="Per Wretlind" userId="bcb024af-6ead-48e3-9a4b-cde6c6f63c4a" providerId="ADAL" clId="{C6E259FF-F6A0-49B8-82F6-C55B97A5A0CE}" dt="2026-05-30T16:25:01.692" v="18495" actId="1076"/>
          <ac:spMkLst>
            <pc:docMk/>
            <pc:sldMk cId="1888296245" sldId="2147474824"/>
            <ac:spMk id="12" creationId="{887F2EDA-0D8B-A28C-8937-D2BBD809330B}"/>
          </ac:spMkLst>
        </pc:spChg>
        <pc:picChg chg="add mod">
          <ac:chgData name="Per Wretlind" userId="bcb024af-6ead-48e3-9a4b-cde6c6f63c4a" providerId="ADAL" clId="{C6E259FF-F6A0-49B8-82F6-C55B97A5A0CE}" dt="2026-05-30T16:11:10.761" v="17650"/>
          <ac:picMkLst>
            <pc:docMk/>
            <pc:sldMk cId="1888296245" sldId="2147474824"/>
            <ac:picMk id="3" creationId="{A07A391A-F5C4-08E0-E763-96F1604523CA}"/>
          </ac:picMkLst>
        </pc:picChg>
        <pc:picChg chg="mod">
          <ac:chgData name="Per Wretlind" userId="bcb024af-6ead-48e3-9a4b-cde6c6f63c4a" providerId="ADAL" clId="{C6E259FF-F6A0-49B8-82F6-C55B97A5A0CE}" dt="2026-05-30T16:27:29.966" v="18677" actId="1076"/>
          <ac:picMkLst>
            <pc:docMk/>
            <pc:sldMk cId="1888296245" sldId="2147474824"/>
            <ac:picMk id="15" creationId="{3B4E4EEA-7DC4-2F72-AE9F-0A72B85FD61A}"/>
          </ac:picMkLst>
        </pc:picChg>
        <pc:picChg chg="mod topLvl">
          <ac:chgData name="Per Wretlind" userId="bcb024af-6ead-48e3-9a4b-cde6c6f63c4a" providerId="ADAL" clId="{C6E259FF-F6A0-49B8-82F6-C55B97A5A0CE}" dt="2026-05-30T16:18:03.603" v="18181" actId="1076"/>
          <ac:picMkLst>
            <pc:docMk/>
            <pc:sldMk cId="1888296245" sldId="2147474824"/>
            <ac:picMk id="3074" creationId="{F9767ADC-F67A-AEC0-0071-6475567DCABF}"/>
          </ac:picMkLst>
        </pc:picChg>
      </pc:sldChg>
      <pc:sldChg chg="addSp delSp modSp add mod modNotesTx">
        <pc:chgData name="Per Wretlind" userId="bcb024af-6ead-48e3-9a4b-cde6c6f63c4a" providerId="ADAL" clId="{C6E259FF-F6A0-49B8-82F6-C55B97A5A0CE}" dt="2026-06-17T08:10:08.003" v="25758" actId="1076"/>
        <pc:sldMkLst>
          <pc:docMk/>
          <pc:sldMk cId="2108830130" sldId="2147474825"/>
        </pc:sldMkLst>
        <pc:spChg chg="mod">
          <ac:chgData name="Per Wretlind" userId="bcb024af-6ead-48e3-9a4b-cde6c6f63c4a" providerId="ADAL" clId="{C6E259FF-F6A0-49B8-82F6-C55B97A5A0CE}" dt="2026-05-30T16:22:30.643" v="18416" actId="20577"/>
          <ac:spMkLst>
            <pc:docMk/>
            <pc:sldMk cId="2108830130" sldId="2147474825"/>
            <ac:spMk id="2" creationId="{D9431A85-C78E-D12A-92D3-263455831C1B}"/>
          </ac:spMkLst>
        </pc:spChg>
        <pc:spChg chg="mod">
          <ac:chgData name="Per Wretlind" userId="bcb024af-6ead-48e3-9a4b-cde6c6f63c4a" providerId="ADAL" clId="{C6E259FF-F6A0-49B8-82F6-C55B97A5A0CE}" dt="2026-05-30T16:22:03.201" v="18405" actId="1076"/>
          <ac:spMkLst>
            <pc:docMk/>
            <pc:sldMk cId="2108830130" sldId="2147474825"/>
            <ac:spMk id="6" creationId="{D26207B5-7B59-4D2F-3F04-62E516F22C20}"/>
          </ac:spMkLst>
        </pc:spChg>
        <pc:spChg chg="mod">
          <ac:chgData name="Per Wretlind" userId="bcb024af-6ead-48e3-9a4b-cde6c6f63c4a" providerId="ADAL" clId="{C6E259FF-F6A0-49B8-82F6-C55B97A5A0CE}" dt="2026-05-30T16:20:27.220" v="18198"/>
          <ac:spMkLst>
            <pc:docMk/>
            <pc:sldMk cId="2108830130" sldId="2147474825"/>
            <ac:spMk id="9" creationId="{FE077264-6736-83E9-987E-2B62F398A0BF}"/>
          </ac:spMkLst>
        </pc:spChg>
        <pc:spChg chg="mod">
          <ac:chgData name="Per Wretlind" userId="bcb024af-6ead-48e3-9a4b-cde6c6f63c4a" providerId="ADAL" clId="{C6E259FF-F6A0-49B8-82F6-C55B97A5A0CE}" dt="2026-06-17T08:10:07.584" v="25757" actId="1076"/>
          <ac:spMkLst>
            <pc:docMk/>
            <pc:sldMk cId="2108830130" sldId="2147474825"/>
            <ac:spMk id="11" creationId="{6D519C17-B2E8-144E-47B8-BE088584F208}"/>
          </ac:spMkLst>
        </pc:spChg>
        <pc:spChg chg="mod">
          <ac:chgData name="Per Wretlind" userId="bcb024af-6ead-48e3-9a4b-cde6c6f63c4a" providerId="ADAL" clId="{C6E259FF-F6A0-49B8-82F6-C55B97A5A0CE}" dt="2026-06-17T08:10:08.003" v="25758" actId="1076"/>
          <ac:spMkLst>
            <pc:docMk/>
            <pc:sldMk cId="2108830130" sldId="2147474825"/>
            <ac:spMk id="12" creationId="{2B5EAC30-090D-919A-1D1E-22B760C13E0E}"/>
          </ac:spMkLst>
        </pc:spChg>
        <pc:spChg chg="add mod">
          <ac:chgData name="Per Wretlind" userId="bcb024af-6ead-48e3-9a4b-cde6c6f63c4a" providerId="ADAL" clId="{C6E259FF-F6A0-49B8-82F6-C55B97A5A0CE}" dt="2026-05-30T16:53:13.152" v="23538" actId="1076"/>
          <ac:spMkLst>
            <pc:docMk/>
            <pc:sldMk cId="2108830130" sldId="2147474825"/>
            <ac:spMk id="16" creationId="{99F91D91-CECE-6730-4612-57ED317FD909}"/>
          </ac:spMkLst>
        </pc:spChg>
        <pc:spChg chg="add mod">
          <ac:chgData name="Per Wretlind" userId="bcb024af-6ead-48e3-9a4b-cde6c6f63c4a" providerId="ADAL" clId="{C6E259FF-F6A0-49B8-82F6-C55B97A5A0CE}" dt="2026-05-30T16:25:13.986" v="18498" actId="1076"/>
          <ac:spMkLst>
            <pc:docMk/>
            <pc:sldMk cId="2108830130" sldId="2147474825"/>
            <ac:spMk id="20" creationId="{8F12C8E5-EA0A-460C-D0C9-E7F3D9EF70D1}"/>
          </ac:spMkLst>
        </pc:spChg>
        <pc:picChg chg="add mod">
          <ac:chgData name="Per Wretlind" userId="bcb024af-6ead-48e3-9a4b-cde6c6f63c4a" providerId="ADAL" clId="{C6E259FF-F6A0-49B8-82F6-C55B97A5A0CE}" dt="2026-05-30T16:25:17.100" v="18499" actId="1076"/>
          <ac:picMkLst>
            <pc:docMk/>
            <pc:sldMk cId="2108830130" sldId="2147474825"/>
            <ac:picMk id="13" creationId="{6B4F9A0B-621C-452C-18D8-6A0E675B18AC}"/>
          </ac:picMkLst>
        </pc:picChg>
        <pc:picChg chg="mod">
          <ac:chgData name="Per Wretlind" userId="bcb024af-6ead-48e3-9a4b-cde6c6f63c4a" providerId="ADAL" clId="{C6E259FF-F6A0-49B8-82F6-C55B97A5A0CE}" dt="2026-05-30T16:25:21.129" v="18501" actId="1076"/>
          <ac:picMkLst>
            <pc:docMk/>
            <pc:sldMk cId="2108830130" sldId="2147474825"/>
            <ac:picMk id="15" creationId="{332442EB-8AE5-E0B5-66AB-1E43A479BA61}"/>
          </ac:picMkLst>
        </pc:picChg>
        <pc:picChg chg="add mod">
          <ac:chgData name="Per Wretlind" userId="bcb024af-6ead-48e3-9a4b-cde6c6f63c4a" providerId="ADAL" clId="{C6E259FF-F6A0-49B8-82F6-C55B97A5A0CE}" dt="2026-05-30T16:53:10.326" v="23536" actId="1076"/>
          <ac:picMkLst>
            <pc:docMk/>
            <pc:sldMk cId="2108830130" sldId="2147474825"/>
            <ac:picMk id="17" creationId="{392DCB0B-AA2B-B9E7-230B-13D36B9ADCDB}"/>
          </ac:picMkLst>
        </pc:picChg>
        <pc:picChg chg="add mod">
          <ac:chgData name="Per Wretlind" userId="bcb024af-6ead-48e3-9a4b-cde6c6f63c4a" providerId="ADAL" clId="{C6E259FF-F6A0-49B8-82F6-C55B97A5A0CE}" dt="2026-05-30T16:53:11.301" v="23537" actId="1076"/>
          <ac:picMkLst>
            <pc:docMk/>
            <pc:sldMk cId="2108830130" sldId="2147474825"/>
            <ac:picMk id="18" creationId="{DFC94527-C20C-2929-48C8-30FC4FCE5EA8}"/>
          </ac:picMkLst>
        </pc:picChg>
        <pc:picChg chg="add mod">
          <ac:chgData name="Per Wretlind" userId="bcb024af-6ead-48e3-9a4b-cde6c6f63c4a" providerId="ADAL" clId="{C6E259FF-F6A0-49B8-82F6-C55B97A5A0CE}" dt="2026-06-17T08:10:07.584" v="25757" actId="1076"/>
          <ac:picMkLst>
            <pc:docMk/>
            <pc:sldMk cId="2108830130" sldId="2147474825"/>
            <ac:picMk id="21" creationId="{7A784DB3-CC6A-B3DB-7F0A-92EAC1C38465}"/>
          </ac:picMkLst>
        </pc:picChg>
        <pc:picChg chg="add mod">
          <ac:chgData name="Per Wretlind" userId="bcb024af-6ead-48e3-9a4b-cde6c6f63c4a" providerId="ADAL" clId="{C6E259FF-F6A0-49B8-82F6-C55B97A5A0CE}" dt="2026-06-17T08:10:07.584" v="25757" actId="1076"/>
          <ac:picMkLst>
            <pc:docMk/>
            <pc:sldMk cId="2108830130" sldId="2147474825"/>
            <ac:picMk id="22" creationId="{E479DBC2-AE18-0B03-0B64-F3E73AF40BAD}"/>
          </ac:picMkLst>
        </pc:picChg>
        <pc:picChg chg="add mod">
          <ac:chgData name="Per Wretlind" userId="bcb024af-6ead-48e3-9a4b-cde6c6f63c4a" providerId="ADAL" clId="{C6E259FF-F6A0-49B8-82F6-C55B97A5A0CE}" dt="2026-05-30T16:27:19.847" v="18675" actId="1076"/>
          <ac:picMkLst>
            <pc:docMk/>
            <pc:sldMk cId="2108830130" sldId="2147474825"/>
            <ac:picMk id="23" creationId="{2E5D7F5B-E36D-9299-F51A-BC53CE6A4DFA}"/>
          </ac:picMkLst>
        </pc:picChg>
      </pc:sldChg>
      <pc:sldChg chg="addSp delSp modSp add mod ord modNotesTx">
        <pc:chgData name="Per Wretlind" userId="bcb024af-6ead-48e3-9a4b-cde6c6f63c4a" providerId="ADAL" clId="{C6E259FF-F6A0-49B8-82F6-C55B97A5A0CE}" dt="2026-05-30T17:06:20.615" v="25125" actId="6549"/>
        <pc:sldMkLst>
          <pc:docMk/>
          <pc:sldMk cId="1402450059" sldId="2147474826"/>
        </pc:sldMkLst>
        <pc:spChg chg="add mod">
          <ac:chgData name="Per Wretlind" userId="bcb024af-6ead-48e3-9a4b-cde6c6f63c4a" providerId="ADAL" clId="{C6E259FF-F6A0-49B8-82F6-C55B97A5A0CE}" dt="2026-05-30T17:06:07.928" v="25122"/>
          <ac:spMkLst>
            <pc:docMk/>
            <pc:sldMk cId="1402450059" sldId="2147474826"/>
            <ac:spMk id="5" creationId="{A1CB1D4F-64F8-56BB-110A-28E8DA760898}"/>
          </ac:spMkLst>
        </pc:spChg>
        <pc:spChg chg="add mod">
          <ac:chgData name="Per Wretlind" userId="bcb024af-6ead-48e3-9a4b-cde6c6f63c4a" providerId="ADAL" clId="{C6E259FF-F6A0-49B8-82F6-C55B97A5A0CE}" dt="2026-05-30T17:06:07.928" v="25122"/>
          <ac:spMkLst>
            <pc:docMk/>
            <pc:sldMk cId="1402450059" sldId="2147474826"/>
            <ac:spMk id="11" creationId="{F32BA9BE-44B4-F812-3389-8A8C3834CDA8}"/>
          </ac:spMkLst>
        </pc:spChg>
        <pc:picChg chg="add mod">
          <ac:chgData name="Per Wretlind" userId="bcb024af-6ead-48e3-9a4b-cde6c6f63c4a" providerId="ADAL" clId="{C6E259FF-F6A0-49B8-82F6-C55B97A5A0CE}" dt="2026-05-30T17:06:07.928" v="25122"/>
          <ac:picMkLst>
            <pc:docMk/>
            <pc:sldMk cId="1402450059" sldId="2147474826"/>
            <ac:picMk id="4" creationId="{4A2A3890-A11C-B10F-AE0D-971A62E9ECD2}"/>
          </ac:picMkLst>
        </pc:picChg>
        <pc:picChg chg="add mod">
          <ac:chgData name="Per Wretlind" userId="bcb024af-6ead-48e3-9a4b-cde6c6f63c4a" providerId="ADAL" clId="{C6E259FF-F6A0-49B8-82F6-C55B97A5A0CE}" dt="2026-05-30T17:06:07.928" v="25122"/>
          <ac:picMkLst>
            <pc:docMk/>
            <pc:sldMk cId="1402450059" sldId="2147474826"/>
            <ac:picMk id="13" creationId="{CD066C20-897D-A033-517C-F1E97C257047}"/>
          </ac:picMkLst>
        </pc:picChg>
      </pc:sldChg>
      <pc:sldMasterChg chg="delSldLayout">
        <pc:chgData name="Per Wretlind" userId="bcb024af-6ead-48e3-9a4b-cde6c6f63c4a" providerId="ADAL" clId="{C6E259FF-F6A0-49B8-82F6-C55B97A5A0CE}" dt="2026-05-29T14:23:21.445" v="7527" actId="47"/>
        <pc:sldMasterMkLst>
          <pc:docMk/>
          <pc:sldMasterMk cId="2456464568" sldId="2147483648"/>
        </pc:sldMasterMkLst>
      </pc:sldMasterChg>
      <pc:sldMasterChg chg="delSldLayout">
        <pc:chgData name="Per Wretlind" userId="bcb024af-6ead-48e3-9a4b-cde6c6f63c4a" providerId="ADAL" clId="{C6E259FF-F6A0-49B8-82F6-C55B97A5A0CE}" dt="2026-05-27T16:07:08.416" v="2280" actId="47"/>
        <pc:sldMasterMkLst>
          <pc:docMk/>
          <pc:sldMasterMk cId="1977275496" sldId="2147483677"/>
        </pc:sldMasterMkLst>
      </pc:sldMasterChg>
    </pc:docChg>
  </pc:docChgLst>
  <pc:docChgLst>
    <pc:chgData name="Daniel Giorev" userId="S::daniel.giorev@eea.europa.eu::66db3616-fdd6-4213-aeef-1207beaf8fbe" providerId="AD" clId="Web-{776AC990-BD38-37F2-E72F-995B79DF4AA3}"/>
    <pc:docChg chg="delSld sldOrd">
      <pc:chgData name="Daniel Giorev" userId="S::daniel.giorev@eea.europa.eu::66db3616-fdd6-4213-aeef-1207beaf8fbe" providerId="AD" clId="Web-{776AC990-BD38-37F2-E72F-995B79DF4AA3}" dt="2026-06-02T04:11:30.942" v="2"/>
      <pc:docMkLst>
        <pc:docMk/>
      </pc:docMkLst>
      <pc:sldChg chg="del ord">
        <pc:chgData name="Daniel Giorev" userId="S::daniel.giorev@eea.europa.eu::66db3616-fdd6-4213-aeef-1207beaf8fbe" providerId="AD" clId="Web-{776AC990-BD38-37F2-E72F-995B79DF4AA3}" dt="2026-06-02T04:11:30.942" v="2"/>
        <pc:sldMkLst>
          <pc:docMk/>
          <pc:sldMk cId="4230814608" sldId="2147480175"/>
        </pc:sldMkLst>
      </pc:sldChg>
    </pc:docChg>
  </pc:docChgLst>
  <pc:docChgLst>
    <pc:chgData name="Aneliya Nikolova" userId="S::aneliya.nikolova@eea.europa.eu::5ff52142-1b9c-430d-b975-3d80c1b68938" providerId="AD" clId="Web-{1F5E94E5-286A-A524-F156-B609D27D8D80}"/>
    <pc:docChg chg="modSld">
      <pc:chgData name="Aneliya Nikolova" userId="S::aneliya.nikolova@eea.europa.eu::5ff52142-1b9c-430d-b975-3d80c1b68938" providerId="AD" clId="Web-{1F5E94E5-286A-A524-F156-B609D27D8D80}" dt="2026-06-01T12:36:37.002" v="15" actId="20577"/>
      <pc:docMkLst>
        <pc:docMk/>
      </pc:docMkLst>
      <pc:sldChg chg="modSp">
        <pc:chgData name="Aneliya Nikolova" userId="S::aneliya.nikolova@eea.europa.eu::5ff52142-1b9c-430d-b975-3d80c1b68938" providerId="AD" clId="Web-{1F5E94E5-286A-A524-F156-B609D27D8D80}" dt="2026-06-01T12:36:37.002" v="15" actId="20577"/>
        <pc:sldMkLst>
          <pc:docMk/>
          <pc:sldMk cId="1968481130" sldId="1775"/>
        </pc:sldMkLst>
        <pc:spChg chg="mod">
          <ac:chgData name="Aneliya Nikolova" userId="S::aneliya.nikolova@eea.europa.eu::5ff52142-1b9c-430d-b975-3d80c1b68938" providerId="AD" clId="Web-{1F5E94E5-286A-A524-F156-B609D27D8D80}" dt="2026-06-01T12:36:37.002" v="15" actId="20577"/>
          <ac:spMkLst>
            <pc:docMk/>
            <pc:sldMk cId="1968481130" sldId="1775"/>
            <ac:spMk id="4" creationId="{E8C13AB7-1CBB-B3F3-F17C-FD8297E97616}"/>
          </ac:spMkLst>
        </pc:spChg>
      </pc:sldChg>
      <pc:sldChg chg="modSp">
        <pc:chgData name="Aneliya Nikolova" userId="S::aneliya.nikolova@eea.europa.eu::5ff52142-1b9c-430d-b975-3d80c1b68938" providerId="AD" clId="Web-{1F5E94E5-286A-A524-F156-B609D27D8D80}" dt="2026-06-01T12:34:23.425" v="2" actId="20577"/>
        <pc:sldMkLst>
          <pc:docMk/>
          <pc:sldMk cId="3298165774" sldId="2147474815"/>
        </pc:sldMkLst>
        <pc:spChg chg="mod">
          <ac:chgData name="Aneliya Nikolova" userId="S::aneliya.nikolova@eea.europa.eu::5ff52142-1b9c-430d-b975-3d80c1b68938" providerId="AD" clId="Web-{1F5E94E5-286A-A524-F156-B609D27D8D80}" dt="2026-06-01T12:34:23.425" v="2" actId="20577"/>
          <ac:spMkLst>
            <pc:docMk/>
            <pc:sldMk cId="3298165774" sldId="2147474815"/>
            <ac:spMk id="4" creationId="{087E93DE-41E9-E395-C494-EE317EB90F1D}"/>
          </ac:spMkLst>
        </pc:spChg>
      </pc:sldChg>
      <pc:sldChg chg="modSp">
        <pc:chgData name="Aneliya Nikolova" userId="S::aneliya.nikolova@eea.europa.eu::5ff52142-1b9c-430d-b975-3d80c1b68938" providerId="AD" clId="Web-{1F5E94E5-286A-A524-F156-B609D27D8D80}" dt="2026-06-01T12:35:26.112" v="9" actId="20577"/>
        <pc:sldMkLst>
          <pc:docMk/>
          <pc:sldMk cId="2292889609" sldId="2147474822"/>
        </pc:sldMkLst>
        <pc:spChg chg="mod">
          <ac:chgData name="Aneliya Nikolova" userId="S::aneliya.nikolova@eea.europa.eu::5ff52142-1b9c-430d-b975-3d80c1b68938" providerId="AD" clId="Web-{1F5E94E5-286A-A524-F156-B609D27D8D80}" dt="2026-06-01T12:35:26.112" v="9" actId="20577"/>
          <ac:spMkLst>
            <pc:docMk/>
            <pc:sldMk cId="2292889609" sldId="2147474822"/>
            <ac:spMk id="2" creationId="{99E1684C-6C8A-11C6-686E-3B6C9C0C0FA2}"/>
          </ac:spMkLst>
        </pc:spChg>
      </pc:sldChg>
      <pc:sldChg chg="modSp">
        <pc:chgData name="Aneliya Nikolova" userId="S::aneliya.nikolova@eea.europa.eu::5ff52142-1b9c-430d-b975-3d80c1b68938" providerId="AD" clId="Web-{1F5E94E5-286A-A524-F156-B609D27D8D80}" dt="2026-06-01T12:34:05.722" v="1" actId="1076"/>
        <pc:sldMkLst>
          <pc:docMk/>
          <pc:sldMk cId="2108830130" sldId="2147474825"/>
        </pc:sldMkLst>
        <pc:spChg chg="mod">
          <ac:chgData name="Aneliya Nikolova" userId="S::aneliya.nikolova@eea.europa.eu::5ff52142-1b9c-430d-b975-3d80c1b68938" providerId="AD" clId="Web-{1F5E94E5-286A-A524-F156-B609D27D8D80}" dt="2026-06-01T12:33:56.190" v="0" actId="20577"/>
          <ac:spMkLst>
            <pc:docMk/>
            <pc:sldMk cId="2108830130" sldId="2147474825"/>
            <ac:spMk id="4" creationId="{03DEB1FE-08B7-0226-5D65-0A6EFB14F1AD}"/>
          </ac:spMkLst>
        </pc:spChg>
        <pc:spChg chg="mod">
          <ac:chgData name="Aneliya Nikolova" userId="S::aneliya.nikolova@eea.europa.eu::5ff52142-1b9c-430d-b975-3d80c1b68938" providerId="AD" clId="Web-{1F5E94E5-286A-A524-F156-B609D27D8D80}" dt="2026-06-01T12:34:05.722" v="1" actId="1076"/>
          <ac:spMkLst>
            <pc:docMk/>
            <pc:sldMk cId="2108830130" sldId="2147474825"/>
            <ac:spMk id="9" creationId="{FE077264-6736-83E9-987E-2B62F398A0BF}"/>
          </ac:spMkLst>
        </pc:spChg>
      </pc:sldChg>
      <pc:sldChg chg="modSp">
        <pc:chgData name="Aneliya Nikolova" userId="S::aneliya.nikolova@eea.europa.eu::5ff52142-1b9c-430d-b975-3d80c1b68938" providerId="AD" clId="Web-{1F5E94E5-286A-A524-F156-B609D27D8D80}" dt="2026-06-01T12:34:51.940" v="5" actId="20577"/>
        <pc:sldMkLst>
          <pc:docMk/>
          <pc:sldMk cId="4230814608" sldId="2147480175"/>
        </pc:sldMkLst>
        <pc:spChg chg="mod">
          <ac:chgData name="Aneliya Nikolova" userId="S::aneliya.nikolova@eea.europa.eu::5ff52142-1b9c-430d-b975-3d80c1b68938" providerId="AD" clId="Web-{1F5E94E5-286A-A524-F156-B609D27D8D80}" dt="2026-06-01T12:34:44.940" v="4"/>
          <ac:spMkLst>
            <pc:docMk/>
            <pc:sldMk cId="4230814608" sldId="2147480175"/>
            <ac:spMk id="3" creationId="{7D25C1B3-CCC0-BF69-0E96-48416F703BEF}"/>
          </ac:spMkLst>
        </pc:spChg>
        <pc:spChg chg="mod">
          <ac:chgData name="Aneliya Nikolova" userId="S::aneliya.nikolova@eea.europa.eu::5ff52142-1b9c-430d-b975-3d80c1b68938" providerId="AD" clId="Web-{1F5E94E5-286A-A524-F156-B609D27D8D80}" dt="2026-06-01T12:34:51.940" v="5" actId="20577"/>
          <ac:spMkLst>
            <pc:docMk/>
            <pc:sldMk cId="4230814608" sldId="2147480175"/>
            <ac:spMk id="4" creationId="{D3F7B5FC-2264-B4E8-887F-6D8F31831BF8}"/>
          </ac:spMkLst>
        </pc:spChg>
      </pc:sldChg>
    </pc:docChg>
  </pc:docChgLst>
  <pc:docChgLst>
    <pc:chgData name="Claire Qoul" userId="S::claire.qoul@eea.europa.eu::f8301137-d354-487a-a20e-0ffc0fbc6fed" providerId="AD" clId="Web-{1078E534-C8D3-E451-2C21-60AD23FAE7A3}"/>
    <pc:docChg chg="modSld">
      <pc:chgData name="Claire Qoul" userId="S::claire.qoul@eea.europa.eu::f8301137-d354-487a-a20e-0ffc0fbc6fed" providerId="AD" clId="Web-{1078E534-C8D3-E451-2C21-60AD23FAE7A3}" dt="2026-06-01T19:14:17.779" v="2" actId="20577"/>
      <pc:docMkLst>
        <pc:docMk/>
      </pc:docMkLst>
      <pc:sldChg chg="modSp">
        <pc:chgData name="Claire Qoul" userId="S::claire.qoul@eea.europa.eu::f8301137-d354-487a-a20e-0ffc0fbc6fed" providerId="AD" clId="Web-{1078E534-C8D3-E451-2C21-60AD23FAE7A3}" dt="2026-06-01T19:14:06.372" v="0" actId="20577"/>
        <pc:sldMkLst>
          <pc:docMk/>
          <pc:sldMk cId="2857634213" sldId="2147474819"/>
        </pc:sldMkLst>
        <pc:spChg chg="mod">
          <ac:chgData name="Claire Qoul" userId="S::claire.qoul@eea.europa.eu::f8301137-d354-487a-a20e-0ffc0fbc6fed" providerId="AD" clId="Web-{1078E534-C8D3-E451-2C21-60AD23FAE7A3}" dt="2026-06-01T19:14:06.372" v="0" actId="20577"/>
          <ac:spMkLst>
            <pc:docMk/>
            <pc:sldMk cId="2857634213" sldId="2147474819"/>
            <ac:spMk id="4" creationId="{60806869-F2FB-C1BF-6B06-7B7B613083D6}"/>
          </ac:spMkLst>
        </pc:spChg>
      </pc:sldChg>
      <pc:sldChg chg="modSp">
        <pc:chgData name="Claire Qoul" userId="S::claire.qoul@eea.europa.eu::f8301137-d354-487a-a20e-0ffc0fbc6fed" providerId="AD" clId="Web-{1078E534-C8D3-E451-2C21-60AD23FAE7A3}" dt="2026-06-01T19:14:13.622" v="1" actId="20577"/>
        <pc:sldMkLst>
          <pc:docMk/>
          <pc:sldMk cId="554219132" sldId="2147474823"/>
        </pc:sldMkLst>
        <pc:spChg chg="mod">
          <ac:chgData name="Claire Qoul" userId="S::claire.qoul@eea.europa.eu::f8301137-d354-487a-a20e-0ffc0fbc6fed" providerId="AD" clId="Web-{1078E534-C8D3-E451-2C21-60AD23FAE7A3}" dt="2026-06-01T19:14:13.622" v="1" actId="20577"/>
          <ac:spMkLst>
            <pc:docMk/>
            <pc:sldMk cId="554219132" sldId="2147474823"/>
            <ac:spMk id="4" creationId="{21E35E36-D6C5-6A45-80AA-BADE2BA6A37D}"/>
          </ac:spMkLst>
        </pc:spChg>
      </pc:sldChg>
      <pc:sldChg chg="modSp">
        <pc:chgData name="Claire Qoul" userId="S::claire.qoul@eea.europa.eu::f8301137-d354-487a-a20e-0ffc0fbc6fed" providerId="AD" clId="Web-{1078E534-C8D3-E451-2C21-60AD23FAE7A3}" dt="2026-06-01T19:14:17.779" v="2" actId="20577"/>
        <pc:sldMkLst>
          <pc:docMk/>
          <pc:sldMk cId="1888296245" sldId="2147474824"/>
        </pc:sldMkLst>
        <pc:spChg chg="mod">
          <ac:chgData name="Claire Qoul" userId="S::claire.qoul@eea.europa.eu::f8301137-d354-487a-a20e-0ffc0fbc6fed" providerId="AD" clId="Web-{1078E534-C8D3-E451-2C21-60AD23FAE7A3}" dt="2026-06-01T19:14:17.779" v="2" actId="20577"/>
          <ac:spMkLst>
            <pc:docMk/>
            <pc:sldMk cId="1888296245" sldId="2147474824"/>
            <ac:spMk id="4" creationId="{696B6726-0CC6-0A08-8A14-F44ED2F9FCA4}"/>
          </ac:spMkLst>
        </pc:spChg>
      </pc:sldChg>
    </pc:docChg>
  </pc:docChgLst>
  <pc:docChgLst>
    <pc:chgData name="Tine Lund-Bretlau" userId="ef69525d-0817-4161-a916-4a52f8d8a2dd" providerId="ADAL" clId="{DE1EC3D3-5A89-4180-BCB9-F90937B22182}"/>
    <pc:docChg chg="custSel modSld">
      <pc:chgData name="Tine Lund-Bretlau" userId="ef69525d-0817-4161-a916-4a52f8d8a2dd" providerId="ADAL" clId="{DE1EC3D3-5A89-4180-BCB9-F90937B22182}" dt="2026-05-31T16:46:09.850" v="4" actId="700"/>
      <pc:docMkLst>
        <pc:docMk/>
      </pc:docMkLst>
      <pc:sldChg chg="mod modClrScheme chgLayout">
        <pc:chgData name="Tine Lund-Bretlau" userId="ef69525d-0817-4161-a916-4a52f8d8a2dd" providerId="ADAL" clId="{DE1EC3D3-5A89-4180-BCB9-F90937B22182}" dt="2026-05-31T16:45:56.639" v="3" actId="700"/>
        <pc:sldMkLst>
          <pc:docMk/>
          <pc:sldMk cId="1709992937" sldId="2147480172"/>
        </pc:sldMkLst>
      </pc:sldChg>
      <pc:sldChg chg="addSp delSp modSp mod modClrScheme chgLayout">
        <pc:chgData name="Tine Lund-Bretlau" userId="ef69525d-0817-4161-a916-4a52f8d8a2dd" providerId="ADAL" clId="{DE1EC3D3-5A89-4180-BCB9-F90937B22182}" dt="2026-05-31T16:45:40.272" v="1" actId="700"/>
        <pc:sldMkLst>
          <pc:docMk/>
          <pc:sldMk cId="4230814608" sldId="2147480175"/>
        </pc:sldMkLst>
        <pc:spChg chg="add del mod ord">
          <ac:chgData name="Tine Lund-Bretlau" userId="ef69525d-0817-4161-a916-4a52f8d8a2dd" providerId="ADAL" clId="{DE1EC3D3-5A89-4180-BCB9-F90937B22182}" dt="2026-05-31T16:45:40.272" v="1" actId="700"/>
          <ac:spMkLst>
            <pc:docMk/>
            <pc:sldMk cId="4230814608" sldId="2147480175"/>
            <ac:spMk id="7" creationId="{46E661BE-4382-0B82-CD0F-BD1593FBA35B}"/>
          </ac:spMkLst>
        </pc:spChg>
      </pc:sldChg>
      <pc:sldChg chg="mod modClrScheme chgLayout">
        <pc:chgData name="Tine Lund-Bretlau" userId="ef69525d-0817-4161-a916-4a52f8d8a2dd" providerId="ADAL" clId="{DE1EC3D3-5A89-4180-BCB9-F90937B22182}" dt="2026-05-31T16:46:09.850" v="4" actId="700"/>
        <pc:sldMkLst>
          <pc:docMk/>
          <pc:sldMk cId="520545767" sldId="2147480184"/>
        </pc:sldMkLst>
      </pc:sldChg>
    </pc:docChg>
  </pc:docChgLst>
  <pc:docChgLst>
    <pc:chgData name="Daniel Giorev" userId="S::daniel.giorev@eea.europa.eu::66db3616-fdd6-4213-aeef-1207beaf8fbe" providerId="AD" clId="Web-{E72EA0A4-C0D9-8207-208C-3EC7E4D46934}"/>
    <pc:docChg chg="addSld delSld modSld sldOrd">
      <pc:chgData name="Daniel Giorev" userId="S::daniel.giorev@eea.europa.eu::66db3616-fdd6-4213-aeef-1207beaf8fbe" providerId="AD" clId="Web-{E72EA0A4-C0D9-8207-208C-3EC7E4D46934}" dt="2026-05-31T13:35:18.718" v="116"/>
      <pc:docMkLst>
        <pc:docMk/>
      </pc:docMkLst>
      <pc:sldChg chg="add">
        <pc:chgData name="Daniel Giorev" userId="S::daniel.giorev@eea.europa.eu::66db3616-fdd6-4213-aeef-1207beaf8fbe" providerId="AD" clId="Web-{E72EA0A4-C0D9-8207-208C-3EC7E4D46934}" dt="2026-05-31T12:41:55.122" v="26"/>
        <pc:sldMkLst>
          <pc:docMk/>
          <pc:sldMk cId="4222919868" sldId="282"/>
        </pc:sldMkLst>
      </pc:sldChg>
      <pc:sldChg chg="addSp modSp add del">
        <pc:chgData name="Daniel Giorev" userId="S::daniel.giorev@eea.europa.eu::66db3616-fdd6-4213-aeef-1207beaf8fbe" providerId="AD" clId="Web-{E72EA0A4-C0D9-8207-208C-3EC7E4D46934}" dt="2026-05-31T13:15:50.971" v="62"/>
        <pc:sldMkLst>
          <pc:docMk/>
          <pc:sldMk cId="2838666486" sldId="1652"/>
        </pc:sldMkLst>
        <pc:spChg chg="mod">
          <ac:chgData name="Daniel Giorev" userId="S::daniel.giorev@eea.europa.eu::66db3616-fdd6-4213-aeef-1207beaf8fbe" providerId="AD" clId="Web-{E72EA0A4-C0D9-8207-208C-3EC7E4D46934}" dt="2026-05-31T12:36:37.330" v="0" actId="1076"/>
          <ac:spMkLst>
            <pc:docMk/>
            <pc:sldMk cId="2838666486" sldId="1652"/>
            <ac:spMk id="2" creationId="{0952EC67-9262-AC31-6DBE-CCDA2A357463}"/>
          </ac:spMkLst>
        </pc:spChg>
        <pc:spChg chg="add mod">
          <ac:chgData name="Daniel Giorev" userId="S::daniel.giorev@eea.europa.eu::66db3616-fdd6-4213-aeef-1207beaf8fbe" providerId="AD" clId="Web-{E72EA0A4-C0D9-8207-208C-3EC7E4D46934}" dt="2026-05-31T12:37:18.519" v="24" actId="20577"/>
          <ac:spMkLst>
            <pc:docMk/>
            <pc:sldMk cId="2838666486" sldId="1652"/>
            <ac:spMk id="6" creationId="{B6365113-1D88-8003-6299-62E7968969E8}"/>
          </ac:spMkLst>
        </pc:spChg>
      </pc:sldChg>
      <pc:sldChg chg="add del">
        <pc:chgData name="Daniel Giorev" userId="S::daniel.giorev@eea.europa.eu::66db3616-fdd6-4213-aeef-1207beaf8fbe" providerId="AD" clId="Web-{E72EA0A4-C0D9-8207-208C-3EC7E4D46934}" dt="2026-05-31T13:21:05.935" v="65"/>
        <pc:sldMkLst>
          <pc:docMk/>
          <pc:sldMk cId="4171408577" sldId="1655"/>
        </pc:sldMkLst>
      </pc:sldChg>
      <pc:sldChg chg="add del">
        <pc:chgData name="Daniel Giorev" userId="S::daniel.giorev@eea.europa.eu::66db3616-fdd6-4213-aeef-1207beaf8fbe" providerId="AD" clId="Web-{E72EA0A4-C0D9-8207-208C-3EC7E4D46934}" dt="2026-05-31T13:15:39.627" v="59"/>
        <pc:sldMkLst>
          <pc:docMk/>
          <pc:sldMk cId="345516154" sldId="1684"/>
        </pc:sldMkLst>
      </pc:sldChg>
      <pc:sldChg chg="add del">
        <pc:chgData name="Daniel Giorev" userId="S::daniel.giorev@eea.europa.eu::66db3616-fdd6-4213-aeef-1207beaf8fbe" providerId="AD" clId="Web-{E72EA0A4-C0D9-8207-208C-3EC7E4D46934}" dt="2026-05-31T13:26:06.965" v="92"/>
        <pc:sldMkLst>
          <pc:docMk/>
          <pc:sldMk cId="1853361099" sldId="1726"/>
        </pc:sldMkLst>
      </pc:sldChg>
      <pc:sldChg chg="addSp delSp modSp add del">
        <pc:chgData name="Daniel Giorev" userId="S::daniel.giorev@eea.europa.eu::66db3616-fdd6-4213-aeef-1207beaf8fbe" providerId="AD" clId="Web-{E72EA0A4-C0D9-8207-208C-3EC7E4D46934}" dt="2026-05-31T13:23:42.162" v="87" actId="1076"/>
        <pc:sldMkLst>
          <pc:docMk/>
          <pc:sldMk cId="1968481130" sldId="1775"/>
        </pc:sldMkLst>
        <pc:picChg chg="add mod">
          <ac:chgData name="Daniel Giorev" userId="S::daniel.giorev@eea.europa.eu::66db3616-fdd6-4213-aeef-1207beaf8fbe" providerId="AD" clId="Web-{E72EA0A4-C0D9-8207-208C-3EC7E4D46934}" dt="2026-05-31T13:23:25.802" v="81" actId="1076"/>
          <ac:picMkLst>
            <pc:docMk/>
            <pc:sldMk cId="1968481130" sldId="1775"/>
            <ac:picMk id="2" creationId="{C92F51E3-6CE4-65D5-A397-E7E5D59966F8}"/>
          </ac:picMkLst>
        </pc:picChg>
        <pc:picChg chg="add mod modCrop">
          <ac:chgData name="Daniel Giorev" userId="S::daniel.giorev@eea.europa.eu::66db3616-fdd6-4213-aeef-1207beaf8fbe" providerId="AD" clId="Web-{E72EA0A4-C0D9-8207-208C-3EC7E4D46934}" dt="2026-05-31T13:23:42.162" v="87" actId="1076"/>
          <ac:picMkLst>
            <pc:docMk/>
            <pc:sldMk cId="1968481130" sldId="1775"/>
            <ac:picMk id="3" creationId="{E6A66A34-85E2-0A08-DDF7-3B8F151B5FDB}"/>
          </ac:picMkLst>
        </pc:picChg>
        <pc:picChg chg="del mod">
          <ac:chgData name="Daniel Giorev" userId="S::daniel.giorev@eea.europa.eu::66db3616-fdd6-4213-aeef-1207beaf8fbe" providerId="AD" clId="Web-{E72EA0A4-C0D9-8207-208C-3EC7E4D46934}" dt="2026-05-31T13:23:35.459" v="83"/>
          <ac:picMkLst>
            <pc:docMk/>
            <pc:sldMk cId="1968481130" sldId="1775"/>
            <ac:picMk id="5" creationId="{4AE99B61-5661-C2D3-5332-EE152644A5EC}"/>
          </ac:picMkLst>
        </pc:picChg>
      </pc:sldChg>
      <pc:sldChg chg="add del">
        <pc:chgData name="Daniel Giorev" userId="S::daniel.giorev@eea.europa.eu::66db3616-fdd6-4213-aeef-1207beaf8fbe" providerId="AD" clId="Web-{E72EA0A4-C0D9-8207-208C-3EC7E4D46934}" dt="2026-05-31T13:35:12.405" v="113"/>
        <pc:sldMkLst>
          <pc:docMk/>
          <pc:sldMk cId="176968707" sldId="1847"/>
        </pc:sldMkLst>
      </pc:sldChg>
      <pc:sldChg chg="add del">
        <pc:chgData name="Daniel Giorev" userId="S::daniel.giorev@eea.europa.eu::66db3616-fdd6-4213-aeef-1207beaf8fbe" providerId="AD" clId="Web-{E72EA0A4-C0D9-8207-208C-3EC7E4D46934}" dt="2026-05-31T13:34:12.778" v="105"/>
        <pc:sldMkLst>
          <pc:docMk/>
          <pc:sldMk cId="1979290979" sldId="1985"/>
        </pc:sldMkLst>
      </pc:sldChg>
      <pc:sldChg chg="modNotes">
        <pc:chgData name="Daniel Giorev" userId="S::daniel.giorev@eea.europa.eu::66db3616-fdd6-4213-aeef-1207beaf8fbe" providerId="AD" clId="Web-{E72EA0A4-C0D9-8207-208C-3EC7E4D46934}" dt="2026-05-31T13:35:18.718" v="116"/>
        <pc:sldMkLst>
          <pc:docMk/>
          <pc:sldMk cId="3349935819" sldId="2147474785"/>
        </pc:sldMkLst>
      </pc:sldChg>
      <pc:sldChg chg="new del">
        <pc:chgData name="Daniel Giorev" userId="S::daniel.giorev@eea.europa.eu::66db3616-fdd6-4213-aeef-1207beaf8fbe" providerId="AD" clId="Web-{E72EA0A4-C0D9-8207-208C-3EC7E4D46934}" dt="2026-05-31T12:42:00.575" v="27"/>
        <pc:sldMkLst>
          <pc:docMk/>
          <pc:sldMk cId="857168543" sldId="2147474827"/>
        </pc:sldMkLst>
      </pc:sldChg>
      <pc:sldChg chg="add del">
        <pc:chgData name="Daniel Giorev" userId="S::daniel.giorev@eea.europa.eu::66db3616-fdd6-4213-aeef-1207beaf8fbe" providerId="AD" clId="Web-{E72EA0A4-C0D9-8207-208C-3EC7E4D46934}" dt="2026-05-31T12:44:11.922" v="31"/>
        <pc:sldMkLst>
          <pc:docMk/>
          <pc:sldMk cId="9748629" sldId="2147480171"/>
        </pc:sldMkLst>
      </pc:sldChg>
      <pc:sldChg chg="addSp modSp new add del">
        <pc:chgData name="Daniel Giorev" userId="S::daniel.giorev@eea.europa.eu::66db3616-fdd6-4213-aeef-1207beaf8fbe" providerId="AD" clId="Web-{E72EA0A4-C0D9-8207-208C-3EC7E4D46934}" dt="2026-05-31T13:33:20.027" v="102"/>
        <pc:sldMkLst>
          <pc:docMk/>
          <pc:sldMk cId="1709992937" sldId="2147480172"/>
        </pc:sldMkLst>
        <pc:picChg chg="add mod">
          <ac:chgData name="Daniel Giorev" userId="S::daniel.giorev@eea.europa.eu::66db3616-fdd6-4213-aeef-1207beaf8fbe" providerId="AD" clId="Web-{E72EA0A4-C0D9-8207-208C-3EC7E4D46934}" dt="2026-05-31T12:44:01.110" v="30"/>
          <ac:picMkLst>
            <pc:docMk/>
            <pc:sldMk cId="1709992937" sldId="2147480172"/>
            <ac:picMk id="2" creationId="{0A396E1E-FF05-12C5-2877-EA139C08DEE0}"/>
          </ac:picMkLst>
        </pc:picChg>
      </pc:sldChg>
      <pc:sldChg chg="new del">
        <pc:chgData name="Daniel Giorev" userId="S::daniel.giorev@eea.europa.eu::66db3616-fdd6-4213-aeef-1207beaf8fbe" providerId="AD" clId="Web-{E72EA0A4-C0D9-8207-208C-3EC7E4D46934}" dt="2026-05-31T12:59:35.571" v="49"/>
        <pc:sldMkLst>
          <pc:docMk/>
          <pc:sldMk cId="567635694" sldId="2147480173"/>
        </pc:sldMkLst>
      </pc:sldChg>
      <pc:sldChg chg="addSp delSp modSp new del">
        <pc:chgData name="Daniel Giorev" userId="S::daniel.giorev@eea.europa.eu::66db3616-fdd6-4213-aeef-1207beaf8fbe" providerId="AD" clId="Web-{E72EA0A4-C0D9-8207-208C-3EC7E4D46934}" dt="2026-05-31T13:15:35.783" v="57"/>
        <pc:sldMkLst>
          <pc:docMk/>
          <pc:sldMk cId="1275974611" sldId="2147480173"/>
        </pc:sldMkLst>
        <pc:picChg chg="add del mod">
          <ac:chgData name="Daniel Giorev" userId="S::daniel.giorev@eea.europa.eu::66db3616-fdd6-4213-aeef-1207beaf8fbe" providerId="AD" clId="Web-{E72EA0A4-C0D9-8207-208C-3EC7E4D46934}" dt="2026-05-31T13:15:33.486" v="56"/>
          <ac:picMkLst>
            <pc:docMk/>
            <pc:sldMk cId="1275974611" sldId="2147480173"/>
            <ac:picMk id="2" creationId="{49277A0A-EC4A-6438-FED1-462B4F820165}"/>
          </ac:picMkLst>
        </pc:picChg>
      </pc:sldChg>
      <pc:sldChg chg="addSp modSp new">
        <pc:chgData name="Daniel Giorev" userId="S::daniel.giorev@eea.europa.eu::66db3616-fdd6-4213-aeef-1207beaf8fbe" providerId="AD" clId="Web-{E72EA0A4-C0D9-8207-208C-3EC7E4D46934}" dt="2026-05-31T13:16:07.206" v="64"/>
        <pc:sldMkLst>
          <pc:docMk/>
          <pc:sldMk cId="3583827411" sldId="2147480173"/>
        </pc:sldMkLst>
        <pc:picChg chg="add mod">
          <ac:chgData name="Daniel Giorev" userId="S::daniel.giorev@eea.europa.eu::66db3616-fdd6-4213-aeef-1207beaf8fbe" providerId="AD" clId="Web-{E72EA0A4-C0D9-8207-208C-3EC7E4D46934}" dt="2026-05-31T13:16:07.206" v="64"/>
          <ac:picMkLst>
            <pc:docMk/>
            <pc:sldMk cId="3583827411" sldId="2147480173"/>
            <ac:picMk id="2" creationId="{CC17BC37-873D-175D-303A-341E81E3DBD1}"/>
          </ac:picMkLst>
        </pc:picChg>
      </pc:sldChg>
      <pc:sldChg chg="add del">
        <pc:chgData name="Daniel Giorev" userId="S::daniel.giorev@eea.europa.eu::66db3616-fdd6-4213-aeef-1207beaf8fbe" providerId="AD" clId="Web-{E72EA0A4-C0D9-8207-208C-3EC7E4D46934}" dt="2026-05-31T12:59:32.165" v="48"/>
        <pc:sldMkLst>
          <pc:docMk/>
          <pc:sldMk cId="2274818942" sldId="2147480174"/>
        </pc:sldMkLst>
      </pc:sldChg>
      <pc:sldChg chg="new del">
        <pc:chgData name="Daniel Giorev" userId="S::daniel.giorev@eea.europa.eu::66db3616-fdd6-4213-aeef-1207beaf8fbe" providerId="AD" clId="Web-{E72EA0A4-C0D9-8207-208C-3EC7E4D46934}" dt="2026-05-31T13:24:57.384" v="90"/>
        <pc:sldMkLst>
          <pc:docMk/>
          <pc:sldMk cId="3586100906" sldId="2147480174"/>
        </pc:sldMkLst>
      </pc:sldChg>
      <pc:sldChg chg="add del ord">
        <pc:chgData name="Daniel Giorev" userId="S::daniel.giorev@eea.europa.eu::66db3616-fdd6-4213-aeef-1207beaf8fbe" providerId="AD" clId="Web-{E72EA0A4-C0D9-8207-208C-3EC7E4D46934}" dt="2026-05-31T13:34:01.153" v="104"/>
        <pc:sldMkLst>
          <pc:docMk/>
          <pc:sldMk cId="4230814608" sldId="2147480175"/>
        </pc:sldMkLst>
      </pc:sldChg>
      <pc:sldChg chg="add del">
        <pc:chgData name="Daniel Giorev" userId="S::daniel.giorev@eea.europa.eu::66db3616-fdd6-4213-aeef-1207beaf8fbe" providerId="AD" clId="Web-{E72EA0A4-C0D9-8207-208C-3EC7E4D46934}" dt="2026-05-31T13:34:15.450" v="106"/>
        <pc:sldMkLst>
          <pc:docMk/>
          <pc:sldMk cId="1792008666" sldId="2147480176"/>
        </pc:sldMkLst>
      </pc:sldChg>
      <pc:sldChg chg="add del">
        <pc:chgData name="Daniel Giorev" userId="S::daniel.giorev@eea.europa.eu::66db3616-fdd6-4213-aeef-1207beaf8fbe" providerId="AD" clId="Web-{E72EA0A4-C0D9-8207-208C-3EC7E4D46934}" dt="2026-05-31T13:34:22.013" v="107"/>
        <pc:sldMkLst>
          <pc:docMk/>
          <pc:sldMk cId="3139944450" sldId="2147480177"/>
        </pc:sldMkLst>
      </pc:sldChg>
      <pc:sldChg chg="add">
        <pc:chgData name="Daniel Giorev" userId="S::daniel.giorev@eea.europa.eu::66db3616-fdd6-4213-aeef-1207beaf8fbe" providerId="AD" clId="Web-{E72EA0A4-C0D9-8207-208C-3EC7E4D46934}" dt="2026-05-31T13:24:53.478" v="89"/>
        <pc:sldMkLst>
          <pc:docMk/>
          <pc:sldMk cId="2171078137" sldId="2147480183"/>
        </pc:sldMkLst>
      </pc:sldChg>
      <pc:sldChg chg="addSp modSp new">
        <pc:chgData name="Daniel Giorev" userId="S::daniel.giorev@eea.europa.eu::66db3616-fdd6-4213-aeef-1207beaf8fbe" providerId="AD" clId="Web-{E72EA0A4-C0D9-8207-208C-3EC7E4D46934}" dt="2026-05-31T13:26:15.450" v="94"/>
        <pc:sldMkLst>
          <pc:docMk/>
          <pc:sldMk cId="520545767" sldId="2147480184"/>
        </pc:sldMkLst>
        <pc:picChg chg="add mod">
          <ac:chgData name="Daniel Giorev" userId="S::daniel.giorev@eea.europa.eu::66db3616-fdd6-4213-aeef-1207beaf8fbe" providerId="AD" clId="Web-{E72EA0A4-C0D9-8207-208C-3EC7E4D46934}" dt="2026-05-31T13:26:15.450" v="94"/>
          <ac:picMkLst>
            <pc:docMk/>
            <pc:sldMk cId="520545767" sldId="2147480184"/>
            <ac:picMk id="2" creationId="{C0DE2A6A-79C1-A9BB-3B6F-CA2B8338CFD0}"/>
          </ac:picMkLst>
        </pc:picChg>
      </pc:sldChg>
      <pc:sldChg chg="add del">
        <pc:chgData name="Daniel Giorev" userId="S::daniel.giorev@eea.europa.eu::66db3616-fdd6-4213-aeef-1207beaf8fbe" providerId="AD" clId="Web-{E72EA0A4-C0D9-8207-208C-3EC7E4D46934}" dt="2026-05-31T13:33:42.652" v="103"/>
        <pc:sldMkLst>
          <pc:docMk/>
          <pc:sldMk cId="2274818942" sldId="2147480185"/>
        </pc:sldMkLst>
      </pc:sldChg>
      <pc:sldMasterChg chg="addSldLayout delSldLayout">
        <pc:chgData name="Daniel Giorev" userId="S::daniel.giorev@eea.europa.eu::66db3616-fdd6-4213-aeef-1207beaf8fbe" providerId="AD" clId="Web-{E72EA0A4-C0D9-8207-208C-3EC7E4D46934}" dt="2026-05-31T13:33:20.027" v="102"/>
        <pc:sldMasterMkLst>
          <pc:docMk/>
          <pc:sldMasterMk cId="2456464568" sldId="2147483648"/>
        </pc:sldMasterMkLst>
        <pc:sldLayoutChg chg="add del replId">
          <pc:chgData name="Daniel Giorev" userId="S::daniel.giorev@eea.europa.eu::66db3616-fdd6-4213-aeef-1207beaf8fbe" providerId="AD" clId="Web-{E72EA0A4-C0D9-8207-208C-3EC7E4D46934}" dt="2026-05-31T13:15:39.627" v="59"/>
          <pc:sldLayoutMkLst>
            <pc:docMk/>
            <pc:sldMasterMk cId="2456464568" sldId="2147483648"/>
            <pc:sldLayoutMk cId="2045122004" sldId="2147483713"/>
          </pc:sldLayoutMkLst>
        </pc:sldLayoutChg>
        <pc:sldLayoutChg chg="add replId">
          <pc:chgData name="Daniel Giorev" userId="S::daniel.giorev@eea.europa.eu::66db3616-fdd6-4213-aeef-1207beaf8fbe" providerId="AD" clId="Web-{E72EA0A4-C0D9-8207-208C-3EC7E4D46934}" dt="2026-05-31T13:26:03.121" v="91"/>
          <pc:sldLayoutMkLst>
            <pc:docMk/>
            <pc:sldMasterMk cId="2456464568" sldId="2147483648"/>
            <pc:sldLayoutMk cId="3240400221" sldId="2147483713"/>
          </pc:sldLayoutMkLst>
        </pc:sldLayoutChg>
        <pc:sldLayoutChg chg="add">
          <pc:chgData name="Daniel Giorev" userId="S::daniel.giorev@eea.europa.eu::66db3616-fdd6-4213-aeef-1207beaf8fbe" providerId="AD" clId="Web-{E72EA0A4-C0D9-8207-208C-3EC7E4D46934}" dt="2026-05-31T13:33:20.027" v="102"/>
          <pc:sldLayoutMkLst>
            <pc:docMk/>
            <pc:sldMasterMk cId="2456464568" sldId="2147483648"/>
            <pc:sldLayoutMk cId="926251281" sldId="2147483714"/>
          </pc:sldLayoutMkLst>
        </pc:sldLayoutChg>
      </pc:sldMasterChg>
      <pc:sldMasterChg chg="addSldLayout">
        <pc:chgData name="Daniel Giorev" userId="S::daniel.giorev@eea.europa.eu::66db3616-fdd6-4213-aeef-1207beaf8fbe" providerId="AD" clId="Web-{E72EA0A4-C0D9-8207-208C-3EC7E4D46934}" dt="2026-05-31T12:43:30.781" v="28"/>
        <pc:sldMasterMkLst>
          <pc:docMk/>
          <pc:sldMasterMk cId="1977275496" sldId="2147483677"/>
        </pc:sldMasterMkLst>
        <pc:sldLayoutChg chg="add replId">
          <pc:chgData name="Daniel Giorev" userId="S::daniel.giorev@eea.europa.eu::66db3616-fdd6-4213-aeef-1207beaf8fbe" providerId="AD" clId="Web-{E72EA0A4-C0D9-8207-208C-3EC7E4D46934}" dt="2026-05-31T12:43:30.781" v="28"/>
          <pc:sldLayoutMkLst>
            <pc:docMk/>
            <pc:sldMasterMk cId="1977275496" sldId="2147483677"/>
            <pc:sldLayoutMk cId="1224140688" sldId="2147483712"/>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137816-DE10-4146-9435-1F34840B3A05}"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DK"/>
        </a:p>
      </dgm:t>
    </dgm:pt>
    <dgm:pt modelId="{9065962A-4ABD-4AB8-88EF-868B50A191B3}">
      <dgm:prSet phldrT="[Text]" phldr="0" custT="1"/>
      <dgm:spPr/>
      <dgm:t>
        <a:bodyPr/>
        <a:lstStyle/>
        <a:p>
          <a:r>
            <a:rPr lang="da-DK" sz="1600" b="0" i="0" kern="1200">
              <a:solidFill>
                <a:srgbClr val="3D5265"/>
              </a:solidFill>
              <a:latin typeface="Aptos"/>
              <a:ea typeface="+mj-ea"/>
              <a:cs typeface="+mj-cs"/>
            </a:rPr>
            <a:t>Planning</a:t>
          </a:r>
          <a:endParaRPr lang="en-DK" sz="1600" b="0" i="0" kern="1200">
            <a:solidFill>
              <a:srgbClr val="3D5265"/>
            </a:solidFill>
            <a:latin typeface="Aptos"/>
            <a:ea typeface="+mj-ea"/>
            <a:cs typeface="+mj-cs"/>
          </a:endParaRPr>
        </a:p>
      </dgm:t>
    </dgm:pt>
    <dgm:pt modelId="{DBB28611-448E-4D60-ABD5-B2D5871E7854}" type="parTrans" cxnId="{D0BDCEE0-F7B8-4AE2-A463-EE71421A26CD}">
      <dgm:prSet/>
      <dgm:spPr/>
      <dgm:t>
        <a:bodyPr/>
        <a:lstStyle/>
        <a:p>
          <a:endParaRPr lang="en-DK"/>
        </a:p>
      </dgm:t>
    </dgm:pt>
    <dgm:pt modelId="{A453BA9D-35D5-474F-867D-5FB770CC1AF5}" type="sibTrans" cxnId="{D0BDCEE0-F7B8-4AE2-A463-EE71421A26CD}">
      <dgm:prSet/>
      <dgm:spPr>
        <a:solidFill>
          <a:srgbClr val="215273"/>
        </a:solidFill>
      </dgm:spPr>
      <dgm:t>
        <a:bodyPr/>
        <a:lstStyle/>
        <a:p>
          <a:endParaRPr lang="en-DK"/>
        </a:p>
      </dgm:t>
    </dgm:pt>
    <dgm:pt modelId="{D70C8E91-F4EF-45FB-81AD-51B1424D93B6}">
      <dgm:prSet phldrT="[Text]" phldr="0" custT="1"/>
      <dgm:spPr/>
      <dgm:t>
        <a:bodyPr/>
        <a:lstStyle/>
        <a:p>
          <a:r>
            <a:rPr lang="da-DK" sz="1600" b="0" i="0" kern="1200">
              <a:solidFill>
                <a:srgbClr val="3D5265"/>
              </a:solidFill>
              <a:latin typeface="Aptos"/>
              <a:ea typeface="+mn-ea"/>
              <a:cs typeface="+mn-cs"/>
            </a:rPr>
            <a:t>Reporting</a:t>
          </a:r>
          <a:endParaRPr lang="en-DK" sz="1600" b="0" i="0" kern="1200">
            <a:solidFill>
              <a:srgbClr val="3D5265"/>
            </a:solidFill>
            <a:latin typeface="Aptos"/>
            <a:ea typeface="+mn-ea"/>
            <a:cs typeface="+mn-cs"/>
          </a:endParaRPr>
        </a:p>
      </dgm:t>
    </dgm:pt>
    <dgm:pt modelId="{B29A502E-B3E0-426A-A597-7C76445FB75E}" type="parTrans" cxnId="{CA2FE36B-3B1F-4364-8EE7-1D8BB415369D}">
      <dgm:prSet/>
      <dgm:spPr/>
      <dgm:t>
        <a:bodyPr/>
        <a:lstStyle/>
        <a:p>
          <a:endParaRPr lang="en-DK"/>
        </a:p>
      </dgm:t>
    </dgm:pt>
    <dgm:pt modelId="{767484BB-6601-4EEB-8A37-44BA22DC65A8}" type="sibTrans" cxnId="{CA2FE36B-3B1F-4364-8EE7-1D8BB415369D}">
      <dgm:prSet/>
      <dgm:spPr>
        <a:solidFill>
          <a:srgbClr val="215273"/>
        </a:solidFill>
      </dgm:spPr>
      <dgm:t>
        <a:bodyPr/>
        <a:lstStyle/>
        <a:p>
          <a:endParaRPr lang="en-DK"/>
        </a:p>
      </dgm:t>
    </dgm:pt>
    <dgm:pt modelId="{38463D89-E71A-4EC6-9C9B-293A1BB3EB50}">
      <dgm:prSet phldrT="[Text]" phldr="0" custT="1"/>
      <dgm:spPr/>
      <dgm:t>
        <a:bodyPr/>
        <a:lstStyle/>
        <a:p>
          <a:r>
            <a:rPr lang="da-DK" sz="1600" b="0" i="0" kern="1200">
              <a:solidFill>
                <a:srgbClr val="3D5265"/>
              </a:solidFill>
              <a:latin typeface="Aptos"/>
              <a:ea typeface="+mn-ea"/>
              <a:cs typeface="+mn-cs"/>
            </a:rPr>
            <a:t>Assessing</a:t>
          </a:r>
          <a:endParaRPr lang="en-DK" sz="1600" b="0" i="0" kern="1200">
            <a:solidFill>
              <a:srgbClr val="3D5265"/>
            </a:solidFill>
            <a:latin typeface="Aptos"/>
            <a:ea typeface="+mn-ea"/>
            <a:cs typeface="+mn-cs"/>
          </a:endParaRPr>
        </a:p>
      </dgm:t>
    </dgm:pt>
    <dgm:pt modelId="{B2BA451B-398E-4BE8-B905-B955B32969D3}" type="parTrans" cxnId="{481923CF-6B02-42E3-903E-6C11D41EF4E4}">
      <dgm:prSet/>
      <dgm:spPr/>
      <dgm:t>
        <a:bodyPr/>
        <a:lstStyle/>
        <a:p>
          <a:endParaRPr lang="en-DK"/>
        </a:p>
      </dgm:t>
    </dgm:pt>
    <dgm:pt modelId="{561D9C61-6C71-4B7A-AD9C-F3071031BCFA}" type="sibTrans" cxnId="{481923CF-6B02-42E3-903E-6C11D41EF4E4}">
      <dgm:prSet/>
      <dgm:spPr>
        <a:solidFill>
          <a:srgbClr val="215273"/>
        </a:solidFill>
      </dgm:spPr>
      <dgm:t>
        <a:bodyPr/>
        <a:lstStyle/>
        <a:p>
          <a:endParaRPr lang="en-DK"/>
        </a:p>
      </dgm:t>
    </dgm:pt>
    <dgm:pt modelId="{78F325AA-2A43-4F7F-8B8F-6DA3F199AAF0}" type="pres">
      <dgm:prSet presAssocID="{87137816-DE10-4146-9435-1F34840B3A05}" presName="cycle" presStyleCnt="0">
        <dgm:presLayoutVars>
          <dgm:dir/>
          <dgm:resizeHandles val="exact"/>
        </dgm:presLayoutVars>
      </dgm:prSet>
      <dgm:spPr/>
    </dgm:pt>
    <dgm:pt modelId="{1F878C28-2686-484E-9EE8-C60EE73251C1}" type="pres">
      <dgm:prSet presAssocID="{9065962A-4ABD-4AB8-88EF-868B50A191B3}" presName="dummy" presStyleCnt="0"/>
      <dgm:spPr/>
    </dgm:pt>
    <dgm:pt modelId="{A61584AB-F5E7-4351-90C1-1E32441EAED5}" type="pres">
      <dgm:prSet presAssocID="{9065962A-4ABD-4AB8-88EF-868B50A191B3}" presName="node" presStyleLbl="revTx" presStyleIdx="0" presStyleCnt="3">
        <dgm:presLayoutVars>
          <dgm:bulletEnabled val="1"/>
        </dgm:presLayoutVars>
      </dgm:prSet>
      <dgm:spPr/>
    </dgm:pt>
    <dgm:pt modelId="{0B4F86CD-A9EF-426D-AAB5-C2A5768C1E01}" type="pres">
      <dgm:prSet presAssocID="{A453BA9D-35D5-474F-867D-5FB770CC1AF5}" presName="sibTrans" presStyleLbl="node1" presStyleIdx="0" presStyleCnt="3" custLinFactNeighborX="0" custLinFactNeighborY="-7276"/>
      <dgm:spPr/>
    </dgm:pt>
    <dgm:pt modelId="{CB15E85C-E9F0-4C39-90AC-519134BD8E6B}" type="pres">
      <dgm:prSet presAssocID="{D70C8E91-F4EF-45FB-81AD-51B1424D93B6}" presName="dummy" presStyleCnt="0"/>
      <dgm:spPr/>
    </dgm:pt>
    <dgm:pt modelId="{FD323CDA-EE15-4BB1-B9D6-A7E1E3B64311}" type="pres">
      <dgm:prSet presAssocID="{D70C8E91-F4EF-45FB-81AD-51B1424D93B6}" presName="node" presStyleLbl="revTx" presStyleIdx="1" presStyleCnt="3">
        <dgm:presLayoutVars>
          <dgm:bulletEnabled val="1"/>
        </dgm:presLayoutVars>
      </dgm:prSet>
      <dgm:spPr/>
    </dgm:pt>
    <dgm:pt modelId="{50709200-8212-4AC1-9BB7-6B43B57629F3}" type="pres">
      <dgm:prSet presAssocID="{767484BB-6601-4EEB-8A37-44BA22DC65A8}" presName="sibTrans" presStyleLbl="node1" presStyleIdx="1" presStyleCnt="3" custLinFactNeighborX="0" custLinFactNeighborY="-7276"/>
      <dgm:spPr/>
    </dgm:pt>
    <dgm:pt modelId="{08A6EC67-3214-44A0-B323-722A8353CCFC}" type="pres">
      <dgm:prSet presAssocID="{38463D89-E71A-4EC6-9C9B-293A1BB3EB50}" presName="dummy" presStyleCnt="0"/>
      <dgm:spPr/>
    </dgm:pt>
    <dgm:pt modelId="{3287AE08-0B05-4DBB-970D-B06D938E9FA7}" type="pres">
      <dgm:prSet presAssocID="{38463D89-E71A-4EC6-9C9B-293A1BB3EB50}" presName="node" presStyleLbl="revTx" presStyleIdx="2" presStyleCnt="3">
        <dgm:presLayoutVars>
          <dgm:bulletEnabled val="1"/>
        </dgm:presLayoutVars>
      </dgm:prSet>
      <dgm:spPr/>
    </dgm:pt>
    <dgm:pt modelId="{A6BDAC6A-3EDE-41E2-A893-B69ECE4CD1CE}" type="pres">
      <dgm:prSet presAssocID="{561D9C61-6C71-4B7A-AD9C-F3071031BCFA}" presName="sibTrans" presStyleLbl="node1" presStyleIdx="2" presStyleCnt="3"/>
      <dgm:spPr/>
    </dgm:pt>
  </dgm:ptLst>
  <dgm:cxnLst>
    <dgm:cxn modelId="{FEF6CD60-9B92-43D6-ABD3-D484062B4C07}" type="presOf" srcId="{561D9C61-6C71-4B7A-AD9C-F3071031BCFA}" destId="{A6BDAC6A-3EDE-41E2-A893-B69ECE4CD1CE}" srcOrd="0" destOrd="0" presId="urn:microsoft.com/office/officeart/2005/8/layout/cycle1"/>
    <dgm:cxn modelId="{CA2FE36B-3B1F-4364-8EE7-1D8BB415369D}" srcId="{87137816-DE10-4146-9435-1F34840B3A05}" destId="{D70C8E91-F4EF-45FB-81AD-51B1424D93B6}" srcOrd="1" destOrd="0" parTransId="{B29A502E-B3E0-426A-A597-7C76445FB75E}" sibTransId="{767484BB-6601-4EEB-8A37-44BA22DC65A8}"/>
    <dgm:cxn modelId="{F35A9152-CC27-44A4-9E2C-810194CFF9F7}" type="presOf" srcId="{38463D89-E71A-4EC6-9C9B-293A1BB3EB50}" destId="{3287AE08-0B05-4DBB-970D-B06D938E9FA7}" srcOrd="0" destOrd="0" presId="urn:microsoft.com/office/officeart/2005/8/layout/cycle1"/>
    <dgm:cxn modelId="{036F989B-E424-4322-BE7B-889FC4E2609C}" type="presOf" srcId="{87137816-DE10-4146-9435-1F34840B3A05}" destId="{78F325AA-2A43-4F7F-8B8F-6DA3F199AAF0}" srcOrd="0" destOrd="0" presId="urn:microsoft.com/office/officeart/2005/8/layout/cycle1"/>
    <dgm:cxn modelId="{7D3538AE-DB66-47FE-B274-019AE0B71A20}" type="presOf" srcId="{9065962A-4ABD-4AB8-88EF-868B50A191B3}" destId="{A61584AB-F5E7-4351-90C1-1E32441EAED5}" srcOrd="0" destOrd="0" presId="urn:microsoft.com/office/officeart/2005/8/layout/cycle1"/>
    <dgm:cxn modelId="{7231B4B5-335F-4423-B72A-C6184EEBF48A}" type="presOf" srcId="{767484BB-6601-4EEB-8A37-44BA22DC65A8}" destId="{50709200-8212-4AC1-9BB7-6B43B57629F3}" srcOrd="0" destOrd="0" presId="urn:microsoft.com/office/officeart/2005/8/layout/cycle1"/>
    <dgm:cxn modelId="{481923CF-6B02-42E3-903E-6C11D41EF4E4}" srcId="{87137816-DE10-4146-9435-1F34840B3A05}" destId="{38463D89-E71A-4EC6-9C9B-293A1BB3EB50}" srcOrd="2" destOrd="0" parTransId="{B2BA451B-398E-4BE8-B905-B955B32969D3}" sibTransId="{561D9C61-6C71-4B7A-AD9C-F3071031BCFA}"/>
    <dgm:cxn modelId="{A7074ADF-027C-470B-B7BF-AA512FBE83D9}" type="presOf" srcId="{D70C8E91-F4EF-45FB-81AD-51B1424D93B6}" destId="{FD323CDA-EE15-4BB1-B9D6-A7E1E3B64311}" srcOrd="0" destOrd="0" presId="urn:microsoft.com/office/officeart/2005/8/layout/cycle1"/>
    <dgm:cxn modelId="{D0BDCEE0-F7B8-4AE2-A463-EE71421A26CD}" srcId="{87137816-DE10-4146-9435-1F34840B3A05}" destId="{9065962A-4ABD-4AB8-88EF-868B50A191B3}" srcOrd="0" destOrd="0" parTransId="{DBB28611-448E-4D60-ABD5-B2D5871E7854}" sibTransId="{A453BA9D-35D5-474F-867D-5FB770CC1AF5}"/>
    <dgm:cxn modelId="{FC94A0F7-A3E8-4C30-BF76-B691C114C5B8}" type="presOf" srcId="{A453BA9D-35D5-474F-867D-5FB770CC1AF5}" destId="{0B4F86CD-A9EF-426D-AAB5-C2A5768C1E01}" srcOrd="0" destOrd="0" presId="urn:microsoft.com/office/officeart/2005/8/layout/cycle1"/>
    <dgm:cxn modelId="{902A60A4-9870-4D07-B383-E349AD887A5E}" type="presParOf" srcId="{78F325AA-2A43-4F7F-8B8F-6DA3F199AAF0}" destId="{1F878C28-2686-484E-9EE8-C60EE73251C1}" srcOrd="0" destOrd="0" presId="urn:microsoft.com/office/officeart/2005/8/layout/cycle1"/>
    <dgm:cxn modelId="{979CA956-E3D9-47AA-8AC1-AB7C1F1CF5F8}" type="presParOf" srcId="{78F325AA-2A43-4F7F-8B8F-6DA3F199AAF0}" destId="{A61584AB-F5E7-4351-90C1-1E32441EAED5}" srcOrd="1" destOrd="0" presId="urn:microsoft.com/office/officeart/2005/8/layout/cycle1"/>
    <dgm:cxn modelId="{D4AC3488-1E7A-4867-A43C-D54CB863FDFF}" type="presParOf" srcId="{78F325AA-2A43-4F7F-8B8F-6DA3F199AAF0}" destId="{0B4F86CD-A9EF-426D-AAB5-C2A5768C1E01}" srcOrd="2" destOrd="0" presId="urn:microsoft.com/office/officeart/2005/8/layout/cycle1"/>
    <dgm:cxn modelId="{E4D98872-906B-48CF-A1CA-24F54B6DD52E}" type="presParOf" srcId="{78F325AA-2A43-4F7F-8B8F-6DA3F199AAF0}" destId="{CB15E85C-E9F0-4C39-90AC-519134BD8E6B}" srcOrd="3" destOrd="0" presId="urn:microsoft.com/office/officeart/2005/8/layout/cycle1"/>
    <dgm:cxn modelId="{65941568-B6AC-41D2-AE25-36AA89E0D068}" type="presParOf" srcId="{78F325AA-2A43-4F7F-8B8F-6DA3F199AAF0}" destId="{FD323CDA-EE15-4BB1-B9D6-A7E1E3B64311}" srcOrd="4" destOrd="0" presId="urn:microsoft.com/office/officeart/2005/8/layout/cycle1"/>
    <dgm:cxn modelId="{6D21B4B3-D760-440C-965F-F88DE5CB5973}" type="presParOf" srcId="{78F325AA-2A43-4F7F-8B8F-6DA3F199AAF0}" destId="{50709200-8212-4AC1-9BB7-6B43B57629F3}" srcOrd="5" destOrd="0" presId="urn:microsoft.com/office/officeart/2005/8/layout/cycle1"/>
    <dgm:cxn modelId="{F78FF02D-A50D-4D7C-8AF0-915FA897E183}" type="presParOf" srcId="{78F325AA-2A43-4F7F-8B8F-6DA3F199AAF0}" destId="{08A6EC67-3214-44A0-B323-722A8353CCFC}" srcOrd="6" destOrd="0" presId="urn:microsoft.com/office/officeart/2005/8/layout/cycle1"/>
    <dgm:cxn modelId="{91092770-2B2F-4BF9-86F8-65AE1824A770}" type="presParOf" srcId="{78F325AA-2A43-4F7F-8B8F-6DA3F199AAF0}" destId="{3287AE08-0B05-4DBB-970D-B06D938E9FA7}" srcOrd="7" destOrd="0" presId="urn:microsoft.com/office/officeart/2005/8/layout/cycle1"/>
    <dgm:cxn modelId="{F64BCA0B-4B9E-4B50-AC2D-EB58E12EE330}" type="presParOf" srcId="{78F325AA-2A43-4F7F-8B8F-6DA3F199AAF0}" destId="{A6BDAC6A-3EDE-41E2-A893-B69ECE4CD1CE}" srcOrd="8" destOrd="0" presId="urn:microsoft.com/office/officeart/2005/8/layout/cycle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1584AB-F5E7-4351-90C1-1E32441EAED5}">
      <dsp:nvSpPr>
        <dsp:cNvPr id="0" name=""/>
        <dsp:cNvSpPr/>
      </dsp:nvSpPr>
      <dsp:spPr>
        <a:xfrm>
          <a:off x="2151561" y="185303"/>
          <a:ext cx="941450" cy="94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da-DK" sz="1600" b="0" i="0" kern="1200">
              <a:solidFill>
                <a:srgbClr val="3D5265"/>
              </a:solidFill>
              <a:latin typeface="Aptos"/>
              <a:ea typeface="+mj-ea"/>
              <a:cs typeface="+mj-cs"/>
            </a:rPr>
            <a:t>Planning</a:t>
          </a:r>
          <a:endParaRPr lang="en-DK" sz="1600" b="0" i="0" kern="1200">
            <a:solidFill>
              <a:srgbClr val="3D5265"/>
            </a:solidFill>
            <a:latin typeface="Aptos"/>
            <a:ea typeface="+mj-ea"/>
            <a:cs typeface="+mj-cs"/>
          </a:endParaRPr>
        </a:p>
      </dsp:txBody>
      <dsp:txXfrm>
        <a:off x="2151561" y="185303"/>
        <a:ext cx="941450" cy="941450"/>
      </dsp:txXfrm>
    </dsp:sp>
    <dsp:sp modelId="{0B4F86CD-A9EF-426D-AAB5-C2A5768C1E01}">
      <dsp:nvSpPr>
        <dsp:cNvPr id="0" name=""/>
        <dsp:cNvSpPr/>
      </dsp:nvSpPr>
      <dsp:spPr>
        <a:xfrm>
          <a:off x="714773" y="-162866"/>
          <a:ext cx="2229069" cy="2229069"/>
        </a:xfrm>
        <a:prstGeom prst="circularArrow">
          <a:avLst>
            <a:gd name="adj1" fmla="val 8236"/>
            <a:gd name="adj2" fmla="val 575043"/>
            <a:gd name="adj3" fmla="val 2968772"/>
            <a:gd name="adj4" fmla="val 48428"/>
            <a:gd name="adj5" fmla="val 9608"/>
          </a:avLst>
        </a:prstGeom>
        <a:solidFill>
          <a:srgbClr val="21527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323CDA-EE15-4BB1-B9D6-A7E1E3B64311}">
      <dsp:nvSpPr>
        <dsp:cNvPr id="0" name=""/>
        <dsp:cNvSpPr/>
      </dsp:nvSpPr>
      <dsp:spPr>
        <a:xfrm>
          <a:off x="1358582" y="1558783"/>
          <a:ext cx="941450" cy="94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da-DK" sz="1600" b="0" i="0" kern="1200">
              <a:solidFill>
                <a:srgbClr val="3D5265"/>
              </a:solidFill>
              <a:latin typeface="Aptos"/>
              <a:ea typeface="+mn-ea"/>
              <a:cs typeface="+mn-cs"/>
            </a:rPr>
            <a:t>Reporting</a:t>
          </a:r>
          <a:endParaRPr lang="en-DK" sz="1600" b="0" i="0" kern="1200">
            <a:solidFill>
              <a:srgbClr val="3D5265"/>
            </a:solidFill>
            <a:latin typeface="Aptos"/>
            <a:ea typeface="+mn-ea"/>
            <a:cs typeface="+mn-cs"/>
          </a:endParaRPr>
        </a:p>
      </dsp:txBody>
      <dsp:txXfrm>
        <a:off x="1358582" y="1558783"/>
        <a:ext cx="941450" cy="941450"/>
      </dsp:txXfrm>
    </dsp:sp>
    <dsp:sp modelId="{50709200-8212-4AC1-9BB7-6B43B57629F3}">
      <dsp:nvSpPr>
        <dsp:cNvPr id="0" name=""/>
        <dsp:cNvSpPr/>
      </dsp:nvSpPr>
      <dsp:spPr>
        <a:xfrm>
          <a:off x="714773" y="-162866"/>
          <a:ext cx="2229069" cy="2229069"/>
        </a:xfrm>
        <a:prstGeom prst="circularArrow">
          <a:avLst>
            <a:gd name="adj1" fmla="val 8236"/>
            <a:gd name="adj2" fmla="val 575043"/>
            <a:gd name="adj3" fmla="val 10176530"/>
            <a:gd name="adj4" fmla="val 7256185"/>
            <a:gd name="adj5" fmla="val 9608"/>
          </a:avLst>
        </a:prstGeom>
        <a:solidFill>
          <a:srgbClr val="21527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87AE08-0B05-4DBB-970D-B06D938E9FA7}">
      <dsp:nvSpPr>
        <dsp:cNvPr id="0" name=""/>
        <dsp:cNvSpPr/>
      </dsp:nvSpPr>
      <dsp:spPr>
        <a:xfrm>
          <a:off x="565603" y="185303"/>
          <a:ext cx="941450" cy="9414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da-DK" sz="1600" b="0" i="0" kern="1200">
              <a:solidFill>
                <a:srgbClr val="3D5265"/>
              </a:solidFill>
              <a:latin typeface="Aptos"/>
              <a:ea typeface="+mn-ea"/>
              <a:cs typeface="+mn-cs"/>
            </a:rPr>
            <a:t>Assessing</a:t>
          </a:r>
          <a:endParaRPr lang="en-DK" sz="1600" b="0" i="0" kern="1200">
            <a:solidFill>
              <a:srgbClr val="3D5265"/>
            </a:solidFill>
            <a:latin typeface="Aptos"/>
            <a:ea typeface="+mn-ea"/>
            <a:cs typeface="+mn-cs"/>
          </a:endParaRPr>
        </a:p>
      </dsp:txBody>
      <dsp:txXfrm>
        <a:off x="565603" y="185303"/>
        <a:ext cx="941450" cy="941450"/>
      </dsp:txXfrm>
    </dsp:sp>
    <dsp:sp modelId="{A6BDAC6A-3EDE-41E2-A893-B69ECE4CD1CE}">
      <dsp:nvSpPr>
        <dsp:cNvPr id="0" name=""/>
        <dsp:cNvSpPr/>
      </dsp:nvSpPr>
      <dsp:spPr>
        <a:xfrm>
          <a:off x="714773" y="-679"/>
          <a:ext cx="2229069" cy="2229069"/>
        </a:xfrm>
        <a:prstGeom prst="circularArrow">
          <a:avLst>
            <a:gd name="adj1" fmla="val 8236"/>
            <a:gd name="adj2" fmla="val 575043"/>
            <a:gd name="adj3" fmla="val 16861314"/>
            <a:gd name="adj4" fmla="val 14963643"/>
            <a:gd name="adj5" fmla="val 9608"/>
          </a:avLst>
        </a:prstGeom>
        <a:solidFill>
          <a:srgbClr val="215273"/>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1F8F40-AB11-4026-B2C7-9270D9FFF1F8}" type="datetimeFigureOut">
              <a:rPr lang="en-DK" smtClean="0"/>
              <a:t>17/06/2026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E0F3C7-EF41-4749-8D80-5F0119961675}" type="slidenum">
              <a:rPr lang="en-DK" smtClean="0"/>
              <a:t>‹#›</a:t>
            </a:fld>
            <a:endParaRPr lang="en-DK"/>
          </a:p>
        </p:txBody>
      </p:sp>
    </p:spTree>
    <p:extLst>
      <p:ext uri="{BB962C8B-B14F-4D97-AF65-F5344CB8AC3E}">
        <p14:creationId xmlns:p14="http://schemas.microsoft.com/office/powerpoint/2010/main" val="2108134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36600" y="1173163"/>
            <a:ext cx="5629275" cy="3167062"/>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7201BC-94E4-4101-962D-54511777D22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72990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I will present this slide, so no notes here.</a:t>
            </a:r>
            <a:endParaRPr lang="en-DK"/>
          </a:p>
        </p:txBody>
      </p:sp>
      <p:sp>
        <p:nvSpPr>
          <p:cNvPr id="4" name="Slide Number Placeholder 3"/>
          <p:cNvSpPr>
            <a:spLocks noGrp="1"/>
          </p:cNvSpPr>
          <p:nvPr>
            <p:ph type="sldNum" sz="quarter" idx="5"/>
          </p:nvPr>
        </p:nvSpPr>
        <p:spPr/>
        <p:txBody>
          <a:bodyPr/>
          <a:lstStyle/>
          <a:p>
            <a:fld id="{21E0F3C7-EF41-4749-8D80-5F0119961675}" type="slidenum">
              <a:rPr lang="en-DK" smtClean="0"/>
              <a:t>3</a:t>
            </a:fld>
            <a:endParaRPr lang="en-DK"/>
          </a:p>
        </p:txBody>
      </p:sp>
    </p:spTree>
    <p:extLst>
      <p:ext uri="{BB962C8B-B14F-4D97-AF65-F5344CB8AC3E}">
        <p14:creationId xmlns:p14="http://schemas.microsoft.com/office/powerpoint/2010/main" val="1108385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a:p>
        </p:txBody>
      </p:sp>
      <p:sp>
        <p:nvSpPr>
          <p:cNvPr id="4" name="Slide Number Placeholder 3"/>
          <p:cNvSpPr>
            <a:spLocks noGrp="1"/>
          </p:cNvSpPr>
          <p:nvPr>
            <p:ph type="sldNum" sz="quarter" idx="5"/>
          </p:nvPr>
        </p:nvSpPr>
        <p:spPr/>
        <p:txBody>
          <a:bodyPr/>
          <a:lstStyle/>
          <a:p>
            <a:fld id="{70783294-E9FF-4F24-AF23-19B98F36DF0D}" type="slidenum">
              <a:rPr lang="en-DK" smtClean="0"/>
              <a:t>5</a:t>
            </a:fld>
            <a:endParaRPr lang="en-DK"/>
          </a:p>
        </p:txBody>
      </p:sp>
    </p:spTree>
    <p:extLst>
      <p:ext uri="{BB962C8B-B14F-4D97-AF65-F5344CB8AC3E}">
        <p14:creationId xmlns:p14="http://schemas.microsoft.com/office/powerpoint/2010/main" val="775882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5C3F-DCC6-8F9B-8239-B46B43CB6D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2DDB55-2F8A-2E19-07C0-42E6D7478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1701C3-133C-E0B7-D18D-DE1797F0F507}"/>
              </a:ext>
            </a:extLst>
          </p:cNvPr>
          <p:cNvSpPr>
            <a:spLocks noGrp="1"/>
          </p:cNvSpPr>
          <p:nvPr>
            <p:ph type="body" idx="1"/>
          </p:nvPr>
        </p:nvSpPr>
        <p:spPr/>
        <p:txBody>
          <a:bodyPr/>
          <a:lstStyle/>
          <a:p>
            <a:r>
              <a:rPr lang="en-GB" sz="1200" b="0" i="0" u="none" strike="noStrike" kern="1200" baseline="0">
                <a:solidFill>
                  <a:schemeClr val="tx1"/>
                </a:solidFill>
                <a:latin typeface="+mn-lt"/>
                <a:ea typeface="+mn-ea"/>
                <a:cs typeface="+mn-cs"/>
              </a:rPr>
              <a:t>EEA work across a wide spectrum of the ‘green’ topics. With the Governance Regulation and the data reported under this, this falls under the ‘Climate’ part.</a:t>
            </a:r>
            <a:br>
              <a:rPr lang="en-GB" sz="1200" b="1" i="0" u="none" strike="noStrike" kern="1200" baseline="0">
                <a:solidFill>
                  <a:schemeClr val="tx1"/>
                </a:solidFill>
                <a:latin typeface="+mn-lt"/>
                <a:ea typeface="+mn-ea"/>
                <a:cs typeface="+mn-cs"/>
              </a:rPr>
            </a:br>
            <a:br>
              <a:rPr lang="en-GB" sz="1200" b="1" i="0" u="none" strike="noStrike" kern="1200" baseline="0">
                <a:solidFill>
                  <a:schemeClr val="tx1"/>
                </a:solidFill>
                <a:latin typeface="+mn-lt"/>
                <a:ea typeface="+mn-ea"/>
                <a:cs typeface="+mn-cs"/>
              </a:rPr>
            </a:br>
            <a:r>
              <a:rPr lang="en-GB" sz="1200" b="1" i="0" u="none" strike="noStrike" kern="1200" baseline="0">
                <a:solidFill>
                  <a:schemeClr val="tx1"/>
                </a:solidFill>
                <a:latin typeface="+mn-lt"/>
                <a:ea typeface="+mn-ea"/>
                <a:cs typeface="+mn-cs"/>
              </a:rPr>
              <a:t>Environment</a:t>
            </a:r>
          </a:p>
          <a:p>
            <a:r>
              <a:rPr lang="en-US" sz="1200" b="0" i="0" u="none" strike="noStrike" kern="1200" baseline="0">
                <a:solidFill>
                  <a:schemeClr val="tx1"/>
                </a:solidFill>
                <a:latin typeface="+mn-lt"/>
                <a:ea typeface="+mn-ea"/>
                <a:cs typeface="+mn-cs"/>
              </a:rPr>
              <a:t>We support EU efforts to protect biodiversity and ecosystems through monitoring and analyses. We assess</a:t>
            </a:r>
          </a:p>
          <a:p>
            <a:r>
              <a:rPr lang="en-US" sz="1200" b="0" i="0" u="none" strike="noStrike" kern="1200" baseline="0">
                <a:solidFill>
                  <a:schemeClr val="tx1"/>
                </a:solidFill>
                <a:latin typeface="+mn-lt"/>
                <a:ea typeface="+mn-ea"/>
                <a:cs typeface="+mn-cs"/>
              </a:rPr>
              <a:t>environmental pollutants and climate impacts on health, focusing on exposure and vulnerability. Our work</a:t>
            </a:r>
          </a:p>
          <a:p>
            <a:r>
              <a:rPr lang="en-US" sz="1200" b="0" i="0" u="none" strike="noStrike" kern="1200" baseline="0">
                <a:solidFill>
                  <a:schemeClr val="tx1"/>
                </a:solidFill>
                <a:latin typeface="+mn-lt"/>
                <a:ea typeface="+mn-ea"/>
                <a:cs typeface="+mn-cs"/>
              </a:rPr>
              <a:t>advances the EU's zero-pollution goals and promotes a One Health approach linking human, animal, and</a:t>
            </a:r>
          </a:p>
          <a:p>
            <a:r>
              <a:rPr lang="en-GB" sz="1200" b="0" i="0" u="none" strike="noStrike" kern="1200" baseline="0">
                <a:solidFill>
                  <a:schemeClr val="tx1"/>
                </a:solidFill>
                <a:latin typeface="+mn-lt"/>
                <a:ea typeface="+mn-ea"/>
                <a:cs typeface="+mn-cs"/>
              </a:rPr>
              <a:t>environmental well-being.</a:t>
            </a:r>
          </a:p>
          <a:p>
            <a:r>
              <a:rPr lang="en-GB" sz="1200" b="1" i="0" u="none" strike="noStrike" kern="1200" baseline="0">
                <a:solidFill>
                  <a:schemeClr val="tx1"/>
                </a:solidFill>
                <a:latin typeface="+mn-lt"/>
                <a:ea typeface="+mn-ea"/>
                <a:cs typeface="+mn-cs"/>
              </a:rPr>
              <a:t>Climate</a:t>
            </a:r>
          </a:p>
          <a:p>
            <a:r>
              <a:rPr lang="en-US" sz="1200" b="0" i="0" u="none" strike="noStrike" kern="1200" baseline="0">
                <a:solidFill>
                  <a:schemeClr val="tx1"/>
                </a:solidFill>
                <a:latin typeface="+mn-lt"/>
                <a:ea typeface="+mn-ea"/>
                <a:cs typeface="+mn-cs"/>
              </a:rPr>
              <a:t>Europe faces rapid warming and rising climate risks. We aid climate mitigation by tracking emissions and</a:t>
            </a:r>
          </a:p>
          <a:p>
            <a:r>
              <a:rPr lang="en-US" sz="1200" b="0" i="0" u="none" strike="noStrike" kern="1200" baseline="0">
                <a:solidFill>
                  <a:schemeClr val="tx1"/>
                </a:solidFill>
                <a:latin typeface="+mn-lt"/>
                <a:ea typeface="+mn-ea"/>
                <a:cs typeface="+mn-cs"/>
              </a:rPr>
              <a:t>carbon removals. We help Europe adapt and become more resilient to unavoidable climate impacts. Our</a:t>
            </a:r>
          </a:p>
          <a:p>
            <a:r>
              <a:rPr lang="en-US" sz="1200" b="0" i="0" u="none" strike="noStrike" kern="1200" baseline="0">
                <a:solidFill>
                  <a:schemeClr val="tx1"/>
                </a:solidFill>
                <a:latin typeface="+mn-lt"/>
                <a:ea typeface="+mn-ea"/>
                <a:cs typeface="+mn-cs"/>
              </a:rPr>
              <a:t>assessments provide guidance in developing the EU's path to climate neutrality by 2050, and a resilient,</a:t>
            </a:r>
          </a:p>
          <a:p>
            <a:r>
              <a:rPr lang="en-US" sz="1200" b="0" i="0" u="none" strike="noStrike" kern="1200" baseline="0">
                <a:solidFill>
                  <a:schemeClr val="tx1"/>
                </a:solidFill>
                <a:latin typeface="+mn-lt"/>
                <a:ea typeface="+mn-ea"/>
                <a:cs typeface="+mn-cs"/>
              </a:rPr>
              <a:t>secure and competitive Europe, ensuring that progress benefits the economy and society without leaving</a:t>
            </a:r>
          </a:p>
          <a:p>
            <a:r>
              <a:rPr lang="en-GB" sz="1200" b="0" i="0" u="none" strike="noStrike" kern="1200" baseline="0">
                <a:solidFill>
                  <a:schemeClr val="tx1"/>
                </a:solidFill>
                <a:latin typeface="+mn-lt"/>
                <a:ea typeface="+mn-ea"/>
                <a:cs typeface="+mn-cs"/>
              </a:rPr>
              <a:t>anyone behind.</a:t>
            </a:r>
          </a:p>
          <a:p>
            <a:r>
              <a:rPr lang="en-GB" sz="1200" b="1" i="0" u="none" strike="noStrike" kern="1200" baseline="0">
                <a:solidFill>
                  <a:schemeClr val="tx1"/>
                </a:solidFill>
                <a:latin typeface="+mn-lt"/>
                <a:ea typeface="+mn-ea"/>
                <a:cs typeface="+mn-cs"/>
              </a:rPr>
              <a:t>Sustainability</a:t>
            </a:r>
          </a:p>
          <a:p>
            <a:r>
              <a:rPr lang="en-US" sz="1200" b="0" i="0" u="none" strike="noStrike" kern="1200" baseline="0">
                <a:solidFill>
                  <a:schemeClr val="tx1"/>
                </a:solidFill>
                <a:latin typeface="+mn-lt"/>
                <a:ea typeface="+mn-ea"/>
                <a:cs typeface="+mn-cs"/>
              </a:rPr>
              <a:t>Sustainability sits at the intersection of environment, society, and the economy. Our work focuses on key</a:t>
            </a:r>
          </a:p>
          <a:p>
            <a:r>
              <a:rPr lang="en-US" sz="1200" b="0" i="0" u="none" strike="noStrike" kern="1200" baseline="0">
                <a:solidFill>
                  <a:schemeClr val="tx1"/>
                </a:solidFill>
                <a:latin typeface="+mn-lt"/>
                <a:ea typeface="+mn-ea"/>
                <a:cs typeface="+mn-cs"/>
              </a:rPr>
              <a:t>levers of systemic change, including sustainable finance, innovation, and socio-economic trends and</a:t>
            </a:r>
          </a:p>
          <a:p>
            <a:r>
              <a:rPr lang="en-US" sz="1200" b="0" i="0" u="none" strike="noStrike" kern="1200" baseline="0">
                <a:solidFill>
                  <a:schemeClr val="tx1"/>
                </a:solidFill>
                <a:latin typeface="+mn-lt"/>
                <a:ea typeface="+mn-ea"/>
                <a:cs typeface="+mn-cs"/>
              </a:rPr>
              <a:t>enablers, as well as thematic areas such as foresight, systemic risk, and the circular economy.</a:t>
            </a:r>
            <a:endParaRPr lang="en-DK"/>
          </a:p>
        </p:txBody>
      </p:sp>
      <p:sp>
        <p:nvSpPr>
          <p:cNvPr id="4" name="Slide Number Placeholder 3">
            <a:extLst>
              <a:ext uri="{FF2B5EF4-FFF2-40B4-BE49-F238E27FC236}">
                <a16:creationId xmlns:a16="http://schemas.microsoft.com/office/drawing/2014/main" id="{C0200D9E-3F9E-AD53-4137-486C2A9EBFCB}"/>
              </a:ext>
            </a:extLst>
          </p:cNvPr>
          <p:cNvSpPr>
            <a:spLocks noGrp="1"/>
          </p:cNvSpPr>
          <p:nvPr>
            <p:ph type="sldNum" sz="quarter" idx="5"/>
          </p:nvPr>
        </p:nvSpPr>
        <p:spPr/>
        <p:txBody>
          <a:bodyPr/>
          <a:lstStyle/>
          <a:p>
            <a:fld id="{70783294-E9FF-4F24-AF23-19B98F36DF0D}" type="slidenum">
              <a:rPr lang="en-DK" smtClean="0"/>
              <a:t>6</a:t>
            </a:fld>
            <a:endParaRPr lang="en-DK"/>
          </a:p>
        </p:txBody>
      </p:sp>
    </p:spTree>
    <p:extLst>
      <p:ext uri="{BB962C8B-B14F-4D97-AF65-F5344CB8AC3E}">
        <p14:creationId xmlns:p14="http://schemas.microsoft.com/office/powerpoint/2010/main" val="2514992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F2294-F521-4C71-F688-85356D20AD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2EC8EC-9679-015A-7502-8B4D76B9CA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09BA14-7EDD-EDB6-FB51-E5ED026C1E11}"/>
              </a:ext>
            </a:extLst>
          </p:cNvPr>
          <p:cNvSpPr>
            <a:spLocks noGrp="1"/>
          </p:cNvSpPr>
          <p:nvPr>
            <p:ph type="body" idx="1"/>
          </p:nvPr>
        </p:nvSpPr>
        <p:spPr/>
        <p:txBody>
          <a:bodyPr/>
          <a:lstStyle/>
          <a:p>
            <a:r>
              <a:rPr lang="da-DK" dirty="0"/>
              <a:t>As mentioned, the EEA work with data across numerous topics, and one of these is the Governance Regulation, or GovReg. Before launching into the different data reporting obligations, it is good to take a few steps back. The Governance Regulation came into force in 2018, and it stands on three legs: Planning; Reporting; Assessment. More about these on the next slide, but for now the Governance Regulation introduced these legs with the purpose to create a governance framework for how Europe will meet the climate crisis challenge in a collaborative manner. As we know, achieving the decarbonisation we need to while increasing our resilience and preserving jobs and livelyhoods, and balancing security and geopolitical concerns is a delicate balancing act. The Governance Regulation builds on the foundation for how to handle this in the EU setting.</a:t>
            </a:r>
          </a:p>
          <a:p>
            <a:endParaRPr lang="da-DK" dirty="0"/>
          </a:p>
          <a:p>
            <a:r>
              <a:rPr lang="da-DK" dirty="0"/>
              <a:t>It does this through the three pillars:</a:t>
            </a:r>
            <a:br>
              <a:rPr lang="da-DK" dirty="0"/>
            </a:br>
            <a:r>
              <a:rPr lang="da-DK" dirty="0"/>
              <a:t>Member States have to plan what they will do, and publish this in their National Energy and Climate Plans (NECPs). In these, they set out targets for how their GHG emissions will develop, and targets for renewable energy generation and energy efficiency.</a:t>
            </a:r>
          </a:p>
          <a:p>
            <a:r>
              <a:rPr lang="da-DK" dirty="0"/>
              <a:t>Then MS have to report on how they are progressing towards these targets. This is where the EEA mainly comes in – we gather the data from the MSs, quality check it, and compile it when necessary.</a:t>
            </a:r>
          </a:p>
          <a:p>
            <a:r>
              <a:rPr lang="da-DK" dirty="0"/>
              <a:t>The European Commission then assesses how the MS are progressing. As we heard, we will hear more about this later today.</a:t>
            </a:r>
          </a:p>
        </p:txBody>
      </p:sp>
      <p:sp>
        <p:nvSpPr>
          <p:cNvPr id="4" name="Slide Number Placeholder 3">
            <a:extLst>
              <a:ext uri="{FF2B5EF4-FFF2-40B4-BE49-F238E27FC236}">
                <a16:creationId xmlns:a16="http://schemas.microsoft.com/office/drawing/2014/main" id="{C5DEA3A8-02B1-6FE1-EA55-DD4505601467}"/>
              </a:ext>
            </a:extLst>
          </p:cNvPr>
          <p:cNvSpPr>
            <a:spLocks noGrp="1"/>
          </p:cNvSpPr>
          <p:nvPr>
            <p:ph type="sldNum" sz="quarter" idx="5"/>
          </p:nvPr>
        </p:nvSpPr>
        <p:spPr/>
        <p:txBody>
          <a:bodyPr/>
          <a:lstStyle/>
          <a:p>
            <a:fld id="{70783294-E9FF-4F24-AF23-19B98F36DF0D}" type="slidenum">
              <a:rPr lang="en-DK" smtClean="0"/>
              <a:t>10</a:t>
            </a:fld>
            <a:endParaRPr lang="en-DK"/>
          </a:p>
        </p:txBody>
      </p:sp>
    </p:spTree>
    <p:extLst>
      <p:ext uri="{BB962C8B-B14F-4D97-AF65-F5344CB8AC3E}">
        <p14:creationId xmlns:p14="http://schemas.microsoft.com/office/powerpoint/2010/main" val="9549015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3D5265"/>
                </a:solidFill>
                <a:ea typeface="Calibri" panose="020F0502020204030204"/>
                <a:cs typeface="Calibri" panose="020F0502020204030204"/>
              </a:rPr>
              <a:t>How is this relevant for the Energy Community? Because an adapted version of the Governance Regulation is in force, including the Contracting Parties in the same cycle of planning, reporting, and assessing.</a:t>
            </a:r>
          </a:p>
          <a:p>
            <a:br>
              <a:rPr lang="en-US" dirty="0">
                <a:ea typeface="Calibri" panose="020F0502020204030204"/>
                <a:cs typeface="+mn-lt"/>
              </a:rPr>
            </a:br>
            <a:r>
              <a:rPr lang="en-US" dirty="0">
                <a:solidFill>
                  <a:srgbClr val="3D5265"/>
                </a:solidFill>
                <a:ea typeface="Calibri" panose="020F0502020204030204"/>
                <a:cs typeface="Calibri" panose="020F0502020204030204"/>
              </a:rPr>
              <a:t>The Energy Community Treaty came into force in 2006 with the purpose to extend EUs energy market into the Western Balkans and the Black Sea region. As the climate and energy agendas have grown increasingly intertwined over the decades, topics such as decarbonization, energy efficiency, and renewable energy have become increasingly salient. With the Governance Regulation coming into force on the EU side in 2018, and reporting starting after this, this piece of regulation was also introduced in the Energy Community in 2021. </a:t>
            </a:r>
            <a:br>
              <a:rPr lang="en-US" dirty="0">
                <a:ea typeface="Calibri" panose="020F0502020204030204"/>
                <a:cs typeface="+mn-lt"/>
              </a:rPr>
            </a:br>
            <a:br>
              <a:rPr lang="en-US" dirty="0">
                <a:ea typeface="Calibri" panose="020F0502020204030204"/>
                <a:cs typeface="+mn-lt"/>
              </a:rPr>
            </a:br>
            <a:r>
              <a:rPr lang="en-US" dirty="0">
                <a:solidFill>
                  <a:srgbClr val="3D5265"/>
                </a:solidFill>
                <a:ea typeface="Calibri" panose="020F0502020204030204"/>
                <a:cs typeface="Calibri" panose="020F0502020204030204"/>
              </a:rPr>
              <a:t>Differences between the </a:t>
            </a:r>
            <a:r>
              <a:rPr lang="en-US" dirty="0" err="1">
                <a:solidFill>
                  <a:srgbClr val="3D5265"/>
                </a:solidFill>
                <a:ea typeface="Calibri" panose="020F0502020204030204"/>
                <a:cs typeface="Calibri" panose="020F0502020204030204"/>
              </a:rPr>
              <a:t>GovReg</a:t>
            </a:r>
            <a:r>
              <a:rPr lang="en-US" dirty="0">
                <a:solidFill>
                  <a:srgbClr val="3D5265"/>
                </a:solidFill>
                <a:ea typeface="Calibri" panose="020F0502020204030204"/>
                <a:cs typeface="Calibri" panose="020F0502020204030204"/>
              </a:rPr>
              <a:t> and adapted </a:t>
            </a:r>
            <a:r>
              <a:rPr lang="en-US" dirty="0" err="1">
                <a:solidFill>
                  <a:srgbClr val="3D5265"/>
                </a:solidFill>
                <a:ea typeface="Calibri" panose="020F0502020204030204"/>
                <a:cs typeface="Calibri" panose="020F0502020204030204"/>
              </a:rPr>
              <a:t>GovReg</a:t>
            </a:r>
            <a:r>
              <a:rPr lang="en-US" dirty="0">
                <a:solidFill>
                  <a:srgbClr val="3D5265"/>
                </a:solidFill>
                <a:ea typeface="Calibri" panose="020F0502020204030204"/>
                <a:cs typeface="Calibri" panose="020F0502020204030204"/>
              </a:rPr>
              <a:t>:</a:t>
            </a:r>
            <a:br>
              <a:rPr lang="en-US" dirty="0">
                <a:ea typeface="Calibri" panose="020F0502020204030204"/>
                <a:cs typeface="+mn-lt"/>
              </a:rPr>
            </a:br>
            <a:r>
              <a:rPr lang="en-US" dirty="0">
                <a:solidFill>
                  <a:srgbClr val="3D5265"/>
                </a:solidFill>
                <a:ea typeface="Calibri" panose="020F0502020204030204"/>
                <a:cs typeface="Calibri" panose="020F0502020204030204"/>
              </a:rPr>
              <a:t>They are </a:t>
            </a:r>
            <a:r>
              <a:rPr lang="en-US" b="1" dirty="0">
                <a:solidFill>
                  <a:srgbClr val="3D5265"/>
                </a:solidFill>
                <a:ea typeface="Calibri" panose="020F0502020204030204"/>
                <a:cs typeface="Calibri" panose="020F0502020204030204"/>
              </a:rPr>
              <a:t>more similar </a:t>
            </a:r>
            <a:r>
              <a:rPr lang="en-US" dirty="0">
                <a:solidFill>
                  <a:srgbClr val="3D5265"/>
                </a:solidFill>
                <a:ea typeface="Calibri" panose="020F0502020204030204"/>
                <a:cs typeface="Calibri" panose="020F0502020204030204"/>
              </a:rPr>
              <a:t>than they are different. With the adapted Governance Regulation, the Contracting Parties enter into the same planning –&gt; reporting </a:t>
            </a:r>
            <a:r>
              <a:rPr lang="en-US" dirty="0">
                <a:solidFill>
                  <a:srgbClr val="3D5265"/>
                </a:solidFill>
                <a:ea typeface="Calibri" panose="020F0502020204030204"/>
                <a:cs typeface="Calibri" panose="020F0502020204030204"/>
                <a:sym typeface="Wingdings" panose="05000000000000000000" pitchFamily="2" charset="2"/>
              </a:rPr>
              <a:t> assessment cycle as the EU Member State. So through the Governance Regulation, the Contracting Parties also developed and adopted NECPs with specific targets within greenhouse gas, renewable energy, and energy efficiency. </a:t>
            </a:r>
          </a:p>
          <a:p>
            <a:endParaRPr lang="en-US" dirty="0">
              <a:solidFill>
                <a:srgbClr val="3D5265"/>
              </a:solidFill>
              <a:ea typeface="Calibri" panose="020F0502020204030204"/>
              <a:cs typeface="Calibri" panose="020F0502020204030204"/>
              <a:sym typeface="Wingdings" panose="05000000000000000000" pitchFamily="2" charset="2"/>
            </a:endParaRPr>
          </a:p>
          <a:p>
            <a:r>
              <a:rPr lang="en-US" dirty="0">
                <a:solidFill>
                  <a:srgbClr val="3D5265"/>
                </a:solidFill>
                <a:ea typeface="Calibri" panose="020F0502020204030204"/>
                <a:cs typeface="Calibri" panose="020F0502020204030204"/>
                <a:sym typeface="Wingdings" panose="05000000000000000000" pitchFamily="2" charset="2"/>
              </a:rPr>
              <a:t>With reporting in particular, the CPs now </a:t>
            </a:r>
            <a:r>
              <a:rPr lang="en-US" dirty="0">
                <a:solidFill>
                  <a:srgbClr val="3D5265"/>
                </a:solidFill>
                <a:ea typeface="Calibri" panose="020F0502020204030204"/>
                <a:cs typeface="Calibri" panose="020F0502020204030204"/>
              </a:rPr>
              <a:t>report their climate and energy data according to the same formats and timelines as the EU Member States. This constitutes a significant acceleration of the reporting pace.</a:t>
            </a:r>
          </a:p>
          <a:p>
            <a:br>
              <a:rPr lang="en-US" dirty="0">
                <a:solidFill>
                  <a:srgbClr val="3D5265"/>
                </a:solidFill>
                <a:ea typeface="Calibri" panose="020F0502020204030204"/>
                <a:cs typeface="Calibri" panose="020F0502020204030204"/>
              </a:rPr>
            </a:br>
            <a:r>
              <a:rPr lang="en-US" u="sng" dirty="0">
                <a:solidFill>
                  <a:srgbClr val="3D5265"/>
                </a:solidFill>
                <a:ea typeface="Calibri" panose="020F0502020204030204"/>
                <a:cs typeface="Calibri" panose="020F0502020204030204"/>
              </a:rPr>
              <a:t>(If you want to highlight some differences, below are three points).</a:t>
            </a:r>
          </a:p>
          <a:p>
            <a:endParaRPr lang="en-US" dirty="0">
              <a:solidFill>
                <a:srgbClr val="3D5265"/>
              </a:solidFill>
              <a:ea typeface="Calibri" panose="020F0502020204030204"/>
              <a:cs typeface="Calibri" panose="020F0502020204030204"/>
            </a:endParaRPr>
          </a:p>
          <a:p>
            <a:r>
              <a:rPr lang="en-US" dirty="0">
                <a:solidFill>
                  <a:srgbClr val="3D5265"/>
                </a:solidFill>
                <a:ea typeface="Calibri" panose="020F0502020204030204"/>
                <a:cs typeface="Calibri" panose="020F0502020204030204"/>
              </a:rPr>
              <a:t>However, </a:t>
            </a:r>
            <a:r>
              <a:rPr lang="en-US" b="1" dirty="0">
                <a:solidFill>
                  <a:srgbClr val="3D5265"/>
                </a:solidFill>
                <a:ea typeface="Calibri" panose="020F0502020204030204"/>
                <a:cs typeface="Calibri" panose="020F0502020204030204"/>
              </a:rPr>
              <a:t>some differences </a:t>
            </a:r>
            <a:r>
              <a:rPr lang="en-US" dirty="0">
                <a:solidFill>
                  <a:srgbClr val="3D5265"/>
                </a:solidFill>
                <a:ea typeface="Calibri" panose="020F0502020204030204"/>
                <a:cs typeface="Calibri" panose="020F0502020204030204"/>
              </a:rPr>
              <a:t>exist as the Governance Regulation was adapted to the realities of the Contracting Parties. </a:t>
            </a:r>
          </a:p>
          <a:p>
            <a:r>
              <a:rPr lang="en-US" dirty="0">
                <a:solidFill>
                  <a:srgbClr val="3D5265"/>
                </a:solidFill>
                <a:ea typeface="Calibri" panose="020F0502020204030204"/>
                <a:cs typeface="Calibri" panose="020F0502020204030204"/>
              </a:rPr>
              <a:t>	- Important is that while the EUs emission are divided into what is covered by the EU ETS and the ESR (Effort sharing regulation), this distinction does not apply for the Contracting Parties. This required some adjustments of tables.</a:t>
            </a:r>
          </a:p>
          <a:p>
            <a:r>
              <a:rPr lang="en-US" dirty="0">
                <a:solidFill>
                  <a:srgbClr val="3D5265"/>
                </a:solidFill>
                <a:ea typeface="Calibri" panose="020F0502020204030204"/>
                <a:cs typeface="Calibri" panose="020F0502020204030204"/>
              </a:rPr>
              <a:t>	- The Governance Regulation and its timelines also exists to facilitate for the EU as a Party to the UNFCCC (Climate Convention) to submit its data on time to the UNFCCC. The EU as a Party to the Convention needs to submit a GHG Inventory on an annual basis which is a compilation of all of the EU MSs GHG Inventories. As the Energy Community is not a party to the UNFCCC, this same demand does not exist. This is, to some degree, reflected in the adapted version.</a:t>
            </a:r>
          </a:p>
          <a:p>
            <a:r>
              <a:rPr lang="en-US" dirty="0">
                <a:solidFill>
                  <a:srgbClr val="3D5265"/>
                </a:solidFill>
                <a:ea typeface="Calibri" panose="020F0502020204030204"/>
                <a:cs typeface="Calibri" panose="020F0502020204030204"/>
              </a:rPr>
              <a:t>	- In a few cases, the adapted version also requests less detailed data, for example when it comes to the LULUCF sector. </a:t>
            </a:r>
          </a:p>
          <a:p>
            <a:endParaRPr lang="en-US" dirty="0">
              <a:solidFill>
                <a:srgbClr val="3D5265"/>
              </a:solidFill>
              <a:ea typeface="Calibri" panose="020F0502020204030204"/>
              <a:cs typeface="Calibri" panose="020F0502020204030204"/>
            </a:endParaRPr>
          </a:p>
          <a:p>
            <a:endParaRPr lang="en-US" dirty="0">
              <a:solidFill>
                <a:srgbClr val="3D5265"/>
              </a:solidFill>
              <a:ea typeface="Calibri" panose="020F0502020204030204"/>
              <a:cs typeface="Calibri" panose="020F0502020204030204"/>
            </a:endParaRPr>
          </a:p>
          <a:p>
            <a:pPr algn="just">
              <a:lnSpc>
                <a:spcPct val="150000"/>
              </a:lnSpc>
            </a:pPr>
            <a:r>
              <a:rPr lang="en-GB" b="1" dirty="0">
                <a:solidFill>
                  <a:srgbClr val="004B7F"/>
                </a:solidFill>
              </a:rPr>
              <a:t>he Energy Community has nine Contracting Parties </a:t>
            </a:r>
            <a:r>
              <a:rPr lang="en-GB" dirty="0">
                <a:solidFill>
                  <a:srgbClr val="004B7F"/>
                </a:solidFill>
              </a:rPr>
              <a:t>- Albania, Bosnia and Herzegovina, Kosovo*, North Macedonia, Georgia, Moldova, Montenegro, Serbia and Ukraine.</a:t>
            </a:r>
            <a:endParaRPr lang="en-US" dirty="0">
              <a:solidFill>
                <a:srgbClr val="000000"/>
              </a:solidFill>
            </a:endParaRPr>
          </a:p>
          <a:p>
            <a:pPr algn="just">
              <a:lnSpc>
                <a:spcPct val="150000"/>
              </a:lnSpc>
            </a:pPr>
            <a:endParaRPr lang="en-GB" dirty="0">
              <a:solidFill>
                <a:srgbClr val="000000"/>
              </a:solidFill>
            </a:endParaRPr>
          </a:p>
          <a:p>
            <a:pPr algn="just">
              <a:lnSpc>
                <a:spcPct val="150000"/>
              </a:lnSpc>
            </a:pPr>
            <a:r>
              <a:rPr lang="en-GB" dirty="0">
                <a:solidFill>
                  <a:srgbClr val="004B7F"/>
                </a:solidFill>
              </a:rPr>
              <a:t>As of </a:t>
            </a:r>
            <a:r>
              <a:rPr lang="en-GB" b="1" dirty="0">
                <a:solidFill>
                  <a:srgbClr val="004B7F"/>
                </a:solidFill>
              </a:rPr>
              <a:t>2023</a:t>
            </a:r>
            <a:r>
              <a:rPr lang="en-GB" dirty="0">
                <a:solidFill>
                  <a:srgbClr val="004B7F"/>
                </a:solidFill>
              </a:rPr>
              <a:t> they started reporting on the </a:t>
            </a:r>
            <a:r>
              <a:rPr lang="en-GB" b="1" dirty="0">
                <a:solidFill>
                  <a:srgbClr val="004B7F"/>
                </a:solidFill>
              </a:rPr>
              <a:t>GHG related elements</a:t>
            </a:r>
            <a:r>
              <a:rPr lang="en-GB" dirty="0">
                <a:solidFill>
                  <a:srgbClr val="004B7F"/>
                </a:solidFill>
              </a:rPr>
              <a:t> of the adapted Governance Regulation.</a:t>
            </a:r>
            <a:endParaRPr lang="en-US" dirty="0">
              <a:solidFill>
                <a:srgbClr val="000000"/>
              </a:solidFill>
            </a:endParaRPr>
          </a:p>
          <a:p>
            <a:pPr algn="just">
              <a:lnSpc>
                <a:spcPct val="150000"/>
              </a:lnSpc>
            </a:pPr>
            <a:endParaRPr lang="en-GB" dirty="0">
              <a:solidFill>
                <a:srgbClr val="000000"/>
              </a:solidFill>
            </a:endParaRPr>
          </a:p>
          <a:p>
            <a:pPr algn="just">
              <a:lnSpc>
                <a:spcPct val="150000"/>
              </a:lnSpc>
            </a:pPr>
            <a:r>
              <a:rPr lang="en-GB" dirty="0">
                <a:solidFill>
                  <a:srgbClr val="004B7F"/>
                </a:solidFill>
              </a:rPr>
              <a:t>As of </a:t>
            </a:r>
            <a:r>
              <a:rPr lang="en-GB" b="1" dirty="0">
                <a:solidFill>
                  <a:srgbClr val="004B7F"/>
                </a:solidFill>
              </a:rPr>
              <a:t>2025</a:t>
            </a:r>
            <a:r>
              <a:rPr lang="en-GB" dirty="0">
                <a:solidFill>
                  <a:srgbClr val="004B7F"/>
                </a:solidFill>
              </a:rPr>
              <a:t> they started reporting on the </a:t>
            </a:r>
            <a:r>
              <a:rPr lang="en-GB" b="1" dirty="0">
                <a:solidFill>
                  <a:srgbClr val="004B7F"/>
                </a:solidFill>
              </a:rPr>
              <a:t>entire package of climate and energy requirements</a:t>
            </a:r>
            <a:r>
              <a:rPr lang="en-GB" dirty="0">
                <a:solidFill>
                  <a:srgbClr val="004B7F"/>
                </a:solidFill>
              </a:rPr>
              <a:t> of the adapted Governance Regulation.</a:t>
            </a:r>
            <a:endParaRPr lang="en-US" dirty="0">
              <a:solidFill>
                <a:srgbClr val="000000"/>
              </a:solidFill>
            </a:endParaRPr>
          </a:p>
          <a:p>
            <a:pPr algn="just">
              <a:lnSpc>
                <a:spcPct val="150000"/>
              </a:lnSpc>
            </a:pPr>
            <a:endParaRPr lang="en-GB" dirty="0">
              <a:solidFill>
                <a:srgbClr val="004B7F"/>
              </a:solidFill>
              <a:ea typeface="Calibri"/>
              <a:cs typeface="Calibri"/>
            </a:endParaRPr>
          </a:p>
          <a:p>
            <a:pPr algn="just"/>
            <a:r>
              <a:rPr lang="en-GB" b="1" dirty="0">
                <a:solidFill>
                  <a:srgbClr val="004B7F"/>
                </a:solidFill>
              </a:rPr>
              <a:t>EEA mirrors its role for Member States with Contracting parties</a:t>
            </a:r>
            <a:r>
              <a:rPr lang="en-GB" dirty="0">
                <a:solidFill>
                  <a:srgbClr val="004B7F"/>
                </a:solidFill>
              </a:rPr>
              <a:t> (i.e. setting up mirrored reporting tools, quality checking data, capacity building). </a:t>
            </a:r>
            <a:endParaRPr lang="en-GB" dirty="0">
              <a:solidFill>
                <a:srgbClr val="000000"/>
              </a:solidFill>
            </a:endParaRPr>
          </a:p>
          <a:p>
            <a:pPr algn="just">
              <a:lnSpc>
                <a:spcPct val="150000"/>
              </a:lnSpc>
            </a:pPr>
            <a:endParaRPr lang="en-GB" dirty="0">
              <a:solidFill>
                <a:srgbClr val="004B7F"/>
              </a:solidFill>
              <a:ea typeface="Calibri"/>
              <a:cs typeface="Calibri"/>
            </a:endParaRPr>
          </a:p>
          <a:p>
            <a:pPr algn="just">
              <a:lnSpc>
                <a:spcPct val="150000"/>
              </a:lnSpc>
            </a:pPr>
            <a:endParaRPr lang="en-GB" dirty="0">
              <a:solidFill>
                <a:srgbClr val="000000"/>
              </a:solidFill>
              <a:ea typeface="Calibri" panose="020F0502020204030204"/>
              <a:cs typeface="Calibri" panose="020F0502020204030204"/>
            </a:endParaRPr>
          </a:p>
          <a:p>
            <a:endParaRPr lang="en-US" dirty="0">
              <a:solidFill>
                <a:srgbClr val="3D5265"/>
              </a:solidFill>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D0246-0936-8449-B637-9D9169ACDCDC}" type="slidenum">
              <a:rPr kumimoji="0" lang="en-P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P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75104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CF9D4-D4C7-25D9-F3A1-952612E438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0F5A9-B51A-2F99-E16D-9603321978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98146-A5C0-7427-C9F5-B65C282BEB1A}"/>
              </a:ext>
            </a:extLst>
          </p:cNvPr>
          <p:cNvSpPr>
            <a:spLocks noGrp="1"/>
          </p:cNvSpPr>
          <p:nvPr>
            <p:ph type="body" idx="1"/>
          </p:nvPr>
        </p:nvSpPr>
        <p:spPr/>
        <p:txBody>
          <a:bodyPr/>
          <a:lstStyle/>
          <a:p>
            <a:r>
              <a:rPr lang="en-US"/>
              <a:t>With the adapted Governance Regulation, a number of reporting obligations were introduced. As for the MS, reporting pendulums between high and low reporting years, with odd years being the high reporting years. This is because there are a number of reporting obligation that are only due on an biennial basis. A handful are due on an annual basis, first and foremost the GHG Inventory, these are all under 2026 on the slide.</a:t>
            </a:r>
          </a:p>
          <a:p>
            <a:endParaRPr lang="en-US"/>
          </a:p>
          <a:p>
            <a:r>
              <a:rPr lang="en-US"/>
              <a:t>For 2027, this is a high reporting year. You can see how the green and blue are repeated, but added the red and yellow boxes too. Within the red are the dataflows relating to mitigation, and within the yellow adaptation.</a:t>
            </a:r>
          </a:p>
          <a:p>
            <a:endParaRPr lang="en-US"/>
          </a:p>
          <a:p>
            <a:r>
              <a:rPr lang="en-US"/>
              <a:t>For the GHG Inventory, in 2027, the Comprehensive Review is also added. This is a more in-depth review of the submitted data, methodologies, assumptions and calculations compared to a normal year. It is mandated by the regulation, and Claire will describe it in more detail tomorrow, but it is important to have it on your horizon as it is a resource intensive period. However, very rewarding in terms of improvements to the GHG Inventory.</a:t>
            </a:r>
          </a:p>
          <a:p>
            <a:endParaRPr lang="en-US"/>
          </a:p>
        </p:txBody>
      </p:sp>
      <p:sp>
        <p:nvSpPr>
          <p:cNvPr id="4" name="Slide Number Placeholder 3">
            <a:extLst>
              <a:ext uri="{FF2B5EF4-FFF2-40B4-BE49-F238E27FC236}">
                <a16:creationId xmlns:a16="http://schemas.microsoft.com/office/drawing/2014/main" id="{252D7938-459A-FB4C-19E4-CC820FA3FF00}"/>
              </a:ext>
            </a:extLst>
          </p:cNvPr>
          <p:cNvSpPr>
            <a:spLocks noGrp="1"/>
          </p:cNvSpPr>
          <p:nvPr>
            <p:ph type="sldNum" sz="quarter" idx="5"/>
          </p:nvPr>
        </p:nvSpPr>
        <p:spPr/>
        <p:txBody>
          <a:bodyPr/>
          <a:lstStyle/>
          <a:p>
            <a:fld id="{CDB57296-D5E5-4927-A250-AF26A1F7177E}" type="slidenum">
              <a:rPr lang="en-US"/>
              <a:t>12</a:t>
            </a:fld>
            <a:endParaRPr lang="en-US"/>
          </a:p>
        </p:txBody>
      </p:sp>
    </p:spTree>
    <p:extLst>
      <p:ext uri="{BB962C8B-B14F-4D97-AF65-F5344CB8AC3E}">
        <p14:creationId xmlns:p14="http://schemas.microsoft.com/office/powerpoint/2010/main" val="25149013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since 2023, the CPs have had annual reporting obligations to the EEA under the adapted Governance Regulation. Let’s take stock on the progress.</a:t>
            </a:r>
          </a:p>
          <a:p>
            <a:endParaRPr lang="en-US"/>
          </a:p>
          <a:p>
            <a:r>
              <a:rPr lang="en-US"/>
              <a:t>The four bars are for each year – 2023, 2024, 2025, and up to this date, 2026. The numbers are the total number of reporting obligations due that year multiplied by the number of Contracting Parties. Basically, what we can see is an increasing trend of both timely (the green), and dataflow submitted but submitted late. This is an excellent trend that has continued for several years.</a:t>
            </a:r>
          </a:p>
          <a:p>
            <a:endParaRPr lang="en-US"/>
          </a:p>
          <a:p>
            <a:endParaRPr lang="en-DK"/>
          </a:p>
        </p:txBody>
      </p:sp>
      <p:sp>
        <p:nvSpPr>
          <p:cNvPr id="4" name="Slide Number Placeholder 3"/>
          <p:cNvSpPr>
            <a:spLocks noGrp="1"/>
          </p:cNvSpPr>
          <p:nvPr>
            <p:ph type="sldNum" sz="quarter" idx="5"/>
          </p:nvPr>
        </p:nvSpPr>
        <p:spPr/>
        <p:txBody>
          <a:bodyPr/>
          <a:lstStyle/>
          <a:p>
            <a:fld id="{CDB57296-D5E5-4927-A250-AF26A1F7177E}" type="slidenum">
              <a:rPr lang="en-DK" smtClean="0"/>
              <a:t>13</a:t>
            </a:fld>
            <a:endParaRPr lang="en-DK"/>
          </a:p>
        </p:txBody>
      </p:sp>
    </p:spTree>
    <p:extLst>
      <p:ext uri="{BB962C8B-B14F-4D97-AF65-F5344CB8AC3E}">
        <p14:creationId xmlns:p14="http://schemas.microsoft.com/office/powerpoint/2010/main" val="2179094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F4FA4-67FC-4863-E529-4748AE8CF4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63D072-6691-9CED-96A7-CEB529C362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A4ABE0-903B-9549-B170-1CFFF8F63978}"/>
              </a:ext>
            </a:extLst>
          </p:cNvPr>
          <p:cNvSpPr>
            <a:spLocks noGrp="1"/>
          </p:cNvSpPr>
          <p:nvPr>
            <p:ph type="body" idx="1"/>
          </p:nvPr>
        </p:nvSpPr>
        <p:spPr/>
        <p:txBody>
          <a:bodyPr/>
          <a:lstStyle/>
          <a:p>
            <a:r>
              <a:rPr lang="da-DK"/>
              <a:t>Overall: This shows the breakdown of submission per reporting obligation. Too much information on the slide to go through it all, but the main messages are:</a:t>
            </a:r>
          </a:p>
          <a:p>
            <a:endParaRPr lang="da-DK"/>
          </a:p>
          <a:p>
            <a:pPr marL="228600" indent="-228600">
              <a:buAutoNum type="arabicParenR"/>
            </a:pPr>
            <a:r>
              <a:rPr lang="da-DK"/>
              <a:t>Uneven distribution across the reporting obligations. This is to be expected as some dataflows are more complex to get the accurate data, and therefore therefore more complex to report on. Conversely, one of the most complex reporting obligation is the GHG Inventory, but here the level of reporting is the highest (click, it will be highlighted). This is no accident, as the GHG Inventory has been the backbone of climate reporting for decades, and where most resources have been invested to create the institutional capacity building. In essence, this high level of reporting is a testimony to that institutional capacity building works (together with a lot of hard work and will power).</a:t>
            </a:r>
          </a:p>
          <a:p>
            <a:pPr marL="685800" lvl="1" indent="-228600">
              <a:buAutoNum type="arabicParenR"/>
            </a:pPr>
            <a:r>
              <a:rPr lang="da-DK"/>
              <a:t>You can also see the improvement since 2025 on this.</a:t>
            </a:r>
          </a:p>
          <a:p>
            <a:pPr marL="228600" indent="-228600">
              <a:buAutoNum type="arabicParenR"/>
            </a:pPr>
            <a:r>
              <a:rPr lang="da-DK"/>
              <a:t>Similarly, the energy data which goes into the NECPR on renewable energy and energy efficiency also has a high level of completness. Energy data has also a long history behind it. </a:t>
            </a:r>
          </a:p>
          <a:p>
            <a:pPr marL="228600" indent="-228600">
              <a:buAutoNum type="arabicParenR"/>
            </a:pPr>
            <a:r>
              <a:rPr lang="da-DK"/>
              <a:t>Here, the NECPR data on progress towards the target for GHG emission has a lower level of reporting – 1 timely submission, and 3 late, and 5 not reported at all. As this is a central dataflow on NECP progress, we need to see improvements here.</a:t>
            </a:r>
          </a:p>
          <a:p>
            <a:pPr marL="228600" indent="-228600">
              <a:buAutoNum type="arabicParenR"/>
            </a:pPr>
            <a:r>
              <a:rPr lang="da-DK"/>
              <a:t>Lastly, a dataflow where we have seen no reporting to data is on GHG Projections. This is a complex dataflow, requiring access to much data and institutional coordination. From EEAs side, we are trying to support the best we can here.</a:t>
            </a:r>
            <a:endParaRPr lang="en-DK"/>
          </a:p>
        </p:txBody>
      </p:sp>
      <p:sp>
        <p:nvSpPr>
          <p:cNvPr id="4" name="Slide Number Placeholder 3">
            <a:extLst>
              <a:ext uri="{FF2B5EF4-FFF2-40B4-BE49-F238E27FC236}">
                <a16:creationId xmlns:a16="http://schemas.microsoft.com/office/drawing/2014/main" id="{2CD51686-587F-CF7F-6504-F240D81B9632}"/>
              </a:ext>
            </a:extLst>
          </p:cNvPr>
          <p:cNvSpPr>
            <a:spLocks noGrp="1"/>
          </p:cNvSpPr>
          <p:nvPr>
            <p:ph type="sldNum" sz="quarter" idx="5"/>
          </p:nvPr>
        </p:nvSpPr>
        <p:spPr/>
        <p:txBody>
          <a:bodyPr/>
          <a:lstStyle/>
          <a:p>
            <a:fld id="{CDB57296-D5E5-4927-A250-AF26A1F7177E}" type="slidenum">
              <a:rPr lang="en-DK" smtClean="0"/>
              <a:t>14</a:t>
            </a:fld>
            <a:endParaRPr lang="en-DK"/>
          </a:p>
        </p:txBody>
      </p:sp>
    </p:spTree>
    <p:extLst>
      <p:ext uri="{BB962C8B-B14F-4D97-AF65-F5344CB8AC3E}">
        <p14:creationId xmlns:p14="http://schemas.microsoft.com/office/powerpoint/2010/main" val="1210015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F65CB-37D2-A7D7-44A5-7427BCA10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C1598-D052-03F4-3118-EAF59A71C1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85A606-A96A-4DA2-FBC0-51D477B26246}"/>
              </a:ext>
            </a:extLst>
          </p:cNvPr>
          <p:cNvSpPr>
            <a:spLocks noGrp="1"/>
          </p:cNvSpPr>
          <p:nvPr>
            <p:ph type="body" idx="1"/>
          </p:nvPr>
        </p:nvSpPr>
        <p:spPr/>
        <p:txBody>
          <a:bodyPr/>
          <a:lstStyle/>
          <a:p>
            <a:pPr marL="0" indent="0">
              <a:buFont typeface="Arial" panose="020B0604020202020204" pitchFamily="34" charset="0"/>
              <a:buNone/>
            </a:pPr>
            <a:r>
              <a:rPr lang="da-DK"/>
              <a:t>Here, we see it per Contracting Party instead. </a:t>
            </a:r>
          </a:p>
          <a:p>
            <a:pPr marL="0" indent="0">
              <a:buFont typeface="Arial" panose="020B0604020202020204" pitchFamily="34" charset="0"/>
              <a:buNone/>
            </a:pPr>
            <a:endParaRPr lang="da-DK"/>
          </a:p>
          <a:p>
            <a:pPr marL="171450" indent="-171450">
              <a:buFont typeface="Arial" panose="020B0604020202020204" pitchFamily="34" charset="0"/>
              <a:buChar char="•"/>
            </a:pPr>
            <a:r>
              <a:rPr lang="da-DK"/>
              <a:t>Good performance of several CPs. However, no CP has managed to on all dataflows yet.</a:t>
            </a:r>
          </a:p>
          <a:p>
            <a:pPr marL="171450" indent="-171450">
              <a:buFont typeface="Arial" panose="020B0604020202020204" pitchFamily="34" charset="0"/>
              <a:buChar char="•"/>
            </a:pPr>
            <a:r>
              <a:rPr lang="da-DK"/>
              <a:t>Over time, we have seen several CPs increasing the submission of reporting obligations (so increasing the orange). Montenegro should actually have 1 more submitted, and we know more are incoming. Often has happened in connection with trainings. While the training surely has helped, it also shows that the time after a training, the staff is more focused on this task, and manages to complete it.</a:t>
            </a:r>
          </a:p>
          <a:p>
            <a:pPr marL="171450" indent="-171450">
              <a:buFont typeface="Arial" panose="020B0604020202020204" pitchFamily="34" charset="0"/>
              <a:buChar char="•"/>
            </a:pPr>
            <a:r>
              <a:rPr lang="da-DK"/>
              <a:t>Those who have submitted will be in a better position in 2027, as for many dataflows, then it is ”just” required to update the existing information.</a:t>
            </a:r>
          </a:p>
          <a:p>
            <a:pPr marL="171450" indent="-171450">
              <a:buFont typeface="Arial" panose="020B0604020202020204" pitchFamily="34" charset="0"/>
              <a:buChar char="•"/>
            </a:pPr>
            <a:r>
              <a:rPr lang="da-DK"/>
              <a:t>For those CPs who are trailing in this chart, our encouragement and offer is that the EEA staff is avaiable to help through calls, virtual trainings, as well as national trainings.</a:t>
            </a:r>
          </a:p>
        </p:txBody>
      </p:sp>
      <p:sp>
        <p:nvSpPr>
          <p:cNvPr id="4" name="Slide Number Placeholder 3">
            <a:extLst>
              <a:ext uri="{FF2B5EF4-FFF2-40B4-BE49-F238E27FC236}">
                <a16:creationId xmlns:a16="http://schemas.microsoft.com/office/drawing/2014/main" id="{6A176714-046B-B472-CA65-55075685EC0C}"/>
              </a:ext>
            </a:extLst>
          </p:cNvPr>
          <p:cNvSpPr>
            <a:spLocks noGrp="1"/>
          </p:cNvSpPr>
          <p:nvPr>
            <p:ph type="sldNum" sz="quarter" idx="5"/>
          </p:nvPr>
        </p:nvSpPr>
        <p:spPr/>
        <p:txBody>
          <a:bodyPr/>
          <a:lstStyle/>
          <a:p>
            <a:fld id="{CDB57296-D5E5-4927-A250-AF26A1F7177E}" type="slidenum">
              <a:rPr lang="en-DK" smtClean="0"/>
              <a:t>15</a:t>
            </a:fld>
            <a:endParaRPr lang="en-DK"/>
          </a:p>
        </p:txBody>
      </p:sp>
    </p:spTree>
    <p:extLst>
      <p:ext uri="{BB962C8B-B14F-4D97-AF65-F5344CB8AC3E}">
        <p14:creationId xmlns:p14="http://schemas.microsoft.com/office/powerpoint/2010/main" val="900029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Last year’s meeting we focused on accelerating reporting, and what support was needed to increase reporting levels, and to increase quality. After our discussions, we summarized this in a document (you have it available on the tables in printed form, and it was also shared after last years meeting, and prior to this meeting.</a:t>
            </a:r>
            <a:br>
              <a:rPr lang="da-DK"/>
            </a:br>
            <a:br>
              <a:rPr lang="da-DK"/>
            </a:br>
            <a:r>
              <a:rPr lang="da-DK"/>
              <a:t>Here, I want to highlight the outcomes we agreed, and show how we have integrated this into our work. </a:t>
            </a:r>
            <a:br>
              <a:rPr lang="da-DK"/>
            </a:br>
            <a:br>
              <a:rPr lang="da-DK"/>
            </a:br>
            <a:r>
              <a:rPr lang="da-DK"/>
              <a:t>The outcomes were divided in four areas – we will go through them one by one</a:t>
            </a:r>
          </a:p>
        </p:txBody>
      </p:sp>
      <p:sp>
        <p:nvSpPr>
          <p:cNvPr id="4" name="Slide Number Placeholder 3"/>
          <p:cNvSpPr>
            <a:spLocks noGrp="1"/>
          </p:cNvSpPr>
          <p:nvPr>
            <p:ph type="sldNum" sz="quarter" idx="5"/>
          </p:nvPr>
        </p:nvSpPr>
        <p:spPr/>
        <p:txBody>
          <a:bodyPr/>
          <a:lstStyle/>
          <a:p>
            <a:fld id="{21E0F3C7-EF41-4749-8D80-5F0119961675}" type="slidenum">
              <a:rPr lang="en-DK" smtClean="0"/>
              <a:t>16</a:t>
            </a:fld>
            <a:endParaRPr lang="en-DK"/>
          </a:p>
        </p:txBody>
      </p:sp>
    </p:spTree>
    <p:extLst>
      <p:ext uri="{BB962C8B-B14F-4D97-AF65-F5344CB8AC3E}">
        <p14:creationId xmlns:p14="http://schemas.microsoft.com/office/powerpoint/2010/main" val="11804282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Insitutional Reporting Coordination.</a:t>
            </a:r>
            <a:br>
              <a:rPr lang="da-DK"/>
            </a:br>
            <a:br>
              <a:rPr lang="da-DK"/>
            </a:br>
            <a:r>
              <a:rPr lang="da-DK"/>
              <a:t>A clear discussion point was the challenge to created stronger inter-ministerial coordination, and unclear roles and mandates. In this we agreed to share the terms of reference for the reporters to clarify their roles, and the expectations on them. This we have done. In addition, we have also shared coordination practices through webinars and trainings, and will continue to do so.</a:t>
            </a:r>
          </a:p>
          <a:p>
            <a:endParaRPr lang="da-DK"/>
          </a:p>
          <a:p>
            <a:r>
              <a:rPr lang="da-DK"/>
              <a:t>Lastly on this point, we also saw the need to have better knowledge of the current status of the national systems in CPs. What legal framework exists, and what instutitional frameworks are in place. For this, we have commissioned a study that was launched last week that will describe the current status of national systems for policies and measures and projections.</a:t>
            </a:r>
          </a:p>
        </p:txBody>
      </p:sp>
      <p:sp>
        <p:nvSpPr>
          <p:cNvPr id="4" name="Slide Number Placeholder 3"/>
          <p:cNvSpPr>
            <a:spLocks noGrp="1"/>
          </p:cNvSpPr>
          <p:nvPr>
            <p:ph type="sldNum" sz="quarter" idx="5"/>
          </p:nvPr>
        </p:nvSpPr>
        <p:spPr/>
        <p:txBody>
          <a:bodyPr/>
          <a:lstStyle/>
          <a:p>
            <a:fld id="{21E0F3C7-EF41-4749-8D80-5F0119961675}" type="slidenum">
              <a:rPr lang="en-DK" smtClean="0"/>
              <a:t>17</a:t>
            </a:fld>
            <a:endParaRPr lang="en-DK"/>
          </a:p>
        </p:txBody>
      </p:sp>
    </p:spTree>
    <p:extLst>
      <p:ext uri="{BB962C8B-B14F-4D97-AF65-F5344CB8AC3E}">
        <p14:creationId xmlns:p14="http://schemas.microsoft.com/office/powerpoint/2010/main" val="3704029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A second topic was regarding IT systems. Here, the agreement was that as Contracting Parties are developing their IT systems, the EEA could potentially advice on making them compatible with the reporting systems of the EEA. This offer still stands.</a:t>
            </a:r>
          </a:p>
          <a:p>
            <a:endParaRPr lang="da-DK"/>
          </a:p>
          <a:p>
            <a:r>
              <a:rPr lang="da-DK"/>
              <a:t>A second committment was that the EEA continues to develop tools to faciliate transfer of information between reporting systems, to reduce the reporting burden on the staff. Here, the EEA is continuing to develop these tools. While waiting for the tools to be ready, the EEA has developed fact sheets highlighting the similarities and differences, dataflow per dataflow. We have brought a few, and they are available here, and also of course digitally.</a:t>
            </a:r>
          </a:p>
        </p:txBody>
      </p:sp>
      <p:sp>
        <p:nvSpPr>
          <p:cNvPr id="4" name="Slide Number Placeholder 3"/>
          <p:cNvSpPr>
            <a:spLocks noGrp="1"/>
          </p:cNvSpPr>
          <p:nvPr>
            <p:ph type="sldNum" sz="quarter" idx="5"/>
          </p:nvPr>
        </p:nvSpPr>
        <p:spPr/>
        <p:txBody>
          <a:bodyPr/>
          <a:lstStyle/>
          <a:p>
            <a:fld id="{21E0F3C7-EF41-4749-8D80-5F0119961675}" type="slidenum">
              <a:rPr lang="en-DK" smtClean="0"/>
              <a:t>18</a:t>
            </a:fld>
            <a:endParaRPr lang="en-DK"/>
          </a:p>
        </p:txBody>
      </p:sp>
    </p:spTree>
    <p:extLst>
      <p:ext uri="{BB962C8B-B14F-4D97-AF65-F5344CB8AC3E}">
        <p14:creationId xmlns:p14="http://schemas.microsoft.com/office/powerpoint/2010/main" val="2082458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A third topic was regarding technical capacity building needs, where there was a strong continued demand for this. The EEA have continued to provide this in various forms – through regional and national workshops, and also technical exchanges. These are still available upon request. The team will also present the workplan tomorrow where there are several plans, but please make a mental note if this could be useful in your specific case.</a:t>
            </a:r>
          </a:p>
          <a:p>
            <a:endParaRPr lang="da-DK"/>
          </a:p>
          <a:p>
            <a:r>
              <a:rPr lang="da-DK"/>
              <a:t>We are also working on establishing forums for peer learning. With so many CPs facing the similar challenges, the possibility to learn from each other is great. We have done this through webinars and trainings, but we are looking into ways of making it more systematic. But we need to take into account the small teams of many of the CPs to make it managable.</a:t>
            </a:r>
            <a:br>
              <a:rPr lang="da-DK"/>
            </a:br>
            <a:br>
              <a:rPr lang="da-DK"/>
            </a:br>
            <a:r>
              <a:rPr lang="da-DK"/>
              <a:t>If needed, the 7 in person trainings are: 1 regional (Vienna, Dec, -25) on Projections. 3 national trainings in Moldova (Sept, -25), Bosnia and Herzegovinga (Oct, -25), Kosovo (Nov, -25). 3 technical exchanges, Ukraine (Dec, -25), Moldova (Feb, -26), and Albania (April, -26).</a:t>
            </a:r>
            <a:endParaRPr lang="en-DK"/>
          </a:p>
        </p:txBody>
      </p:sp>
      <p:sp>
        <p:nvSpPr>
          <p:cNvPr id="4" name="Slide Number Placeholder 3"/>
          <p:cNvSpPr>
            <a:spLocks noGrp="1"/>
          </p:cNvSpPr>
          <p:nvPr>
            <p:ph type="sldNum" sz="quarter" idx="5"/>
          </p:nvPr>
        </p:nvSpPr>
        <p:spPr/>
        <p:txBody>
          <a:bodyPr/>
          <a:lstStyle/>
          <a:p>
            <a:fld id="{21E0F3C7-EF41-4749-8D80-5F0119961675}" type="slidenum">
              <a:rPr lang="en-DK" smtClean="0"/>
              <a:t>19</a:t>
            </a:fld>
            <a:endParaRPr lang="en-DK"/>
          </a:p>
        </p:txBody>
      </p:sp>
    </p:spTree>
    <p:extLst>
      <p:ext uri="{BB962C8B-B14F-4D97-AF65-F5344CB8AC3E}">
        <p14:creationId xmlns:p14="http://schemas.microsoft.com/office/powerpoint/2010/main" val="1822053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a-DK"/>
              <a:t>Lastly, we discussed how to increase the strategic and political relevance of reporting. We know that more resources are needed, but these need to be allocated, so how to ensure that they are allocated to this? We agreed that we would continue to provide feedback on the quality of the reported data, and in that way continue to show on the need for increased capacity building. Beyond this, the data has now been integrated into the Energy Community Secretariats assessment reports, as well as into EEA reports and indicators. In regards to publishing the data, this is an ongoing process where some of the reported data is already integrated into reports, visualisations, and available for download, while other is forthcoming shortly. But for example, the CPs data was integrated into the EEAs annual Trends and Projection report.</a:t>
            </a:r>
            <a:endParaRPr lang="en-DK"/>
          </a:p>
        </p:txBody>
      </p:sp>
      <p:sp>
        <p:nvSpPr>
          <p:cNvPr id="4" name="Slide Number Placeholder 3"/>
          <p:cNvSpPr>
            <a:spLocks noGrp="1"/>
          </p:cNvSpPr>
          <p:nvPr>
            <p:ph type="sldNum" sz="quarter" idx="5"/>
          </p:nvPr>
        </p:nvSpPr>
        <p:spPr/>
        <p:txBody>
          <a:bodyPr/>
          <a:lstStyle/>
          <a:p>
            <a:fld id="{21E0F3C7-EF41-4749-8D80-5F0119961675}" type="slidenum">
              <a:rPr lang="en-DK" smtClean="0"/>
              <a:t>20</a:t>
            </a:fld>
            <a:endParaRPr lang="en-DK"/>
          </a:p>
        </p:txBody>
      </p:sp>
    </p:spTree>
    <p:extLst>
      <p:ext uri="{BB962C8B-B14F-4D97-AF65-F5344CB8AC3E}">
        <p14:creationId xmlns:p14="http://schemas.microsoft.com/office/powerpoint/2010/main" val="1628686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9479D-F4D3-3E4F-F5A4-D64D22A8A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C9BC1-FAFC-7D6D-1EED-B0881D8AE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829415-3D9A-22CB-15C9-F94B6D935B76}"/>
              </a:ext>
            </a:extLst>
          </p:cNvPr>
          <p:cNvSpPr>
            <a:spLocks noGrp="1"/>
          </p:cNvSpPr>
          <p:nvPr>
            <p:ph type="body" idx="1"/>
          </p:nvPr>
        </p:nvSpPr>
        <p:spPr/>
        <p:txBody>
          <a:bodyPr/>
          <a:lstStyle/>
          <a:p>
            <a:endParaRPr lang="da-DK"/>
          </a:p>
        </p:txBody>
      </p:sp>
      <p:sp>
        <p:nvSpPr>
          <p:cNvPr id="4" name="Slide Number Placeholder 3">
            <a:extLst>
              <a:ext uri="{FF2B5EF4-FFF2-40B4-BE49-F238E27FC236}">
                <a16:creationId xmlns:a16="http://schemas.microsoft.com/office/drawing/2014/main" id="{EFAB69B2-9E93-0F1B-4214-CB524CE0201D}"/>
              </a:ext>
            </a:extLst>
          </p:cNvPr>
          <p:cNvSpPr>
            <a:spLocks noGrp="1"/>
          </p:cNvSpPr>
          <p:nvPr>
            <p:ph type="sldNum" sz="quarter" idx="5"/>
          </p:nvPr>
        </p:nvSpPr>
        <p:spPr/>
        <p:txBody>
          <a:bodyPr/>
          <a:lstStyle/>
          <a:p>
            <a:fld id="{70783294-E9FF-4F24-AF23-19B98F36DF0D}" type="slidenum">
              <a:rPr lang="en-DK" smtClean="0"/>
              <a:t>21</a:t>
            </a:fld>
            <a:endParaRPr lang="en-DK"/>
          </a:p>
        </p:txBody>
      </p:sp>
    </p:spTree>
    <p:extLst>
      <p:ext uri="{BB962C8B-B14F-4D97-AF65-F5344CB8AC3E}">
        <p14:creationId xmlns:p14="http://schemas.microsoft.com/office/powerpoint/2010/main" val="564874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69C00-28F4-1198-0968-BF00EDA992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F198AF36-7050-D95D-5E7C-0A2384136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DE6F86A9-ED57-0DEE-C5BC-8103972A83DA}"/>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5" name="Footer Placeholder 4">
            <a:extLst>
              <a:ext uri="{FF2B5EF4-FFF2-40B4-BE49-F238E27FC236}">
                <a16:creationId xmlns:a16="http://schemas.microsoft.com/office/drawing/2014/main" id="{31904DAE-3643-3FB6-03FC-3631E736EDB7}"/>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183240FD-2ADB-49B6-9DF9-EEE2899B3C8C}"/>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706654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E8935-D862-1196-D415-30AC86E0EF6C}"/>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F8AF7C3F-5838-F510-664A-16285709E5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8CB424A3-E747-9885-0C38-E41780A1BBAE}"/>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5" name="Footer Placeholder 4">
            <a:extLst>
              <a:ext uri="{FF2B5EF4-FFF2-40B4-BE49-F238E27FC236}">
                <a16:creationId xmlns:a16="http://schemas.microsoft.com/office/drawing/2014/main" id="{D849FC4A-7ABD-EB2A-5445-633934376EE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ECC3C180-7EA4-254A-97D1-020C1ABD6F75}"/>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1722013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2BBFF-8E69-E8F7-436C-9BE963AC69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21A0FBE9-F645-514E-9651-DF10ABF35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E27B3C-7E9C-5548-DC51-F175AF7DACCF}"/>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5" name="Footer Placeholder 4">
            <a:extLst>
              <a:ext uri="{FF2B5EF4-FFF2-40B4-BE49-F238E27FC236}">
                <a16:creationId xmlns:a16="http://schemas.microsoft.com/office/drawing/2014/main" id="{5E250BDE-7ECD-F348-C12F-056D01F78B0E}"/>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FB96505E-EF24-4C37-977E-39112EA0B78B}"/>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277232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605C7-8B7F-03A1-5173-3BBAF5331B44}"/>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E7A322EB-FDCB-4895-E61D-60B9E7F5C59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944D8117-AB48-8BF1-2C92-4E8D71865A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B56D4497-6D05-28B0-989C-A002FE8EDBBC}"/>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6" name="Footer Placeholder 5">
            <a:extLst>
              <a:ext uri="{FF2B5EF4-FFF2-40B4-BE49-F238E27FC236}">
                <a16:creationId xmlns:a16="http://schemas.microsoft.com/office/drawing/2014/main" id="{7EB4E1F3-FCDA-7B28-22F0-9964DD20E2E5}"/>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5DA995EC-8C7E-0587-B6B7-500B3E1C48E3}"/>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422696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F8F9C-7941-7CFA-233C-0AC1C60D5C4E}"/>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16B51CA7-7E75-2DD8-6524-831FD7AE29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2B0B2F-910D-55E0-7684-628EBACEDA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5455F8B4-887B-050A-E9B1-31C61BF32A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C9CD95-2A9D-C616-2F01-9CDBF008AE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648E6BFE-5F66-3A4E-7119-E47799FF7FA0}"/>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8" name="Footer Placeholder 7">
            <a:extLst>
              <a:ext uri="{FF2B5EF4-FFF2-40B4-BE49-F238E27FC236}">
                <a16:creationId xmlns:a16="http://schemas.microsoft.com/office/drawing/2014/main" id="{C082F011-CCCF-C38A-8C2F-4C5499A6D7D8}"/>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AA3310E1-A35F-F4C8-1F6C-451E9B992480}"/>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1766906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DE06-0179-D602-FF4F-E2A133B8A732}"/>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5A335734-F39C-830F-2D03-B5323F203EF9}"/>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4" name="Footer Placeholder 3">
            <a:extLst>
              <a:ext uri="{FF2B5EF4-FFF2-40B4-BE49-F238E27FC236}">
                <a16:creationId xmlns:a16="http://schemas.microsoft.com/office/drawing/2014/main" id="{9B836A91-9A8C-346F-2EC7-4A9CD221A2A8}"/>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8660CE00-2562-304A-B3A4-17CC002F0CDF}"/>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2109233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D74BBC-9123-F52E-6695-261E5123A1FC}"/>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3" name="Footer Placeholder 2">
            <a:extLst>
              <a:ext uri="{FF2B5EF4-FFF2-40B4-BE49-F238E27FC236}">
                <a16:creationId xmlns:a16="http://schemas.microsoft.com/office/drawing/2014/main" id="{A1D361E2-BDE4-71F0-21F4-FBC8C6853549}"/>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4CC57206-01C4-B91E-1791-898CA5FFC355}"/>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4225702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AB118-C267-22C3-DDC0-505EE13F82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CCC222C5-CFDB-CFBB-EC31-99DF9B2E93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E4AC447D-8CA2-31CA-9D6B-E047F1D6C8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13B0D-CA64-A743-A9D9-78E54EA56824}"/>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6" name="Footer Placeholder 5">
            <a:extLst>
              <a:ext uri="{FF2B5EF4-FFF2-40B4-BE49-F238E27FC236}">
                <a16:creationId xmlns:a16="http://schemas.microsoft.com/office/drawing/2014/main" id="{7AC4BB08-86BD-9FD1-A72E-11469196C5E6}"/>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F28AA603-AFFC-EF24-7087-9B2A958238D6}"/>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1614707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F9C78-BA7C-EBFC-77C2-E3A213D43C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A9FBF5B6-A448-752D-D48B-8D01502948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A5825C9B-9BFB-3899-2099-17C7DF30A8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8695A9-CC2D-E054-18A5-2336539F477A}"/>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6" name="Footer Placeholder 5">
            <a:extLst>
              <a:ext uri="{FF2B5EF4-FFF2-40B4-BE49-F238E27FC236}">
                <a16:creationId xmlns:a16="http://schemas.microsoft.com/office/drawing/2014/main" id="{B8E0B5D4-56BC-F27D-CC37-61E7BFA53DF3}"/>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F6A9DB84-4A9F-D10C-18E8-EF144E440CBF}"/>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83578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36CB-CD18-E769-67FB-EC53F46AF5C4}"/>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ECC8FF5B-1071-647A-81EA-299B315D73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9FD5E34C-C59C-3BBB-1418-F1E4DCF002AD}"/>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5" name="Footer Placeholder 4">
            <a:extLst>
              <a:ext uri="{FF2B5EF4-FFF2-40B4-BE49-F238E27FC236}">
                <a16:creationId xmlns:a16="http://schemas.microsoft.com/office/drawing/2014/main" id="{7E2D2E27-A1E6-2DFF-6D51-EA4722E8A110}"/>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47280E1D-E652-2F22-B629-BBAC51E98446}"/>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4267401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86BAAC-3688-FCC1-DC84-63C9959615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C70B87F1-D11C-9A89-DECB-523D6597FF5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EF692EE2-075E-6166-C942-7A41E16D7792}"/>
              </a:ext>
            </a:extLst>
          </p:cNvPr>
          <p:cNvSpPr>
            <a:spLocks noGrp="1"/>
          </p:cNvSpPr>
          <p:nvPr>
            <p:ph type="dt" sz="half" idx="10"/>
          </p:nvPr>
        </p:nvSpPr>
        <p:spPr/>
        <p:txBody>
          <a:bodyPr/>
          <a:lstStyle/>
          <a:p>
            <a:fld id="{F50A88AC-4321-4C6F-8B61-674A6CD713DB}" type="datetimeFigureOut">
              <a:rPr lang="en-DK" smtClean="0"/>
              <a:t>17/06/2026</a:t>
            </a:fld>
            <a:endParaRPr lang="en-DK"/>
          </a:p>
        </p:txBody>
      </p:sp>
      <p:sp>
        <p:nvSpPr>
          <p:cNvPr id="5" name="Footer Placeholder 4">
            <a:extLst>
              <a:ext uri="{FF2B5EF4-FFF2-40B4-BE49-F238E27FC236}">
                <a16:creationId xmlns:a16="http://schemas.microsoft.com/office/drawing/2014/main" id="{B8F57EAD-0488-1A82-C99A-D9AF868E2378}"/>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E4E3CDF-9067-D697-42E1-EAC66D939B12}"/>
              </a:ext>
            </a:extLst>
          </p:cNvPr>
          <p:cNvSpPr>
            <a:spLocks noGrp="1"/>
          </p:cNvSpPr>
          <p:nvPr>
            <p:ph type="sldNum" sz="quarter" idx="12"/>
          </p:nvPr>
        </p:nvSpPr>
        <p:spPr/>
        <p:txBody>
          <a:bodyPr/>
          <a:lstStyle/>
          <a:p>
            <a:fld id="{CA540985-5B8E-4E4D-A5A8-E685E0017CBF}" type="slidenum">
              <a:rPr lang="en-DK" smtClean="0"/>
              <a:t>‹#›</a:t>
            </a:fld>
            <a:endParaRPr lang="en-DK"/>
          </a:p>
        </p:txBody>
      </p:sp>
    </p:spTree>
    <p:extLst>
      <p:ext uri="{BB962C8B-B14F-4D97-AF65-F5344CB8AC3E}">
        <p14:creationId xmlns:p14="http://schemas.microsoft.com/office/powerpoint/2010/main" val="3783257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Watermark sli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9E2B6D-5999-4A45-1D5E-5A7BACDA22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29533" y="169008"/>
            <a:ext cx="1762394" cy="924278"/>
          </a:xfrm>
          <a:prstGeom prst="rect">
            <a:avLst/>
          </a:prstGeom>
        </p:spPr>
      </p:pic>
      <p:pic>
        <p:nvPicPr>
          <p:cNvPr id="6" name="Graphic 5">
            <a:extLst>
              <a:ext uri="{FF2B5EF4-FFF2-40B4-BE49-F238E27FC236}">
                <a16:creationId xmlns:a16="http://schemas.microsoft.com/office/drawing/2014/main" id="{6E4CBA84-154A-8B69-CB6B-D93A1235EA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18071" y="1293238"/>
            <a:ext cx="6594813" cy="5703622"/>
          </a:xfrm>
          <a:prstGeom prst="rect">
            <a:avLst/>
          </a:prstGeom>
        </p:spPr>
      </p:pic>
    </p:spTree>
    <p:extLst>
      <p:ext uri="{BB962C8B-B14F-4D97-AF65-F5344CB8AC3E}">
        <p14:creationId xmlns:p14="http://schemas.microsoft.com/office/powerpoint/2010/main" val="12077752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0400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_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926251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764DE79-268F-4C1A-8933-263129D2AF90}" type="datetimeFigureOut">
              <a:rPr lang="en-US" dirty="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4178353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7009113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630687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64DE79-268F-4C1A-8933-263129D2AF90}" type="datetimeFigureOut">
              <a:rPr lang="en-US" dirty="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2651786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36655528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764DE79-268F-4C1A-8933-263129D2AF90}" type="datetimeFigureOut">
              <a:rPr lang="en-US" dirty="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44978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0267405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25253803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5621001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19729888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764DE79-268F-4C1A-8933-263129D2AF90}" type="datetimeFigureOut">
              <a:rPr lang="en-US" dirty="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a:p>
        </p:txBody>
      </p:sp>
    </p:spTree>
    <p:extLst>
      <p:ext uri="{BB962C8B-B14F-4D97-AF65-F5344CB8AC3E}">
        <p14:creationId xmlns:p14="http://schemas.microsoft.com/office/powerpoint/2010/main" val="7587235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2453783575"/>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0625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4766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_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424327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Watermark slid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319E2B6D-5999-4A45-1D5E-5A7BACDA22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29533" y="169008"/>
            <a:ext cx="1762394" cy="924278"/>
          </a:xfrm>
          <a:prstGeom prst="rect">
            <a:avLst/>
          </a:prstGeom>
        </p:spPr>
      </p:pic>
      <p:pic>
        <p:nvPicPr>
          <p:cNvPr id="6" name="Graphic 5">
            <a:extLst>
              <a:ext uri="{FF2B5EF4-FFF2-40B4-BE49-F238E27FC236}">
                <a16:creationId xmlns:a16="http://schemas.microsoft.com/office/drawing/2014/main" id="{6E4CBA84-154A-8B69-CB6B-D93A1235EAE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18071" y="1293238"/>
            <a:ext cx="6594813" cy="5703622"/>
          </a:xfrm>
          <a:prstGeom prst="rect">
            <a:avLst/>
          </a:prstGeom>
        </p:spPr>
      </p:pic>
    </p:spTree>
    <p:extLst>
      <p:ext uri="{BB962C8B-B14F-4D97-AF65-F5344CB8AC3E}">
        <p14:creationId xmlns:p14="http://schemas.microsoft.com/office/powerpoint/2010/main" val="30421152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cxnSp>
        <p:nvCxnSpPr>
          <p:cNvPr id="3" name="Straight Connector 7">
            <a:extLst>
              <a:ext uri="{FF2B5EF4-FFF2-40B4-BE49-F238E27FC236}">
                <a16:creationId xmlns:a16="http://schemas.microsoft.com/office/drawing/2014/main" id="{33E6BE15-809C-50BE-F22A-20351128FA48}"/>
              </a:ext>
            </a:extLst>
          </p:cNvPr>
          <p:cNvCxnSpPr/>
          <p:nvPr userDrawn="1"/>
        </p:nvCxnSpPr>
        <p:spPr>
          <a:xfrm>
            <a:off x="0" y="756000"/>
            <a:ext cx="12192000" cy="24938"/>
          </a:xfrm>
          <a:prstGeom prst="line">
            <a:avLst/>
          </a:prstGeom>
          <a:ln w="114300">
            <a:solidFill>
              <a:srgbClr val="113A6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41406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0587455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8697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3910586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3256266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6/17/2026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20017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6/17/2026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3960914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02201622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352498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709534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37574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6/17/2026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34928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_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57697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8164832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562068" y="390871"/>
            <a:ext cx="3642894" cy="265834"/>
          </a:xfrm>
          <a:prstGeom prst="rect">
            <a:avLst/>
          </a:prstGeom>
        </p:spPr>
        <p:txBody>
          <a:bodyPr/>
          <a:lstStyle>
            <a:lvl1pPr marL="0" indent="0">
              <a:buNone/>
              <a:defRPr sz="1100" b="1">
                <a:solidFill>
                  <a:schemeClr val="bg1"/>
                </a:solidFill>
                <a:latin typeface="Calibri" panose="020F0502020204030204" pitchFamily="34" charset="0"/>
                <a:cs typeface="Calibri" panose="020F0502020204030204" pitchFamily="34" charset="0"/>
              </a:defRPr>
            </a:lvl1pPr>
          </a:lstStyle>
          <a:p>
            <a:pPr lvl="0"/>
            <a:r>
              <a:rPr lang="en-US"/>
              <a:t>Speaker I Date I Venue</a:t>
            </a:r>
            <a:endParaRPr lang="en-GB"/>
          </a:p>
        </p:txBody>
      </p:sp>
      <p:sp>
        <p:nvSpPr>
          <p:cNvPr id="4" name="Text Placeholder 3"/>
          <p:cNvSpPr>
            <a:spLocks noGrp="1"/>
          </p:cNvSpPr>
          <p:nvPr>
            <p:ph type="body" sz="quarter" idx="11" hasCustomPrompt="1"/>
          </p:nvPr>
        </p:nvSpPr>
        <p:spPr>
          <a:xfrm>
            <a:off x="562068" y="914400"/>
            <a:ext cx="11049559" cy="1463040"/>
          </a:xfrm>
          <a:prstGeom prst="rect">
            <a:avLst/>
          </a:prstGeom>
        </p:spPr>
        <p:txBody>
          <a:bodyPr/>
          <a:lstStyle>
            <a:lvl1pPr marL="0" indent="0" algn="r">
              <a:buNone/>
              <a:defRPr sz="40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goes here</a:t>
            </a:r>
          </a:p>
          <a:p>
            <a:pPr lvl="0"/>
            <a:r>
              <a:rPr lang="en-US"/>
              <a:t>Max two lines</a:t>
            </a:r>
            <a:endParaRPr lang="en-GB"/>
          </a:p>
        </p:txBody>
      </p:sp>
    </p:spTree>
    <p:extLst>
      <p:ext uri="{BB962C8B-B14F-4D97-AF65-F5344CB8AC3E}">
        <p14:creationId xmlns:p14="http://schemas.microsoft.com/office/powerpoint/2010/main" val="3747210259"/>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9.xml"/><Relationship Id="rId13" Type="http://schemas.openxmlformats.org/officeDocument/2006/relationships/slideLayout" Target="../slideLayouts/slideLayout44.xml"/><Relationship Id="rId3" Type="http://schemas.openxmlformats.org/officeDocument/2006/relationships/slideLayout" Target="../slideLayouts/slideLayout34.xml"/><Relationship Id="rId7" Type="http://schemas.openxmlformats.org/officeDocument/2006/relationships/slideLayout" Target="../slideLayouts/slideLayout38.xml"/><Relationship Id="rId12" Type="http://schemas.openxmlformats.org/officeDocument/2006/relationships/slideLayout" Target="../slideLayouts/slideLayout43.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11" Type="http://schemas.openxmlformats.org/officeDocument/2006/relationships/slideLayout" Target="../slideLayouts/slideLayout42.xml"/><Relationship Id="rId5" Type="http://schemas.openxmlformats.org/officeDocument/2006/relationships/slideLayout" Target="../slideLayouts/slideLayout36.xml"/><Relationship Id="rId15" Type="http://schemas.openxmlformats.org/officeDocument/2006/relationships/theme" Target="../theme/theme3.xml"/><Relationship Id="rId10" Type="http://schemas.openxmlformats.org/officeDocument/2006/relationships/slideLayout" Target="../slideLayouts/slideLayout41.xml"/><Relationship Id="rId4" Type="http://schemas.openxmlformats.org/officeDocument/2006/relationships/slideLayout" Target="../slideLayouts/slideLayout35.xml"/><Relationship Id="rId9" Type="http://schemas.openxmlformats.org/officeDocument/2006/relationships/slideLayout" Target="../slideLayouts/slideLayout40.xml"/><Relationship Id="rId14"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AD578A-B33E-9094-1E1E-C615E5428A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36ECD111-6437-1EA9-5FEF-3C060C0273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95758952-93EB-7637-A6AB-79C54EB63B6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0A88AC-4321-4C6F-8B61-674A6CD713DB}" type="datetimeFigureOut">
              <a:rPr lang="en-DK" smtClean="0"/>
              <a:t>17/06/2026</a:t>
            </a:fld>
            <a:endParaRPr lang="en-DK"/>
          </a:p>
        </p:txBody>
      </p:sp>
      <p:sp>
        <p:nvSpPr>
          <p:cNvPr id="5" name="Footer Placeholder 4">
            <a:extLst>
              <a:ext uri="{FF2B5EF4-FFF2-40B4-BE49-F238E27FC236}">
                <a16:creationId xmlns:a16="http://schemas.microsoft.com/office/drawing/2014/main" id="{5D9E4FE8-5470-1F11-B04C-30238BF80A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K"/>
          </a:p>
        </p:txBody>
      </p:sp>
      <p:sp>
        <p:nvSpPr>
          <p:cNvPr id="6" name="Slide Number Placeholder 5">
            <a:extLst>
              <a:ext uri="{FF2B5EF4-FFF2-40B4-BE49-F238E27FC236}">
                <a16:creationId xmlns:a16="http://schemas.microsoft.com/office/drawing/2014/main" id="{C6FEE008-27DC-D6BE-E2D5-99DBBE61B6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540985-5B8E-4E4D-A5A8-E685E0017CBF}" type="slidenum">
              <a:rPr lang="en-DK" smtClean="0"/>
              <a:t>‹#›</a:t>
            </a:fld>
            <a:endParaRPr lang="en-DK"/>
          </a:p>
        </p:txBody>
      </p:sp>
    </p:spTree>
    <p:extLst>
      <p:ext uri="{BB962C8B-B14F-4D97-AF65-F5344CB8AC3E}">
        <p14:creationId xmlns:p14="http://schemas.microsoft.com/office/powerpoint/2010/main" val="24564645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11" r:id="rId12"/>
    <p:sldLayoutId id="2147483713" r:id="rId13"/>
    <p:sldLayoutId id="214748371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6/17/2026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a:p>
        </p:txBody>
      </p:sp>
    </p:spTree>
    <p:extLst>
      <p:ext uri="{BB962C8B-B14F-4D97-AF65-F5344CB8AC3E}">
        <p14:creationId xmlns:p14="http://schemas.microsoft.com/office/powerpoint/2010/main" val="197727549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4" r:id="rId15"/>
    <p:sldLayoutId id="2147483695" r:id="rId16"/>
    <p:sldLayoutId id="2147483712"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4739191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emf"/><Relationship Id="rId7" Type="http://schemas.openxmlformats.org/officeDocument/2006/relationships/image" Target="../media/image23.svg"/><Relationship Id="rId2" Type="http://schemas.openxmlformats.org/officeDocument/2006/relationships/image" Target="../media/image18.emf"/><Relationship Id="rId1" Type="http://schemas.openxmlformats.org/officeDocument/2006/relationships/slideLayout" Target="../slideLayouts/slideLayout7.xml"/><Relationship Id="rId6" Type="http://schemas.openxmlformats.org/officeDocument/2006/relationships/image" Target="../media/image22.emf"/><Relationship Id="rId5" Type="http://schemas.openxmlformats.org/officeDocument/2006/relationships/image" Target="../media/image21.emf"/><Relationship Id="rId4" Type="http://schemas.openxmlformats.org/officeDocument/2006/relationships/image" Target="../media/image20.emf"/></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jpeg"/><Relationship Id="rId7" Type="http://schemas.openxmlformats.org/officeDocument/2006/relationships/image" Target="../media/image29.png"/><Relationship Id="rId12" Type="http://schemas.openxmlformats.org/officeDocument/2006/relationships/image" Target="../media/image34.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2.svg"/><Relationship Id="rId4" Type="http://schemas.openxmlformats.org/officeDocument/2006/relationships/image" Target="../media/image41.svg"/></Relationships>
</file>

<file path=ppt/slides/_rels/slide1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4.png"/><Relationship Id="rId7" Type="http://schemas.openxmlformats.org/officeDocument/2006/relationships/diagramColors" Target="../diagrams/colors1.xml"/><Relationship Id="rId2" Type="http://schemas.openxmlformats.org/officeDocument/2006/relationships/notesSlide" Target="../notesSlides/notesSlide6.xml"/><Relationship Id="rId1" Type="http://schemas.openxmlformats.org/officeDocument/2006/relationships/slideLayout" Target="../slideLayouts/slideLayout29.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1.xml"/><Relationship Id="rId1" Type="http://schemas.openxmlformats.org/officeDocument/2006/relationships/slideLayout" Target="../slideLayouts/slideLayout30.xml"/><Relationship Id="rId6" Type="http://schemas.openxmlformats.org/officeDocument/2006/relationships/image" Target="../media/image10.png"/><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30.xml"/><Relationship Id="rId5" Type="http://schemas.openxmlformats.org/officeDocument/2006/relationships/image" Target="../media/image50.png"/><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3.xml"/><Relationship Id="rId1" Type="http://schemas.openxmlformats.org/officeDocument/2006/relationships/slideLayout" Target="../slideLayouts/slideLayout30.xml"/><Relationship Id="rId5" Type="http://schemas.openxmlformats.org/officeDocument/2006/relationships/image" Target="../media/image51.png"/><Relationship Id="rId4" Type="http://schemas.openxmlformats.org/officeDocument/2006/relationships/image" Target="../media/image49.png"/></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30.xml"/><Relationship Id="rId5" Type="http://schemas.openxmlformats.org/officeDocument/2006/relationships/image" Target="../media/image10.pn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5.xml"/><Relationship Id="rId1" Type="http://schemas.openxmlformats.org/officeDocument/2006/relationships/slideLayout" Target="../slideLayouts/slideLayout30.xml"/><Relationship Id="rId5" Type="http://schemas.openxmlformats.org/officeDocument/2006/relationships/image" Target="../media/image48.jpe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t="-17000" b="-17000"/>
          </a:stretch>
        </a:blipFill>
        <a:effectLst/>
      </p:bgPr>
    </p:bg>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47F1237-6C41-4972-A073-79B619130A0D}"/>
              </a:ext>
            </a:extLst>
          </p:cNvPr>
          <p:cNvSpPr txBox="1">
            <a:spLocks/>
          </p:cNvSpPr>
          <p:nvPr/>
        </p:nvSpPr>
        <p:spPr>
          <a:xfrm>
            <a:off x="6280958" y="2992395"/>
            <a:ext cx="6480441" cy="265834"/>
          </a:xfrm>
          <a:prstGeom prst="rect">
            <a:avLst/>
          </a:prstGeom>
        </p:spPr>
        <p:txBody>
          <a:bodyPr/>
          <a:lstStyle>
            <a:lvl1pPr marL="0" indent="0" algn="l" defTabSz="1125472" rtl="0" eaLnBrk="1" latinLnBrk="0" hangingPunct="1">
              <a:spcBef>
                <a:spcPct val="20000"/>
              </a:spcBef>
              <a:buFont typeface="Arial" pitchFamily="34" charset="0"/>
              <a:buNone/>
              <a:defRPr sz="1100" b="1" kern="1200">
                <a:solidFill>
                  <a:schemeClr val="bg1"/>
                </a:solidFill>
                <a:latin typeface="Calibri" panose="020F0502020204030204" pitchFamily="34" charset="0"/>
                <a:ea typeface="+mn-ea"/>
                <a:cs typeface="Calibri" panose="020F0502020204030204" pitchFamily="34" charset="0"/>
              </a:defRPr>
            </a:lvl1pPr>
            <a:lvl2pPr marL="914446" indent="-351710" algn="l" defTabSz="1125472" rtl="0" eaLnBrk="1" latinLnBrk="0" hangingPunct="1">
              <a:spcBef>
                <a:spcPct val="20000"/>
              </a:spcBef>
              <a:buFont typeface="Arial" pitchFamily="34" charset="0"/>
              <a:buChar char="–"/>
              <a:defRPr sz="3446" kern="1200">
                <a:solidFill>
                  <a:schemeClr val="tx1"/>
                </a:solidFill>
                <a:latin typeface="+mn-lt"/>
                <a:ea typeface="+mn-ea"/>
                <a:cs typeface="+mn-cs"/>
              </a:defRPr>
            </a:lvl2pPr>
            <a:lvl3pPr marL="1406839" indent="-281368" algn="l" defTabSz="1125472" rtl="0" eaLnBrk="1" latinLnBrk="0" hangingPunct="1">
              <a:spcBef>
                <a:spcPct val="20000"/>
              </a:spcBef>
              <a:buFont typeface="Arial" pitchFamily="34" charset="0"/>
              <a:buChar char="•"/>
              <a:defRPr sz="2954" kern="1200">
                <a:solidFill>
                  <a:schemeClr val="tx1"/>
                </a:solidFill>
                <a:latin typeface="+mn-lt"/>
                <a:ea typeface="+mn-ea"/>
                <a:cs typeface="+mn-cs"/>
              </a:defRPr>
            </a:lvl3pPr>
            <a:lvl4pPr marL="1969575"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4pPr>
            <a:lvl5pPr marL="2532312"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5pPr>
            <a:lvl6pPr marL="3095047"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6pPr>
            <a:lvl7pPr marL="3657783"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519"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254" indent="-281368" algn="l" defTabSz="1125472"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l" defTabSz="1125472" rtl="0" eaLnBrk="1" fontAlgn="auto" latinLnBrk="0" hangingPunct="1">
              <a:lnSpc>
                <a:spcPct val="100000"/>
              </a:lnSpc>
              <a:spcBef>
                <a:spcPct val="20000"/>
              </a:spcBef>
              <a:spcAft>
                <a:spcPts val="0"/>
              </a:spcAft>
              <a:buClrTx/>
              <a:buSzTx/>
              <a:buFont typeface="Arial" pitchFamily="34" charset="0"/>
              <a:buNone/>
              <a:tabLst/>
              <a:defRPr/>
            </a:pPr>
            <a:endParaRPr kumimoji="0" lang="en-GB" sz="1400" b="1"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10" name="Picture 4" descr="Text&#10;&#10;Description automatically generated">
            <a:extLst>
              <a:ext uri="{FF2B5EF4-FFF2-40B4-BE49-F238E27FC236}">
                <a16:creationId xmlns:a16="http://schemas.microsoft.com/office/drawing/2014/main" id="{0F5697FB-9CA1-F752-199E-9850765E5985}"/>
              </a:ext>
            </a:extLst>
          </p:cNvPr>
          <p:cNvPicPr>
            <a:picLocks noChangeAspect="1"/>
          </p:cNvPicPr>
          <p:nvPr/>
        </p:nvPicPr>
        <p:blipFill>
          <a:blip r:embed="rId4"/>
          <a:stretch>
            <a:fillRect/>
          </a:stretch>
        </p:blipFill>
        <p:spPr>
          <a:xfrm>
            <a:off x="9449863" y="357165"/>
            <a:ext cx="2484335" cy="468000"/>
          </a:xfrm>
          <a:prstGeom prst="rect">
            <a:avLst/>
          </a:prstGeom>
        </p:spPr>
      </p:pic>
      <p:sp>
        <p:nvSpPr>
          <p:cNvPr id="5" name="TextBox 4">
            <a:extLst>
              <a:ext uri="{FF2B5EF4-FFF2-40B4-BE49-F238E27FC236}">
                <a16:creationId xmlns:a16="http://schemas.microsoft.com/office/drawing/2014/main" id="{6BF243DC-BF7E-B575-A07C-409722B9D345}"/>
              </a:ext>
            </a:extLst>
          </p:cNvPr>
          <p:cNvSpPr txBox="1"/>
          <p:nvPr/>
        </p:nvSpPr>
        <p:spPr>
          <a:xfrm rot="16200000">
            <a:off x="-1243715" y="4562756"/>
            <a:ext cx="2698563" cy="215444"/>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Aptos" panose="020B0004020202020204"/>
                <a:ea typeface="+mn-ea"/>
                <a:cs typeface="+mn-cs"/>
              </a:rPr>
              <a:t>© Wolf-Dietrich </a:t>
            </a:r>
            <a:r>
              <a:rPr kumimoji="0" lang="en-US" sz="800" b="0" i="0" u="none" strike="noStrike" kern="1200" cap="none" spc="0" normalizeH="0" baseline="0" noProof="0" err="1">
                <a:ln>
                  <a:noFill/>
                </a:ln>
                <a:solidFill>
                  <a:prstClr val="white"/>
                </a:solidFill>
                <a:effectLst/>
                <a:uLnTx/>
                <a:uFillTx/>
                <a:latin typeface="Aptos" panose="020B0004020202020204"/>
                <a:ea typeface="+mn-ea"/>
                <a:cs typeface="+mn-cs"/>
              </a:rPr>
              <a:t>Hufenbach</a:t>
            </a:r>
            <a:r>
              <a:rPr kumimoji="0" lang="en-US" sz="800" b="0" i="0" u="none" strike="noStrike" kern="1200" cap="none" spc="0" normalizeH="0" baseline="0" noProof="0">
                <a:ln>
                  <a:noFill/>
                </a:ln>
                <a:solidFill>
                  <a:prstClr val="white"/>
                </a:solidFill>
                <a:effectLst/>
                <a:uLnTx/>
                <a:uFillTx/>
                <a:latin typeface="Aptos" panose="020B0004020202020204"/>
                <a:ea typeface="+mn-ea"/>
                <a:cs typeface="+mn-cs"/>
              </a:rPr>
              <a:t>, </a:t>
            </a:r>
            <a:r>
              <a:rPr kumimoji="0" lang="en-US" sz="800" b="0" i="0" u="none" strike="noStrike" kern="1200" cap="none" spc="0" normalizeH="0" baseline="0" noProof="0" err="1">
                <a:ln>
                  <a:noFill/>
                </a:ln>
                <a:solidFill>
                  <a:prstClr val="white"/>
                </a:solidFill>
                <a:effectLst/>
                <a:uLnTx/>
                <a:uFillTx/>
                <a:latin typeface="Aptos" panose="020B0004020202020204"/>
                <a:ea typeface="+mn-ea"/>
                <a:cs typeface="+mn-cs"/>
              </a:rPr>
              <a:t>Environment&amp;Me</a:t>
            </a:r>
            <a:r>
              <a:rPr kumimoji="0" lang="en-US" sz="800" b="0" i="0" u="none" strike="noStrike" kern="1200" cap="none" spc="0" normalizeH="0" baseline="0" noProof="0">
                <a:ln>
                  <a:noFill/>
                </a:ln>
                <a:solidFill>
                  <a:prstClr val="white"/>
                </a:solidFill>
                <a:effectLst/>
                <a:uLnTx/>
                <a:uFillTx/>
                <a:latin typeface="Aptos" panose="020B0004020202020204"/>
                <a:ea typeface="+mn-ea"/>
                <a:cs typeface="+mn-cs"/>
              </a:rPr>
              <a:t> 2025 / EEA</a:t>
            </a:r>
            <a:endParaRPr kumimoji="0" lang="en-US" sz="800" b="0" i="0" u="none" strike="noStrike" kern="1200" cap="none" spc="0" normalizeH="0" baseline="0" noProof="0">
              <a:ln>
                <a:noFill/>
              </a:ln>
              <a:solidFill>
                <a:prstClr val="white"/>
              </a:solidFill>
              <a:effectLst/>
              <a:uLnTx/>
              <a:uFillTx/>
              <a:latin typeface="Aptos" panose="020B0004020202020204"/>
              <a:ea typeface="Calibri"/>
              <a:cs typeface="Calibri"/>
            </a:endParaRPr>
          </a:p>
        </p:txBody>
      </p:sp>
      <p:sp>
        <p:nvSpPr>
          <p:cNvPr id="7" name="Title 1">
            <a:extLst>
              <a:ext uri="{FF2B5EF4-FFF2-40B4-BE49-F238E27FC236}">
                <a16:creationId xmlns:a16="http://schemas.microsoft.com/office/drawing/2014/main" id="{6466CA99-9E60-6489-6D6A-72BB5F61DDD0}"/>
              </a:ext>
            </a:extLst>
          </p:cNvPr>
          <p:cNvSpPr txBox="1">
            <a:spLocks/>
          </p:cNvSpPr>
          <p:nvPr/>
        </p:nvSpPr>
        <p:spPr>
          <a:xfrm>
            <a:off x="5486400" y="2285192"/>
            <a:ext cx="6709888" cy="1101508"/>
          </a:xfrm>
          <a:prstGeom prst="rect">
            <a:avLst/>
          </a:prstGeom>
          <a:solidFill>
            <a:schemeClr val="bg1">
              <a:alpha val="75279"/>
            </a:schemeClr>
          </a:solidFill>
        </p:spPr>
        <p:txBody>
          <a:bodyPr lIns="91440" tIns="45720" rIns="91440" bIns="45720" anchor="t">
            <a:normAutofit fontScale="4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90000"/>
              </a:lnSpc>
              <a:spcBef>
                <a:spcPct val="0"/>
              </a:spcBef>
              <a:spcAft>
                <a:spcPts val="0"/>
              </a:spcAft>
              <a:buClrTx/>
              <a:buSzTx/>
              <a:buFontTx/>
              <a:buNone/>
              <a:tabLst/>
              <a:defRPr/>
            </a:pPr>
            <a:endParaRPr kumimoji="0" lang="en-GB" sz="2500" b="1" i="0" u="none" strike="noStrike" kern="1200" cap="none" spc="0" normalizeH="0" baseline="0" noProof="0">
              <a:ln>
                <a:noFill/>
              </a:ln>
              <a:solidFill>
                <a:srgbClr val="293E02"/>
              </a:solidFill>
              <a:effectLst/>
              <a:uLnTx/>
              <a:uFillTx/>
              <a:latin typeface="Aptos"/>
              <a:ea typeface="+mj-ea"/>
              <a:cs typeface="+mj-cs"/>
            </a:endParaRPr>
          </a:p>
          <a:p>
            <a:pPr marL="0" marR="0" lvl="0" indent="0" algn="r" defTabSz="914400" rtl="0" eaLnBrk="1" fontAlgn="auto" latinLnBrk="0" hangingPunct="1">
              <a:lnSpc>
                <a:spcPct val="100000"/>
              </a:lnSpc>
              <a:spcBef>
                <a:spcPct val="0"/>
              </a:spcBef>
              <a:spcAft>
                <a:spcPts val="0"/>
              </a:spcAft>
              <a:buClrTx/>
              <a:buSzTx/>
              <a:buFontTx/>
              <a:buNone/>
              <a:tabLst/>
              <a:defRPr/>
            </a:pPr>
            <a:r>
              <a:rPr kumimoji="0" lang="da-DK" sz="6500" b="1" i="0" u="none" strike="noStrike" kern="1200" cap="none" spc="0" normalizeH="0" baseline="0" noProof="0">
                <a:ln>
                  <a:noFill/>
                </a:ln>
                <a:solidFill>
                  <a:srgbClr val="685943"/>
                </a:solidFill>
                <a:effectLst/>
                <a:uLnTx/>
                <a:uFillTx/>
                <a:latin typeface="Aptos"/>
                <a:ea typeface="+mj-ea"/>
                <a:cs typeface="+mj-cs"/>
              </a:rPr>
              <a:t>Stocktake of reporting progress and actions since last meeting</a:t>
            </a:r>
            <a:endParaRPr kumimoji="0" lang="en-US" sz="4400" b="0" i="0" u="none" strike="noStrike" kern="1200" cap="none" spc="0" normalizeH="0" baseline="0" noProof="0">
              <a:ln>
                <a:noFill/>
              </a:ln>
              <a:solidFill>
                <a:prstClr val="black"/>
              </a:solidFill>
              <a:effectLst/>
              <a:uLnTx/>
              <a:uFillTx/>
              <a:latin typeface="Aptos Display" panose="020F0302020204030204"/>
              <a:ea typeface="+mj-ea"/>
              <a:cs typeface="+mj-cs"/>
            </a:endParaRPr>
          </a:p>
          <a:p>
            <a:pPr marL="0" marR="0" lvl="0" indent="0" algn="r" defTabSz="914400" rtl="0" eaLnBrk="1" fontAlgn="auto" latinLnBrk="0" hangingPunct="1">
              <a:lnSpc>
                <a:spcPct val="120000"/>
              </a:lnSpc>
              <a:spcBef>
                <a:spcPct val="0"/>
              </a:spcBef>
              <a:spcAft>
                <a:spcPts val="0"/>
              </a:spcAft>
              <a:buClrTx/>
              <a:buSzTx/>
              <a:buFontTx/>
              <a:buNone/>
              <a:tabLst/>
              <a:defRPr/>
            </a:pPr>
            <a:endParaRPr kumimoji="0" lang="en-GB" sz="2500" b="0" i="1" u="none" strike="noStrike" kern="1200" cap="none" spc="0" normalizeH="0" baseline="0" noProof="0">
              <a:ln>
                <a:noFill/>
              </a:ln>
              <a:solidFill>
                <a:srgbClr val="878424"/>
              </a:solidFill>
              <a:effectLst/>
              <a:uLnTx/>
              <a:uFillTx/>
              <a:latin typeface="Aptos Display" panose="020F0302020204030204"/>
              <a:ea typeface="Calibri Light"/>
              <a:cs typeface="Calibri Light"/>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4000" b="0" i="0" u="none" strike="noStrike" kern="1200" cap="none" spc="0" normalizeH="0" baseline="0" noProof="0">
              <a:ln>
                <a:noFill/>
              </a:ln>
              <a:solidFill>
                <a:srgbClr val="3D5265"/>
              </a:solidFill>
              <a:effectLst/>
              <a:uLnTx/>
              <a:uFillTx/>
              <a:latin typeface="Aptos"/>
              <a:ea typeface="+mj-ea"/>
              <a:cs typeface="+mj-cs"/>
            </a:endParaRPr>
          </a:p>
        </p:txBody>
      </p:sp>
      <p:sp>
        <p:nvSpPr>
          <p:cNvPr id="9" name="Title 1">
            <a:extLst>
              <a:ext uri="{FF2B5EF4-FFF2-40B4-BE49-F238E27FC236}">
                <a16:creationId xmlns:a16="http://schemas.microsoft.com/office/drawing/2014/main" id="{AE4D525B-C5D2-123F-6F0A-4CAA30C4F8C4}"/>
              </a:ext>
            </a:extLst>
          </p:cNvPr>
          <p:cNvSpPr txBox="1">
            <a:spLocks/>
          </p:cNvSpPr>
          <p:nvPr/>
        </p:nvSpPr>
        <p:spPr>
          <a:xfrm>
            <a:off x="7797800" y="3842238"/>
            <a:ext cx="4398488" cy="856856"/>
          </a:xfrm>
          <a:prstGeom prst="rect">
            <a:avLst/>
          </a:prstGeom>
          <a:solidFill>
            <a:schemeClr val="bg1">
              <a:alpha val="75279"/>
            </a:schemeClr>
          </a:solidFill>
        </p:spPr>
        <p:txBody>
          <a:bodyPr lIns="91440" tIns="45720" rIns="91440" bIns="45720" anchor="t">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914400" rtl="0" eaLnBrk="1" fontAlgn="auto" latinLnBrk="0" hangingPunct="1">
              <a:lnSpc>
                <a:spcPct val="90000"/>
              </a:lnSpc>
              <a:spcBef>
                <a:spcPts val="1000"/>
              </a:spcBef>
              <a:spcAft>
                <a:spcPts val="0"/>
              </a:spcAft>
              <a:buClrTx/>
              <a:buSzTx/>
              <a:buFontTx/>
              <a:buNone/>
              <a:tabLst/>
              <a:defRPr/>
            </a:pPr>
            <a:endParaRPr kumimoji="0" lang="en-US" sz="2900" b="1" i="0" u="none" strike="noStrike" kern="1200" cap="none" spc="0" normalizeH="0" baseline="0" noProof="0">
              <a:ln>
                <a:noFill/>
              </a:ln>
              <a:solidFill>
                <a:srgbClr val="293E02"/>
              </a:solidFill>
              <a:effectLst/>
              <a:uLnTx/>
              <a:uFillTx/>
              <a:latin typeface="Aptos"/>
              <a:ea typeface="+mj-ea"/>
              <a:cs typeface="+mj-cs"/>
            </a:endParaRPr>
          </a:p>
          <a:p>
            <a:pPr marL="0" marR="0" lvl="0" indent="0" algn="r" defTabSz="914400" rtl="0" eaLnBrk="1" fontAlgn="auto" latinLnBrk="0" hangingPunct="1">
              <a:lnSpc>
                <a:spcPct val="90000"/>
              </a:lnSpc>
              <a:spcBef>
                <a:spcPts val="1000"/>
              </a:spcBef>
              <a:spcAft>
                <a:spcPts val="0"/>
              </a:spcAft>
              <a:buClrTx/>
              <a:buSzTx/>
              <a:buFontTx/>
              <a:buNone/>
              <a:tabLst/>
              <a:defRPr/>
            </a:pPr>
            <a:r>
              <a:rPr kumimoji="0" lang="en-US" sz="8000" b="1" i="0" u="none" strike="noStrike" kern="1200" cap="none" spc="0" normalizeH="0" baseline="0" noProof="0">
                <a:ln>
                  <a:noFill/>
                </a:ln>
                <a:solidFill>
                  <a:srgbClr val="685943"/>
                </a:solidFill>
                <a:effectLst/>
                <a:uLnTx/>
                <a:uFillTx/>
                <a:latin typeface="Aptos"/>
                <a:ea typeface="+mj-ea"/>
                <a:cs typeface="+mj-cs"/>
              </a:rPr>
              <a:t>Energy Community Annual Meeting</a:t>
            </a:r>
            <a:endParaRPr kumimoji="0" lang="en-US" sz="2300" b="0" i="0" u="none" strike="noStrike" kern="1200" cap="none" spc="0" normalizeH="0" baseline="0" noProof="0">
              <a:ln>
                <a:noFill/>
              </a:ln>
              <a:solidFill>
                <a:srgbClr val="293E02"/>
              </a:solidFill>
              <a:effectLst/>
              <a:uLnTx/>
              <a:uFillTx/>
              <a:latin typeface="Aptos"/>
              <a:ea typeface="+mj-ea"/>
              <a:cs typeface="+mj-cs"/>
            </a:endParaRPr>
          </a:p>
          <a:p>
            <a:pPr marL="0" marR="0" lvl="0" indent="0" algn="r" defTabSz="914400" rtl="0" eaLnBrk="1" fontAlgn="auto" latinLnBrk="0" hangingPunct="1">
              <a:lnSpc>
                <a:spcPct val="90000"/>
              </a:lnSpc>
              <a:spcBef>
                <a:spcPts val="1000"/>
              </a:spcBef>
              <a:spcAft>
                <a:spcPts val="0"/>
              </a:spcAft>
              <a:buClrTx/>
              <a:buSzTx/>
              <a:buFontTx/>
              <a:buNone/>
              <a:tabLst/>
              <a:defRPr/>
            </a:pPr>
            <a:r>
              <a:rPr kumimoji="0" lang="en-US" sz="4800" b="0" i="0" u="none" strike="noStrike" kern="1200" cap="none" spc="0" normalizeH="0" baseline="0" noProof="0">
                <a:ln>
                  <a:noFill/>
                </a:ln>
                <a:solidFill>
                  <a:srgbClr val="685943"/>
                </a:solidFill>
                <a:effectLst/>
                <a:uLnTx/>
                <a:uFillTx/>
                <a:latin typeface="Aptos"/>
                <a:ea typeface="+mj-ea"/>
                <a:cs typeface="+mj-cs"/>
              </a:rPr>
              <a:t>Tallinn | 2 June 2026</a:t>
            </a:r>
            <a:endParaRPr kumimoji="0" lang="sk-SK" sz="4800" b="0" i="0" u="none" strike="noStrike" kern="1200" cap="none" spc="0" normalizeH="0" baseline="0" noProof="0">
              <a:ln>
                <a:noFill/>
              </a:ln>
              <a:solidFill>
                <a:srgbClr val="685943"/>
              </a:solidFill>
              <a:effectLst/>
              <a:uLnTx/>
              <a:uFillTx/>
              <a:latin typeface="Aptos"/>
              <a:ea typeface="+mj-ea"/>
              <a:cs typeface="+mj-cs"/>
            </a:endParaRPr>
          </a:p>
          <a:p>
            <a:pPr marL="0" marR="0" lvl="0" indent="0" algn="r" defTabSz="914400" rtl="0" eaLnBrk="1" fontAlgn="auto" latinLnBrk="0" hangingPunct="1">
              <a:lnSpc>
                <a:spcPct val="90000"/>
              </a:lnSpc>
              <a:spcBef>
                <a:spcPct val="0"/>
              </a:spcBef>
              <a:spcAft>
                <a:spcPts val="0"/>
              </a:spcAft>
              <a:buClrTx/>
              <a:buSzTx/>
              <a:buFontTx/>
              <a:buNone/>
              <a:tabLst/>
              <a:defRPr/>
            </a:pPr>
            <a:endParaRPr kumimoji="0" lang="en-GB" sz="6700" b="1" i="0" u="none" strike="noStrike" kern="1200" cap="none" spc="0" normalizeH="0" baseline="0" noProof="0">
              <a:ln>
                <a:noFill/>
              </a:ln>
              <a:solidFill>
                <a:srgbClr val="293E02"/>
              </a:solidFill>
              <a:effectLst/>
              <a:uLnTx/>
              <a:uFillTx/>
              <a:latin typeface="Aptos"/>
              <a:ea typeface="Calibri Light"/>
              <a:cs typeface="Calibri Light"/>
            </a:endParaRP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4000" b="0" i="0" u="none" strike="noStrike" kern="1200" cap="none" spc="0" normalizeH="0" baseline="0" noProof="0">
              <a:ln>
                <a:noFill/>
              </a:ln>
              <a:solidFill>
                <a:srgbClr val="3D5265"/>
              </a:solidFill>
              <a:effectLst/>
              <a:uLnTx/>
              <a:uFillTx/>
              <a:latin typeface="Aptos"/>
              <a:ea typeface="Calibri Light"/>
              <a:cs typeface="Calibri Light"/>
            </a:endParaRPr>
          </a:p>
        </p:txBody>
      </p:sp>
      <p:pic>
        <p:nvPicPr>
          <p:cNvPr id="2" name="Picture 1" descr="A black and white logo with white text&#10;&#10;AI-generated content may be incorrect.">
            <a:extLst>
              <a:ext uri="{FF2B5EF4-FFF2-40B4-BE49-F238E27FC236}">
                <a16:creationId xmlns:a16="http://schemas.microsoft.com/office/drawing/2014/main" id="{DE3C0E8E-C30F-9469-9AF9-062BFEB3E4B6}"/>
              </a:ext>
            </a:extLst>
          </p:cNvPr>
          <p:cNvPicPr>
            <a:picLocks noChangeAspect="1"/>
          </p:cNvPicPr>
          <p:nvPr/>
        </p:nvPicPr>
        <p:blipFill>
          <a:blip r:embed="rId5"/>
          <a:srcRect b="781"/>
          <a:stretch>
            <a:fillRect/>
          </a:stretch>
        </p:blipFill>
        <p:spPr>
          <a:xfrm>
            <a:off x="231408" y="189646"/>
            <a:ext cx="1412875" cy="785449"/>
          </a:xfrm>
          <a:prstGeom prst="rect">
            <a:avLst/>
          </a:prstGeom>
        </p:spPr>
      </p:pic>
      <p:sp>
        <p:nvSpPr>
          <p:cNvPr id="8" name="Rectangle 7">
            <a:extLst>
              <a:ext uri="{FF2B5EF4-FFF2-40B4-BE49-F238E27FC236}">
                <a16:creationId xmlns:a16="http://schemas.microsoft.com/office/drawing/2014/main" id="{DEA0CB32-5488-2D7A-E4AD-F091CE21BEF2}"/>
              </a:ext>
            </a:extLst>
          </p:cNvPr>
          <p:cNvSpPr/>
          <p:nvPr/>
        </p:nvSpPr>
        <p:spPr>
          <a:xfrm>
            <a:off x="-5699" y="6047153"/>
            <a:ext cx="12196069" cy="8132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0B0004020202020204"/>
              <a:ea typeface="+mn-ea"/>
              <a:cs typeface="+mn-cs"/>
            </a:endParaRPr>
          </a:p>
        </p:txBody>
      </p:sp>
      <p:pic>
        <p:nvPicPr>
          <p:cNvPr id="4" name="Picture 3" descr="Blue text on a black background&#10;&#10;AI-generated content may be incorrect.">
            <a:extLst>
              <a:ext uri="{FF2B5EF4-FFF2-40B4-BE49-F238E27FC236}">
                <a16:creationId xmlns:a16="http://schemas.microsoft.com/office/drawing/2014/main" id="{84B9B124-A19D-12F7-D622-4C0299C39151}"/>
              </a:ext>
            </a:extLst>
          </p:cNvPr>
          <p:cNvPicPr>
            <a:picLocks noChangeAspect="1"/>
          </p:cNvPicPr>
          <p:nvPr/>
        </p:nvPicPr>
        <p:blipFill>
          <a:blip r:embed="rId6"/>
          <a:stretch>
            <a:fillRect/>
          </a:stretch>
        </p:blipFill>
        <p:spPr>
          <a:xfrm>
            <a:off x="232020" y="6200067"/>
            <a:ext cx="2036885" cy="416903"/>
          </a:xfrm>
          <a:prstGeom prst="rect">
            <a:avLst/>
          </a:prstGeom>
        </p:spPr>
      </p:pic>
      <p:pic>
        <p:nvPicPr>
          <p:cNvPr id="3" name="Picture 2" descr="A black background with blue text&#10;&#10;AI-generated content may be incorrect.">
            <a:extLst>
              <a:ext uri="{FF2B5EF4-FFF2-40B4-BE49-F238E27FC236}">
                <a16:creationId xmlns:a16="http://schemas.microsoft.com/office/drawing/2014/main" id="{A0B60831-97E8-E034-7A57-F0ECB11B88D0}"/>
              </a:ext>
            </a:extLst>
          </p:cNvPr>
          <p:cNvPicPr>
            <a:picLocks noChangeAspect="1"/>
          </p:cNvPicPr>
          <p:nvPr/>
        </p:nvPicPr>
        <p:blipFill>
          <a:blip r:embed="rId7"/>
          <a:stretch>
            <a:fillRect/>
          </a:stretch>
        </p:blipFill>
        <p:spPr>
          <a:xfrm>
            <a:off x="10250364" y="6110312"/>
            <a:ext cx="1821963" cy="596412"/>
          </a:xfrm>
          <a:prstGeom prst="rect">
            <a:avLst/>
          </a:prstGeom>
        </p:spPr>
      </p:pic>
      <p:pic>
        <p:nvPicPr>
          <p:cNvPr id="11" name="Picture 10">
            <a:extLst>
              <a:ext uri="{FF2B5EF4-FFF2-40B4-BE49-F238E27FC236}">
                <a16:creationId xmlns:a16="http://schemas.microsoft.com/office/drawing/2014/main" id="{60094DBB-6254-4F02-8F26-46B007E36986}"/>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277630" y="6061173"/>
            <a:ext cx="1028700" cy="694690"/>
          </a:xfrm>
          <a:prstGeom prst="rect">
            <a:avLst/>
          </a:prstGeom>
          <a:noFill/>
          <a:ln>
            <a:noFill/>
          </a:ln>
        </p:spPr>
      </p:pic>
      <p:pic>
        <p:nvPicPr>
          <p:cNvPr id="12" name="Picture 11">
            <a:extLst>
              <a:ext uri="{FF2B5EF4-FFF2-40B4-BE49-F238E27FC236}">
                <a16:creationId xmlns:a16="http://schemas.microsoft.com/office/drawing/2014/main" id="{F21AF040-DD44-2FC6-CBAE-9CF74F5847F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775570" y="6056093"/>
            <a:ext cx="1795780" cy="704850"/>
          </a:xfrm>
          <a:prstGeom prst="rect">
            <a:avLst/>
          </a:prstGeom>
        </p:spPr>
      </p:pic>
    </p:spTree>
    <p:extLst>
      <p:ext uri="{BB962C8B-B14F-4D97-AF65-F5344CB8AC3E}">
        <p14:creationId xmlns:p14="http://schemas.microsoft.com/office/powerpoint/2010/main" val="1791977585"/>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66E3-98EA-20F7-5995-E66248462694}"/>
            </a:ext>
          </a:extLst>
        </p:cNvPr>
        <p:cNvGrpSpPr/>
        <p:nvPr/>
      </p:nvGrpSpPr>
      <p:grpSpPr>
        <a:xfrm>
          <a:off x="0" y="0"/>
          <a:ext cx="0" cy="0"/>
          <a:chOff x="0" y="0"/>
          <a:chExt cx="0" cy="0"/>
        </a:xfrm>
      </p:grpSpPr>
      <p:pic>
        <p:nvPicPr>
          <p:cNvPr id="3" name="Picture 2" descr="A road next to a river&#10;&#10;AI-generated content may be incorrect.">
            <a:extLst>
              <a:ext uri="{FF2B5EF4-FFF2-40B4-BE49-F238E27FC236}">
                <a16:creationId xmlns:a16="http://schemas.microsoft.com/office/drawing/2014/main" id="{45C4045C-AD96-C20A-7557-FAE3C70882C3}"/>
              </a:ext>
            </a:extLst>
          </p:cNvPr>
          <p:cNvPicPr>
            <a:picLocks noChangeAspect="1"/>
          </p:cNvPicPr>
          <p:nvPr/>
        </p:nvPicPr>
        <p:blipFill>
          <a:blip r:embed="rId2"/>
          <a:srcRect r="41888"/>
          <a:stretch>
            <a:fillRect/>
          </a:stretch>
        </p:blipFill>
        <p:spPr>
          <a:xfrm>
            <a:off x="6878230" y="0"/>
            <a:ext cx="5313780" cy="6858000"/>
          </a:xfrm>
          <a:prstGeom prst="rect">
            <a:avLst/>
          </a:prstGeom>
        </p:spPr>
      </p:pic>
      <p:sp>
        <p:nvSpPr>
          <p:cNvPr id="2" name="Title 1">
            <a:extLst>
              <a:ext uri="{FF2B5EF4-FFF2-40B4-BE49-F238E27FC236}">
                <a16:creationId xmlns:a16="http://schemas.microsoft.com/office/drawing/2014/main" id="{161DE9F9-3AA5-33A7-4047-4BB024B2E3D3}"/>
              </a:ext>
            </a:extLst>
          </p:cNvPr>
          <p:cNvSpPr>
            <a:spLocks noGrp="1"/>
          </p:cNvSpPr>
          <p:nvPr>
            <p:ph type="title"/>
          </p:nvPr>
        </p:nvSpPr>
        <p:spPr>
          <a:xfrm>
            <a:off x="428206" y="0"/>
            <a:ext cx="5791200" cy="1325563"/>
          </a:xfrm>
        </p:spPr>
        <p:txBody>
          <a:bodyPr/>
          <a:lstStyle/>
          <a:p>
            <a:r>
              <a:rPr lang="en-US" sz="4000">
                <a:solidFill>
                  <a:srgbClr val="3D5265"/>
                </a:solidFill>
                <a:latin typeface="Aptos" panose="020B0004020202020204" pitchFamily="34" charset="0"/>
              </a:rPr>
              <a:t>Session outline</a:t>
            </a:r>
          </a:p>
        </p:txBody>
      </p:sp>
      <p:sp>
        <p:nvSpPr>
          <p:cNvPr id="6" name="Text Placeholder 1">
            <a:extLst>
              <a:ext uri="{FF2B5EF4-FFF2-40B4-BE49-F238E27FC236}">
                <a16:creationId xmlns:a16="http://schemas.microsoft.com/office/drawing/2014/main" id="{225504AE-759B-D01F-02FD-ACC941CA3EB2}"/>
              </a:ext>
            </a:extLst>
          </p:cNvPr>
          <p:cNvSpPr txBox="1">
            <a:spLocks/>
          </p:cNvSpPr>
          <p:nvPr/>
        </p:nvSpPr>
        <p:spPr>
          <a:xfrm>
            <a:off x="425698" y="1325563"/>
            <a:ext cx="5884405" cy="4711902"/>
          </a:xfrm>
          <a:prstGeom prst="rect">
            <a:avLst/>
          </a:prstGeom>
        </p:spPr>
        <p:txBody>
          <a:bodyPr lIns="91440" tIns="45720" rIns="91440" bIns="45720" anchor="t"/>
          <a:lstStyle>
            <a:defPPr>
              <a:defRPr lang="en-DK"/>
            </a:defPPr>
            <a:lvl1pPr>
              <a:defRPr sz="2000">
                <a:solidFill>
                  <a:srgbClr val="000000"/>
                </a:solidFill>
                <a:latin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buAutoNum type="arabicPeriod"/>
            </a:pPr>
            <a:r>
              <a:rPr lang="en-US" sz="2800">
                <a:solidFill>
                  <a:srgbClr val="3D5265"/>
                </a:solidFill>
                <a:latin typeface="Aptos"/>
                <a:ea typeface="+mj-ea"/>
                <a:cs typeface="+mj-cs"/>
              </a:rPr>
              <a:t>Overview of the agenda of the event</a:t>
            </a:r>
          </a:p>
          <a:p>
            <a:pPr marL="457200" indent="-457200">
              <a:buAutoNum type="arabicPeriod"/>
            </a:pPr>
            <a:r>
              <a:rPr lang="en-US" sz="2800">
                <a:solidFill>
                  <a:srgbClr val="3D5265"/>
                </a:solidFill>
                <a:latin typeface="Aptos"/>
                <a:ea typeface="+mj-ea"/>
                <a:cs typeface="+mj-cs"/>
              </a:rPr>
              <a:t>Brief introduction of the EEA</a:t>
            </a:r>
          </a:p>
          <a:p>
            <a:pPr marL="457200" indent="-457200">
              <a:buAutoNum type="arabicPeriod"/>
            </a:pPr>
            <a:r>
              <a:rPr lang="en-US" sz="2800">
                <a:solidFill>
                  <a:srgbClr val="3D5265"/>
                </a:solidFill>
                <a:latin typeface="Aptos"/>
                <a:ea typeface="+mj-ea"/>
                <a:cs typeface="+mj-cs"/>
              </a:rPr>
              <a:t>Introducing the adapted Governance Regulation</a:t>
            </a:r>
          </a:p>
          <a:p>
            <a:pPr marL="457200" indent="-457200">
              <a:buAutoNum type="arabicPeriod"/>
            </a:pPr>
            <a:r>
              <a:rPr lang="en-US" sz="2800">
                <a:solidFill>
                  <a:srgbClr val="3D5265"/>
                </a:solidFill>
                <a:latin typeface="Aptos"/>
                <a:ea typeface="+mj-ea"/>
                <a:cs typeface="+mj-cs"/>
              </a:rPr>
              <a:t>Reporting progress</a:t>
            </a:r>
          </a:p>
          <a:p>
            <a:pPr marL="457200" indent="-457200">
              <a:buAutoNum type="arabicPeriod"/>
            </a:pPr>
            <a:r>
              <a:rPr lang="en-US" sz="2800">
                <a:solidFill>
                  <a:srgbClr val="3D5265"/>
                </a:solidFill>
                <a:latin typeface="Aptos"/>
                <a:ea typeface="+mj-ea"/>
                <a:cs typeface="+mj-cs"/>
              </a:rPr>
              <a:t>Actions since last year’s meeting</a:t>
            </a:r>
            <a:endParaRPr lang="en-US" sz="3200">
              <a:latin typeface="Aptos" panose="020B0004020202020204" pitchFamily="34" charset="0"/>
            </a:endParaRPr>
          </a:p>
          <a:p>
            <a:endParaRPr lang="en-US" sz="3200">
              <a:latin typeface="Aptos" panose="020B0004020202020204" pitchFamily="34" charset="0"/>
            </a:endParaRPr>
          </a:p>
          <a:p>
            <a:endParaRPr lang="en-US" sz="3200">
              <a:latin typeface="Aptos" panose="020B0004020202020204" pitchFamily="34" charset="0"/>
            </a:endParaRPr>
          </a:p>
          <a:p>
            <a:endParaRPr lang="en-US" sz="3200">
              <a:latin typeface="Aptos" panose="020B0004020202020204" pitchFamily="34" charset="0"/>
            </a:endParaRPr>
          </a:p>
          <a:p>
            <a:endParaRPr lang="en-GB" sz="3200">
              <a:latin typeface="Aptos" panose="020B0004020202020204" pitchFamily="34" charset="0"/>
              <a:ea typeface="Calibri" panose="020F0502020204030204"/>
            </a:endParaRPr>
          </a:p>
          <a:p>
            <a:pPr lvl="1"/>
            <a:endParaRPr lang="en-GB" sz="2800">
              <a:latin typeface="Aptos" panose="020B0004020202020204" pitchFamily="34" charset="0"/>
              <a:ea typeface="Calibri" panose="020F0502020204030204"/>
            </a:endParaRPr>
          </a:p>
        </p:txBody>
      </p:sp>
      <p:sp>
        <p:nvSpPr>
          <p:cNvPr id="7" name="TextBox 6">
            <a:extLst>
              <a:ext uri="{FF2B5EF4-FFF2-40B4-BE49-F238E27FC236}">
                <a16:creationId xmlns:a16="http://schemas.microsoft.com/office/drawing/2014/main" id="{3B3F3969-3CD4-D72B-9BD0-57F4800BA577}"/>
              </a:ext>
            </a:extLst>
          </p:cNvPr>
          <p:cNvSpPr txBox="1"/>
          <p:nvPr/>
        </p:nvSpPr>
        <p:spPr>
          <a:xfrm rot="5400000">
            <a:off x="10732498" y="5400315"/>
            <a:ext cx="2698563" cy="215444"/>
          </a:xfrm>
          <a:prstGeom prst="rect">
            <a:avLst/>
          </a:prstGeom>
          <a:noFill/>
        </p:spPr>
        <p:txBody>
          <a:bodyPr wrap="square" lIns="91440" tIns="45720" rIns="91440" bIns="45720" rtlCol="0" anchor="t">
            <a:spAutoFit/>
          </a:bodyPr>
          <a:lstStyle/>
          <a:p>
            <a:r>
              <a:rPr lang="en-US" sz="800">
                <a:solidFill>
                  <a:schemeClr val="bg1"/>
                </a:solidFill>
              </a:rPr>
              <a:t>© Wolf-Dietrich </a:t>
            </a:r>
            <a:r>
              <a:rPr lang="en-US" sz="800" err="1">
                <a:solidFill>
                  <a:schemeClr val="bg1"/>
                </a:solidFill>
              </a:rPr>
              <a:t>Hufenbach</a:t>
            </a:r>
            <a:r>
              <a:rPr lang="en-US" sz="800">
                <a:solidFill>
                  <a:schemeClr val="bg1"/>
                </a:solidFill>
              </a:rPr>
              <a:t>, </a:t>
            </a:r>
            <a:r>
              <a:rPr lang="en-US" sz="800" err="1">
                <a:solidFill>
                  <a:schemeClr val="bg1"/>
                </a:solidFill>
              </a:rPr>
              <a:t>Environment&amp;Me</a:t>
            </a:r>
            <a:r>
              <a:rPr lang="en-US" sz="800">
                <a:solidFill>
                  <a:schemeClr val="bg1"/>
                </a:solidFill>
              </a:rPr>
              <a:t> 2025 / EEA</a:t>
            </a:r>
            <a:endParaRPr lang="en-US" sz="800">
              <a:solidFill>
                <a:schemeClr val="bg1"/>
              </a:solidFill>
              <a:ea typeface="Calibri"/>
              <a:cs typeface="Calibri"/>
            </a:endParaRPr>
          </a:p>
        </p:txBody>
      </p:sp>
    </p:spTree>
    <p:extLst>
      <p:ext uri="{BB962C8B-B14F-4D97-AF65-F5344CB8AC3E}">
        <p14:creationId xmlns:p14="http://schemas.microsoft.com/office/powerpoint/2010/main" val="631737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7B673-3BD8-0545-A83E-DC0A26248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513FF-FB96-B25E-E84C-D1968ADB1929}"/>
              </a:ext>
            </a:extLst>
          </p:cNvPr>
          <p:cNvSpPr>
            <a:spLocks noGrp="1"/>
          </p:cNvSpPr>
          <p:nvPr>
            <p:ph type="title"/>
          </p:nvPr>
        </p:nvSpPr>
        <p:spPr>
          <a:xfrm>
            <a:off x="428206" y="0"/>
            <a:ext cx="5791200" cy="1325563"/>
          </a:xfrm>
        </p:spPr>
        <p:txBody>
          <a:bodyPr/>
          <a:lstStyle/>
          <a:p>
            <a:r>
              <a:rPr lang="en-US" sz="4000">
                <a:solidFill>
                  <a:srgbClr val="3D5265"/>
                </a:solidFill>
                <a:latin typeface="Aptos" panose="020B0004020202020204" pitchFamily="34" charset="0"/>
              </a:rPr>
              <a:t>Overview of the agenda</a:t>
            </a:r>
          </a:p>
        </p:txBody>
      </p:sp>
      <p:sp>
        <p:nvSpPr>
          <p:cNvPr id="7" name="TextBox 6">
            <a:extLst>
              <a:ext uri="{FF2B5EF4-FFF2-40B4-BE49-F238E27FC236}">
                <a16:creationId xmlns:a16="http://schemas.microsoft.com/office/drawing/2014/main" id="{0779BF18-D099-348D-4129-554D98648DDD}"/>
              </a:ext>
            </a:extLst>
          </p:cNvPr>
          <p:cNvSpPr txBox="1"/>
          <p:nvPr/>
        </p:nvSpPr>
        <p:spPr>
          <a:xfrm rot="5400000">
            <a:off x="10732498" y="5400315"/>
            <a:ext cx="2698563" cy="215444"/>
          </a:xfrm>
          <a:prstGeom prst="rect">
            <a:avLst/>
          </a:prstGeom>
          <a:noFill/>
        </p:spPr>
        <p:txBody>
          <a:bodyPr wrap="square" lIns="91440" tIns="45720" rIns="91440" bIns="45720" rtlCol="0" anchor="t">
            <a:spAutoFit/>
          </a:bodyPr>
          <a:lstStyle/>
          <a:p>
            <a:r>
              <a:rPr lang="en-US" sz="800">
                <a:solidFill>
                  <a:schemeClr val="bg1"/>
                </a:solidFill>
              </a:rPr>
              <a:t>© Wolf-Dietrich </a:t>
            </a:r>
            <a:r>
              <a:rPr lang="en-US" sz="800" err="1">
                <a:solidFill>
                  <a:schemeClr val="bg1"/>
                </a:solidFill>
              </a:rPr>
              <a:t>Hufenbach</a:t>
            </a:r>
            <a:r>
              <a:rPr lang="en-US" sz="800">
                <a:solidFill>
                  <a:schemeClr val="bg1"/>
                </a:solidFill>
              </a:rPr>
              <a:t>, </a:t>
            </a:r>
            <a:r>
              <a:rPr lang="en-US" sz="800" err="1">
                <a:solidFill>
                  <a:schemeClr val="bg1"/>
                </a:solidFill>
              </a:rPr>
              <a:t>Environment&amp;Me</a:t>
            </a:r>
            <a:r>
              <a:rPr lang="en-US" sz="800">
                <a:solidFill>
                  <a:schemeClr val="bg1"/>
                </a:solidFill>
              </a:rPr>
              <a:t> 2025 / EEA</a:t>
            </a:r>
            <a:endParaRPr lang="en-US" sz="800">
              <a:solidFill>
                <a:schemeClr val="bg1"/>
              </a:solidFill>
              <a:ea typeface="Calibri"/>
              <a:cs typeface="Calibri"/>
            </a:endParaRPr>
          </a:p>
        </p:txBody>
      </p:sp>
      <p:sp>
        <p:nvSpPr>
          <p:cNvPr id="3" name="TextBox 2">
            <a:extLst>
              <a:ext uri="{FF2B5EF4-FFF2-40B4-BE49-F238E27FC236}">
                <a16:creationId xmlns:a16="http://schemas.microsoft.com/office/drawing/2014/main" id="{6F761B5A-AF18-ABEF-9740-C0E5B62DB353}"/>
              </a:ext>
            </a:extLst>
          </p:cNvPr>
          <p:cNvSpPr txBox="1"/>
          <p:nvPr/>
        </p:nvSpPr>
        <p:spPr>
          <a:xfrm>
            <a:off x="1150454" y="3200562"/>
            <a:ext cx="2338754" cy="923330"/>
          </a:xfrm>
          <a:prstGeom prst="rect">
            <a:avLst/>
          </a:prstGeom>
          <a:noFill/>
        </p:spPr>
        <p:txBody>
          <a:bodyPr wrap="square" rtlCol="0">
            <a:spAutoFit/>
          </a:bodyPr>
          <a:lstStyle/>
          <a:p>
            <a:pPr algn="ctr"/>
            <a:r>
              <a:rPr lang="da-DK"/>
              <a:t>Stocktake of reporting progress and actions since last meeting.</a:t>
            </a:r>
            <a:endParaRPr lang="en-DK"/>
          </a:p>
        </p:txBody>
      </p:sp>
      <p:pic>
        <p:nvPicPr>
          <p:cNvPr id="1028" name="Picture 4" descr="Capacity - Free business and finance icons">
            <a:extLst>
              <a:ext uri="{FF2B5EF4-FFF2-40B4-BE49-F238E27FC236}">
                <a16:creationId xmlns:a16="http://schemas.microsoft.com/office/drawing/2014/main" id="{1346C984-752D-86F1-9292-1DD2639262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0581" y="1258107"/>
            <a:ext cx="1640396" cy="164039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Data quality - Free electronics icons">
            <a:extLst>
              <a:ext uri="{FF2B5EF4-FFF2-40B4-BE49-F238E27FC236}">
                <a16:creationId xmlns:a16="http://schemas.microsoft.com/office/drawing/2014/main" id="{6380B1DE-93D5-6FA5-B531-7E64BAE26D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8156" y="1236583"/>
            <a:ext cx="1683444" cy="168344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ssessment - Free files and folders icons">
            <a:extLst>
              <a:ext uri="{FF2B5EF4-FFF2-40B4-BE49-F238E27FC236}">
                <a16:creationId xmlns:a16="http://schemas.microsoft.com/office/drawing/2014/main" id="{C218C039-9DDF-DC14-6EE0-747F086289F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58779" y="1375798"/>
            <a:ext cx="1405015" cy="1405015"/>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Moving - Free business and finance icons">
            <a:extLst>
              <a:ext uri="{FF2B5EF4-FFF2-40B4-BE49-F238E27FC236}">
                <a16:creationId xmlns:a16="http://schemas.microsoft.com/office/drawing/2014/main" id="{C22040C2-0638-C2A9-5EBC-4B734FF7DD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2198" y="4404994"/>
            <a:ext cx="1842329" cy="184232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WORLD CAFÉ | Redesign Toolkit">
            <a:extLst>
              <a:ext uri="{FF2B5EF4-FFF2-40B4-BE49-F238E27FC236}">
                <a16:creationId xmlns:a16="http://schemas.microsoft.com/office/drawing/2014/main" id="{9B59282A-4EE2-57C1-CC4A-1191C814B2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38039" y="4490727"/>
            <a:ext cx="3098834" cy="1670869"/>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rogress report - Free miscellaneous icons">
            <a:extLst>
              <a:ext uri="{FF2B5EF4-FFF2-40B4-BE49-F238E27FC236}">
                <a16:creationId xmlns:a16="http://schemas.microsoft.com/office/drawing/2014/main" id="{CD4566F5-5115-54C4-3FB6-AD078EDB79B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6260" y="1134734"/>
            <a:ext cx="1887142" cy="18871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F9E41FD-4110-68EF-581F-47176D65C7F9}"/>
              </a:ext>
            </a:extLst>
          </p:cNvPr>
          <p:cNvSpPr txBox="1"/>
          <p:nvPr/>
        </p:nvSpPr>
        <p:spPr>
          <a:xfrm>
            <a:off x="4156534" y="2991809"/>
            <a:ext cx="2403376" cy="923330"/>
          </a:xfrm>
          <a:prstGeom prst="rect">
            <a:avLst/>
          </a:prstGeom>
          <a:noFill/>
        </p:spPr>
        <p:txBody>
          <a:bodyPr wrap="square" rtlCol="0">
            <a:spAutoFit/>
          </a:bodyPr>
          <a:lstStyle/>
          <a:p>
            <a:pPr algn="ctr"/>
            <a:r>
              <a:rPr lang="da-DK"/>
              <a:t>Three examples of institutional capacity building.</a:t>
            </a:r>
            <a:endParaRPr lang="en-DK"/>
          </a:p>
        </p:txBody>
      </p:sp>
      <p:pic>
        <p:nvPicPr>
          <p:cNvPr id="1040" name="Picture 16" descr="Coffee break - Free food and restaurant icons">
            <a:extLst>
              <a:ext uri="{FF2B5EF4-FFF2-40B4-BE49-F238E27FC236}">
                <a16:creationId xmlns:a16="http://schemas.microsoft.com/office/drawing/2014/main" id="{76754E93-2F4C-46D9-3142-A414762532C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323832" y="1592978"/>
            <a:ext cx="446464" cy="446464"/>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Lunch break - Free food icons">
            <a:extLst>
              <a:ext uri="{FF2B5EF4-FFF2-40B4-BE49-F238E27FC236}">
                <a16:creationId xmlns:a16="http://schemas.microsoft.com/office/drawing/2014/main" id="{D0ECBE7D-1440-C00A-80D3-235E922600F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61317" y="1522073"/>
            <a:ext cx="568743" cy="56874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46303AA-C2AE-D9D4-F009-9B4DFFB7D63E}"/>
              </a:ext>
            </a:extLst>
          </p:cNvPr>
          <p:cNvSpPr txBox="1"/>
          <p:nvPr/>
        </p:nvSpPr>
        <p:spPr>
          <a:xfrm>
            <a:off x="7307026" y="2991809"/>
            <a:ext cx="2338754" cy="923330"/>
          </a:xfrm>
          <a:prstGeom prst="rect">
            <a:avLst/>
          </a:prstGeom>
          <a:noFill/>
        </p:spPr>
        <p:txBody>
          <a:bodyPr wrap="square" rtlCol="0">
            <a:spAutoFit/>
          </a:bodyPr>
          <a:lstStyle/>
          <a:p>
            <a:pPr algn="ctr"/>
            <a:r>
              <a:rPr lang="da-DK"/>
              <a:t>Quality of reported data.</a:t>
            </a:r>
            <a:br>
              <a:rPr lang="da-DK"/>
            </a:br>
            <a:endParaRPr lang="en-DK"/>
          </a:p>
        </p:txBody>
      </p:sp>
      <p:sp>
        <p:nvSpPr>
          <p:cNvPr id="9" name="TextBox 8">
            <a:extLst>
              <a:ext uri="{FF2B5EF4-FFF2-40B4-BE49-F238E27FC236}">
                <a16:creationId xmlns:a16="http://schemas.microsoft.com/office/drawing/2014/main" id="{EBB00C47-ABD7-6F9C-96CF-8CB435A8B106}"/>
              </a:ext>
            </a:extLst>
          </p:cNvPr>
          <p:cNvSpPr txBox="1"/>
          <p:nvPr/>
        </p:nvSpPr>
        <p:spPr>
          <a:xfrm>
            <a:off x="9801343" y="2944953"/>
            <a:ext cx="2338754" cy="1200329"/>
          </a:xfrm>
          <a:prstGeom prst="rect">
            <a:avLst/>
          </a:prstGeom>
          <a:noFill/>
        </p:spPr>
        <p:txBody>
          <a:bodyPr wrap="square" rtlCol="0">
            <a:spAutoFit/>
          </a:bodyPr>
          <a:lstStyle/>
          <a:p>
            <a:pPr algn="ctr"/>
            <a:r>
              <a:rPr lang="da-DK"/>
              <a:t>Presentation of the progress of assessment.</a:t>
            </a:r>
            <a:br>
              <a:rPr lang="da-DK"/>
            </a:br>
            <a:endParaRPr lang="en-DK"/>
          </a:p>
        </p:txBody>
      </p:sp>
      <p:sp>
        <p:nvSpPr>
          <p:cNvPr id="11" name="TextBox 10">
            <a:extLst>
              <a:ext uri="{FF2B5EF4-FFF2-40B4-BE49-F238E27FC236}">
                <a16:creationId xmlns:a16="http://schemas.microsoft.com/office/drawing/2014/main" id="{111E0ABF-0898-610F-B545-4EB108AE7746}"/>
              </a:ext>
            </a:extLst>
          </p:cNvPr>
          <p:cNvSpPr txBox="1"/>
          <p:nvPr/>
        </p:nvSpPr>
        <p:spPr>
          <a:xfrm>
            <a:off x="1208310" y="6321304"/>
            <a:ext cx="2338754" cy="369332"/>
          </a:xfrm>
          <a:prstGeom prst="rect">
            <a:avLst/>
          </a:prstGeom>
          <a:noFill/>
        </p:spPr>
        <p:txBody>
          <a:bodyPr wrap="square" rtlCol="0">
            <a:spAutoFit/>
          </a:bodyPr>
          <a:lstStyle/>
          <a:p>
            <a:pPr algn="ctr"/>
            <a:r>
              <a:rPr lang="da-DK"/>
              <a:t>What’s up ahead.</a:t>
            </a:r>
            <a:endParaRPr lang="en-DK"/>
          </a:p>
        </p:txBody>
      </p:sp>
      <p:sp>
        <p:nvSpPr>
          <p:cNvPr id="12" name="TextBox 11">
            <a:extLst>
              <a:ext uri="{FF2B5EF4-FFF2-40B4-BE49-F238E27FC236}">
                <a16:creationId xmlns:a16="http://schemas.microsoft.com/office/drawing/2014/main" id="{7DA3BB44-9D3E-6D03-80BA-382F17587C9D}"/>
              </a:ext>
            </a:extLst>
          </p:cNvPr>
          <p:cNvSpPr txBox="1"/>
          <p:nvPr/>
        </p:nvSpPr>
        <p:spPr>
          <a:xfrm>
            <a:off x="4223400" y="6357922"/>
            <a:ext cx="2338754" cy="369332"/>
          </a:xfrm>
          <a:prstGeom prst="rect">
            <a:avLst/>
          </a:prstGeom>
          <a:noFill/>
        </p:spPr>
        <p:txBody>
          <a:bodyPr wrap="square" rtlCol="0">
            <a:spAutoFit/>
          </a:bodyPr>
          <a:lstStyle/>
          <a:p>
            <a:pPr algn="ctr"/>
            <a:r>
              <a:rPr lang="da-DK"/>
              <a:t>World cafe.</a:t>
            </a:r>
            <a:endParaRPr lang="en-DK"/>
          </a:p>
        </p:txBody>
      </p:sp>
      <p:cxnSp>
        <p:nvCxnSpPr>
          <p:cNvPr id="16" name="Straight Arrow Connector 15">
            <a:extLst>
              <a:ext uri="{FF2B5EF4-FFF2-40B4-BE49-F238E27FC236}">
                <a16:creationId xmlns:a16="http://schemas.microsoft.com/office/drawing/2014/main" id="{9316CB71-D911-B4CA-8EA3-C4F4F71D28CC}"/>
              </a:ext>
            </a:extLst>
          </p:cNvPr>
          <p:cNvCxnSpPr>
            <a:cxnSpLocks/>
          </p:cNvCxnSpPr>
          <p:nvPr/>
        </p:nvCxnSpPr>
        <p:spPr>
          <a:xfrm>
            <a:off x="3214933" y="2229725"/>
            <a:ext cx="747467"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3A10370-AA59-8590-AE94-59D2F9D72184}"/>
              </a:ext>
            </a:extLst>
          </p:cNvPr>
          <p:cNvCxnSpPr/>
          <p:nvPr/>
        </p:nvCxnSpPr>
        <p:spPr>
          <a:xfrm>
            <a:off x="6332361" y="2229725"/>
            <a:ext cx="1078346"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AEDA6357-9847-7DB1-2268-080F873FA4FC}"/>
              </a:ext>
            </a:extLst>
          </p:cNvPr>
          <p:cNvCxnSpPr/>
          <p:nvPr/>
        </p:nvCxnSpPr>
        <p:spPr>
          <a:xfrm>
            <a:off x="9253663" y="2238763"/>
            <a:ext cx="1078346"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7DF0222-61C5-8883-9321-E93420CE7426}"/>
              </a:ext>
            </a:extLst>
          </p:cNvPr>
          <p:cNvCxnSpPr>
            <a:cxnSpLocks/>
          </p:cNvCxnSpPr>
          <p:nvPr/>
        </p:nvCxnSpPr>
        <p:spPr>
          <a:xfrm flipV="1">
            <a:off x="7397419" y="4709277"/>
            <a:ext cx="830875" cy="64591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46EB48A-EA69-6773-1967-E477684B8BDF}"/>
              </a:ext>
            </a:extLst>
          </p:cNvPr>
          <p:cNvCxnSpPr/>
          <p:nvPr/>
        </p:nvCxnSpPr>
        <p:spPr>
          <a:xfrm>
            <a:off x="7414995" y="5356968"/>
            <a:ext cx="1078346"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5577E94B-79D8-F41B-4BD0-30A57C36D0A7}"/>
              </a:ext>
            </a:extLst>
          </p:cNvPr>
          <p:cNvCxnSpPr>
            <a:cxnSpLocks/>
          </p:cNvCxnSpPr>
          <p:nvPr/>
        </p:nvCxnSpPr>
        <p:spPr>
          <a:xfrm>
            <a:off x="7397419" y="5355187"/>
            <a:ext cx="830875" cy="649473"/>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E6BB288-D968-0671-1827-E2B3EBF589AF}"/>
              </a:ext>
            </a:extLst>
          </p:cNvPr>
          <p:cNvSpPr txBox="1"/>
          <p:nvPr/>
        </p:nvSpPr>
        <p:spPr>
          <a:xfrm rot="16200000">
            <a:off x="-695149" y="2019750"/>
            <a:ext cx="2338754" cy="461665"/>
          </a:xfrm>
          <a:prstGeom prst="rect">
            <a:avLst/>
          </a:prstGeom>
          <a:noFill/>
        </p:spPr>
        <p:txBody>
          <a:bodyPr wrap="square" rtlCol="0">
            <a:spAutoFit/>
          </a:bodyPr>
          <a:lstStyle/>
          <a:p>
            <a:pPr algn="ctr"/>
            <a:r>
              <a:rPr lang="da-DK" sz="2400" b="1"/>
              <a:t>Day 1</a:t>
            </a:r>
            <a:endParaRPr lang="en-DK" sz="2400" b="1"/>
          </a:p>
        </p:txBody>
      </p:sp>
      <p:sp>
        <p:nvSpPr>
          <p:cNvPr id="29" name="TextBox 28">
            <a:extLst>
              <a:ext uri="{FF2B5EF4-FFF2-40B4-BE49-F238E27FC236}">
                <a16:creationId xmlns:a16="http://schemas.microsoft.com/office/drawing/2014/main" id="{3EAFD547-61D4-EE84-CEF7-358DFF5858E1}"/>
              </a:ext>
            </a:extLst>
          </p:cNvPr>
          <p:cNvSpPr txBox="1"/>
          <p:nvPr/>
        </p:nvSpPr>
        <p:spPr>
          <a:xfrm rot="16200000">
            <a:off x="-695150" y="5105760"/>
            <a:ext cx="2338754" cy="461665"/>
          </a:xfrm>
          <a:prstGeom prst="rect">
            <a:avLst/>
          </a:prstGeom>
          <a:noFill/>
        </p:spPr>
        <p:txBody>
          <a:bodyPr wrap="square" rtlCol="0">
            <a:spAutoFit/>
          </a:bodyPr>
          <a:lstStyle/>
          <a:p>
            <a:pPr algn="ctr"/>
            <a:r>
              <a:rPr lang="da-DK" sz="2400" b="1"/>
              <a:t>Day 2</a:t>
            </a:r>
            <a:endParaRPr lang="en-DK" sz="2400" b="1"/>
          </a:p>
        </p:txBody>
      </p:sp>
      <p:pic>
        <p:nvPicPr>
          <p:cNvPr id="31" name="Picture 16" descr="Coffee break - Free food and restaurant icons">
            <a:extLst>
              <a:ext uri="{FF2B5EF4-FFF2-40B4-BE49-F238E27FC236}">
                <a16:creationId xmlns:a16="http://schemas.microsoft.com/office/drawing/2014/main" id="{6AF85FC7-B0BC-3684-315E-81B88DAA9EE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569604" y="1586276"/>
            <a:ext cx="446464" cy="44646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6" descr="Coffee break - Free food and restaurant icons">
            <a:extLst>
              <a:ext uri="{FF2B5EF4-FFF2-40B4-BE49-F238E27FC236}">
                <a16:creationId xmlns:a16="http://schemas.microsoft.com/office/drawing/2014/main" id="{DFB31F25-79D8-CCAC-86C8-CDD9C6344E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82787" y="4936272"/>
            <a:ext cx="446464" cy="446464"/>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Straight Arrow Connector 32">
            <a:extLst>
              <a:ext uri="{FF2B5EF4-FFF2-40B4-BE49-F238E27FC236}">
                <a16:creationId xmlns:a16="http://schemas.microsoft.com/office/drawing/2014/main" id="{2D264FFE-690F-B3DE-1DFE-526B359E6792}"/>
              </a:ext>
            </a:extLst>
          </p:cNvPr>
          <p:cNvCxnSpPr>
            <a:cxnSpLocks/>
          </p:cNvCxnSpPr>
          <p:nvPr/>
        </p:nvCxnSpPr>
        <p:spPr>
          <a:xfrm>
            <a:off x="3473888" y="5573019"/>
            <a:ext cx="747467"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pic>
        <p:nvPicPr>
          <p:cNvPr id="4" name="Picture 18" descr="Lunch break - Free food icons">
            <a:extLst>
              <a:ext uri="{FF2B5EF4-FFF2-40B4-BE49-F238E27FC236}">
                <a16:creationId xmlns:a16="http://schemas.microsoft.com/office/drawing/2014/main" id="{9A35ECBB-9BAA-13EF-EDC9-5142C524DA1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79988" y="5051555"/>
            <a:ext cx="568743" cy="5687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5784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254E-8F0E-4845-158B-9BA735F2A17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16D4B1A-0F92-3F5A-0A9F-A391092FFD72}"/>
              </a:ext>
            </a:extLst>
          </p:cNvPr>
          <p:cNvPicPr>
            <a:picLocks noChangeAspect="1"/>
          </p:cNvPicPr>
          <p:nvPr/>
        </p:nvPicPr>
        <p:blipFill>
          <a:blip r:embed="rId2"/>
          <a:stretch>
            <a:fillRect/>
          </a:stretch>
        </p:blipFill>
        <p:spPr>
          <a:xfrm>
            <a:off x="4419600" y="1"/>
            <a:ext cx="7772400" cy="6858000"/>
          </a:xfrm>
          <a:prstGeom prst="rect">
            <a:avLst/>
          </a:prstGeom>
        </p:spPr>
      </p:pic>
      <p:sp>
        <p:nvSpPr>
          <p:cNvPr id="6" name="Oval 5">
            <a:extLst>
              <a:ext uri="{FF2B5EF4-FFF2-40B4-BE49-F238E27FC236}">
                <a16:creationId xmlns:a16="http://schemas.microsoft.com/office/drawing/2014/main" id="{85BF215D-8A6F-C117-225F-3453CCBAC12B}"/>
              </a:ext>
            </a:extLst>
          </p:cNvPr>
          <p:cNvSpPr/>
          <p:nvPr/>
        </p:nvSpPr>
        <p:spPr>
          <a:xfrm>
            <a:off x="5465087" y="505275"/>
            <a:ext cx="6101141" cy="6101141"/>
          </a:xfrm>
          <a:prstGeom prst="ellipse">
            <a:avLst/>
          </a:prstGeom>
          <a:solidFill>
            <a:srgbClr val="2E3D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TextBox 10">
            <a:extLst>
              <a:ext uri="{FF2B5EF4-FFF2-40B4-BE49-F238E27FC236}">
                <a16:creationId xmlns:a16="http://schemas.microsoft.com/office/drawing/2014/main" id="{4AD02602-A36B-7625-6AFC-F4C127E7E6D6}"/>
              </a:ext>
            </a:extLst>
          </p:cNvPr>
          <p:cNvSpPr txBox="1"/>
          <p:nvPr/>
        </p:nvSpPr>
        <p:spPr>
          <a:xfrm>
            <a:off x="1031184" y="2056821"/>
            <a:ext cx="1447436" cy="523220"/>
          </a:xfrm>
          <a:prstGeom prst="rect">
            <a:avLst/>
          </a:prstGeom>
          <a:noFill/>
        </p:spPr>
        <p:txBody>
          <a:bodyPr wrap="square">
            <a:spAutoFit/>
          </a:bodyPr>
          <a:lstStyle/>
          <a:p>
            <a:r>
              <a:rPr lang="en-GB" sz="1400" noProof="0">
                <a:solidFill>
                  <a:srgbClr val="3D5265"/>
                </a:solidFill>
                <a:latin typeface="Aptos Light" panose="020B0004020202020204" pitchFamily="34" charset="0"/>
              </a:rPr>
              <a:t>An </a:t>
            </a:r>
            <a:r>
              <a:rPr lang="en-GB" sz="1400" b="1" noProof="0">
                <a:solidFill>
                  <a:srgbClr val="3D5265"/>
                </a:solidFill>
                <a:latin typeface="Aptos Light" panose="020B0004020202020204" pitchFamily="34" charset="0"/>
              </a:rPr>
              <a:t>independent</a:t>
            </a:r>
            <a:r>
              <a:rPr lang="en-GB" sz="1400" noProof="0">
                <a:solidFill>
                  <a:srgbClr val="3D5265"/>
                </a:solidFill>
                <a:latin typeface="Aptos Light" panose="020B0004020202020204" pitchFamily="34" charset="0"/>
              </a:rPr>
              <a:t> EU agency</a:t>
            </a:r>
          </a:p>
        </p:txBody>
      </p:sp>
      <p:sp>
        <p:nvSpPr>
          <p:cNvPr id="18" name="TextBox 17">
            <a:extLst>
              <a:ext uri="{FF2B5EF4-FFF2-40B4-BE49-F238E27FC236}">
                <a16:creationId xmlns:a16="http://schemas.microsoft.com/office/drawing/2014/main" id="{3CA28D0F-E0FE-4AE1-9B9F-8E453881403B}"/>
              </a:ext>
            </a:extLst>
          </p:cNvPr>
          <p:cNvSpPr txBox="1"/>
          <p:nvPr/>
        </p:nvSpPr>
        <p:spPr>
          <a:xfrm>
            <a:off x="444309" y="4922079"/>
            <a:ext cx="5880291" cy="369332"/>
          </a:xfrm>
          <a:prstGeom prst="rect">
            <a:avLst/>
          </a:prstGeom>
          <a:noFill/>
        </p:spPr>
        <p:txBody>
          <a:bodyPr wrap="square">
            <a:spAutoFit/>
          </a:bodyPr>
          <a:lstStyle/>
          <a:p>
            <a:r>
              <a:rPr lang="en-GB">
                <a:solidFill>
                  <a:srgbClr val="3D5265"/>
                </a:solidFill>
                <a:latin typeface="Aptos Light" panose="020B0004020202020204" pitchFamily="34" charset="0"/>
              </a:rPr>
              <a:t>Propose or formulate legislation</a:t>
            </a:r>
            <a:endParaRPr lang="en-GB" noProof="0">
              <a:solidFill>
                <a:srgbClr val="3D5265"/>
              </a:solidFill>
              <a:latin typeface="Aptos Light" panose="020B0004020202020204" pitchFamily="34" charset="0"/>
            </a:endParaRPr>
          </a:p>
        </p:txBody>
      </p:sp>
      <p:sp>
        <p:nvSpPr>
          <p:cNvPr id="19" name="TextBox 18">
            <a:extLst>
              <a:ext uri="{FF2B5EF4-FFF2-40B4-BE49-F238E27FC236}">
                <a16:creationId xmlns:a16="http://schemas.microsoft.com/office/drawing/2014/main" id="{94F3B75C-E959-76C3-DC64-CF354B12ED59}"/>
              </a:ext>
            </a:extLst>
          </p:cNvPr>
          <p:cNvSpPr txBox="1"/>
          <p:nvPr/>
        </p:nvSpPr>
        <p:spPr>
          <a:xfrm>
            <a:off x="436694" y="5478724"/>
            <a:ext cx="5078504" cy="369332"/>
          </a:xfrm>
          <a:prstGeom prst="rect">
            <a:avLst/>
          </a:prstGeom>
          <a:noFill/>
        </p:spPr>
        <p:txBody>
          <a:bodyPr wrap="square" rtlCol="0">
            <a:spAutoFit/>
          </a:bodyPr>
          <a:lstStyle/>
          <a:p>
            <a:r>
              <a:rPr lang="en-GB">
                <a:solidFill>
                  <a:srgbClr val="3D5265"/>
                </a:solidFill>
                <a:latin typeface="Aptos Light" panose="020B0004020202020204" pitchFamily="34" charset="0"/>
              </a:rPr>
              <a:t>Implementation of environmental measures</a:t>
            </a:r>
            <a:endParaRPr lang="en-GB" noProof="0">
              <a:solidFill>
                <a:srgbClr val="3D5265"/>
              </a:solidFill>
              <a:latin typeface="Aptos Light" panose="020B0004020202020204" pitchFamily="34" charset="0"/>
            </a:endParaRPr>
          </a:p>
        </p:txBody>
      </p:sp>
      <p:sp>
        <p:nvSpPr>
          <p:cNvPr id="20" name="TextBox 19">
            <a:extLst>
              <a:ext uri="{FF2B5EF4-FFF2-40B4-BE49-F238E27FC236}">
                <a16:creationId xmlns:a16="http://schemas.microsoft.com/office/drawing/2014/main" id="{C3942F27-4A8E-C2C6-C994-5145634118DF}"/>
              </a:ext>
            </a:extLst>
          </p:cNvPr>
          <p:cNvSpPr txBox="1"/>
          <p:nvPr/>
        </p:nvSpPr>
        <p:spPr>
          <a:xfrm>
            <a:off x="460742" y="5959169"/>
            <a:ext cx="4597250" cy="369332"/>
          </a:xfrm>
          <a:prstGeom prst="rect">
            <a:avLst/>
          </a:prstGeom>
          <a:noFill/>
        </p:spPr>
        <p:txBody>
          <a:bodyPr wrap="square">
            <a:spAutoFit/>
          </a:bodyPr>
          <a:lstStyle/>
          <a:p>
            <a:r>
              <a:rPr lang="en-GB" noProof="0">
                <a:solidFill>
                  <a:srgbClr val="3D5265"/>
                </a:solidFill>
                <a:latin typeface="Aptos Light" panose="020B0004020202020204" pitchFamily="34" charset="0"/>
              </a:rPr>
              <a:t>Providing funding</a:t>
            </a:r>
            <a:r>
              <a:rPr lang="en-GB">
                <a:solidFill>
                  <a:srgbClr val="3D5265"/>
                </a:solidFill>
                <a:latin typeface="Aptos Light" panose="020B0004020202020204" pitchFamily="34" charset="0"/>
              </a:rPr>
              <a:t> to environmental measures</a:t>
            </a:r>
            <a:endParaRPr lang="en-GB" noProof="0">
              <a:solidFill>
                <a:srgbClr val="3D5265"/>
              </a:solidFill>
              <a:latin typeface="Aptos Light" panose="020B0004020202020204" pitchFamily="34" charset="0"/>
            </a:endParaRPr>
          </a:p>
        </p:txBody>
      </p:sp>
      <p:pic>
        <p:nvPicPr>
          <p:cNvPr id="23" name="Picture 22">
            <a:extLst>
              <a:ext uri="{FF2B5EF4-FFF2-40B4-BE49-F238E27FC236}">
                <a16:creationId xmlns:a16="http://schemas.microsoft.com/office/drawing/2014/main" id="{A1C0E75C-1B66-671B-14F0-73AD905C73A5}"/>
              </a:ext>
            </a:extLst>
          </p:cNvPr>
          <p:cNvPicPr>
            <a:picLocks noChangeAspect="1"/>
          </p:cNvPicPr>
          <p:nvPr/>
        </p:nvPicPr>
        <p:blipFill>
          <a:blip r:embed="rId3"/>
          <a:stretch>
            <a:fillRect/>
          </a:stretch>
        </p:blipFill>
        <p:spPr>
          <a:xfrm>
            <a:off x="460742" y="2074424"/>
            <a:ext cx="488014" cy="488014"/>
          </a:xfrm>
          <a:prstGeom prst="rect">
            <a:avLst/>
          </a:prstGeom>
        </p:spPr>
      </p:pic>
      <p:pic>
        <p:nvPicPr>
          <p:cNvPr id="25" name="Picture 24">
            <a:extLst>
              <a:ext uri="{FF2B5EF4-FFF2-40B4-BE49-F238E27FC236}">
                <a16:creationId xmlns:a16="http://schemas.microsoft.com/office/drawing/2014/main" id="{8E462670-B849-F6C9-362E-51129FA8DAFC}"/>
              </a:ext>
            </a:extLst>
          </p:cNvPr>
          <p:cNvPicPr>
            <a:picLocks noChangeAspect="1"/>
          </p:cNvPicPr>
          <p:nvPr/>
        </p:nvPicPr>
        <p:blipFill>
          <a:blip r:embed="rId4"/>
          <a:stretch>
            <a:fillRect/>
          </a:stretch>
        </p:blipFill>
        <p:spPr>
          <a:xfrm>
            <a:off x="2947652" y="3010404"/>
            <a:ext cx="527291" cy="531545"/>
          </a:xfrm>
          <a:prstGeom prst="rect">
            <a:avLst/>
          </a:prstGeom>
        </p:spPr>
      </p:pic>
      <p:pic>
        <p:nvPicPr>
          <p:cNvPr id="26" name="Picture 25">
            <a:extLst>
              <a:ext uri="{FF2B5EF4-FFF2-40B4-BE49-F238E27FC236}">
                <a16:creationId xmlns:a16="http://schemas.microsoft.com/office/drawing/2014/main" id="{5F86C49B-B5D6-D832-DE87-8B17B220FA8A}"/>
              </a:ext>
            </a:extLst>
          </p:cNvPr>
          <p:cNvPicPr>
            <a:picLocks noChangeAspect="1"/>
          </p:cNvPicPr>
          <p:nvPr/>
        </p:nvPicPr>
        <p:blipFill>
          <a:blip r:embed="rId5"/>
          <a:stretch>
            <a:fillRect/>
          </a:stretch>
        </p:blipFill>
        <p:spPr>
          <a:xfrm>
            <a:off x="427386" y="3032171"/>
            <a:ext cx="510029" cy="488013"/>
          </a:xfrm>
          <a:prstGeom prst="rect">
            <a:avLst/>
          </a:prstGeom>
        </p:spPr>
      </p:pic>
      <p:pic>
        <p:nvPicPr>
          <p:cNvPr id="29" name="Picture 28">
            <a:extLst>
              <a:ext uri="{FF2B5EF4-FFF2-40B4-BE49-F238E27FC236}">
                <a16:creationId xmlns:a16="http://schemas.microsoft.com/office/drawing/2014/main" id="{9D6AE4EE-607E-E015-EED8-E462908A2419}"/>
              </a:ext>
            </a:extLst>
          </p:cNvPr>
          <p:cNvPicPr>
            <a:picLocks noChangeAspect="1"/>
          </p:cNvPicPr>
          <p:nvPr/>
        </p:nvPicPr>
        <p:blipFill>
          <a:blip r:embed="rId6"/>
          <a:stretch>
            <a:fillRect/>
          </a:stretch>
        </p:blipFill>
        <p:spPr>
          <a:xfrm>
            <a:off x="2926346" y="2093426"/>
            <a:ext cx="613016" cy="447973"/>
          </a:xfrm>
          <a:prstGeom prst="rect">
            <a:avLst/>
          </a:prstGeom>
        </p:spPr>
      </p:pic>
      <p:sp>
        <p:nvSpPr>
          <p:cNvPr id="32" name="TextBox 31">
            <a:extLst>
              <a:ext uri="{FF2B5EF4-FFF2-40B4-BE49-F238E27FC236}">
                <a16:creationId xmlns:a16="http://schemas.microsoft.com/office/drawing/2014/main" id="{C587E13A-C071-982C-35F7-BB54A433F7E1}"/>
              </a:ext>
            </a:extLst>
          </p:cNvPr>
          <p:cNvSpPr txBox="1"/>
          <p:nvPr/>
        </p:nvSpPr>
        <p:spPr>
          <a:xfrm>
            <a:off x="9774941" y="2677514"/>
            <a:ext cx="1556526" cy="461665"/>
          </a:xfrm>
          <a:prstGeom prst="rect">
            <a:avLst/>
          </a:prstGeom>
          <a:noFill/>
        </p:spPr>
        <p:txBody>
          <a:bodyPr wrap="square" rtlCol="0">
            <a:spAutoFit/>
          </a:bodyPr>
          <a:lstStyle/>
          <a:p>
            <a:r>
              <a:rPr lang="en-GB" sz="2400" noProof="0">
                <a:solidFill>
                  <a:schemeClr val="bg1"/>
                </a:solidFill>
                <a:latin typeface="Aptos" panose="020B0004020202020204" pitchFamily="34" charset="0"/>
              </a:rPr>
              <a:t>countries</a:t>
            </a:r>
          </a:p>
        </p:txBody>
      </p:sp>
      <p:sp>
        <p:nvSpPr>
          <p:cNvPr id="33" name="TextBox 32">
            <a:extLst>
              <a:ext uri="{FF2B5EF4-FFF2-40B4-BE49-F238E27FC236}">
                <a16:creationId xmlns:a16="http://schemas.microsoft.com/office/drawing/2014/main" id="{5D7A2DE6-14C8-2247-82E3-776A8D2F028A}"/>
              </a:ext>
            </a:extLst>
          </p:cNvPr>
          <p:cNvSpPr txBox="1"/>
          <p:nvPr/>
        </p:nvSpPr>
        <p:spPr>
          <a:xfrm>
            <a:off x="10114144" y="6143835"/>
            <a:ext cx="1993028" cy="584775"/>
          </a:xfrm>
          <a:prstGeom prst="rect">
            <a:avLst/>
          </a:prstGeom>
          <a:noFill/>
        </p:spPr>
        <p:txBody>
          <a:bodyPr wrap="square">
            <a:spAutoFit/>
          </a:bodyPr>
          <a:lstStyle/>
          <a:p>
            <a:r>
              <a:rPr lang="en-GB" sz="800" noProof="0">
                <a:solidFill>
                  <a:schemeClr val="bg1"/>
                </a:solidFill>
                <a:latin typeface="Aptos Light" panose="020B0004020202020204" pitchFamily="34" charset="0"/>
              </a:rPr>
              <a:t>* This designation is without prejudice to positions on status and is in line with UNSCR 1244/99 and the ICJ Opinion on the Kosovo Declaration of Independence.</a:t>
            </a:r>
          </a:p>
        </p:txBody>
      </p:sp>
      <p:pic>
        <p:nvPicPr>
          <p:cNvPr id="34" name="Graphic 33">
            <a:extLst>
              <a:ext uri="{FF2B5EF4-FFF2-40B4-BE49-F238E27FC236}">
                <a16:creationId xmlns:a16="http://schemas.microsoft.com/office/drawing/2014/main" id="{F2A1D733-6E34-D5AC-3E91-1F1E431E185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228658" y="155359"/>
            <a:ext cx="1764000" cy="925120"/>
          </a:xfrm>
          <a:prstGeom prst="rect">
            <a:avLst/>
          </a:prstGeom>
        </p:spPr>
      </p:pic>
      <p:sp>
        <p:nvSpPr>
          <p:cNvPr id="35" name="TextBox 34">
            <a:extLst>
              <a:ext uri="{FF2B5EF4-FFF2-40B4-BE49-F238E27FC236}">
                <a16:creationId xmlns:a16="http://schemas.microsoft.com/office/drawing/2014/main" id="{29CDE2F6-EDDF-3E92-3944-119CDAA79A78}"/>
              </a:ext>
            </a:extLst>
          </p:cNvPr>
          <p:cNvSpPr txBox="1"/>
          <p:nvPr/>
        </p:nvSpPr>
        <p:spPr>
          <a:xfrm>
            <a:off x="9949327" y="3223517"/>
            <a:ext cx="1791647" cy="276999"/>
          </a:xfrm>
          <a:prstGeom prst="rect">
            <a:avLst/>
          </a:prstGeom>
          <a:noFill/>
        </p:spPr>
        <p:txBody>
          <a:bodyPr wrap="square">
            <a:spAutoFit/>
          </a:bodyPr>
          <a:lstStyle/>
          <a:p>
            <a:r>
              <a:rPr lang="en-GB" sz="1200" noProof="0">
                <a:solidFill>
                  <a:schemeClr val="bg1"/>
                </a:solidFill>
                <a:latin typeface="Aptos" panose="020B0004020202020204" pitchFamily="34" charset="0"/>
              </a:rPr>
              <a:t>Member countries</a:t>
            </a:r>
          </a:p>
        </p:txBody>
      </p:sp>
      <p:sp>
        <p:nvSpPr>
          <p:cNvPr id="36" name="TextBox 35">
            <a:extLst>
              <a:ext uri="{FF2B5EF4-FFF2-40B4-BE49-F238E27FC236}">
                <a16:creationId xmlns:a16="http://schemas.microsoft.com/office/drawing/2014/main" id="{52E403F7-F1A0-95CB-A96E-CD2742EC81B0}"/>
              </a:ext>
            </a:extLst>
          </p:cNvPr>
          <p:cNvSpPr txBox="1"/>
          <p:nvPr/>
        </p:nvSpPr>
        <p:spPr>
          <a:xfrm>
            <a:off x="9949327" y="3493408"/>
            <a:ext cx="1791647" cy="276999"/>
          </a:xfrm>
          <a:prstGeom prst="rect">
            <a:avLst/>
          </a:prstGeom>
          <a:noFill/>
        </p:spPr>
        <p:txBody>
          <a:bodyPr wrap="square">
            <a:spAutoFit/>
          </a:bodyPr>
          <a:lstStyle/>
          <a:p>
            <a:r>
              <a:rPr lang="en-GB" sz="1200" noProof="0">
                <a:solidFill>
                  <a:schemeClr val="bg1"/>
                </a:solidFill>
                <a:latin typeface="Aptos" panose="020B0004020202020204" pitchFamily="34" charset="0"/>
              </a:rPr>
              <a:t>Cooperating countries</a:t>
            </a:r>
          </a:p>
        </p:txBody>
      </p:sp>
      <p:sp>
        <p:nvSpPr>
          <p:cNvPr id="37" name="Rectangle 36">
            <a:extLst>
              <a:ext uri="{FF2B5EF4-FFF2-40B4-BE49-F238E27FC236}">
                <a16:creationId xmlns:a16="http://schemas.microsoft.com/office/drawing/2014/main" id="{BE1F935F-8D4E-2696-ECDA-E1B92838E41B}"/>
              </a:ext>
            </a:extLst>
          </p:cNvPr>
          <p:cNvSpPr/>
          <p:nvPr/>
        </p:nvSpPr>
        <p:spPr>
          <a:xfrm>
            <a:off x="9845177" y="3293622"/>
            <a:ext cx="147102" cy="147102"/>
          </a:xfrm>
          <a:prstGeom prst="rect">
            <a:avLst/>
          </a:prstGeom>
          <a:solidFill>
            <a:srgbClr val="007A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8" name="Rectangle 37">
            <a:extLst>
              <a:ext uri="{FF2B5EF4-FFF2-40B4-BE49-F238E27FC236}">
                <a16:creationId xmlns:a16="http://schemas.microsoft.com/office/drawing/2014/main" id="{F0015023-DE87-FFBD-B1F4-5FFB96D86DC4}"/>
              </a:ext>
            </a:extLst>
          </p:cNvPr>
          <p:cNvSpPr/>
          <p:nvPr/>
        </p:nvSpPr>
        <p:spPr>
          <a:xfrm>
            <a:off x="9845177" y="3563033"/>
            <a:ext cx="147102" cy="147102"/>
          </a:xfrm>
          <a:prstGeom prst="rect">
            <a:avLst/>
          </a:prstGeom>
          <a:solidFill>
            <a:srgbClr val="004A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cxnSp>
        <p:nvCxnSpPr>
          <p:cNvPr id="39" name="Straight Connector 38">
            <a:extLst>
              <a:ext uri="{FF2B5EF4-FFF2-40B4-BE49-F238E27FC236}">
                <a16:creationId xmlns:a16="http://schemas.microsoft.com/office/drawing/2014/main" id="{1D600130-747B-1CBF-2FD6-700BB93F5BE5}"/>
              </a:ext>
            </a:extLst>
          </p:cNvPr>
          <p:cNvCxnSpPr>
            <a:cxnSpLocks/>
          </p:cNvCxnSpPr>
          <p:nvPr/>
        </p:nvCxnSpPr>
        <p:spPr>
          <a:xfrm flipH="1" flipV="1">
            <a:off x="537640" y="5378074"/>
            <a:ext cx="4520352" cy="9595"/>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C62D38E-4656-4B96-C5FE-4C6A251989C9}"/>
              </a:ext>
            </a:extLst>
          </p:cNvPr>
          <p:cNvCxnSpPr>
            <a:cxnSpLocks/>
          </p:cNvCxnSpPr>
          <p:nvPr/>
        </p:nvCxnSpPr>
        <p:spPr>
          <a:xfrm flipH="1" flipV="1">
            <a:off x="537640" y="5911474"/>
            <a:ext cx="4520352" cy="9595"/>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46C4878-472F-F486-D674-609D488ECE6C}"/>
              </a:ext>
            </a:extLst>
          </p:cNvPr>
          <p:cNvSpPr txBox="1"/>
          <p:nvPr/>
        </p:nvSpPr>
        <p:spPr>
          <a:xfrm>
            <a:off x="9991296" y="1959964"/>
            <a:ext cx="1083795" cy="1015663"/>
          </a:xfrm>
          <a:prstGeom prst="rect">
            <a:avLst/>
          </a:prstGeom>
          <a:noFill/>
        </p:spPr>
        <p:txBody>
          <a:bodyPr wrap="square">
            <a:spAutoFit/>
          </a:bodyPr>
          <a:lstStyle/>
          <a:p>
            <a:r>
              <a:rPr lang="en-GB" sz="6000" b="1" noProof="0">
                <a:solidFill>
                  <a:schemeClr val="bg1"/>
                </a:solidFill>
                <a:latin typeface="Aptos" panose="020B0004020202020204" pitchFamily="34" charset="0"/>
              </a:rPr>
              <a:t>39</a:t>
            </a:r>
          </a:p>
        </p:txBody>
      </p:sp>
      <p:sp>
        <p:nvSpPr>
          <p:cNvPr id="46" name="Title 1">
            <a:extLst>
              <a:ext uri="{FF2B5EF4-FFF2-40B4-BE49-F238E27FC236}">
                <a16:creationId xmlns:a16="http://schemas.microsoft.com/office/drawing/2014/main" id="{F3F1D0D6-A0C4-9363-4E43-0C53D159E370}"/>
              </a:ext>
            </a:extLst>
          </p:cNvPr>
          <p:cNvSpPr txBox="1">
            <a:spLocks/>
          </p:cNvSpPr>
          <p:nvPr/>
        </p:nvSpPr>
        <p:spPr>
          <a:xfrm>
            <a:off x="495300" y="430504"/>
            <a:ext cx="8387443" cy="662782"/>
          </a:xfrm>
          <a:prstGeom prst="rect">
            <a:avLst/>
          </a:prstGeom>
          <a:solidFill>
            <a:srgbClr val="289588"/>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u="none" strike="noStrike" kern="1200" cap="none" spc="0" normalizeH="0" baseline="0" noProof="0">
                <a:ln>
                  <a:noFill/>
                </a:ln>
                <a:solidFill>
                  <a:srgbClr val="FFFFFF"/>
                </a:solidFill>
                <a:effectLst/>
                <a:uLnTx/>
                <a:uFillTx/>
                <a:latin typeface="Aptos" panose="020B0004020202020204" pitchFamily="34" charset="0"/>
              </a:rPr>
              <a:t>EEA-Eionet: </a:t>
            </a:r>
            <a:r>
              <a:rPr kumimoji="0" lang="en-GB" sz="3600" b="0" u="none" strike="noStrike" kern="1200" cap="none" spc="0" normalizeH="0" baseline="0" noProof="0">
                <a:ln>
                  <a:noFill/>
                </a:ln>
                <a:solidFill>
                  <a:srgbClr val="FFFFFF"/>
                </a:solidFill>
                <a:effectLst/>
                <a:uLnTx/>
                <a:uFillTx/>
                <a:latin typeface="Aptos" panose="020B0004020202020204" pitchFamily="34" charset="0"/>
              </a:rPr>
              <a:t>a networking organisation</a:t>
            </a:r>
          </a:p>
        </p:txBody>
      </p:sp>
      <p:sp>
        <p:nvSpPr>
          <p:cNvPr id="48" name="TextBox 47">
            <a:extLst>
              <a:ext uri="{FF2B5EF4-FFF2-40B4-BE49-F238E27FC236}">
                <a16:creationId xmlns:a16="http://schemas.microsoft.com/office/drawing/2014/main" id="{E3011976-F1B4-09B3-D237-3D774E37CB01}"/>
              </a:ext>
            </a:extLst>
          </p:cNvPr>
          <p:cNvSpPr txBox="1"/>
          <p:nvPr/>
        </p:nvSpPr>
        <p:spPr>
          <a:xfrm>
            <a:off x="441654" y="1392899"/>
            <a:ext cx="4397661" cy="461665"/>
          </a:xfrm>
          <a:prstGeom prst="rect">
            <a:avLst/>
          </a:prstGeom>
          <a:noFill/>
        </p:spPr>
        <p:txBody>
          <a:bodyPr wrap="square" rtlCol="0">
            <a:spAutoFit/>
          </a:bodyPr>
          <a:lstStyle/>
          <a:p>
            <a:r>
              <a:rPr lang="en-GB" sz="2400" b="1" noProof="0">
                <a:solidFill>
                  <a:srgbClr val="289588"/>
                </a:solidFill>
                <a:latin typeface="Aptos" panose="020B0004020202020204" pitchFamily="34" charset="0"/>
              </a:rPr>
              <a:t>What we are and what we do</a:t>
            </a:r>
          </a:p>
        </p:txBody>
      </p:sp>
      <p:sp>
        <p:nvSpPr>
          <p:cNvPr id="50" name="TextBox 49">
            <a:extLst>
              <a:ext uri="{FF2B5EF4-FFF2-40B4-BE49-F238E27FC236}">
                <a16:creationId xmlns:a16="http://schemas.microsoft.com/office/drawing/2014/main" id="{8390EFB4-F865-A3EA-416E-D206D637DD1D}"/>
              </a:ext>
            </a:extLst>
          </p:cNvPr>
          <p:cNvSpPr txBox="1"/>
          <p:nvPr/>
        </p:nvSpPr>
        <p:spPr>
          <a:xfrm>
            <a:off x="441654" y="4316601"/>
            <a:ext cx="3857223" cy="461665"/>
          </a:xfrm>
          <a:prstGeom prst="rect">
            <a:avLst/>
          </a:prstGeom>
          <a:noFill/>
        </p:spPr>
        <p:txBody>
          <a:bodyPr wrap="square" rtlCol="0">
            <a:spAutoFit/>
          </a:bodyPr>
          <a:lstStyle/>
          <a:p>
            <a:r>
              <a:rPr lang="en-GB" sz="2400" b="1" noProof="0">
                <a:solidFill>
                  <a:srgbClr val="289588"/>
                </a:solidFill>
                <a:latin typeface="Aptos" panose="020B0004020202020204" pitchFamily="34" charset="0"/>
              </a:rPr>
              <a:t>What we </a:t>
            </a:r>
            <a:r>
              <a:rPr lang="en-GB" sz="2400" b="1" u="sng" noProof="0">
                <a:solidFill>
                  <a:srgbClr val="289588"/>
                </a:solidFill>
                <a:latin typeface="Aptos" panose="020B0004020202020204" pitchFamily="34" charset="0"/>
              </a:rPr>
              <a:t>don’t</a:t>
            </a:r>
            <a:r>
              <a:rPr lang="en-GB" sz="2400" b="1" noProof="0">
                <a:solidFill>
                  <a:srgbClr val="289588"/>
                </a:solidFill>
                <a:latin typeface="Aptos" panose="020B0004020202020204" pitchFamily="34" charset="0"/>
              </a:rPr>
              <a:t> do</a:t>
            </a:r>
          </a:p>
        </p:txBody>
      </p:sp>
      <p:pic>
        <p:nvPicPr>
          <p:cNvPr id="21" name="Picture 20" descr="A map of europe with blue and green colors&#10;&#10;AI-generated content may be incorrect.">
            <a:extLst>
              <a:ext uri="{FF2B5EF4-FFF2-40B4-BE49-F238E27FC236}">
                <a16:creationId xmlns:a16="http://schemas.microsoft.com/office/drawing/2014/main" id="{9E8C5910-DE29-65D6-D37B-9A92593A33CC}"/>
              </a:ext>
            </a:extLst>
          </p:cNvPr>
          <p:cNvPicPr>
            <a:picLocks noChangeAspect="1"/>
          </p:cNvPicPr>
          <p:nvPr/>
        </p:nvPicPr>
        <p:blipFill>
          <a:blip r:embed="rId8"/>
          <a:stretch>
            <a:fillRect/>
          </a:stretch>
        </p:blipFill>
        <p:spPr>
          <a:xfrm>
            <a:off x="5713884" y="904199"/>
            <a:ext cx="5818082" cy="4983914"/>
          </a:xfrm>
          <a:prstGeom prst="rect">
            <a:avLst/>
          </a:prstGeom>
        </p:spPr>
      </p:pic>
      <p:sp>
        <p:nvSpPr>
          <p:cNvPr id="4" name="TextBox 3">
            <a:extLst>
              <a:ext uri="{FF2B5EF4-FFF2-40B4-BE49-F238E27FC236}">
                <a16:creationId xmlns:a16="http://schemas.microsoft.com/office/drawing/2014/main" id="{836A90F6-742D-4E82-7B5D-742FF18E34D5}"/>
              </a:ext>
            </a:extLst>
          </p:cNvPr>
          <p:cNvSpPr txBox="1"/>
          <p:nvPr/>
        </p:nvSpPr>
        <p:spPr>
          <a:xfrm>
            <a:off x="1031184" y="2951321"/>
            <a:ext cx="1447436" cy="738664"/>
          </a:xfrm>
          <a:prstGeom prst="rect">
            <a:avLst/>
          </a:prstGeom>
          <a:noFill/>
        </p:spPr>
        <p:txBody>
          <a:bodyPr wrap="square">
            <a:spAutoFit/>
          </a:bodyPr>
          <a:lstStyle/>
          <a:p>
            <a:r>
              <a:rPr lang="en-GB" sz="1400" noProof="0">
                <a:solidFill>
                  <a:srgbClr val="3D5265"/>
                </a:solidFill>
                <a:latin typeface="Aptos Light" panose="020B0004020202020204" pitchFamily="34" charset="0"/>
              </a:rPr>
              <a:t>An interface between </a:t>
            </a:r>
            <a:r>
              <a:rPr lang="en-GB" sz="1400" b="1" noProof="0">
                <a:solidFill>
                  <a:srgbClr val="3D5265"/>
                </a:solidFill>
                <a:latin typeface="Aptos Light" panose="020B0004020202020204" pitchFamily="34" charset="0"/>
              </a:rPr>
              <a:t>science and policy</a:t>
            </a:r>
          </a:p>
        </p:txBody>
      </p:sp>
      <p:sp>
        <p:nvSpPr>
          <p:cNvPr id="5" name="TextBox 4">
            <a:extLst>
              <a:ext uri="{FF2B5EF4-FFF2-40B4-BE49-F238E27FC236}">
                <a16:creationId xmlns:a16="http://schemas.microsoft.com/office/drawing/2014/main" id="{771E673C-A420-4514-EBAF-B0DA50CF0B66}"/>
              </a:ext>
            </a:extLst>
          </p:cNvPr>
          <p:cNvSpPr txBox="1"/>
          <p:nvPr/>
        </p:nvSpPr>
        <p:spPr>
          <a:xfrm>
            <a:off x="3560776" y="1922957"/>
            <a:ext cx="1447436" cy="738664"/>
          </a:xfrm>
          <a:prstGeom prst="rect">
            <a:avLst/>
          </a:prstGeom>
          <a:noFill/>
        </p:spPr>
        <p:txBody>
          <a:bodyPr wrap="square">
            <a:spAutoFit/>
          </a:bodyPr>
          <a:lstStyle/>
          <a:p>
            <a:r>
              <a:rPr lang="en-GB" sz="1400" b="1" noProof="0">
                <a:solidFill>
                  <a:srgbClr val="3D5265"/>
                </a:solidFill>
                <a:latin typeface="Aptos Light" panose="020B0004020202020204" pitchFamily="34" charset="0"/>
              </a:rPr>
              <a:t>Data collection</a:t>
            </a:r>
            <a:r>
              <a:rPr lang="en-GB" sz="1400" noProof="0">
                <a:solidFill>
                  <a:srgbClr val="3D5265"/>
                </a:solidFill>
                <a:latin typeface="Aptos Light" panose="020B0004020202020204" pitchFamily="34" charset="0"/>
              </a:rPr>
              <a:t>, </a:t>
            </a:r>
            <a:r>
              <a:rPr lang="en-GB" sz="1400" b="1" noProof="0">
                <a:solidFill>
                  <a:srgbClr val="3D5265"/>
                </a:solidFill>
                <a:latin typeface="Aptos Light" panose="020B0004020202020204" pitchFamily="34" charset="0"/>
              </a:rPr>
              <a:t>analysis</a:t>
            </a:r>
            <a:r>
              <a:rPr lang="en-GB" sz="1400" noProof="0">
                <a:solidFill>
                  <a:srgbClr val="3D5265"/>
                </a:solidFill>
                <a:latin typeface="Aptos Light" panose="020B0004020202020204" pitchFamily="34" charset="0"/>
              </a:rPr>
              <a:t>, </a:t>
            </a:r>
            <a:r>
              <a:rPr lang="en-GB" sz="1400" b="1" noProof="0">
                <a:solidFill>
                  <a:srgbClr val="3D5265"/>
                </a:solidFill>
                <a:latin typeface="Aptos Light" panose="020B0004020202020204" pitchFamily="34" charset="0"/>
              </a:rPr>
              <a:t>assessment</a:t>
            </a:r>
          </a:p>
        </p:txBody>
      </p:sp>
      <p:sp>
        <p:nvSpPr>
          <p:cNvPr id="7" name="TextBox 6">
            <a:extLst>
              <a:ext uri="{FF2B5EF4-FFF2-40B4-BE49-F238E27FC236}">
                <a16:creationId xmlns:a16="http://schemas.microsoft.com/office/drawing/2014/main" id="{AB282B69-5672-3D85-9C7D-0691C936E2CD}"/>
              </a:ext>
            </a:extLst>
          </p:cNvPr>
          <p:cNvSpPr txBox="1"/>
          <p:nvPr/>
        </p:nvSpPr>
        <p:spPr>
          <a:xfrm>
            <a:off x="3610556" y="2927330"/>
            <a:ext cx="1447436" cy="738664"/>
          </a:xfrm>
          <a:prstGeom prst="rect">
            <a:avLst/>
          </a:prstGeom>
          <a:noFill/>
        </p:spPr>
        <p:txBody>
          <a:bodyPr wrap="square" lIns="91440" tIns="45720" rIns="91440" bIns="45720" anchor="t">
            <a:spAutoFit/>
          </a:bodyPr>
          <a:lstStyle/>
          <a:p>
            <a:r>
              <a:rPr lang="en-GB" sz="1400" noProof="0">
                <a:solidFill>
                  <a:srgbClr val="3D5265"/>
                </a:solidFill>
                <a:latin typeface="Aptos Light" panose="020B0004020202020204" pitchFamily="34" charset="0"/>
              </a:rPr>
              <a:t>A strong </a:t>
            </a:r>
            <a:r>
              <a:rPr lang="en-GB" sz="1400" b="1" noProof="0">
                <a:solidFill>
                  <a:srgbClr val="3D5265"/>
                </a:solidFill>
                <a:latin typeface="Aptos Light" panose="020B0004020202020204" pitchFamily="34" charset="0"/>
              </a:rPr>
              <a:t>network organisation </a:t>
            </a:r>
            <a:r>
              <a:rPr lang="en-GB" sz="1400" noProof="0">
                <a:solidFill>
                  <a:srgbClr val="3D5265"/>
                </a:solidFill>
                <a:latin typeface="Aptos Light" panose="020B0004020202020204" pitchFamily="34" charset="0"/>
              </a:rPr>
              <a:t>via Eionet</a:t>
            </a:r>
            <a:endParaRPr lang="en-GB" sz="1400" b="1" noProof="0">
              <a:solidFill>
                <a:srgbClr val="3D5265"/>
              </a:solidFill>
              <a:latin typeface="Aptos Light" panose="020B0004020202020204" pitchFamily="34" charset="0"/>
            </a:endParaRPr>
          </a:p>
        </p:txBody>
      </p:sp>
    </p:spTree>
    <p:extLst>
      <p:ext uri="{BB962C8B-B14F-4D97-AF65-F5344CB8AC3E}">
        <p14:creationId xmlns:p14="http://schemas.microsoft.com/office/powerpoint/2010/main" val="4222919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6" name="Picture 22" descr="Canada's Bold Policies and Support for Innovation Can ...">
            <a:extLst>
              <a:ext uri="{FF2B5EF4-FFF2-40B4-BE49-F238E27FC236}">
                <a16:creationId xmlns:a16="http://schemas.microsoft.com/office/drawing/2014/main" id="{478F8CB6-C836-96BF-E4B0-240661AD59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2743" y="1428829"/>
            <a:ext cx="2410758" cy="165739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8CD4D477-DDC0-42D1-6412-75F06216E6AB}"/>
              </a:ext>
            </a:extLst>
          </p:cNvPr>
          <p:cNvSpPr/>
          <p:nvPr/>
        </p:nvSpPr>
        <p:spPr>
          <a:xfrm>
            <a:off x="8519783" y="5801032"/>
            <a:ext cx="3377995" cy="91440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2" name="Title 1">
            <a:extLst>
              <a:ext uri="{FF2B5EF4-FFF2-40B4-BE49-F238E27FC236}">
                <a16:creationId xmlns:a16="http://schemas.microsoft.com/office/drawing/2014/main" id="{89E4E6D4-71F3-11DB-E98A-27618F59F681}"/>
              </a:ext>
            </a:extLst>
          </p:cNvPr>
          <p:cNvSpPr txBox="1">
            <a:spLocks/>
          </p:cNvSpPr>
          <p:nvPr/>
        </p:nvSpPr>
        <p:spPr>
          <a:xfrm>
            <a:off x="495300" y="430504"/>
            <a:ext cx="8387443" cy="662782"/>
          </a:xfrm>
          <a:prstGeom prst="rect">
            <a:avLst/>
          </a:prstGeom>
          <a:solidFill>
            <a:srgbClr val="289588"/>
          </a:solidFill>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u="none" strike="noStrike" kern="1200" cap="none" spc="0" normalizeH="0" baseline="0" noProof="0">
                <a:ln>
                  <a:noFill/>
                </a:ln>
                <a:solidFill>
                  <a:srgbClr val="FFFFFF"/>
                </a:solidFill>
                <a:effectLst/>
                <a:uLnTx/>
                <a:uFillTx/>
                <a:latin typeface="Aptos" panose="020B0004020202020204" pitchFamily="34" charset="0"/>
              </a:rPr>
              <a:t>Collaboration: </a:t>
            </a:r>
            <a:r>
              <a:rPr kumimoji="0" lang="en-GB" sz="3600" b="0" u="none" strike="noStrike" kern="1200" cap="none" spc="0" normalizeH="0" baseline="0" noProof="0">
                <a:ln>
                  <a:noFill/>
                </a:ln>
                <a:solidFill>
                  <a:srgbClr val="FFFFFF"/>
                </a:solidFill>
                <a:effectLst/>
                <a:uLnTx/>
                <a:uFillTx/>
                <a:latin typeface="Aptos" panose="020B0004020202020204" pitchFamily="34" charset="0"/>
              </a:rPr>
              <a:t>with a broad range of institutions</a:t>
            </a:r>
            <a:endParaRPr kumimoji="0" lang="en-PT" sz="3600" b="0" u="none" strike="noStrike" kern="1200" cap="none" spc="0" normalizeH="0" baseline="0" noProof="0">
              <a:ln>
                <a:noFill/>
              </a:ln>
              <a:solidFill>
                <a:srgbClr val="FFFFFF"/>
              </a:solidFill>
              <a:effectLst/>
              <a:uLnTx/>
              <a:uFillTx/>
              <a:latin typeface="Aptos" panose="020B0004020202020204" pitchFamily="34" charset="0"/>
            </a:endParaRPr>
          </a:p>
        </p:txBody>
      </p:sp>
      <p:pic>
        <p:nvPicPr>
          <p:cNvPr id="1028" name="Picture 4">
            <a:extLst>
              <a:ext uri="{FF2B5EF4-FFF2-40B4-BE49-F238E27FC236}">
                <a16:creationId xmlns:a16="http://schemas.microsoft.com/office/drawing/2014/main" id="{2E989FEA-D919-1629-63BE-C4D4383E7A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2580" y="3848060"/>
            <a:ext cx="1566513" cy="156651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EF739940-43DD-CFA4-6370-C5560CEB816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6243" y="2137807"/>
            <a:ext cx="2365257" cy="163906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United Nations Framework Convention on Climate Change - AI for Good">
            <a:extLst>
              <a:ext uri="{FF2B5EF4-FFF2-40B4-BE49-F238E27FC236}">
                <a16:creationId xmlns:a16="http://schemas.microsoft.com/office/drawing/2014/main" id="{1DAEEACA-412D-A1DB-3677-ABBF58B5251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379421" y="2770696"/>
            <a:ext cx="1539916" cy="1210194"/>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64BB6378-7AC4-7EDA-0D08-3A818FCE8E2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444384" y="4274220"/>
            <a:ext cx="3041553" cy="77306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United Nations Environment Programme - Wikipedia">
            <a:extLst>
              <a:ext uri="{FF2B5EF4-FFF2-40B4-BE49-F238E27FC236}">
                <a16:creationId xmlns:a16="http://schemas.microsoft.com/office/drawing/2014/main" id="{2BA09FD5-025D-970C-34DF-FC3697D7899B}"/>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298202" y="2675012"/>
            <a:ext cx="1237435" cy="1453826"/>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Logo and visual identity - The Council of Europe in brief">
            <a:extLst>
              <a:ext uri="{FF2B5EF4-FFF2-40B4-BE49-F238E27FC236}">
                <a16:creationId xmlns:a16="http://schemas.microsoft.com/office/drawing/2014/main" id="{BB973D5D-D493-E333-E2A5-41D8B5A137D9}"/>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17681" y="4058913"/>
            <a:ext cx="1150306" cy="919595"/>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Agency for the Cooperation of Energy Regulators | European Union">
            <a:extLst>
              <a:ext uri="{FF2B5EF4-FFF2-40B4-BE49-F238E27FC236}">
                <a16:creationId xmlns:a16="http://schemas.microsoft.com/office/drawing/2014/main" id="{804DF886-5CDE-0343-1457-B7C435F3031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755661" y="5497804"/>
            <a:ext cx="2723512" cy="1335647"/>
          </a:xfrm>
          <a:prstGeom prst="rect">
            <a:avLst/>
          </a:prstGeom>
          <a:noFill/>
          <a:extLst>
            <a:ext uri="{909E8E84-426E-40DD-AFC4-6F175D3DCCD1}">
              <a14:hiddenFill xmlns:a14="http://schemas.microsoft.com/office/drawing/2010/main">
                <a:solidFill>
                  <a:srgbClr val="FFFFFF"/>
                </a:solidFill>
              </a14:hiddenFill>
            </a:ext>
          </a:extLst>
        </p:spPr>
      </p:pic>
      <p:pic>
        <p:nvPicPr>
          <p:cNvPr id="1054" name="Picture 30" descr="European Investment Bank – EIB | European Union">
            <a:extLst>
              <a:ext uri="{FF2B5EF4-FFF2-40B4-BE49-F238E27FC236}">
                <a16:creationId xmlns:a16="http://schemas.microsoft.com/office/drawing/2014/main" id="{107282D6-7AAF-8F24-E877-1FA20FC8EFBC}"/>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71816" y="5582668"/>
            <a:ext cx="3377995" cy="95783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9D346E4-B037-B4D1-9182-52DA0A9B8DF6}"/>
              </a:ext>
            </a:extLst>
          </p:cNvPr>
          <p:cNvSpPr txBox="1"/>
          <p:nvPr/>
        </p:nvSpPr>
        <p:spPr>
          <a:xfrm>
            <a:off x="9284204" y="6252328"/>
            <a:ext cx="2279214" cy="369332"/>
          </a:xfrm>
          <a:prstGeom prst="rect">
            <a:avLst/>
          </a:prstGeom>
          <a:solidFill>
            <a:schemeClr val="accent1">
              <a:lumMod val="60000"/>
              <a:lumOff val="40000"/>
            </a:schemeClr>
          </a:solidFill>
        </p:spPr>
        <p:txBody>
          <a:bodyPr wrap="none" rtlCol="0">
            <a:spAutoFit/>
          </a:bodyPr>
          <a:lstStyle/>
          <a:p>
            <a:r>
              <a:rPr lang="en-GB" b="1"/>
              <a:t>Among many others…</a:t>
            </a:r>
            <a:endParaRPr lang="LID4096" b="1"/>
          </a:p>
        </p:txBody>
      </p:sp>
      <p:pic>
        <p:nvPicPr>
          <p:cNvPr id="1026" name="Picture 2" descr="Visual identity - Energy Community Homepage">
            <a:extLst>
              <a:ext uri="{FF2B5EF4-FFF2-40B4-BE49-F238E27FC236}">
                <a16:creationId xmlns:a16="http://schemas.microsoft.com/office/drawing/2014/main" id="{C7096D05-9A55-1277-002A-AF81D14930C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748871" y="4381029"/>
            <a:ext cx="2006790" cy="12370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A2FF841-77F7-9925-DFFF-05D3ACA8D841}"/>
              </a:ext>
            </a:extLst>
          </p:cNvPr>
          <p:cNvSpPr txBox="1"/>
          <p:nvPr/>
        </p:nvSpPr>
        <p:spPr>
          <a:xfrm>
            <a:off x="441654" y="1392899"/>
            <a:ext cx="4397661" cy="461665"/>
          </a:xfrm>
          <a:prstGeom prst="rect">
            <a:avLst/>
          </a:prstGeom>
          <a:noFill/>
        </p:spPr>
        <p:txBody>
          <a:bodyPr wrap="square" rtlCol="0">
            <a:spAutoFit/>
          </a:bodyPr>
          <a:lstStyle/>
          <a:p>
            <a:r>
              <a:rPr lang="en-GB" sz="2400" b="1" noProof="0">
                <a:solidFill>
                  <a:srgbClr val="289588"/>
                </a:solidFill>
                <a:latin typeface="Aptos" panose="020B0004020202020204" pitchFamily="34" charset="0"/>
              </a:rPr>
              <a:t>EU </a:t>
            </a:r>
            <a:r>
              <a:rPr lang="en-GB" sz="2400" b="1">
                <a:solidFill>
                  <a:srgbClr val="289588"/>
                </a:solidFill>
                <a:latin typeface="Aptos" panose="020B0004020202020204" pitchFamily="34" charset="0"/>
              </a:rPr>
              <a:t>&amp; pan-</a:t>
            </a:r>
            <a:r>
              <a:rPr lang="en-GB" sz="2400" b="1" noProof="0">
                <a:solidFill>
                  <a:srgbClr val="289588"/>
                </a:solidFill>
                <a:latin typeface="Aptos" panose="020B0004020202020204" pitchFamily="34" charset="0"/>
              </a:rPr>
              <a:t>European</a:t>
            </a:r>
          </a:p>
        </p:txBody>
      </p:sp>
      <p:sp>
        <p:nvSpPr>
          <p:cNvPr id="5" name="TextBox 4">
            <a:extLst>
              <a:ext uri="{FF2B5EF4-FFF2-40B4-BE49-F238E27FC236}">
                <a16:creationId xmlns:a16="http://schemas.microsoft.com/office/drawing/2014/main" id="{589EDED1-09CE-FB95-202F-49D78B142CA1}"/>
              </a:ext>
            </a:extLst>
          </p:cNvPr>
          <p:cNvSpPr txBox="1"/>
          <p:nvPr/>
        </p:nvSpPr>
        <p:spPr>
          <a:xfrm>
            <a:off x="8224980" y="1390157"/>
            <a:ext cx="4397661" cy="461665"/>
          </a:xfrm>
          <a:prstGeom prst="rect">
            <a:avLst/>
          </a:prstGeom>
          <a:noFill/>
        </p:spPr>
        <p:txBody>
          <a:bodyPr wrap="square" rtlCol="0">
            <a:spAutoFit/>
          </a:bodyPr>
          <a:lstStyle/>
          <a:p>
            <a:r>
              <a:rPr lang="en-GB" sz="2400" b="1">
                <a:solidFill>
                  <a:srgbClr val="289588"/>
                </a:solidFill>
                <a:latin typeface="Aptos" panose="020B0004020202020204" pitchFamily="34" charset="0"/>
              </a:rPr>
              <a:t>International</a:t>
            </a:r>
            <a:endParaRPr lang="en-GB" sz="2400" b="1" noProof="0">
              <a:solidFill>
                <a:srgbClr val="289588"/>
              </a:solidFill>
              <a:latin typeface="Aptos" panose="020B0004020202020204" pitchFamily="34" charset="0"/>
            </a:endParaRPr>
          </a:p>
        </p:txBody>
      </p:sp>
      <p:sp>
        <p:nvSpPr>
          <p:cNvPr id="8" name="Rectangle 7">
            <a:extLst>
              <a:ext uri="{FF2B5EF4-FFF2-40B4-BE49-F238E27FC236}">
                <a16:creationId xmlns:a16="http://schemas.microsoft.com/office/drawing/2014/main" id="{497A326B-EA66-2974-7615-7B49AC48BE80}"/>
              </a:ext>
            </a:extLst>
          </p:cNvPr>
          <p:cNvSpPr/>
          <p:nvPr/>
        </p:nvSpPr>
        <p:spPr>
          <a:xfrm>
            <a:off x="3486768" y="2320874"/>
            <a:ext cx="4303920" cy="128255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a:solidFill>
                  <a:schemeClr val="tx1"/>
                </a:solidFill>
              </a:rPr>
              <a:t>CLIMA, ENER, ENV, JRC, RTD, ESTAT, FISMA, SANTE, MARE, HERA, MOVE, ENEST, AGRI, DEFIS, ECHO</a:t>
            </a:r>
            <a:endParaRPr lang="LID4096" b="1">
              <a:solidFill>
                <a:schemeClr val="tx1"/>
              </a:solidFill>
            </a:endParaRPr>
          </a:p>
        </p:txBody>
      </p:sp>
      <p:cxnSp>
        <p:nvCxnSpPr>
          <p:cNvPr id="10" name="Straight Connector 9">
            <a:extLst>
              <a:ext uri="{FF2B5EF4-FFF2-40B4-BE49-F238E27FC236}">
                <a16:creationId xmlns:a16="http://schemas.microsoft.com/office/drawing/2014/main" id="{86986135-E517-9E30-18C1-C63C393D6E51}"/>
              </a:ext>
            </a:extLst>
          </p:cNvPr>
          <p:cNvCxnSpPr>
            <a:cxnSpLocks/>
            <a:stCxn id="1030" idx="3"/>
            <a:endCxn id="8" idx="1"/>
          </p:cNvCxnSpPr>
          <p:nvPr/>
        </p:nvCxnSpPr>
        <p:spPr>
          <a:xfrm>
            <a:off x="2931500" y="2957338"/>
            <a:ext cx="555268" cy="4813"/>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1078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F6877-E6B9-1906-9948-3C8463A402DE}"/>
            </a:ext>
          </a:extLst>
        </p:cNvPr>
        <p:cNvGrpSpPr/>
        <p:nvPr/>
      </p:nvGrpSpPr>
      <p:grpSpPr>
        <a:xfrm>
          <a:off x="0" y="0"/>
          <a:ext cx="0" cy="0"/>
          <a:chOff x="0" y="0"/>
          <a:chExt cx="0" cy="0"/>
        </a:xfrm>
      </p:grpSpPr>
      <p:sp>
        <p:nvSpPr>
          <p:cNvPr id="4" name="Text Placeholder 1">
            <a:extLst>
              <a:ext uri="{FF2B5EF4-FFF2-40B4-BE49-F238E27FC236}">
                <a16:creationId xmlns:a16="http://schemas.microsoft.com/office/drawing/2014/main" id="{E8C13AB7-1CBB-B3F3-F17C-FD8297E97616}"/>
              </a:ext>
            </a:extLst>
          </p:cNvPr>
          <p:cNvSpPr txBox="1">
            <a:spLocks/>
          </p:cNvSpPr>
          <p:nvPr/>
        </p:nvSpPr>
        <p:spPr>
          <a:xfrm>
            <a:off x="242206" y="132365"/>
            <a:ext cx="9435553" cy="558000"/>
          </a:xfrm>
          <a:prstGeom prst="rect">
            <a:avLst/>
          </a:prstGeom>
        </p:spPr>
        <p:txBody>
          <a:bodyPr vert="horz" lIns="74295" tIns="37148" rIns="74295" bIns="37148" rtlCol="0" anchor="ctr"/>
          <a:lstStyle>
            <a:defPPr>
              <a:defRPr lang="en-US"/>
            </a:defPPr>
            <a:lvl1pPr marR="0" lvl="0" indent="0" fontAlgn="auto">
              <a:lnSpc>
                <a:spcPct val="100000"/>
              </a:lnSpc>
              <a:spcBef>
                <a:spcPts val="0"/>
              </a:spcBef>
              <a:spcAft>
                <a:spcPts val="0"/>
              </a:spcAft>
              <a:buClrTx/>
              <a:buSzTx/>
              <a:buFontTx/>
              <a:buNone/>
              <a:tabLst/>
              <a:defRPr kumimoji="0" sz="3600" b="0" i="0" u="none" strike="noStrike" cap="none" spc="0" normalizeH="0" baseline="0">
                <a:ln>
                  <a:noFill/>
                </a:ln>
                <a:solidFill>
                  <a:srgbClr val="44546A"/>
                </a:solidFill>
                <a:effectLst/>
                <a:uLnTx/>
                <a:uFillTx/>
                <a:latin typeface="Calibri" panose="020F0502020204030204"/>
              </a:defRPr>
            </a:lvl1pPr>
          </a:lstStyle>
          <a:p>
            <a:pPr fontAlgn="base">
              <a:spcBef>
                <a:spcPct val="0"/>
              </a:spcBef>
              <a:spcAft>
                <a:spcPct val="0"/>
              </a:spcAft>
              <a:defRPr/>
            </a:pPr>
            <a:r>
              <a:rPr lang="en-GB" sz="3200" b="1">
                <a:solidFill>
                  <a:srgbClr val="3D5265"/>
                </a:solidFill>
                <a:latin typeface="Aptos"/>
                <a:ea typeface="+mj-ea"/>
                <a:cs typeface="+mj-cs"/>
              </a:rPr>
              <a:t>Areas of work</a:t>
            </a:r>
          </a:p>
        </p:txBody>
      </p:sp>
      <p:pic>
        <p:nvPicPr>
          <p:cNvPr id="2" name="Picture 1">
            <a:extLst>
              <a:ext uri="{FF2B5EF4-FFF2-40B4-BE49-F238E27FC236}">
                <a16:creationId xmlns:a16="http://schemas.microsoft.com/office/drawing/2014/main" id="{C92F51E3-6CE4-65D5-A397-E7E5D59966F8}"/>
              </a:ext>
            </a:extLst>
          </p:cNvPr>
          <p:cNvPicPr>
            <a:picLocks noChangeAspect="1"/>
          </p:cNvPicPr>
          <p:nvPr/>
        </p:nvPicPr>
        <p:blipFill>
          <a:blip r:embed="rId3"/>
          <a:stretch>
            <a:fillRect/>
          </a:stretch>
        </p:blipFill>
        <p:spPr>
          <a:xfrm>
            <a:off x="626943" y="3124738"/>
            <a:ext cx="10952491" cy="3728410"/>
          </a:xfrm>
          <a:prstGeom prst="rect">
            <a:avLst/>
          </a:prstGeom>
        </p:spPr>
      </p:pic>
      <p:pic>
        <p:nvPicPr>
          <p:cNvPr id="3" name="Picture 2" descr="A diagram of different types of climate&#10;&#10;AI-generated content may be incorrect.">
            <a:extLst>
              <a:ext uri="{FF2B5EF4-FFF2-40B4-BE49-F238E27FC236}">
                <a16:creationId xmlns:a16="http://schemas.microsoft.com/office/drawing/2014/main" id="{E6A66A34-85E2-0A08-DDF7-3B8F151B5FDB}"/>
              </a:ext>
            </a:extLst>
          </p:cNvPr>
          <p:cNvPicPr>
            <a:picLocks noChangeAspect="1"/>
          </p:cNvPicPr>
          <p:nvPr/>
        </p:nvPicPr>
        <p:blipFill>
          <a:blip r:embed="rId4"/>
          <a:srcRect r="131" b="-457"/>
          <a:stretch>
            <a:fillRect/>
          </a:stretch>
        </p:blipFill>
        <p:spPr>
          <a:xfrm>
            <a:off x="628740" y="-6829"/>
            <a:ext cx="10948889" cy="3176739"/>
          </a:xfrm>
          <a:prstGeom prst="rect">
            <a:avLst/>
          </a:prstGeom>
        </p:spPr>
      </p:pic>
    </p:spTree>
    <p:extLst>
      <p:ext uri="{BB962C8B-B14F-4D97-AF65-F5344CB8AC3E}">
        <p14:creationId xmlns:p14="http://schemas.microsoft.com/office/powerpoint/2010/main" val="19684811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different types of resources&#10;&#10;AI-generated content may be incorrect.">
            <a:extLst>
              <a:ext uri="{FF2B5EF4-FFF2-40B4-BE49-F238E27FC236}">
                <a16:creationId xmlns:a16="http://schemas.microsoft.com/office/drawing/2014/main" id="{CC17BC37-873D-175D-303A-341E81E3DBD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83827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computer&#10;&#10;AI-generated content may be incorrect.">
            <a:extLst>
              <a:ext uri="{FF2B5EF4-FFF2-40B4-BE49-F238E27FC236}">
                <a16:creationId xmlns:a16="http://schemas.microsoft.com/office/drawing/2014/main" id="{C0DE2A6A-79C1-A9BB-3B6F-CA2B8338CFD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20545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396E1E-FF05-12C5-2877-EA139C08DEE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7099929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F44FC-85D7-B8F1-4253-864F0FABCD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9E1684C-6C8A-11C6-686E-3B6C9C0C0FA2}"/>
              </a:ext>
            </a:extLst>
          </p:cNvPr>
          <p:cNvSpPr txBox="1"/>
          <p:nvPr/>
        </p:nvSpPr>
        <p:spPr>
          <a:xfrm>
            <a:off x="103747" y="88288"/>
            <a:ext cx="9010434" cy="707886"/>
          </a:xfrm>
          <a:prstGeom prst="rect">
            <a:avLst/>
          </a:prstGeom>
          <a:noFill/>
        </p:spPr>
        <p:txBody>
          <a:bodyPr wrap="square" lIns="91440" tIns="45720" rIns="91440" bIns="45720" rtlCol="0" anchor="t">
            <a:spAutoFit/>
          </a:bodyPr>
          <a:lstStyle/>
          <a:p>
            <a:r>
              <a:rPr lang="en-GB" sz="4000">
                <a:solidFill>
                  <a:srgbClr val="3D5265"/>
                </a:solidFill>
                <a:latin typeface="Aptos"/>
              </a:rPr>
              <a:t>Governance Regulation: objectives</a:t>
            </a:r>
            <a:endParaRPr lang="en-DK" sz="4000">
              <a:solidFill>
                <a:srgbClr val="3D5265"/>
              </a:solidFill>
              <a:latin typeface="Aptos"/>
            </a:endParaRPr>
          </a:p>
        </p:txBody>
      </p:sp>
      <p:sp>
        <p:nvSpPr>
          <p:cNvPr id="3" name="TextBox 2">
            <a:extLst>
              <a:ext uri="{FF2B5EF4-FFF2-40B4-BE49-F238E27FC236}">
                <a16:creationId xmlns:a16="http://schemas.microsoft.com/office/drawing/2014/main" id="{FFA2ADFF-E33E-4C7A-1607-B3A72D5FF516}"/>
              </a:ext>
            </a:extLst>
          </p:cNvPr>
          <p:cNvSpPr txBox="1"/>
          <p:nvPr/>
        </p:nvSpPr>
        <p:spPr>
          <a:xfrm>
            <a:off x="1902729" y="1433325"/>
            <a:ext cx="9010435" cy="3785652"/>
          </a:xfrm>
          <a:prstGeom prst="rect">
            <a:avLst/>
          </a:prstGeom>
          <a:noFill/>
        </p:spPr>
        <p:txBody>
          <a:bodyPr wrap="square" rtlCol="0">
            <a:spAutoFit/>
          </a:bodyPr>
          <a:lstStyle/>
          <a:p>
            <a:r>
              <a:rPr lang="en-GB" sz="2400" i="1"/>
              <a:t>For EU to </a:t>
            </a:r>
            <a:r>
              <a:rPr lang="en-GB" sz="2400" b="1" i="1">
                <a:solidFill>
                  <a:schemeClr val="accent2"/>
                </a:solidFill>
              </a:rPr>
              <a:t>meet targets </a:t>
            </a:r>
            <a:r>
              <a:rPr lang="en-GB" sz="2400" i="1"/>
              <a:t>and objectives</a:t>
            </a:r>
          </a:p>
          <a:p>
            <a:endParaRPr lang="en-GB" sz="2400" i="1"/>
          </a:p>
          <a:p>
            <a:endParaRPr lang="en-GB" sz="2400" i="1"/>
          </a:p>
          <a:p>
            <a:r>
              <a:rPr lang="en-GB" sz="2400" b="1" i="1">
                <a:solidFill>
                  <a:schemeClr val="accent2"/>
                </a:solidFill>
              </a:rPr>
              <a:t>Cooperation</a:t>
            </a:r>
            <a:r>
              <a:rPr lang="en-GB" sz="2400" i="1"/>
              <a:t> between Member States</a:t>
            </a:r>
          </a:p>
          <a:p>
            <a:endParaRPr lang="en-GB" sz="2400" i="1"/>
          </a:p>
          <a:p>
            <a:endParaRPr lang="en-GB" sz="2400" i="1"/>
          </a:p>
          <a:p>
            <a:r>
              <a:rPr lang="en-GB" sz="2400" b="1" i="1">
                <a:solidFill>
                  <a:schemeClr val="accent2"/>
                </a:solidFill>
              </a:rPr>
              <a:t>High quality data </a:t>
            </a:r>
            <a:r>
              <a:rPr lang="en-GB" sz="2400" i="1"/>
              <a:t>for use in the international sphere (UNFCCC)</a:t>
            </a:r>
          </a:p>
          <a:p>
            <a:endParaRPr lang="en-GB" sz="2400" i="1"/>
          </a:p>
          <a:p>
            <a:endParaRPr lang="en-GB" sz="2400" i="1"/>
          </a:p>
          <a:p>
            <a:r>
              <a:rPr lang="en-GB" sz="2400" i="1"/>
              <a:t>Increase regulatory and investor </a:t>
            </a:r>
            <a:r>
              <a:rPr lang="en-GB" sz="2400" b="1" i="1">
                <a:solidFill>
                  <a:schemeClr val="accent2"/>
                </a:solidFill>
              </a:rPr>
              <a:t>certainty</a:t>
            </a:r>
          </a:p>
        </p:txBody>
      </p:sp>
      <p:pic>
        <p:nvPicPr>
          <p:cNvPr id="6" name="Graphic 5" descr="Piggy Bank with solid fill">
            <a:extLst>
              <a:ext uri="{FF2B5EF4-FFF2-40B4-BE49-F238E27FC236}">
                <a16:creationId xmlns:a16="http://schemas.microsoft.com/office/drawing/2014/main" id="{6D560A37-24B4-DC00-46D9-ADF11C8960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330" y="4581941"/>
            <a:ext cx="805069" cy="805069"/>
          </a:xfrm>
          <a:prstGeom prst="rect">
            <a:avLst/>
          </a:prstGeom>
        </p:spPr>
      </p:pic>
      <p:pic>
        <p:nvPicPr>
          <p:cNvPr id="7" name="Graphic 6" descr="Group brainstorm with solid fill">
            <a:extLst>
              <a:ext uri="{FF2B5EF4-FFF2-40B4-BE49-F238E27FC236}">
                <a16:creationId xmlns:a16="http://schemas.microsoft.com/office/drawing/2014/main" id="{D8D68C64-B170-73CB-5982-5B387111CF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330" y="2355571"/>
            <a:ext cx="805069" cy="805069"/>
          </a:xfrm>
          <a:prstGeom prst="rect">
            <a:avLst/>
          </a:prstGeom>
        </p:spPr>
      </p:pic>
      <p:pic>
        <p:nvPicPr>
          <p:cNvPr id="8" name="Graphic 7" descr="Earth globe: Africa and Europe with solid fill">
            <a:extLst>
              <a:ext uri="{FF2B5EF4-FFF2-40B4-BE49-F238E27FC236}">
                <a16:creationId xmlns:a16="http://schemas.microsoft.com/office/drawing/2014/main" id="{42504FA9-2DF0-BCC6-19BC-16261A0226A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330" y="3468756"/>
            <a:ext cx="805069" cy="805069"/>
          </a:xfrm>
          <a:prstGeom prst="rect">
            <a:avLst/>
          </a:prstGeom>
        </p:spPr>
      </p:pic>
      <p:pic>
        <p:nvPicPr>
          <p:cNvPr id="9" name="Graphic 8" descr="Bullseye with solid fill">
            <a:extLst>
              <a:ext uri="{FF2B5EF4-FFF2-40B4-BE49-F238E27FC236}">
                <a16:creationId xmlns:a16="http://schemas.microsoft.com/office/drawing/2014/main" id="{33AB2FF1-2DBF-707B-8AF2-D1E20FC83F5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330" y="1313050"/>
            <a:ext cx="805069" cy="805069"/>
          </a:xfrm>
          <a:prstGeom prst="rect">
            <a:avLst/>
          </a:prstGeom>
        </p:spPr>
      </p:pic>
      <p:sp>
        <p:nvSpPr>
          <p:cNvPr id="10" name="TextBox 9">
            <a:extLst>
              <a:ext uri="{FF2B5EF4-FFF2-40B4-BE49-F238E27FC236}">
                <a16:creationId xmlns:a16="http://schemas.microsoft.com/office/drawing/2014/main" id="{76A7200B-58C9-80F3-93DB-EB21397D6BD4}"/>
              </a:ext>
            </a:extLst>
          </p:cNvPr>
          <p:cNvSpPr txBox="1"/>
          <p:nvPr/>
        </p:nvSpPr>
        <p:spPr>
          <a:xfrm>
            <a:off x="838330" y="6192137"/>
            <a:ext cx="3877600" cy="338554"/>
          </a:xfrm>
          <a:prstGeom prst="rect">
            <a:avLst/>
          </a:prstGeom>
          <a:noFill/>
        </p:spPr>
        <p:txBody>
          <a:bodyPr wrap="none" rtlCol="0">
            <a:spAutoFit/>
          </a:bodyPr>
          <a:lstStyle/>
          <a:p>
            <a:r>
              <a:rPr lang="en-US" sz="1600"/>
              <a:t>Governance Regulation 2018/1999: Article 1</a:t>
            </a:r>
            <a:endParaRPr lang="LID4096" sz="1600"/>
          </a:p>
        </p:txBody>
      </p:sp>
    </p:spTree>
    <p:extLst>
      <p:ext uri="{BB962C8B-B14F-4D97-AF65-F5344CB8AC3E}">
        <p14:creationId xmlns:p14="http://schemas.microsoft.com/office/powerpoint/2010/main" val="2292889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FF4B3A3-1528-DB37-6E48-D820FD1B3ED9}"/>
              </a:ext>
            </a:extLst>
          </p:cNvPr>
          <p:cNvPicPr>
            <a:picLocks noChangeAspect="1"/>
          </p:cNvPicPr>
          <p:nvPr/>
        </p:nvPicPr>
        <p:blipFill>
          <a:blip r:embed="rId3"/>
          <a:stretch>
            <a:fillRect/>
          </a:stretch>
        </p:blipFill>
        <p:spPr>
          <a:xfrm>
            <a:off x="4781550" y="0"/>
            <a:ext cx="7410450" cy="6858000"/>
          </a:xfrm>
          <a:prstGeom prst="rect">
            <a:avLst/>
          </a:prstGeom>
        </p:spPr>
      </p:pic>
      <p:sp>
        <p:nvSpPr>
          <p:cNvPr id="4" name="TextBox 3">
            <a:extLst>
              <a:ext uri="{FF2B5EF4-FFF2-40B4-BE49-F238E27FC236}">
                <a16:creationId xmlns:a16="http://schemas.microsoft.com/office/drawing/2014/main" id="{60126327-01DB-4338-DB05-9432DB707084}"/>
              </a:ext>
            </a:extLst>
          </p:cNvPr>
          <p:cNvSpPr txBox="1"/>
          <p:nvPr/>
        </p:nvSpPr>
        <p:spPr>
          <a:xfrm>
            <a:off x="670460" y="1624211"/>
            <a:ext cx="10776902" cy="4803285"/>
          </a:xfrm>
          <a:prstGeom prst="rect">
            <a:avLst/>
          </a:prstGeom>
          <a:solidFill>
            <a:schemeClr val="bg1">
              <a:alpha val="75279"/>
            </a:schemeClr>
          </a:solidFill>
        </p:spPr>
        <p:txBody>
          <a:bodyPr lIns="91440" tIns="45720" rIns="91440" bIns="45720" anchor="t">
            <a:normAutofit/>
          </a:bodyPr>
          <a:lstStyle>
            <a:defPPr>
              <a:defRPr lang="en-PT"/>
            </a:defPPr>
            <a:lvl1pPr>
              <a:lnSpc>
                <a:spcPct val="90000"/>
              </a:lnSpc>
              <a:spcBef>
                <a:spcPct val="0"/>
              </a:spcBef>
              <a:buNone/>
              <a:defRPr sz="4000" b="0" i="0">
                <a:solidFill>
                  <a:srgbClr val="3D5265"/>
                </a:solidFill>
                <a:latin typeface="Aptos"/>
                <a:ea typeface="+mj-ea"/>
                <a:cs typeface="+mj-cs"/>
              </a:defRPr>
            </a:lvl1pPr>
          </a:lstStyle>
          <a:p>
            <a:pPr marL="0" marR="0" lvl="0" indent="0" algn="l" defTabSz="914400" rtl="0" eaLnBrk="1" fontAlgn="auto" latinLnBrk="0" hangingPunct="1">
              <a:lnSpc>
                <a:spcPct val="140000"/>
              </a:lnSpc>
              <a:spcBef>
                <a:spcPct val="0"/>
              </a:spcBef>
              <a:spcAft>
                <a:spcPts val="0"/>
              </a:spcAft>
              <a:buClrTx/>
              <a:buSzTx/>
              <a:buFontTx/>
              <a:buNone/>
              <a:tabLst/>
              <a:defRPr/>
            </a:pPr>
            <a:r>
              <a:rPr kumimoji="0" lang="en-GB" sz="2100" b="0" i="0" u="none" strike="noStrike" kern="1200" cap="none" spc="0" normalizeH="0" baseline="0" noProof="0">
                <a:ln>
                  <a:noFill/>
                </a:ln>
                <a:solidFill>
                  <a:srgbClr val="3D5265"/>
                </a:solidFill>
                <a:effectLst/>
                <a:uLnTx/>
                <a:uFillTx/>
                <a:latin typeface="Aptos"/>
                <a:ea typeface="+mj-ea"/>
                <a:cs typeface="+mj-cs"/>
              </a:rPr>
              <a:t>The Ministerial Council of the Energy Community on 30 November 2021 </a:t>
            </a:r>
            <a:r>
              <a:rPr kumimoji="0" lang="en-GB" sz="2100" b="1" i="0" u="none" strike="noStrike" kern="1200" cap="none" spc="0" normalizeH="0" baseline="0" noProof="0">
                <a:ln>
                  <a:noFill/>
                </a:ln>
                <a:solidFill>
                  <a:srgbClr val="3D5265"/>
                </a:solidFill>
                <a:effectLst/>
                <a:uLnTx/>
                <a:uFillTx/>
                <a:latin typeface="Aptos"/>
                <a:ea typeface="+mj-ea"/>
                <a:cs typeface="+mj-cs"/>
              </a:rPr>
              <a:t>adapted and incorporated the Governance Regulation in the acquis Communautaire</a:t>
            </a:r>
            <a:r>
              <a:rPr kumimoji="0" lang="en-GB" sz="2100" b="0" i="0" u="none" strike="noStrike" kern="1200" cap="none" spc="0" normalizeH="0" baseline="0" noProof="0">
                <a:ln>
                  <a:noFill/>
                </a:ln>
                <a:solidFill>
                  <a:srgbClr val="3D5265"/>
                </a:solidFill>
                <a:effectLst/>
                <a:uLnTx/>
                <a:uFillTx/>
                <a:latin typeface="Aptos"/>
                <a:ea typeface="+mj-ea"/>
                <a:cs typeface="+mj-cs"/>
              </a:rPr>
              <a:t>.</a:t>
            </a:r>
          </a:p>
          <a:p>
            <a:pPr marL="0" marR="0" lvl="0" indent="0" algn="l" defTabSz="914400" rtl="0" eaLnBrk="1" fontAlgn="auto" latinLnBrk="0" hangingPunct="1">
              <a:lnSpc>
                <a:spcPct val="140000"/>
              </a:lnSpc>
              <a:spcBef>
                <a:spcPct val="0"/>
              </a:spcBef>
              <a:spcAft>
                <a:spcPts val="0"/>
              </a:spcAft>
              <a:buClrTx/>
              <a:buSzTx/>
              <a:buFontTx/>
              <a:buNone/>
              <a:tabLst/>
              <a:defRPr/>
            </a:pPr>
            <a:r>
              <a:rPr kumimoji="0" lang="en-GB" sz="2100" b="0" i="0" u="none" strike="noStrike" kern="1200" cap="none" spc="0" normalizeH="0" baseline="0" noProof="0">
                <a:ln>
                  <a:noFill/>
                </a:ln>
                <a:solidFill>
                  <a:srgbClr val="3D5265"/>
                </a:solidFill>
                <a:effectLst/>
                <a:uLnTx/>
                <a:uFillTx/>
                <a:latin typeface="Aptos"/>
                <a:ea typeface="+mj-ea"/>
                <a:cs typeface="+mj-cs"/>
              </a:rPr>
              <a:t>Gradual implementation, with the first reporting obligations entering in 2023. The draft Integrated NECPs were due on the 30 June 2023.</a:t>
            </a: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4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a:p>
            <a:pPr marL="0" marR="0" lvl="0" indent="0" algn="l" defTabSz="914400" rtl="0" eaLnBrk="1" fontAlgn="auto" latinLnBrk="0" hangingPunct="1">
              <a:lnSpc>
                <a:spcPct val="150000"/>
              </a:lnSpc>
              <a:spcBef>
                <a:spcPct val="0"/>
              </a:spcBef>
              <a:spcAft>
                <a:spcPts val="0"/>
              </a:spcAft>
              <a:buClrTx/>
              <a:buSzTx/>
              <a:buFontTx/>
              <a:buNone/>
              <a:tabLst/>
              <a:defRPr/>
            </a:pPr>
            <a:endParaRPr kumimoji="0" lang="en-GB" sz="1800" b="1" i="0" u="none" strike="noStrike" kern="1200" cap="none" spc="0" normalizeH="0" baseline="0" noProof="0">
              <a:ln>
                <a:noFill/>
              </a:ln>
              <a:solidFill>
                <a:srgbClr val="3D5265"/>
              </a:solidFill>
              <a:effectLst/>
              <a:uLnTx/>
              <a:uFillTx/>
              <a:latin typeface="Aptos"/>
              <a:ea typeface="+mj-ea"/>
              <a:cs typeface="+mj-cs"/>
            </a:endParaRPr>
          </a:p>
        </p:txBody>
      </p:sp>
      <p:sp>
        <p:nvSpPr>
          <p:cNvPr id="3" name="Title 1">
            <a:extLst>
              <a:ext uri="{FF2B5EF4-FFF2-40B4-BE49-F238E27FC236}">
                <a16:creationId xmlns:a16="http://schemas.microsoft.com/office/drawing/2014/main" id="{4CD20805-25E1-B93C-4762-7CC34949D7DA}"/>
              </a:ext>
            </a:extLst>
          </p:cNvPr>
          <p:cNvSpPr txBox="1">
            <a:spLocks/>
          </p:cNvSpPr>
          <p:nvPr/>
        </p:nvSpPr>
        <p:spPr>
          <a:xfrm>
            <a:off x="495300" y="430504"/>
            <a:ext cx="8387443" cy="662782"/>
          </a:xfrm>
          <a:prstGeom prst="rect">
            <a:avLst/>
          </a:prstGeom>
          <a:solidFill>
            <a:schemeClr val="bg1">
              <a:alpha val="75279"/>
            </a:schemeClr>
          </a:solidFill>
        </p:spPr>
        <p:txBody>
          <a:bodyPr lIns="91440" tIns="45720" rIns="91440" bIns="45720" anchor="t">
            <a:normAutofit/>
          </a:bodyPr>
          <a:lst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000" b="0" i="0" u="none" strike="noStrike" kern="1200" cap="none" spc="0" normalizeH="0" baseline="0" noProof="0">
                <a:ln>
                  <a:noFill/>
                </a:ln>
                <a:solidFill>
                  <a:srgbClr val="3D5265"/>
                </a:solidFill>
                <a:effectLst/>
                <a:uLnTx/>
                <a:uFillTx/>
                <a:latin typeface="Aptos"/>
                <a:ea typeface="+mj-ea"/>
                <a:cs typeface="+mj-cs"/>
              </a:rPr>
              <a:t>The adapted Governance Regulation</a:t>
            </a:r>
            <a:endParaRPr kumimoji="0" lang="en-US" sz="4400" b="1" i="0" u="none" strike="noStrike" kern="1200" cap="none" spc="0" normalizeH="0" baseline="0" noProof="0">
              <a:ln>
                <a:noFill/>
              </a:ln>
              <a:solidFill>
                <a:prstClr val="black"/>
              </a:solidFill>
              <a:effectLst/>
              <a:uLnTx/>
              <a:uFillTx/>
              <a:latin typeface="Aptos ExtraBold" panose="020B0004020202020204" pitchFamily="34" charset="0"/>
              <a:ea typeface="+mj-ea"/>
              <a:cs typeface="+mj-cs"/>
            </a:endParaRPr>
          </a:p>
        </p:txBody>
      </p:sp>
      <p:sp>
        <p:nvSpPr>
          <p:cNvPr id="6" name="TextBox 5">
            <a:extLst>
              <a:ext uri="{FF2B5EF4-FFF2-40B4-BE49-F238E27FC236}">
                <a16:creationId xmlns:a16="http://schemas.microsoft.com/office/drawing/2014/main" id="{4F805880-B8D9-2062-798B-11BE340AF345}"/>
              </a:ext>
            </a:extLst>
          </p:cNvPr>
          <p:cNvSpPr txBox="1"/>
          <p:nvPr/>
        </p:nvSpPr>
        <p:spPr>
          <a:xfrm>
            <a:off x="7200819" y="3503532"/>
            <a:ext cx="2990738"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a:ln>
                  <a:noFill/>
                </a:ln>
                <a:solidFill>
                  <a:srgbClr val="3D5265"/>
                </a:solidFill>
                <a:effectLst/>
                <a:uLnTx/>
                <a:uFillTx/>
                <a:latin typeface="Aptos"/>
                <a:ea typeface="+mn-ea"/>
                <a:cs typeface="+mn-cs"/>
              </a:rPr>
              <a:t>Contracting Parties have to prepare </a:t>
            </a:r>
            <a:r>
              <a:rPr kumimoji="0" lang="en-SE" sz="1600" b="1" i="0" u="none" strike="noStrike" kern="1200" cap="none" spc="0" normalizeH="0" baseline="0" noProof="0">
                <a:ln>
                  <a:noFill/>
                </a:ln>
                <a:solidFill>
                  <a:srgbClr val="3D5265"/>
                </a:solidFill>
                <a:effectLst/>
                <a:uLnTx/>
                <a:uFillTx/>
                <a:latin typeface="Aptos"/>
                <a:ea typeface="+mn-ea"/>
                <a:cs typeface="+mn-cs"/>
              </a:rPr>
              <a:t>National Energy and Climate Plans (NECPs)</a:t>
            </a:r>
            <a:r>
              <a:rPr kumimoji="0" lang="en-US" sz="1600" b="0" i="0" u="none" strike="noStrike" kern="1200" cap="none" spc="0" normalizeH="0" baseline="0" noProof="0">
                <a:ln>
                  <a:noFill/>
                </a:ln>
                <a:solidFill>
                  <a:srgbClr val="3D5265"/>
                </a:solidFill>
                <a:effectLst/>
                <a:uLnTx/>
                <a:uFillTx/>
                <a:latin typeface="Aptos"/>
                <a:ea typeface="+mn-ea"/>
                <a:cs typeface="+mn-cs"/>
              </a:rPr>
              <a:t>. </a:t>
            </a:r>
            <a:endParaRPr kumimoji="0" lang="en-DK" sz="1600" b="0" i="0" u="none" strike="noStrike" kern="1200" cap="none" spc="0" normalizeH="0" baseline="0" noProof="0">
              <a:ln>
                <a:noFill/>
              </a:ln>
              <a:solidFill>
                <a:srgbClr val="3D5265"/>
              </a:solidFill>
              <a:effectLst/>
              <a:uLnTx/>
              <a:uFillTx/>
              <a:latin typeface="Aptos"/>
              <a:ea typeface="+mn-ea"/>
              <a:cs typeface="+mn-cs"/>
            </a:endParaRPr>
          </a:p>
        </p:txBody>
      </p:sp>
      <p:sp>
        <p:nvSpPr>
          <p:cNvPr id="7" name="TextBox 6">
            <a:extLst>
              <a:ext uri="{FF2B5EF4-FFF2-40B4-BE49-F238E27FC236}">
                <a16:creationId xmlns:a16="http://schemas.microsoft.com/office/drawing/2014/main" id="{63C93DB3-B8E1-D880-97EF-24850DF523AB}"/>
              </a:ext>
            </a:extLst>
          </p:cNvPr>
          <p:cNvSpPr txBox="1"/>
          <p:nvPr/>
        </p:nvSpPr>
        <p:spPr>
          <a:xfrm>
            <a:off x="7124755" y="5417614"/>
            <a:ext cx="391409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3D5265"/>
                </a:solidFill>
                <a:effectLst/>
                <a:uLnTx/>
                <a:uFillTx/>
                <a:latin typeface="Aptos"/>
                <a:ea typeface="+mn-ea"/>
                <a:cs typeface="+mn-cs"/>
              </a:rPr>
              <a:t>Every two years, the Contracting parties submit progress reports towards their NECPs --</a:t>
            </a:r>
            <a:r>
              <a:rPr kumimoji="0" lang="en-US" sz="1600" b="1" i="0" u="none" strike="noStrike" kern="1200" cap="none" spc="0" normalizeH="0" baseline="0" noProof="0">
                <a:ln>
                  <a:noFill/>
                </a:ln>
                <a:solidFill>
                  <a:srgbClr val="3D5265"/>
                </a:solidFill>
                <a:effectLst/>
                <a:uLnTx/>
                <a:uFillTx/>
                <a:latin typeface="Aptos"/>
                <a:ea typeface="+mn-ea"/>
                <a:cs typeface="+mn-cs"/>
              </a:rPr>
              <a:t> National Energy and Climate Progress Reports (NECPRs)</a:t>
            </a:r>
            <a:r>
              <a:rPr kumimoji="0" lang="en-US" sz="1600" b="0" i="0" u="none" strike="noStrike" kern="1200" cap="none" spc="0" normalizeH="0" baseline="0" noProof="0">
                <a:ln>
                  <a:noFill/>
                </a:ln>
                <a:solidFill>
                  <a:srgbClr val="3D5265"/>
                </a:solidFill>
                <a:effectLst/>
                <a:uLnTx/>
                <a:uFillTx/>
                <a:latin typeface="Aptos"/>
                <a:ea typeface="+mn-ea"/>
                <a:cs typeface="+mn-cs"/>
              </a:rPr>
              <a:t>.</a:t>
            </a:r>
            <a:r>
              <a:rPr kumimoji="0" lang="en-SE" sz="1600" b="0" i="0" u="none" strike="noStrike" kern="1200" cap="none" spc="0" normalizeH="0" baseline="0" noProof="0">
                <a:ln>
                  <a:noFill/>
                </a:ln>
                <a:solidFill>
                  <a:srgbClr val="3D5265"/>
                </a:solidFill>
                <a:effectLst/>
                <a:uLnTx/>
                <a:uFillTx/>
                <a:latin typeface="Aptos"/>
                <a:ea typeface="+mn-ea"/>
                <a:cs typeface="+mn-cs"/>
              </a:rPr>
              <a:t> </a:t>
            </a:r>
            <a:endParaRPr kumimoji="0" lang="en-DK" sz="1600" b="0" i="0" u="none" strike="noStrike" kern="1200" cap="none" spc="0" normalizeH="0" baseline="0" noProof="0">
              <a:ln>
                <a:noFill/>
              </a:ln>
              <a:solidFill>
                <a:srgbClr val="3D5265"/>
              </a:solidFill>
              <a:effectLst/>
              <a:uLnTx/>
              <a:uFillTx/>
              <a:latin typeface="Aptos"/>
              <a:ea typeface="+mn-ea"/>
              <a:cs typeface="+mn-cs"/>
            </a:endParaRPr>
          </a:p>
        </p:txBody>
      </p:sp>
      <p:graphicFrame>
        <p:nvGraphicFramePr>
          <p:cNvPr id="8" name="Diagram 7">
            <a:extLst>
              <a:ext uri="{FF2B5EF4-FFF2-40B4-BE49-F238E27FC236}">
                <a16:creationId xmlns:a16="http://schemas.microsoft.com/office/drawing/2014/main" id="{76BE4AD9-39AD-7B26-72AF-DC45AAE87109}"/>
              </a:ext>
            </a:extLst>
          </p:cNvPr>
          <p:cNvGraphicFramePr/>
          <p:nvPr/>
        </p:nvGraphicFramePr>
        <p:xfrm>
          <a:off x="4208164" y="3994101"/>
          <a:ext cx="3658616" cy="25007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1" name="TextBox 10">
            <a:extLst>
              <a:ext uri="{FF2B5EF4-FFF2-40B4-BE49-F238E27FC236}">
                <a16:creationId xmlns:a16="http://schemas.microsoft.com/office/drawing/2014/main" id="{494E3AD1-6BC1-FC7D-4804-A03B6A25B08A}"/>
              </a:ext>
            </a:extLst>
          </p:cNvPr>
          <p:cNvSpPr txBox="1"/>
          <p:nvPr/>
        </p:nvSpPr>
        <p:spPr>
          <a:xfrm>
            <a:off x="1521121" y="3999162"/>
            <a:ext cx="2956141"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600" b="0" i="0" u="none" strike="noStrike" kern="1200" cap="none" spc="0" normalizeH="0" baseline="0" noProof="0">
                <a:ln>
                  <a:noFill/>
                </a:ln>
                <a:solidFill>
                  <a:srgbClr val="3D5265"/>
                </a:solidFill>
                <a:effectLst/>
                <a:uLnTx/>
                <a:uFillTx/>
                <a:latin typeface="Aptos"/>
                <a:ea typeface="+mn-ea"/>
                <a:cs typeface="+mn-cs"/>
              </a:rPr>
              <a:t>Based on the NECPRs, the </a:t>
            </a:r>
            <a:r>
              <a:rPr kumimoji="0" lang="da-DK" sz="1600" b="1" i="0" u="none" strike="noStrike" kern="1200" cap="none" spc="0" normalizeH="0" baseline="0" noProof="0">
                <a:ln>
                  <a:noFill/>
                </a:ln>
                <a:solidFill>
                  <a:srgbClr val="3D5265"/>
                </a:solidFill>
                <a:effectLst/>
                <a:uLnTx/>
                <a:uFillTx/>
                <a:latin typeface="Aptos"/>
                <a:ea typeface="+mn-ea"/>
                <a:cs typeface="+mn-cs"/>
              </a:rPr>
              <a:t>Energy Community Secretariat assess progress</a:t>
            </a:r>
            <a:r>
              <a:rPr kumimoji="0" lang="da-DK" sz="1600" b="0" i="0" u="none" strike="noStrike" kern="1200" cap="none" spc="0" normalizeH="0" baseline="0" noProof="0">
                <a:ln>
                  <a:noFill/>
                </a:ln>
                <a:solidFill>
                  <a:srgbClr val="3D5265"/>
                </a:solidFill>
                <a:effectLst/>
                <a:uLnTx/>
                <a:uFillTx/>
                <a:latin typeface="Aptos"/>
                <a:ea typeface="+mn-ea"/>
                <a:cs typeface="+mn-cs"/>
              </a:rPr>
              <a:t> towards the NECPs, and issues recommendations to the Contracting Parties.</a:t>
            </a:r>
            <a:endParaRPr kumimoji="0" lang="en-DK" sz="1600" b="0" i="0" u="none" strike="noStrike" kern="1200" cap="none" spc="0" normalizeH="0" baseline="0" noProof="0">
              <a:ln>
                <a:noFill/>
              </a:ln>
              <a:solidFill>
                <a:srgbClr val="3D5265"/>
              </a:solidFill>
              <a:effectLst/>
              <a:uLnTx/>
              <a:uFillTx/>
              <a:latin typeface="Aptos"/>
              <a:ea typeface="+mn-ea"/>
              <a:cs typeface="+mn-cs"/>
            </a:endParaRPr>
          </a:p>
        </p:txBody>
      </p:sp>
    </p:spTree>
    <p:extLst>
      <p:ext uri="{BB962C8B-B14F-4D97-AF65-F5344CB8AC3E}">
        <p14:creationId xmlns:p14="http://schemas.microsoft.com/office/powerpoint/2010/main" val="33499358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A4E72-B58A-2AC7-A995-FE388E93381E}"/>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4DA38730-63D9-3B85-BEF4-48FD0668BE38}"/>
              </a:ext>
            </a:extLst>
          </p:cNvPr>
          <p:cNvSpPr txBox="1"/>
          <p:nvPr/>
        </p:nvSpPr>
        <p:spPr>
          <a:xfrm>
            <a:off x="320939" y="1941777"/>
            <a:ext cx="3602991" cy="1200329"/>
          </a:xfrm>
          <a:prstGeom prst="rect">
            <a:avLst/>
          </a:prstGeom>
          <a:solidFill>
            <a:schemeClr val="accent6">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GHG Inventory</a:t>
            </a:r>
            <a:br>
              <a:rPr lang="en-US" b="1">
                <a:solidFill>
                  <a:schemeClr val="accent1">
                    <a:lumMod val="50000"/>
                  </a:schemeClr>
                </a:solidFill>
              </a:rPr>
            </a:br>
            <a:r>
              <a:rPr lang="en-US" u="sng">
                <a:solidFill>
                  <a:schemeClr val="accent1">
                    <a:lumMod val="50000"/>
                  </a:schemeClr>
                </a:solidFill>
              </a:rPr>
              <a:t>15 January: </a:t>
            </a:r>
            <a:r>
              <a:rPr lang="en-US">
                <a:solidFill>
                  <a:schemeClr val="accent1">
                    <a:lumMod val="50000"/>
                  </a:schemeClr>
                </a:solidFill>
              </a:rPr>
              <a:t>Draft GHG Inventory</a:t>
            </a:r>
          </a:p>
          <a:p>
            <a:r>
              <a:rPr lang="en-US" u="sng">
                <a:solidFill>
                  <a:schemeClr val="accent1">
                    <a:lumMod val="50000"/>
                  </a:schemeClr>
                </a:solidFill>
              </a:rPr>
              <a:t>15 March:</a:t>
            </a:r>
            <a:r>
              <a:rPr lang="en-US">
                <a:solidFill>
                  <a:schemeClr val="accent1">
                    <a:lumMod val="50000"/>
                  </a:schemeClr>
                </a:solidFill>
              </a:rPr>
              <a:t> Final GHG Inventory</a:t>
            </a:r>
          </a:p>
          <a:p>
            <a:r>
              <a:rPr lang="en-US" u="sng">
                <a:solidFill>
                  <a:schemeClr val="accent1">
                    <a:lumMod val="50000"/>
                  </a:schemeClr>
                </a:solidFill>
              </a:rPr>
              <a:t>31 July: </a:t>
            </a:r>
            <a:r>
              <a:rPr lang="en-US">
                <a:solidFill>
                  <a:schemeClr val="accent1">
                    <a:lumMod val="50000"/>
                  </a:schemeClr>
                </a:solidFill>
              </a:rPr>
              <a:t>Approximated Inventory</a:t>
            </a:r>
            <a:endParaRPr lang="en-DK"/>
          </a:p>
        </p:txBody>
      </p:sp>
      <p:sp>
        <p:nvSpPr>
          <p:cNvPr id="8" name="TextBox 7">
            <a:extLst>
              <a:ext uri="{FF2B5EF4-FFF2-40B4-BE49-F238E27FC236}">
                <a16:creationId xmlns:a16="http://schemas.microsoft.com/office/drawing/2014/main" id="{B3DA5E75-E4A1-C236-1C65-86B449D453C1}"/>
              </a:ext>
            </a:extLst>
          </p:cNvPr>
          <p:cNvSpPr txBox="1"/>
          <p:nvPr/>
        </p:nvSpPr>
        <p:spPr>
          <a:xfrm>
            <a:off x="331431" y="3142106"/>
            <a:ext cx="3602991" cy="1754326"/>
          </a:xfrm>
          <a:prstGeom prst="rect">
            <a:avLst/>
          </a:prstGeom>
          <a:solidFill>
            <a:schemeClr val="accent4">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Climate Finance</a:t>
            </a:r>
          </a:p>
          <a:p>
            <a:r>
              <a:rPr lang="en-SE" u="sng">
                <a:solidFill>
                  <a:schemeClr val="accent1">
                    <a:lumMod val="50000"/>
                  </a:schemeClr>
                </a:solidFill>
              </a:rPr>
              <a:t>31 July</a:t>
            </a:r>
            <a:r>
              <a:rPr lang="en-US" u="sng">
                <a:solidFill>
                  <a:schemeClr val="accent1">
                    <a:lumMod val="50000"/>
                  </a:schemeClr>
                </a:solidFill>
              </a:rPr>
              <a:t>: </a:t>
            </a:r>
            <a:r>
              <a:rPr lang="en-SE">
                <a:solidFill>
                  <a:schemeClr val="accent1">
                    <a:lumMod val="50000"/>
                  </a:schemeClr>
                </a:solidFill>
              </a:rPr>
              <a:t>Use of any revenues generated from carbon price mechanisms</a:t>
            </a:r>
            <a:endParaRPr lang="en-US">
              <a:solidFill>
                <a:schemeClr val="accent1">
                  <a:lumMod val="50000"/>
                </a:schemeClr>
              </a:solidFill>
            </a:endParaRPr>
          </a:p>
          <a:p>
            <a:r>
              <a:rPr lang="en-US" u="sng">
                <a:solidFill>
                  <a:schemeClr val="accent1">
                    <a:lumMod val="50000"/>
                  </a:schemeClr>
                </a:solidFill>
              </a:rPr>
              <a:t>30 September: </a:t>
            </a:r>
            <a:r>
              <a:rPr lang="en-US">
                <a:solidFill>
                  <a:schemeClr val="accent1">
                    <a:lumMod val="50000"/>
                  </a:schemeClr>
                </a:solidFill>
              </a:rPr>
              <a:t>Support provided to developing countries</a:t>
            </a:r>
            <a:endParaRPr lang="en-DK"/>
          </a:p>
        </p:txBody>
      </p:sp>
      <p:sp>
        <p:nvSpPr>
          <p:cNvPr id="10" name="TextBox 9">
            <a:extLst>
              <a:ext uri="{FF2B5EF4-FFF2-40B4-BE49-F238E27FC236}">
                <a16:creationId xmlns:a16="http://schemas.microsoft.com/office/drawing/2014/main" id="{AEED9406-E2A6-B48B-D2BB-25582C52DE0B}"/>
              </a:ext>
            </a:extLst>
          </p:cNvPr>
          <p:cNvSpPr txBox="1"/>
          <p:nvPr/>
        </p:nvSpPr>
        <p:spPr>
          <a:xfrm>
            <a:off x="4415025" y="3226063"/>
            <a:ext cx="7374520" cy="1477328"/>
          </a:xfrm>
          <a:prstGeom prst="rect">
            <a:avLst/>
          </a:prstGeom>
          <a:solidFill>
            <a:schemeClr val="accent2">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Mitigation</a:t>
            </a:r>
            <a:endParaRPr lang="en-SE" sz="800" b="1">
              <a:solidFill>
                <a:schemeClr val="accent1">
                  <a:lumMod val="50000"/>
                </a:schemeClr>
              </a:solidFill>
            </a:endParaRPr>
          </a:p>
          <a:p>
            <a:r>
              <a:rPr lang="sv-SE" u="sng">
                <a:solidFill>
                  <a:schemeClr val="accent1">
                    <a:lumMod val="50000"/>
                  </a:schemeClr>
                </a:solidFill>
              </a:rPr>
              <a:t>15 March:</a:t>
            </a:r>
            <a:r>
              <a:rPr lang="sv-SE">
                <a:solidFill>
                  <a:schemeClr val="accent1">
                    <a:lumMod val="50000"/>
                  </a:schemeClr>
                </a:solidFill>
              </a:rPr>
              <a:t> Integrated Policies and Measures (PaMs)</a:t>
            </a:r>
          </a:p>
          <a:p>
            <a:r>
              <a:rPr lang="sv-SE" u="sng">
                <a:solidFill>
                  <a:schemeClr val="accent1">
                    <a:lumMod val="50000"/>
                  </a:schemeClr>
                </a:solidFill>
              </a:rPr>
              <a:t>15 March:</a:t>
            </a:r>
            <a:r>
              <a:rPr lang="sv-SE">
                <a:solidFill>
                  <a:schemeClr val="accent1">
                    <a:lumMod val="50000"/>
                  </a:schemeClr>
                </a:solidFill>
              </a:rPr>
              <a:t> Greenhouse gas projections</a:t>
            </a:r>
          </a:p>
          <a:p>
            <a:r>
              <a:rPr lang="sv-SE" u="sng">
                <a:solidFill>
                  <a:schemeClr val="accent1">
                    <a:lumMod val="50000"/>
                  </a:schemeClr>
                </a:solidFill>
              </a:rPr>
              <a:t>15 March:</a:t>
            </a:r>
            <a:r>
              <a:rPr lang="sv-SE">
                <a:solidFill>
                  <a:schemeClr val="accent1">
                    <a:lumMod val="50000"/>
                  </a:schemeClr>
                </a:solidFill>
              </a:rPr>
              <a:t> NECPR reporting within</a:t>
            </a:r>
            <a:r>
              <a:rPr lang="en-US">
                <a:solidFill>
                  <a:schemeClr val="accent1">
                    <a:lumMod val="50000"/>
                  </a:schemeClr>
                </a:solidFill>
              </a:rPr>
              <a:t> GHG, RES, and EE</a:t>
            </a:r>
          </a:p>
          <a:p>
            <a:r>
              <a:rPr lang="sv-SE" u="sng">
                <a:solidFill>
                  <a:schemeClr val="accent1">
                    <a:lumMod val="50000"/>
                  </a:schemeClr>
                </a:solidFill>
              </a:rPr>
              <a:t>15 March:</a:t>
            </a:r>
            <a:r>
              <a:rPr lang="sv-SE">
                <a:solidFill>
                  <a:schemeClr val="accent1">
                    <a:lumMod val="50000"/>
                  </a:schemeClr>
                </a:solidFill>
              </a:rPr>
              <a:t> </a:t>
            </a:r>
            <a:r>
              <a:rPr lang="en-US">
                <a:solidFill>
                  <a:schemeClr val="accent1">
                    <a:lumMod val="50000"/>
                  </a:schemeClr>
                </a:solidFill>
              </a:rPr>
              <a:t>Additional reporting on RES and EE</a:t>
            </a:r>
            <a:endParaRPr lang="en-DK"/>
          </a:p>
        </p:txBody>
      </p:sp>
      <p:cxnSp>
        <p:nvCxnSpPr>
          <p:cNvPr id="13" name="Straight Connector 12">
            <a:extLst>
              <a:ext uri="{FF2B5EF4-FFF2-40B4-BE49-F238E27FC236}">
                <a16:creationId xmlns:a16="http://schemas.microsoft.com/office/drawing/2014/main" id="{8342E4CE-798C-A888-7C1C-B31C012A2690}"/>
              </a:ext>
            </a:extLst>
          </p:cNvPr>
          <p:cNvCxnSpPr>
            <a:cxnSpLocks/>
          </p:cNvCxnSpPr>
          <p:nvPr/>
        </p:nvCxnSpPr>
        <p:spPr>
          <a:xfrm>
            <a:off x="297014" y="1643782"/>
            <a:ext cx="11574043" cy="17064"/>
          </a:xfrm>
          <a:prstGeom prst="line">
            <a:avLst/>
          </a:prstGeom>
          <a:ln w="22225">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DDED3BA-5185-F053-4B0E-3CB8D05322C7}"/>
              </a:ext>
            </a:extLst>
          </p:cNvPr>
          <p:cNvSpPr txBox="1"/>
          <p:nvPr/>
        </p:nvSpPr>
        <p:spPr>
          <a:xfrm>
            <a:off x="1647850" y="1467491"/>
            <a:ext cx="956321" cy="461665"/>
          </a:xfrm>
          <a:prstGeom prst="rect">
            <a:avLst/>
          </a:prstGeom>
          <a:solidFill>
            <a:schemeClr val="bg1"/>
          </a:solidFill>
        </p:spPr>
        <p:txBody>
          <a:bodyPr wrap="square" rtlCol="0">
            <a:spAutoFit/>
          </a:bodyPr>
          <a:lstStyle/>
          <a:p>
            <a:r>
              <a:rPr lang="en-SE" sz="2400" b="1">
                <a:solidFill>
                  <a:schemeClr val="accent1">
                    <a:lumMod val="50000"/>
                  </a:schemeClr>
                </a:solidFill>
              </a:rPr>
              <a:t> 202</a:t>
            </a:r>
            <a:r>
              <a:rPr lang="en-US" sz="2400" b="1">
                <a:solidFill>
                  <a:schemeClr val="accent1">
                    <a:lumMod val="50000"/>
                  </a:schemeClr>
                </a:solidFill>
              </a:rPr>
              <a:t>6</a:t>
            </a:r>
            <a:endParaRPr lang="en-DK" sz="2400" b="1">
              <a:solidFill>
                <a:schemeClr val="accent1">
                  <a:lumMod val="50000"/>
                </a:schemeClr>
              </a:solidFill>
            </a:endParaRPr>
          </a:p>
        </p:txBody>
      </p:sp>
      <p:sp>
        <p:nvSpPr>
          <p:cNvPr id="16" name="TextBox 15">
            <a:extLst>
              <a:ext uri="{FF2B5EF4-FFF2-40B4-BE49-F238E27FC236}">
                <a16:creationId xmlns:a16="http://schemas.microsoft.com/office/drawing/2014/main" id="{50E2E9F6-09B2-E17A-E56F-1D5989B6D623}"/>
              </a:ext>
            </a:extLst>
          </p:cNvPr>
          <p:cNvSpPr txBox="1"/>
          <p:nvPr/>
        </p:nvSpPr>
        <p:spPr>
          <a:xfrm>
            <a:off x="4580526" y="1486330"/>
            <a:ext cx="956321" cy="461665"/>
          </a:xfrm>
          <a:prstGeom prst="rect">
            <a:avLst/>
          </a:prstGeom>
          <a:solidFill>
            <a:schemeClr val="bg1"/>
          </a:solidFill>
        </p:spPr>
        <p:txBody>
          <a:bodyPr wrap="square" rtlCol="0">
            <a:spAutoFit/>
          </a:bodyPr>
          <a:lstStyle/>
          <a:p>
            <a:r>
              <a:rPr lang="en-SE" sz="2400" b="1">
                <a:solidFill>
                  <a:schemeClr val="accent1">
                    <a:lumMod val="50000"/>
                  </a:schemeClr>
                </a:solidFill>
              </a:rPr>
              <a:t> 202</a:t>
            </a:r>
            <a:r>
              <a:rPr lang="en-US" sz="2400" b="1">
                <a:solidFill>
                  <a:schemeClr val="accent1">
                    <a:lumMod val="50000"/>
                  </a:schemeClr>
                </a:solidFill>
              </a:rPr>
              <a:t>7</a:t>
            </a:r>
            <a:endParaRPr lang="en-DK" sz="2400" b="1">
              <a:solidFill>
                <a:schemeClr val="accent1">
                  <a:lumMod val="50000"/>
                </a:schemeClr>
              </a:solidFill>
            </a:endParaRPr>
          </a:p>
        </p:txBody>
      </p:sp>
      <p:sp>
        <p:nvSpPr>
          <p:cNvPr id="3" name="TextBox 2">
            <a:extLst>
              <a:ext uri="{FF2B5EF4-FFF2-40B4-BE49-F238E27FC236}">
                <a16:creationId xmlns:a16="http://schemas.microsoft.com/office/drawing/2014/main" id="{D966B853-A747-0264-2A90-2A83077AC49B}"/>
              </a:ext>
            </a:extLst>
          </p:cNvPr>
          <p:cNvSpPr txBox="1"/>
          <p:nvPr/>
        </p:nvSpPr>
        <p:spPr>
          <a:xfrm>
            <a:off x="4415025" y="1941777"/>
            <a:ext cx="7374520" cy="1200329"/>
          </a:xfrm>
          <a:prstGeom prst="rect">
            <a:avLst/>
          </a:prstGeom>
          <a:solidFill>
            <a:schemeClr val="accent6">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GHG Inventory</a:t>
            </a:r>
            <a:br>
              <a:rPr lang="en-US" b="1">
                <a:solidFill>
                  <a:schemeClr val="accent1">
                    <a:lumMod val="50000"/>
                  </a:schemeClr>
                </a:solidFill>
              </a:rPr>
            </a:br>
            <a:r>
              <a:rPr lang="en-US" u="sng">
                <a:solidFill>
                  <a:schemeClr val="accent1">
                    <a:lumMod val="50000"/>
                  </a:schemeClr>
                </a:solidFill>
              </a:rPr>
              <a:t>15 January: </a:t>
            </a:r>
            <a:r>
              <a:rPr lang="en-US">
                <a:solidFill>
                  <a:schemeClr val="accent1">
                    <a:lumMod val="50000"/>
                  </a:schemeClr>
                </a:solidFill>
              </a:rPr>
              <a:t>Draft GHG Inventory</a:t>
            </a:r>
          </a:p>
          <a:p>
            <a:r>
              <a:rPr lang="en-US" u="sng">
                <a:solidFill>
                  <a:schemeClr val="accent1">
                    <a:lumMod val="50000"/>
                  </a:schemeClr>
                </a:solidFill>
              </a:rPr>
              <a:t>15 March: </a:t>
            </a:r>
            <a:r>
              <a:rPr lang="en-US">
                <a:solidFill>
                  <a:schemeClr val="accent1">
                    <a:lumMod val="50000"/>
                  </a:schemeClr>
                </a:solidFill>
              </a:rPr>
              <a:t>Final GHG Inventory</a:t>
            </a:r>
          </a:p>
          <a:p>
            <a:r>
              <a:rPr lang="en-US" u="sng">
                <a:solidFill>
                  <a:schemeClr val="accent1">
                    <a:lumMod val="50000"/>
                  </a:schemeClr>
                </a:solidFill>
              </a:rPr>
              <a:t>31 July: </a:t>
            </a:r>
            <a:r>
              <a:rPr lang="en-US">
                <a:solidFill>
                  <a:schemeClr val="accent1">
                    <a:lumMod val="50000"/>
                  </a:schemeClr>
                </a:solidFill>
              </a:rPr>
              <a:t>Approximated Inventory</a:t>
            </a:r>
            <a:endParaRPr lang="en-DK"/>
          </a:p>
        </p:txBody>
      </p:sp>
      <p:sp>
        <p:nvSpPr>
          <p:cNvPr id="4" name="TextBox 3">
            <a:extLst>
              <a:ext uri="{FF2B5EF4-FFF2-40B4-BE49-F238E27FC236}">
                <a16:creationId xmlns:a16="http://schemas.microsoft.com/office/drawing/2014/main" id="{FB335A16-94A6-B99E-AEE5-522F5C063602}"/>
              </a:ext>
            </a:extLst>
          </p:cNvPr>
          <p:cNvSpPr txBox="1"/>
          <p:nvPr/>
        </p:nvSpPr>
        <p:spPr>
          <a:xfrm>
            <a:off x="4415025" y="5849679"/>
            <a:ext cx="7374521" cy="923330"/>
          </a:xfrm>
          <a:prstGeom prst="rect">
            <a:avLst/>
          </a:prstGeom>
          <a:solidFill>
            <a:schemeClr val="accent4">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Climate Finance</a:t>
            </a:r>
          </a:p>
          <a:p>
            <a:r>
              <a:rPr lang="en-SE" u="sng">
                <a:solidFill>
                  <a:schemeClr val="accent1">
                    <a:lumMod val="50000"/>
                  </a:schemeClr>
                </a:solidFill>
              </a:rPr>
              <a:t>31 July</a:t>
            </a:r>
            <a:r>
              <a:rPr lang="en-US" u="sng">
                <a:solidFill>
                  <a:schemeClr val="accent1">
                    <a:lumMod val="50000"/>
                  </a:schemeClr>
                </a:solidFill>
              </a:rPr>
              <a:t>: </a:t>
            </a:r>
            <a:r>
              <a:rPr lang="en-SE">
                <a:solidFill>
                  <a:schemeClr val="accent1">
                    <a:lumMod val="50000"/>
                  </a:schemeClr>
                </a:solidFill>
              </a:rPr>
              <a:t>Use of any revenues generated from carbon price mechanisms</a:t>
            </a:r>
            <a:endParaRPr lang="en-US" u="sng">
              <a:solidFill>
                <a:schemeClr val="accent1">
                  <a:lumMod val="50000"/>
                </a:schemeClr>
              </a:solidFill>
            </a:endParaRPr>
          </a:p>
          <a:p>
            <a:r>
              <a:rPr lang="en-US" u="sng">
                <a:solidFill>
                  <a:schemeClr val="accent1">
                    <a:lumMod val="50000"/>
                  </a:schemeClr>
                </a:solidFill>
              </a:rPr>
              <a:t>30 September:</a:t>
            </a:r>
            <a:r>
              <a:rPr lang="en-US">
                <a:solidFill>
                  <a:schemeClr val="accent1">
                    <a:lumMod val="50000"/>
                  </a:schemeClr>
                </a:solidFill>
              </a:rPr>
              <a:t> Support provided to developing countries</a:t>
            </a:r>
            <a:endParaRPr lang="en-DK"/>
          </a:p>
        </p:txBody>
      </p:sp>
      <p:sp>
        <p:nvSpPr>
          <p:cNvPr id="5" name="TextBox 4">
            <a:extLst>
              <a:ext uri="{FF2B5EF4-FFF2-40B4-BE49-F238E27FC236}">
                <a16:creationId xmlns:a16="http://schemas.microsoft.com/office/drawing/2014/main" id="{AACC8143-255E-E33F-5AB6-7DDBA7195B35}"/>
              </a:ext>
            </a:extLst>
          </p:cNvPr>
          <p:cNvSpPr txBox="1"/>
          <p:nvPr/>
        </p:nvSpPr>
        <p:spPr>
          <a:xfrm>
            <a:off x="4415025" y="4814870"/>
            <a:ext cx="7374519" cy="923330"/>
          </a:xfrm>
          <a:prstGeom prst="rect">
            <a:avLst/>
          </a:prstGeom>
          <a:solidFill>
            <a:srgbClr val="F8FED4"/>
          </a:solidFill>
          <a:ln w="12700">
            <a:solidFill>
              <a:schemeClr val="accent1"/>
            </a:solidFill>
          </a:ln>
        </p:spPr>
        <p:txBody>
          <a:bodyPr wrap="square" rtlCol="0">
            <a:spAutoFit/>
          </a:bodyPr>
          <a:lstStyle/>
          <a:p>
            <a:r>
              <a:rPr lang="en-US" b="1">
                <a:solidFill>
                  <a:schemeClr val="accent1">
                    <a:lumMod val="50000"/>
                  </a:schemeClr>
                </a:solidFill>
              </a:rPr>
              <a:t>Adaptation</a:t>
            </a:r>
            <a:endParaRPr lang="en-SE" sz="800" b="1">
              <a:solidFill>
                <a:schemeClr val="accent1">
                  <a:lumMod val="50000"/>
                </a:schemeClr>
              </a:solidFill>
            </a:endParaRPr>
          </a:p>
          <a:p>
            <a:r>
              <a:rPr lang="sv-SE" u="sng">
                <a:solidFill>
                  <a:schemeClr val="accent1">
                    <a:lumMod val="50000"/>
                  </a:schemeClr>
                </a:solidFill>
              </a:rPr>
              <a:t>15 March:</a:t>
            </a:r>
            <a:r>
              <a:rPr lang="sv-SE">
                <a:solidFill>
                  <a:schemeClr val="accent1">
                    <a:lumMod val="50000"/>
                  </a:schemeClr>
                </a:solidFill>
              </a:rPr>
              <a:t> </a:t>
            </a:r>
            <a:r>
              <a:rPr lang="en-US">
                <a:solidFill>
                  <a:schemeClr val="accent1">
                    <a:lumMod val="50000"/>
                  </a:schemeClr>
                </a:solidFill>
              </a:rPr>
              <a:t>National adaptation plans and strategies</a:t>
            </a:r>
          </a:p>
          <a:p>
            <a:r>
              <a:rPr lang="sv-SE" u="sng">
                <a:solidFill>
                  <a:schemeClr val="accent1">
                    <a:lumMod val="50000"/>
                  </a:schemeClr>
                </a:solidFill>
              </a:rPr>
              <a:t>15 March:</a:t>
            </a:r>
            <a:r>
              <a:rPr lang="sv-SE">
                <a:solidFill>
                  <a:schemeClr val="accent1">
                    <a:lumMod val="50000"/>
                  </a:schemeClr>
                </a:solidFill>
              </a:rPr>
              <a:t> </a:t>
            </a:r>
            <a:r>
              <a:rPr lang="en-US">
                <a:solidFill>
                  <a:schemeClr val="accent1">
                    <a:lumMod val="50000"/>
                  </a:schemeClr>
                </a:solidFill>
              </a:rPr>
              <a:t>NECPR reporting within adaptation</a:t>
            </a:r>
            <a:endParaRPr lang="en-DK"/>
          </a:p>
        </p:txBody>
      </p:sp>
      <p:sp>
        <p:nvSpPr>
          <p:cNvPr id="9" name="TextBox 8">
            <a:extLst>
              <a:ext uri="{FF2B5EF4-FFF2-40B4-BE49-F238E27FC236}">
                <a16:creationId xmlns:a16="http://schemas.microsoft.com/office/drawing/2014/main" id="{0456912B-77DD-F233-54DA-968AFF4CD6D6}"/>
              </a:ext>
            </a:extLst>
          </p:cNvPr>
          <p:cNvSpPr txBox="1"/>
          <p:nvPr/>
        </p:nvSpPr>
        <p:spPr>
          <a:xfrm>
            <a:off x="8446967" y="2393128"/>
            <a:ext cx="2818796" cy="369332"/>
          </a:xfrm>
          <a:prstGeom prst="rect">
            <a:avLst/>
          </a:prstGeom>
          <a:solidFill>
            <a:schemeClr val="accent6">
              <a:lumMod val="20000"/>
              <a:lumOff val="80000"/>
            </a:schemeClr>
          </a:solidFill>
          <a:ln w="12700">
            <a:solidFill>
              <a:schemeClr val="accent1"/>
            </a:solidFill>
          </a:ln>
        </p:spPr>
        <p:txBody>
          <a:bodyPr wrap="square" rtlCol="0">
            <a:spAutoFit/>
          </a:bodyPr>
          <a:lstStyle/>
          <a:p>
            <a:r>
              <a:rPr lang="en-US" b="1">
                <a:solidFill>
                  <a:schemeClr val="accent1">
                    <a:lumMod val="50000"/>
                  </a:schemeClr>
                </a:solidFill>
              </a:rPr>
              <a:t>+ Comprehensive Review</a:t>
            </a:r>
            <a:endParaRPr lang="en-DK"/>
          </a:p>
        </p:txBody>
      </p:sp>
      <p:grpSp>
        <p:nvGrpSpPr>
          <p:cNvPr id="19" name="Group 18">
            <a:extLst>
              <a:ext uri="{FF2B5EF4-FFF2-40B4-BE49-F238E27FC236}">
                <a16:creationId xmlns:a16="http://schemas.microsoft.com/office/drawing/2014/main" id="{41A2F61D-0476-2429-4E87-88615E1E6777}"/>
              </a:ext>
            </a:extLst>
          </p:cNvPr>
          <p:cNvGrpSpPr/>
          <p:nvPr/>
        </p:nvGrpSpPr>
        <p:grpSpPr>
          <a:xfrm>
            <a:off x="2386162" y="1717162"/>
            <a:ext cx="1866242" cy="4687900"/>
            <a:chOff x="1984023" y="1625939"/>
            <a:chExt cx="1866242" cy="4687900"/>
          </a:xfrm>
        </p:grpSpPr>
        <p:sp>
          <p:nvSpPr>
            <p:cNvPr id="15" name="TextBox 14">
              <a:extLst>
                <a:ext uri="{FF2B5EF4-FFF2-40B4-BE49-F238E27FC236}">
                  <a16:creationId xmlns:a16="http://schemas.microsoft.com/office/drawing/2014/main" id="{C5B2FD55-BD27-A195-6E10-C47A16D7C200}"/>
                </a:ext>
              </a:extLst>
            </p:cNvPr>
            <p:cNvSpPr txBox="1"/>
            <p:nvPr/>
          </p:nvSpPr>
          <p:spPr>
            <a:xfrm>
              <a:off x="1984023" y="5390509"/>
              <a:ext cx="1788987" cy="923330"/>
            </a:xfrm>
            <a:prstGeom prst="rect">
              <a:avLst/>
            </a:prstGeom>
            <a:solidFill>
              <a:srgbClr val="FFC000"/>
            </a:solidFill>
            <a:ln w="12700">
              <a:solidFill>
                <a:schemeClr val="accent1"/>
              </a:solidFill>
            </a:ln>
          </p:spPr>
          <p:txBody>
            <a:bodyPr wrap="square" rtlCol="0">
              <a:spAutoFit/>
            </a:bodyPr>
            <a:lstStyle/>
            <a:p>
              <a:r>
                <a:rPr lang="en-US" b="1">
                  <a:solidFill>
                    <a:schemeClr val="accent1">
                      <a:lumMod val="50000"/>
                    </a:schemeClr>
                  </a:solidFill>
                </a:rPr>
                <a:t>End of 2026:</a:t>
              </a:r>
            </a:p>
            <a:p>
              <a:r>
                <a:rPr lang="en-US">
                  <a:solidFill>
                    <a:schemeClr val="accent1">
                      <a:lumMod val="50000"/>
                    </a:schemeClr>
                  </a:solidFill>
                </a:rPr>
                <a:t>UNFCCC BTR deadline</a:t>
              </a:r>
              <a:endParaRPr lang="en-DK"/>
            </a:p>
          </p:txBody>
        </p:sp>
        <p:cxnSp>
          <p:nvCxnSpPr>
            <p:cNvPr id="18" name="Straight Arrow Connector 17">
              <a:extLst>
                <a:ext uri="{FF2B5EF4-FFF2-40B4-BE49-F238E27FC236}">
                  <a16:creationId xmlns:a16="http://schemas.microsoft.com/office/drawing/2014/main" id="{CE629939-6C83-B4B6-EF31-1E074A83868A}"/>
                </a:ext>
              </a:extLst>
            </p:cNvPr>
            <p:cNvCxnSpPr>
              <a:cxnSpLocks/>
              <a:stCxn id="15" idx="0"/>
            </p:cNvCxnSpPr>
            <p:nvPr/>
          </p:nvCxnSpPr>
          <p:spPr>
            <a:xfrm flipV="1">
              <a:off x="2878517" y="1625939"/>
              <a:ext cx="971748" cy="37645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12" name="Title 1">
            <a:extLst>
              <a:ext uri="{FF2B5EF4-FFF2-40B4-BE49-F238E27FC236}">
                <a16:creationId xmlns:a16="http://schemas.microsoft.com/office/drawing/2014/main" id="{E47A8192-9D9B-51A8-73FC-28D063D02409}"/>
              </a:ext>
            </a:extLst>
          </p:cNvPr>
          <p:cNvSpPr txBox="1">
            <a:spLocks/>
          </p:cNvSpPr>
          <p:nvPr/>
        </p:nvSpPr>
        <p:spPr>
          <a:xfrm>
            <a:off x="297014" y="6832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solidFill>
                  <a:srgbClr val="3D5265"/>
                </a:solidFill>
                <a:latin typeface="Aptos"/>
              </a:rPr>
              <a:t>Reporting obligations</a:t>
            </a:r>
          </a:p>
        </p:txBody>
      </p:sp>
    </p:spTree>
    <p:extLst>
      <p:ext uri="{BB962C8B-B14F-4D97-AF65-F5344CB8AC3E}">
        <p14:creationId xmlns:p14="http://schemas.microsoft.com/office/powerpoint/2010/main" val="3848664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C4B013F-C71A-700E-7AC5-EEF0166C0CAF}"/>
              </a:ext>
            </a:extLst>
          </p:cNvPr>
          <p:cNvSpPr txBox="1">
            <a:spLocks/>
          </p:cNvSpPr>
          <p:nvPr/>
        </p:nvSpPr>
        <p:spPr>
          <a:xfrm>
            <a:off x="838200" y="184805"/>
            <a:ext cx="10515600" cy="15058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800" kern="1200">
                <a:solidFill>
                  <a:schemeClr val="tx1"/>
                </a:solidFill>
                <a:latin typeface="+mj-lt"/>
                <a:ea typeface="+mj-ea"/>
                <a:cs typeface="+mj-cs"/>
              </a:rPr>
              <a:t>REPORTING SUBMISSION BREAKDOWN</a:t>
            </a:r>
          </a:p>
        </p:txBody>
      </p:sp>
      <p:pic>
        <p:nvPicPr>
          <p:cNvPr id="1028" name="Picture 4">
            <a:extLst>
              <a:ext uri="{FF2B5EF4-FFF2-40B4-BE49-F238E27FC236}">
                <a16:creationId xmlns:a16="http://schemas.microsoft.com/office/drawing/2014/main" id="{378ED578-094C-6198-45F4-440F31BB65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413" y="0"/>
            <a:ext cx="119411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89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683FF0-2EE2-23DF-DCA8-1DA59F54949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0E8146B-0E4F-BC9E-F482-A4309B9FCD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9325" y="0"/>
            <a:ext cx="7751763"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FE7D8ABC-6E1D-F440-A869-7B7442B154F8}"/>
              </a:ext>
            </a:extLst>
          </p:cNvPr>
          <p:cNvGrpSpPr/>
          <p:nvPr/>
        </p:nvGrpSpPr>
        <p:grpSpPr>
          <a:xfrm>
            <a:off x="1306254" y="947854"/>
            <a:ext cx="8618331" cy="1382751"/>
            <a:chOff x="1306254" y="947854"/>
            <a:chExt cx="8618331" cy="1382751"/>
          </a:xfrm>
        </p:grpSpPr>
        <p:sp>
          <p:nvSpPr>
            <p:cNvPr id="2" name="Rectangle 1">
              <a:extLst>
                <a:ext uri="{FF2B5EF4-FFF2-40B4-BE49-F238E27FC236}">
                  <a16:creationId xmlns:a16="http://schemas.microsoft.com/office/drawing/2014/main" id="{DBA227DD-F045-24A2-01C8-76D100DF4DE4}"/>
                </a:ext>
              </a:extLst>
            </p:cNvPr>
            <p:cNvSpPr/>
            <p:nvPr/>
          </p:nvSpPr>
          <p:spPr>
            <a:xfrm>
              <a:off x="5932449" y="947854"/>
              <a:ext cx="3992136" cy="1382751"/>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3" name="TextBox 2">
              <a:extLst>
                <a:ext uri="{FF2B5EF4-FFF2-40B4-BE49-F238E27FC236}">
                  <a16:creationId xmlns:a16="http://schemas.microsoft.com/office/drawing/2014/main" id="{49F1FA52-FBB8-1456-01A3-464979E4A1C0}"/>
                </a:ext>
              </a:extLst>
            </p:cNvPr>
            <p:cNvSpPr txBox="1"/>
            <p:nvPr/>
          </p:nvSpPr>
          <p:spPr>
            <a:xfrm>
              <a:off x="1306254" y="1177564"/>
              <a:ext cx="4590202" cy="646331"/>
            </a:xfrm>
            <a:prstGeom prst="rect">
              <a:avLst/>
            </a:prstGeom>
            <a:solidFill>
              <a:schemeClr val="bg1"/>
            </a:solidFill>
            <a:ln w="25400">
              <a:solidFill>
                <a:schemeClr val="accent1"/>
              </a:solidFill>
            </a:ln>
          </p:spPr>
          <p:txBody>
            <a:bodyPr wrap="square" rtlCol="0">
              <a:spAutoFit/>
            </a:bodyPr>
            <a:lstStyle/>
            <a:p>
              <a:r>
                <a:rPr lang="da-DK"/>
                <a:t>Energy NECPR Dataflows in 2025 – high degree of reporting</a:t>
              </a:r>
              <a:endParaRPr lang="en-DK"/>
            </a:p>
          </p:txBody>
        </p:sp>
      </p:grpSp>
      <p:grpSp>
        <p:nvGrpSpPr>
          <p:cNvPr id="11" name="Group 10">
            <a:extLst>
              <a:ext uri="{FF2B5EF4-FFF2-40B4-BE49-F238E27FC236}">
                <a16:creationId xmlns:a16="http://schemas.microsoft.com/office/drawing/2014/main" id="{73B284EC-8434-A414-0A19-F362B266EEED}"/>
              </a:ext>
            </a:extLst>
          </p:cNvPr>
          <p:cNvGrpSpPr/>
          <p:nvPr/>
        </p:nvGrpSpPr>
        <p:grpSpPr>
          <a:xfrm>
            <a:off x="1306254" y="375258"/>
            <a:ext cx="8618331" cy="646331"/>
            <a:chOff x="1306254" y="375258"/>
            <a:chExt cx="8618331" cy="646331"/>
          </a:xfrm>
        </p:grpSpPr>
        <p:sp>
          <p:nvSpPr>
            <p:cNvPr id="8" name="Rectangle 7">
              <a:extLst>
                <a:ext uri="{FF2B5EF4-FFF2-40B4-BE49-F238E27FC236}">
                  <a16:creationId xmlns:a16="http://schemas.microsoft.com/office/drawing/2014/main" id="{2A20005C-9263-CD2D-4ABF-4C92B55E5705}"/>
                </a:ext>
              </a:extLst>
            </p:cNvPr>
            <p:cNvSpPr/>
            <p:nvPr/>
          </p:nvSpPr>
          <p:spPr>
            <a:xfrm>
              <a:off x="5932449" y="471939"/>
              <a:ext cx="3992136" cy="452970"/>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0" name="TextBox 9">
              <a:extLst>
                <a:ext uri="{FF2B5EF4-FFF2-40B4-BE49-F238E27FC236}">
                  <a16:creationId xmlns:a16="http://schemas.microsoft.com/office/drawing/2014/main" id="{F35B3E2A-0B3B-F021-F1E9-1F1E558FF7FE}"/>
                </a:ext>
              </a:extLst>
            </p:cNvPr>
            <p:cNvSpPr txBox="1"/>
            <p:nvPr/>
          </p:nvSpPr>
          <p:spPr>
            <a:xfrm>
              <a:off x="1306254" y="375258"/>
              <a:ext cx="4600712" cy="646331"/>
            </a:xfrm>
            <a:prstGeom prst="rect">
              <a:avLst/>
            </a:prstGeom>
            <a:solidFill>
              <a:schemeClr val="bg1"/>
            </a:solidFill>
            <a:ln w="25400">
              <a:solidFill>
                <a:schemeClr val="accent1"/>
              </a:solidFill>
            </a:ln>
          </p:spPr>
          <p:txBody>
            <a:bodyPr wrap="square" rtlCol="0">
              <a:spAutoFit/>
            </a:bodyPr>
            <a:lstStyle/>
            <a:p>
              <a:r>
                <a:rPr lang="da-DK"/>
                <a:t>Draft GHG Inventories in 2026 – Most recent, and complex, highest degree of submission</a:t>
              </a:r>
              <a:endParaRPr lang="en-DK"/>
            </a:p>
          </p:txBody>
        </p:sp>
      </p:grpSp>
      <p:grpSp>
        <p:nvGrpSpPr>
          <p:cNvPr id="16" name="Group 15">
            <a:extLst>
              <a:ext uri="{FF2B5EF4-FFF2-40B4-BE49-F238E27FC236}">
                <a16:creationId xmlns:a16="http://schemas.microsoft.com/office/drawing/2014/main" id="{DD7E81C1-A31F-5DED-2FAC-E4056BC607CF}"/>
              </a:ext>
            </a:extLst>
          </p:cNvPr>
          <p:cNvGrpSpPr/>
          <p:nvPr/>
        </p:nvGrpSpPr>
        <p:grpSpPr>
          <a:xfrm>
            <a:off x="9900745" y="693683"/>
            <a:ext cx="2291255" cy="2123089"/>
            <a:chOff x="9900745" y="693683"/>
            <a:chExt cx="2291255" cy="2123089"/>
          </a:xfrm>
        </p:grpSpPr>
        <p:sp>
          <p:nvSpPr>
            <p:cNvPr id="14" name="Freeform: Shape 13">
              <a:extLst>
                <a:ext uri="{FF2B5EF4-FFF2-40B4-BE49-F238E27FC236}">
                  <a16:creationId xmlns:a16="http://schemas.microsoft.com/office/drawing/2014/main" id="{113E2CFD-2526-4AD4-6DCF-0096E0629F2D}"/>
                </a:ext>
              </a:extLst>
            </p:cNvPr>
            <p:cNvSpPr/>
            <p:nvPr/>
          </p:nvSpPr>
          <p:spPr>
            <a:xfrm>
              <a:off x="9900745" y="693683"/>
              <a:ext cx="1114133" cy="2123089"/>
            </a:xfrm>
            <a:custGeom>
              <a:avLst/>
              <a:gdLst>
                <a:gd name="csX0" fmla="*/ 31531 w 1114133"/>
                <a:gd name="csY0" fmla="*/ 0 h 2123089"/>
                <a:gd name="csX1" fmla="*/ 1114096 w 1114133"/>
                <a:gd name="csY1" fmla="*/ 893379 h 2123089"/>
                <a:gd name="csX2" fmla="*/ 0 w 1114133"/>
                <a:gd name="csY2" fmla="*/ 2123089 h 2123089"/>
              </a:gdLst>
              <a:ahLst/>
              <a:cxnLst>
                <a:cxn ang="0">
                  <a:pos x="csX0" y="csY0"/>
                </a:cxn>
                <a:cxn ang="0">
                  <a:pos x="csX1" y="csY1"/>
                </a:cxn>
                <a:cxn ang="0">
                  <a:pos x="csX2" y="csY2"/>
                </a:cxn>
              </a:cxnLst>
              <a:rect l="l" t="t" r="r" b="b"/>
              <a:pathLst>
                <a:path w="1114133" h="2123089">
                  <a:moveTo>
                    <a:pt x="31531" y="0"/>
                  </a:moveTo>
                  <a:cubicBezTo>
                    <a:pt x="575441" y="269765"/>
                    <a:pt x="1119351" y="539531"/>
                    <a:pt x="1114096" y="893379"/>
                  </a:cubicBezTo>
                  <a:cubicBezTo>
                    <a:pt x="1108841" y="1247227"/>
                    <a:pt x="554420" y="1685158"/>
                    <a:pt x="0" y="2123089"/>
                  </a:cubicBezTo>
                </a:path>
              </a:pathLst>
            </a:custGeom>
            <a:noFill/>
            <a:ln>
              <a:solidFill>
                <a:schemeClr val="accent1"/>
              </a:solidFill>
              <a:prstDash val="lgDash"/>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5" name="TextBox 14">
              <a:extLst>
                <a:ext uri="{FF2B5EF4-FFF2-40B4-BE49-F238E27FC236}">
                  <a16:creationId xmlns:a16="http://schemas.microsoft.com/office/drawing/2014/main" id="{98D642B4-B588-22E2-B30F-CAFCC1239639}"/>
                </a:ext>
              </a:extLst>
            </p:cNvPr>
            <p:cNvSpPr txBox="1"/>
            <p:nvPr/>
          </p:nvSpPr>
          <p:spPr>
            <a:xfrm>
              <a:off x="10266323" y="1316063"/>
              <a:ext cx="1925677" cy="646331"/>
            </a:xfrm>
            <a:prstGeom prst="rect">
              <a:avLst/>
            </a:prstGeom>
            <a:solidFill>
              <a:schemeClr val="bg1"/>
            </a:solidFill>
            <a:ln w="25400">
              <a:solidFill>
                <a:schemeClr val="accent1"/>
              </a:solidFill>
            </a:ln>
          </p:spPr>
          <p:txBody>
            <a:bodyPr wrap="square" rtlCol="0">
              <a:spAutoFit/>
            </a:bodyPr>
            <a:lstStyle/>
            <a:p>
              <a:r>
                <a:rPr lang="da-DK"/>
                <a:t>Improvement since 2025</a:t>
              </a:r>
              <a:endParaRPr lang="en-DK"/>
            </a:p>
          </p:txBody>
        </p:sp>
      </p:grpSp>
      <p:grpSp>
        <p:nvGrpSpPr>
          <p:cNvPr id="22" name="Group 21">
            <a:extLst>
              <a:ext uri="{FF2B5EF4-FFF2-40B4-BE49-F238E27FC236}">
                <a16:creationId xmlns:a16="http://schemas.microsoft.com/office/drawing/2014/main" id="{AB3D05CE-2F87-3283-033E-0EFE5F8D1294}"/>
              </a:ext>
            </a:extLst>
          </p:cNvPr>
          <p:cNvGrpSpPr/>
          <p:nvPr/>
        </p:nvGrpSpPr>
        <p:grpSpPr>
          <a:xfrm>
            <a:off x="1306254" y="4254089"/>
            <a:ext cx="8618331" cy="646331"/>
            <a:chOff x="1306254" y="4254089"/>
            <a:chExt cx="8618331" cy="646331"/>
          </a:xfrm>
        </p:grpSpPr>
        <p:sp>
          <p:nvSpPr>
            <p:cNvPr id="18" name="Rectangle 17">
              <a:extLst>
                <a:ext uri="{FF2B5EF4-FFF2-40B4-BE49-F238E27FC236}">
                  <a16:creationId xmlns:a16="http://schemas.microsoft.com/office/drawing/2014/main" id="{A4D19731-67AC-9D7D-1BC3-9F7EEA1F5448}"/>
                </a:ext>
              </a:extLst>
            </p:cNvPr>
            <p:cNvSpPr/>
            <p:nvPr/>
          </p:nvSpPr>
          <p:spPr>
            <a:xfrm>
              <a:off x="5932449" y="4393324"/>
              <a:ext cx="3992136" cy="36786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19" name="TextBox 18">
              <a:extLst>
                <a:ext uri="{FF2B5EF4-FFF2-40B4-BE49-F238E27FC236}">
                  <a16:creationId xmlns:a16="http://schemas.microsoft.com/office/drawing/2014/main" id="{C341AED8-B50B-D7CC-EC94-F2CF68710A75}"/>
                </a:ext>
              </a:extLst>
            </p:cNvPr>
            <p:cNvSpPr txBox="1"/>
            <p:nvPr/>
          </p:nvSpPr>
          <p:spPr>
            <a:xfrm>
              <a:off x="1306254" y="4254089"/>
              <a:ext cx="4600712" cy="646331"/>
            </a:xfrm>
            <a:prstGeom prst="rect">
              <a:avLst/>
            </a:prstGeom>
            <a:solidFill>
              <a:schemeClr val="bg1"/>
            </a:solidFill>
            <a:ln w="25400">
              <a:solidFill>
                <a:schemeClr val="accent1"/>
              </a:solidFill>
            </a:ln>
          </p:spPr>
          <p:txBody>
            <a:bodyPr wrap="square" rtlCol="0">
              <a:spAutoFit/>
            </a:bodyPr>
            <a:lstStyle/>
            <a:p>
              <a:r>
                <a:rPr lang="da-DK"/>
                <a:t>GHG NECPR dataflow – central dataflow, relatively low level of submissions.</a:t>
              </a:r>
              <a:endParaRPr lang="en-DK"/>
            </a:p>
          </p:txBody>
        </p:sp>
      </p:grpSp>
      <p:grpSp>
        <p:nvGrpSpPr>
          <p:cNvPr id="23" name="Group 22">
            <a:extLst>
              <a:ext uri="{FF2B5EF4-FFF2-40B4-BE49-F238E27FC236}">
                <a16:creationId xmlns:a16="http://schemas.microsoft.com/office/drawing/2014/main" id="{51D180DD-C2DE-487A-7A84-6230F1B8BB5A}"/>
              </a:ext>
            </a:extLst>
          </p:cNvPr>
          <p:cNvGrpSpPr/>
          <p:nvPr/>
        </p:nvGrpSpPr>
        <p:grpSpPr>
          <a:xfrm>
            <a:off x="1352757" y="5704056"/>
            <a:ext cx="8618331" cy="646331"/>
            <a:chOff x="1352757" y="5704056"/>
            <a:chExt cx="8618331" cy="646331"/>
          </a:xfrm>
        </p:grpSpPr>
        <p:sp>
          <p:nvSpPr>
            <p:cNvPr id="20" name="Rectangle 19">
              <a:extLst>
                <a:ext uri="{FF2B5EF4-FFF2-40B4-BE49-F238E27FC236}">
                  <a16:creationId xmlns:a16="http://schemas.microsoft.com/office/drawing/2014/main" id="{4B356E5C-824C-7BD8-2E4E-89B9DDC091F8}"/>
                </a:ext>
              </a:extLst>
            </p:cNvPr>
            <p:cNvSpPr/>
            <p:nvPr/>
          </p:nvSpPr>
          <p:spPr>
            <a:xfrm>
              <a:off x="5978952" y="5843291"/>
              <a:ext cx="3992136" cy="367862"/>
            </a:xfrm>
            <a:prstGeom prst="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K"/>
            </a:p>
          </p:txBody>
        </p:sp>
        <p:sp>
          <p:nvSpPr>
            <p:cNvPr id="21" name="TextBox 20">
              <a:extLst>
                <a:ext uri="{FF2B5EF4-FFF2-40B4-BE49-F238E27FC236}">
                  <a16:creationId xmlns:a16="http://schemas.microsoft.com/office/drawing/2014/main" id="{3FF9A472-DC72-07EA-F3F7-9C83A709AB69}"/>
                </a:ext>
              </a:extLst>
            </p:cNvPr>
            <p:cNvSpPr txBox="1"/>
            <p:nvPr/>
          </p:nvSpPr>
          <p:spPr>
            <a:xfrm>
              <a:off x="1352757" y="5704056"/>
              <a:ext cx="4600712" cy="646331"/>
            </a:xfrm>
            <a:prstGeom prst="rect">
              <a:avLst/>
            </a:prstGeom>
            <a:solidFill>
              <a:schemeClr val="bg1"/>
            </a:solidFill>
            <a:ln w="25400">
              <a:solidFill>
                <a:schemeClr val="accent1"/>
              </a:solidFill>
            </a:ln>
          </p:spPr>
          <p:txBody>
            <a:bodyPr wrap="square" rtlCol="0">
              <a:spAutoFit/>
            </a:bodyPr>
            <a:lstStyle/>
            <a:p>
              <a:r>
                <a:rPr lang="da-DK"/>
                <a:t>GHG Projections – central dataflow, complex, no submissions yet.</a:t>
              </a:r>
              <a:endParaRPr lang="en-DK"/>
            </a:p>
          </p:txBody>
        </p:sp>
      </p:grpSp>
    </p:spTree>
    <p:extLst>
      <p:ext uri="{BB962C8B-B14F-4D97-AF65-F5344CB8AC3E}">
        <p14:creationId xmlns:p14="http://schemas.microsoft.com/office/powerpoint/2010/main" val="135654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431C9-DBE6-303E-4E92-7B98DFFE913F}"/>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BB1FC4E-1109-A35E-8CAD-224C03811466}"/>
              </a:ext>
            </a:extLst>
          </p:cNvPr>
          <p:cNvSpPr txBox="1">
            <a:spLocks/>
          </p:cNvSpPr>
          <p:nvPr/>
        </p:nvSpPr>
        <p:spPr>
          <a:xfrm>
            <a:off x="838200" y="184805"/>
            <a:ext cx="10515600" cy="150588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4800" kern="1200">
                <a:solidFill>
                  <a:schemeClr val="tx1"/>
                </a:solidFill>
                <a:latin typeface="+mj-lt"/>
                <a:ea typeface="+mj-ea"/>
                <a:cs typeface="+mj-cs"/>
              </a:rPr>
              <a:t>REPORTING SUBMISSION BREAKDOWN</a:t>
            </a:r>
          </a:p>
        </p:txBody>
      </p:sp>
      <p:pic>
        <p:nvPicPr>
          <p:cNvPr id="1026" name="Picture 2">
            <a:extLst>
              <a:ext uri="{FF2B5EF4-FFF2-40B4-BE49-F238E27FC236}">
                <a16:creationId xmlns:a16="http://schemas.microsoft.com/office/drawing/2014/main" id="{82D3EEC7-460E-4C34-4699-8982E08B9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5543"/>
            <a:ext cx="12192000" cy="6115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537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4423B-6E6B-867D-9B98-E6CA296956F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87E93DE-41E9-E395-C494-EE317EB90F1D}"/>
              </a:ext>
            </a:extLst>
          </p:cNvPr>
          <p:cNvSpPr txBox="1">
            <a:spLocks/>
          </p:cNvSpPr>
          <p:nvPr/>
        </p:nvSpPr>
        <p:spPr>
          <a:xfrm>
            <a:off x="495300" y="430504"/>
            <a:ext cx="8387443" cy="662782"/>
          </a:xfrm>
          <a:prstGeom prst="rect">
            <a:avLst/>
          </a:prstGeom>
          <a:solidFill>
            <a:schemeClr val="bg1">
              <a:alpha val="75279"/>
            </a:schemeClr>
          </a:solidFill>
        </p:spPr>
        <p:txBody>
          <a:bodyPr lIns="91440" tIns="45720" rIns="91440" bIns="45720" anchor="t">
            <a:normAutofit/>
          </a:bodyPr>
          <a:lst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000" b="0" i="0" u="none" strike="noStrike" kern="1200" cap="none" spc="0" normalizeH="0" baseline="0" noProof="0">
                <a:ln>
                  <a:noFill/>
                </a:ln>
                <a:solidFill>
                  <a:srgbClr val="3D5265"/>
                </a:solidFill>
                <a:effectLst/>
                <a:uLnTx/>
                <a:uFillTx/>
                <a:latin typeface="Aptos"/>
                <a:ea typeface="+mj-ea"/>
                <a:cs typeface="+mj-cs"/>
              </a:rPr>
              <a:t>Outcomes from last </a:t>
            </a:r>
            <a:r>
              <a:rPr lang="en-GB" sz="4000" b="0">
                <a:solidFill>
                  <a:srgbClr val="3D5265"/>
                </a:solidFill>
                <a:latin typeface="Aptos"/>
              </a:rPr>
              <a:t>year's</a:t>
            </a:r>
            <a:r>
              <a:rPr kumimoji="0" lang="en-GB" sz="4000" b="0" i="0" u="none" strike="noStrike" kern="1200" cap="none" spc="0" normalizeH="0" baseline="0" noProof="0">
                <a:ln>
                  <a:noFill/>
                </a:ln>
                <a:solidFill>
                  <a:srgbClr val="3D5265"/>
                </a:solidFill>
                <a:effectLst/>
                <a:uLnTx/>
                <a:uFillTx/>
                <a:latin typeface="Aptos"/>
                <a:ea typeface="+mj-ea"/>
                <a:cs typeface="+mj-cs"/>
              </a:rPr>
              <a:t> meeting</a:t>
            </a:r>
            <a:endParaRPr kumimoji="0" lang="en-US" sz="4400" b="1" i="0" u="none" strike="noStrike" kern="1200" cap="none" spc="0" normalizeH="0" baseline="0" noProof="0">
              <a:ln>
                <a:noFill/>
              </a:ln>
              <a:solidFill>
                <a:prstClr val="black"/>
              </a:solidFill>
              <a:effectLst/>
              <a:uLnTx/>
              <a:uFillTx/>
              <a:latin typeface="Aptos ExtraBold" panose="020B0004020202020204" pitchFamily="34" charset="0"/>
              <a:ea typeface="+mj-ea"/>
              <a:cs typeface="+mj-cs"/>
            </a:endParaRPr>
          </a:p>
        </p:txBody>
      </p:sp>
      <p:sp>
        <p:nvSpPr>
          <p:cNvPr id="3" name="TextBox 2">
            <a:extLst>
              <a:ext uri="{FF2B5EF4-FFF2-40B4-BE49-F238E27FC236}">
                <a16:creationId xmlns:a16="http://schemas.microsoft.com/office/drawing/2014/main" id="{9DD5B3E4-E391-B775-2FC4-5A6DF3AF25D3}"/>
              </a:ext>
            </a:extLst>
          </p:cNvPr>
          <p:cNvSpPr txBox="1"/>
          <p:nvPr/>
        </p:nvSpPr>
        <p:spPr>
          <a:xfrm>
            <a:off x="495300" y="1344746"/>
            <a:ext cx="11329034" cy="1384995"/>
          </a:xfrm>
          <a:prstGeom prst="rect">
            <a:avLst/>
          </a:prstGeom>
          <a:noFill/>
        </p:spPr>
        <p:txBody>
          <a:bodyPr wrap="square">
            <a:spAutoFit/>
          </a:bodyPr>
          <a:lstStyle/>
          <a:p>
            <a:pPr defTabSz="457200"/>
            <a:r>
              <a:rPr lang="da-DK" sz="2800">
                <a:solidFill>
                  <a:prstClr val="black"/>
                </a:solidFill>
                <a:latin typeface="Calibri"/>
              </a:rPr>
              <a:t>From last year’s meeting, the EEA and the Energy Community Secretariat shared a document summarizing the key outcomes, and actions we committed to. This was within the four areas of:</a:t>
            </a:r>
            <a:endParaRPr sz="2800">
              <a:solidFill>
                <a:prstClr val="black"/>
              </a:solidFill>
              <a:latin typeface="Calibri"/>
            </a:endParaRPr>
          </a:p>
        </p:txBody>
      </p:sp>
      <p:grpSp>
        <p:nvGrpSpPr>
          <p:cNvPr id="12" name="Group 11">
            <a:extLst>
              <a:ext uri="{FF2B5EF4-FFF2-40B4-BE49-F238E27FC236}">
                <a16:creationId xmlns:a16="http://schemas.microsoft.com/office/drawing/2014/main" id="{09302918-19A3-3505-DC92-901E238EAE0E}"/>
              </a:ext>
            </a:extLst>
          </p:cNvPr>
          <p:cNvGrpSpPr/>
          <p:nvPr/>
        </p:nvGrpSpPr>
        <p:grpSpPr>
          <a:xfrm>
            <a:off x="9433807" y="2837343"/>
            <a:ext cx="2388577" cy="3765556"/>
            <a:chOff x="9101713" y="2944945"/>
            <a:chExt cx="2388577" cy="3765556"/>
          </a:xfrm>
        </p:grpSpPr>
        <p:sp>
          <p:nvSpPr>
            <p:cNvPr id="11" name="TextBox 10">
              <a:extLst>
                <a:ext uri="{FF2B5EF4-FFF2-40B4-BE49-F238E27FC236}">
                  <a16:creationId xmlns:a16="http://schemas.microsoft.com/office/drawing/2014/main" id="{C7EEEBFB-110B-2838-DD33-437D97F4A686}"/>
                </a:ext>
              </a:extLst>
            </p:cNvPr>
            <p:cNvSpPr txBox="1"/>
            <p:nvPr/>
          </p:nvSpPr>
          <p:spPr>
            <a:xfrm>
              <a:off x="9101713" y="5325506"/>
              <a:ext cx="2388577" cy="1384995"/>
            </a:xfrm>
            <a:prstGeom prst="rect">
              <a:avLst/>
            </a:prstGeom>
            <a:noFill/>
          </p:spPr>
          <p:txBody>
            <a:bodyPr wrap="square">
              <a:spAutoFit/>
            </a:bodyPr>
            <a:lstStyle/>
            <a:p>
              <a:pPr algn="ctr" defTabSz="457200"/>
              <a:r>
                <a:rPr lang="da-DK" sz="2800">
                  <a:solidFill>
                    <a:prstClr val="black"/>
                  </a:solidFill>
                  <a:latin typeface="Calibri"/>
                </a:rPr>
                <a:t>Strategic and political relevance</a:t>
              </a:r>
              <a:endParaRPr sz="2800">
                <a:solidFill>
                  <a:prstClr val="black"/>
                </a:solidFill>
                <a:latin typeface="Calibri"/>
              </a:endParaRPr>
            </a:p>
          </p:txBody>
        </p:sp>
        <p:pic>
          <p:nvPicPr>
            <p:cNvPr id="2056" name="Picture 8" descr="Unique icon of business strategic planning, editable vector of tactical planning">
              <a:extLst>
                <a:ext uri="{FF2B5EF4-FFF2-40B4-BE49-F238E27FC236}">
                  <a16:creationId xmlns:a16="http://schemas.microsoft.com/office/drawing/2014/main" id="{01CBF15F-E11B-17FD-B656-ACF3D0D2E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8025" y="2944945"/>
              <a:ext cx="2275953" cy="227595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D3F5277F-96D6-579C-EA83-63F890AF3820}"/>
              </a:ext>
            </a:extLst>
          </p:cNvPr>
          <p:cNvGrpSpPr/>
          <p:nvPr/>
        </p:nvGrpSpPr>
        <p:grpSpPr>
          <a:xfrm>
            <a:off x="3391014" y="3429000"/>
            <a:ext cx="2388577" cy="2850644"/>
            <a:chOff x="3391013" y="3429000"/>
            <a:chExt cx="2388577" cy="2850644"/>
          </a:xfrm>
        </p:grpSpPr>
        <p:sp>
          <p:nvSpPr>
            <p:cNvPr id="7" name="TextBox 6">
              <a:extLst>
                <a:ext uri="{FF2B5EF4-FFF2-40B4-BE49-F238E27FC236}">
                  <a16:creationId xmlns:a16="http://schemas.microsoft.com/office/drawing/2014/main" id="{9ADE6432-75CC-F15A-87E0-5616FB23BBF6}"/>
                </a:ext>
              </a:extLst>
            </p:cNvPr>
            <p:cNvSpPr txBox="1"/>
            <p:nvPr/>
          </p:nvSpPr>
          <p:spPr>
            <a:xfrm>
              <a:off x="3391013" y="5756424"/>
              <a:ext cx="2388577" cy="523220"/>
            </a:xfrm>
            <a:prstGeom prst="rect">
              <a:avLst/>
            </a:prstGeom>
            <a:noFill/>
          </p:spPr>
          <p:txBody>
            <a:bodyPr wrap="square">
              <a:spAutoFit/>
            </a:bodyPr>
            <a:lstStyle/>
            <a:p>
              <a:pPr algn="ctr" defTabSz="457200"/>
              <a:r>
                <a:rPr lang="da-DK" sz="2800" dirty="0">
                  <a:solidFill>
                    <a:prstClr val="black"/>
                  </a:solidFill>
                  <a:latin typeface="Calibri"/>
                </a:rPr>
                <a:t>IT systems</a:t>
              </a:r>
              <a:endParaRPr sz="2800" dirty="0">
                <a:solidFill>
                  <a:prstClr val="black"/>
                </a:solidFill>
                <a:latin typeface="Calibri"/>
              </a:endParaRPr>
            </a:p>
          </p:txBody>
        </p:sp>
        <p:pic>
          <p:nvPicPr>
            <p:cNvPr id="5" name="Picture 4">
              <a:extLst>
                <a:ext uri="{FF2B5EF4-FFF2-40B4-BE49-F238E27FC236}">
                  <a16:creationId xmlns:a16="http://schemas.microsoft.com/office/drawing/2014/main" id="{6BB3756C-A920-0B55-554B-7CC727887EB5}"/>
                </a:ext>
              </a:extLst>
            </p:cNvPr>
            <p:cNvPicPr>
              <a:picLocks noChangeAspect="1"/>
            </p:cNvPicPr>
            <p:nvPr/>
          </p:nvPicPr>
          <p:blipFill>
            <a:blip r:embed="rId4"/>
            <a:stretch>
              <a:fillRect/>
            </a:stretch>
          </p:blipFill>
          <p:spPr>
            <a:xfrm>
              <a:off x="3678158" y="3429000"/>
              <a:ext cx="1814286" cy="1814286"/>
            </a:xfrm>
            <a:prstGeom prst="rect">
              <a:avLst/>
            </a:prstGeom>
          </p:spPr>
        </p:pic>
      </p:grpSp>
      <p:grpSp>
        <p:nvGrpSpPr>
          <p:cNvPr id="17" name="Group 16">
            <a:extLst>
              <a:ext uri="{FF2B5EF4-FFF2-40B4-BE49-F238E27FC236}">
                <a16:creationId xmlns:a16="http://schemas.microsoft.com/office/drawing/2014/main" id="{240A7673-B1DB-A636-80E9-09FD8115B296}"/>
              </a:ext>
            </a:extLst>
          </p:cNvPr>
          <p:cNvGrpSpPr/>
          <p:nvPr/>
        </p:nvGrpSpPr>
        <p:grpSpPr>
          <a:xfrm>
            <a:off x="369616" y="3377073"/>
            <a:ext cx="2388577" cy="3055420"/>
            <a:chOff x="369616" y="3377073"/>
            <a:chExt cx="2388577" cy="3055420"/>
          </a:xfrm>
        </p:grpSpPr>
        <p:sp>
          <p:nvSpPr>
            <p:cNvPr id="6" name="TextBox 5">
              <a:extLst>
                <a:ext uri="{FF2B5EF4-FFF2-40B4-BE49-F238E27FC236}">
                  <a16:creationId xmlns:a16="http://schemas.microsoft.com/office/drawing/2014/main" id="{688D815E-0B00-39B7-CDC6-F0ADE798411A}"/>
                </a:ext>
              </a:extLst>
            </p:cNvPr>
            <p:cNvSpPr txBox="1"/>
            <p:nvPr/>
          </p:nvSpPr>
          <p:spPr>
            <a:xfrm>
              <a:off x="369616" y="5047498"/>
              <a:ext cx="2388577" cy="1384995"/>
            </a:xfrm>
            <a:prstGeom prst="rect">
              <a:avLst/>
            </a:prstGeom>
            <a:noFill/>
          </p:spPr>
          <p:txBody>
            <a:bodyPr wrap="square">
              <a:spAutoFit/>
            </a:bodyPr>
            <a:lstStyle/>
            <a:p>
              <a:pPr algn="ctr" defTabSz="457200"/>
              <a:r>
                <a:rPr lang="da-DK" sz="2800" dirty="0">
                  <a:solidFill>
                    <a:prstClr val="black"/>
                  </a:solidFill>
                  <a:latin typeface="Calibri"/>
                </a:rPr>
                <a:t>Institutional Reporting Coordination</a:t>
              </a:r>
              <a:endParaRPr sz="2800" dirty="0">
                <a:solidFill>
                  <a:prstClr val="black"/>
                </a:solidFill>
                <a:latin typeface="Calibri"/>
              </a:endParaRPr>
            </a:p>
          </p:txBody>
        </p:sp>
        <p:pic>
          <p:nvPicPr>
            <p:cNvPr id="16" name="Picture 15">
              <a:extLst>
                <a:ext uri="{FF2B5EF4-FFF2-40B4-BE49-F238E27FC236}">
                  <a16:creationId xmlns:a16="http://schemas.microsoft.com/office/drawing/2014/main" id="{6A6EF513-6B88-056A-8C47-0402D736BBBB}"/>
                </a:ext>
              </a:extLst>
            </p:cNvPr>
            <p:cNvPicPr>
              <a:picLocks noChangeAspect="1"/>
            </p:cNvPicPr>
            <p:nvPr/>
          </p:nvPicPr>
          <p:blipFill>
            <a:blip r:embed="rId5"/>
            <a:stretch>
              <a:fillRect/>
            </a:stretch>
          </p:blipFill>
          <p:spPr>
            <a:xfrm>
              <a:off x="822978" y="3377073"/>
              <a:ext cx="1670425" cy="1670425"/>
            </a:xfrm>
            <a:prstGeom prst="rect">
              <a:avLst/>
            </a:prstGeom>
          </p:spPr>
        </p:pic>
      </p:grpSp>
      <p:grpSp>
        <p:nvGrpSpPr>
          <p:cNvPr id="19" name="Group 18">
            <a:extLst>
              <a:ext uri="{FF2B5EF4-FFF2-40B4-BE49-F238E27FC236}">
                <a16:creationId xmlns:a16="http://schemas.microsoft.com/office/drawing/2014/main" id="{82A0B0F4-BB86-C1CD-04C4-D58D4CE66B2B}"/>
              </a:ext>
            </a:extLst>
          </p:cNvPr>
          <p:cNvGrpSpPr/>
          <p:nvPr/>
        </p:nvGrpSpPr>
        <p:grpSpPr>
          <a:xfrm>
            <a:off x="6412410" y="3472900"/>
            <a:ext cx="2388577" cy="3064684"/>
            <a:chOff x="6412410" y="3472900"/>
            <a:chExt cx="2388577" cy="3064684"/>
          </a:xfrm>
        </p:grpSpPr>
        <p:sp>
          <p:nvSpPr>
            <p:cNvPr id="10" name="TextBox 9">
              <a:extLst>
                <a:ext uri="{FF2B5EF4-FFF2-40B4-BE49-F238E27FC236}">
                  <a16:creationId xmlns:a16="http://schemas.microsoft.com/office/drawing/2014/main" id="{FC8E0189-B773-41D8-EE3F-1BFA419A39C4}"/>
                </a:ext>
              </a:extLst>
            </p:cNvPr>
            <p:cNvSpPr txBox="1"/>
            <p:nvPr/>
          </p:nvSpPr>
          <p:spPr>
            <a:xfrm>
              <a:off x="6412410" y="5152589"/>
              <a:ext cx="2388577" cy="1384995"/>
            </a:xfrm>
            <a:prstGeom prst="rect">
              <a:avLst/>
            </a:prstGeom>
            <a:noFill/>
          </p:spPr>
          <p:txBody>
            <a:bodyPr wrap="square">
              <a:spAutoFit/>
            </a:bodyPr>
            <a:lstStyle/>
            <a:p>
              <a:pPr algn="ctr" defTabSz="457200"/>
              <a:r>
                <a:rPr lang="da-DK" sz="2800">
                  <a:solidFill>
                    <a:prstClr val="black"/>
                  </a:solidFill>
                  <a:latin typeface="Calibri"/>
                </a:rPr>
                <a:t>Technical capacity building needs</a:t>
              </a:r>
              <a:endParaRPr sz="2800">
                <a:solidFill>
                  <a:prstClr val="black"/>
                </a:solidFill>
                <a:latin typeface="Calibri"/>
              </a:endParaRPr>
            </a:p>
          </p:txBody>
        </p:sp>
        <p:pic>
          <p:nvPicPr>
            <p:cNvPr id="18" name="Picture 4" descr="Capacity - Free business and finance icons">
              <a:extLst>
                <a:ext uri="{FF2B5EF4-FFF2-40B4-BE49-F238E27FC236}">
                  <a16:creationId xmlns:a16="http://schemas.microsoft.com/office/drawing/2014/main" id="{BD1484C5-1527-C659-655D-EC6654BA17C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6500" y="3472900"/>
              <a:ext cx="1640396" cy="164039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98165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250E6-4C10-6331-7D6F-0FD5B5EDAE9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0806869-F2FB-C1BF-6B06-7B7B613083D6}"/>
              </a:ext>
            </a:extLst>
          </p:cNvPr>
          <p:cNvSpPr txBox="1">
            <a:spLocks/>
          </p:cNvSpPr>
          <p:nvPr/>
        </p:nvSpPr>
        <p:spPr>
          <a:xfrm>
            <a:off x="495300" y="430504"/>
            <a:ext cx="8387443" cy="662782"/>
          </a:xfrm>
          <a:prstGeom prst="rect">
            <a:avLst/>
          </a:prstGeom>
          <a:solidFill>
            <a:schemeClr val="bg1">
              <a:alpha val="75279"/>
            </a:schemeClr>
          </a:solidFill>
        </p:spPr>
        <p:txBody>
          <a:bodyPr lIns="91440" tIns="45720" rIns="91440" bIns="45720" anchor="t">
            <a:normAutofit/>
          </a:bodyPr>
          <a:lst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000" b="0" i="0" u="none" strike="noStrike" kern="1200" cap="none" spc="0" normalizeH="0" baseline="0" noProof="0">
                <a:ln>
                  <a:noFill/>
                </a:ln>
                <a:solidFill>
                  <a:srgbClr val="3D5265"/>
                </a:solidFill>
                <a:effectLst/>
                <a:uLnTx/>
                <a:uFillTx/>
                <a:latin typeface="Aptos"/>
                <a:ea typeface="+mj-ea"/>
                <a:cs typeface="+mj-cs"/>
              </a:rPr>
              <a:t>Outcomes from last </a:t>
            </a:r>
            <a:r>
              <a:rPr lang="en-GB" sz="4000" b="0">
                <a:solidFill>
                  <a:srgbClr val="3D5265"/>
                </a:solidFill>
                <a:latin typeface="Aptos"/>
              </a:rPr>
              <a:t>year's</a:t>
            </a:r>
            <a:r>
              <a:rPr kumimoji="0" lang="en-GB" sz="4000" b="0" i="0" u="none" strike="noStrike" kern="1200" cap="none" spc="0" normalizeH="0" baseline="0" noProof="0">
                <a:ln>
                  <a:noFill/>
                </a:ln>
                <a:solidFill>
                  <a:srgbClr val="3D5265"/>
                </a:solidFill>
                <a:effectLst/>
                <a:uLnTx/>
                <a:uFillTx/>
                <a:latin typeface="Aptos"/>
                <a:ea typeface="+mj-ea"/>
                <a:cs typeface="+mj-cs"/>
              </a:rPr>
              <a:t> meeting</a:t>
            </a:r>
            <a:endParaRPr kumimoji="0" lang="en-US" sz="4400" b="1" i="0" u="none" strike="noStrike" kern="1200" cap="none" spc="0" normalizeH="0" baseline="0" noProof="0">
              <a:ln>
                <a:noFill/>
              </a:ln>
              <a:solidFill>
                <a:prstClr val="black"/>
              </a:solidFill>
              <a:effectLst/>
              <a:uLnTx/>
              <a:uFillTx/>
              <a:latin typeface="Aptos ExtraBold" panose="020B0004020202020204" pitchFamily="34" charset="0"/>
              <a:ea typeface="+mj-ea"/>
              <a:cs typeface="+mj-cs"/>
            </a:endParaRPr>
          </a:p>
        </p:txBody>
      </p:sp>
      <p:sp>
        <p:nvSpPr>
          <p:cNvPr id="9" name="Title 1">
            <a:extLst>
              <a:ext uri="{FF2B5EF4-FFF2-40B4-BE49-F238E27FC236}">
                <a16:creationId xmlns:a16="http://schemas.microsoft.com/office/drawing/2014/main" id="{EB3A8F06-E765-B872-8CB1-22FCC2C0117C}"/>
              </a:ext>
            </a:extLst>
          </p:cNvPr>
          <p:cNvSpPr txBox="1">
            <a:spLocks/>
          </p:cNvSpPr>
          <p:nvPr/>
        </p:nvSpPr>
        <p:spPr>
          <a:xfrm>
            <a:off x="495300" y="953311"/>
            <a:ext cx="9747926" cy="844902"/>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900"/>
              <a:t>Institutional Reporting Coordination</a:t>
            </a:r>
          </a:p>
        </p:txBody>
      </p:sp>
      <p:sp>
        <p:nvSpPr>
          <p:cNvPr id="2" name="TextBox 1">
            <a:extLst>
              <a:ext uri="{FF2B5EF4-FFF2-40B4-BE49-F238E27FC236}">
                <a16:creationId xmlns:a16="http://schemas.microsoft.com/office/drawing/2014/main" id="{8BD4273C-5DA0-C805-9149-E9F3F7115BE6}"/>
              </a:ext>
            </a:extLst>
          </p:cNvPr>
          <p:cNvSpPr txBox="1"/>
          <p:nvPr/>
        </p:nvSpPr>
        <p:spPr>
          <a:xfrm>
            <a:off x="285907" y="1891644"/>
            <a:ext cx="10406587" cy="1384995"/>
          </a:xfrm>
          <a:prstGeom prst="rect">
            <a:avLst/>
          </a:prstGeom>
          <a:noFill/>
        </p:spPr>
        <p:txBody>
          <a:bodyPr wrap="square">
            <a:spAutoFit/>
          </a:bodyPr>
          <a:lstStyle/>
          <a:p>
            <a:pPr defTabSz="457200"/>
            <a:r>
              <a:rPr lang="da-DK" sz="2800">
                <a:solidFill>
                  <a:prstClr val="black"/>
                </a:solidFill>
                <a:latin typeface="Calibri"/>
              </a:rPr>
              <a:t>Last year’s meeting noted: </a:t>
            </a:r>
            <a:endParaRPr sz="2800">
              <a:solidFill>
                <a:prstClr val="black"/>
              </a:solidFill>
              <a:latin typeface="Calibri"/>
            </a:endParaRPr>
          </a:p>
          <a:p>
            <a:pPr lvl="1" defTabSz="457200"/>
            <a:r>
              <a:rPr lang="da-DK" sz="2800">
                <a:solidFill>
                  <a:prstClr val="black"/>
                </a:solidFill>
                <a:latin typeface="Calibri"/>
              </a:rPr>
              <a:t>Issues with w</a:t>
            </a:r>
            <a:r>
              <a:rPr sz="2800" err="1">
                <a:solidFill>
                  <a:prstClr val="black"/>
                </a:solidFill>
                <a:latin typeface="Calibri"/>
              </a:rPr>
              <a:t>eak</a:t>
            </a:r>
            <a:r>
              <a:rPr sz="2800">
                <a:solidFill>
                  <a:prstClr val="black"/>
                </a:solidFill>
                <a:latin typeface="Calibri"/>
              </a:rPr>
              <a:t> inter-ministerial coordination</a:t>
            </a:r>
            <a:r>
              <a:rPr lang="da-DK" sz="2800">
                <a:solidFill>
                  <a:prstClr val="black"/>
                </a:solidFill>
                <a:latin typeface="Calibri"/>
              </a:rPr>
              <a:t>, and u</a:t>
            </a:r>
            <a:r>
              <a:rPr sz="2800" err="1">
                <a:solidFill>
                  <a:prstClr val="black"/>
                </a:solidFill>
                <a:latin typeface="Calibri"/>
              </a:rPr>
              <a:t>nclear</a:t>
            </a:r>
            <a:r>
              <a:rPr sz="2800">
                <a:solidFill>
                  <a:prstClr val="black"/>
                </a:solidFill>
                <a:latin typeface="Calibri"/>
              </a:rPr>
              <a:t> roles &amp; mandates</a:t>
            </a:r>
          </a:p>
        </p:txBody>
      </p:sp>
      <p:sp>
        <p:nvSpPr>
          <p:cNvPr id="6" name="TextBox 5">
            <a:extLst>
              <a:ext uri="{FF2B5EF4-FFF2-40B4-BE49-F238E27FC236}">
                <a16:creationId xmlns:a16="http://schemas.microsoft.com/office/drawing/2014/main" id="{48EACA5C-F267-2ED1-2BBC-160871E4747D}"/>
              </a:ext>
            </a:extLst>
          </p:cNvPr>
          <p:cNvSpPr txBox="1"/>
          <p:nvPr/>
        </p:nvSpPr>
        <p:spPr>
          <a:xfrm>
            <a:off x="285907" y="3370070"/>
            <a:ext cx="7217410" cy="954107"/>
          </a:xfrm>
          <a:prstGeom prst="rect">
            <a:avLst/>
          </a:prstGeom>
          <a:noFill/>
        </p:spPr>
        <p:txBody>
          <a:bodyPr wrap="square">
            <a:spAutoFit/>
          </a:bodyPr>
          <a:lstStyle/>
          <a:p>
            <a:pPr defTabSz="457200"/>
            <a:r>
              <a:rPr sz="2800" b="1">
                <a:solidFill>
                  <a:prstClr val="black"/>
                </a:solidFill>
                <a:latin typeface="Calibri"/>
              </a:rPr>
              <a:t>Agreed Actions</a:t>
            </a:r>
            <a:r>
              <a:rPr lang="da-DK" sz="2800" b="1">
                <a:solidFill>
                  <a:prstClr val="black"/>
                </a:solidFill>
                <a:latin typeface="Calibri"/>
              </a:rPr>
              <a:t>:</a:t>
            </a:r>
            <a:endParaRPr sz="2800" b="1">
              <a:solidFill>
                <a:prstClr val="black"/>
              </a:solidFill>
              <a:latin typeface="Calibri"/>
            </a:endParaRPr>
          </a:p>
          <a:p>
            <a:pPr lvl="1" defTabSz="457200"/>
            <a:endParaRPr sz="2800" b="1">
              <a:solidFill>
                <a:prstClr val="black"/>
              </a:solidFill>
              <a:latin typeface="Calibri"/>
            </a:endParaRPr>
          </a:p>
        </p:txBody>
      </p:sp>
      <p:sp>
        <p:nvSpPr>
          <p:cNvPr id="10" name="TextBox 9">
            <a:extLst>
              <a:ext uri="{FF2B5EF4-FFF2-40B4-BE49-F238E27FC236}">
                <a16:creationId xmlns:a16="http://schemas.microsoft.com/office/drawing/2014/main" id="{13EF406F-4BCE-623C-792E-4A079B1486B7}"/>
              </a:ext>
            </a:extLst>
          </p:cNvPr>
          <p:cNvSpPr txBox="1"/>
          <p:nvPr/>
        </p:nvSpPr>
        <p:spPr>
          <a:xfrm>
            <a:off x="2527355" y="3998935"/>
            <a:ext cx="3451665" cy="1815882"/>
          </a:xfrm>
          <a:prstGeom prst="rect">
            <a:avLst/>
          </a:prstGeom>
          <a:noFill/>
        </p:spPr>
        <p:txBody>
          <a:bodyPr wrap="square">
            <a:spAutoFit/>
          </a:bodyPr>
          <a:lstStyle/>
          <a:p>
            <a:pPr algn="ctr" defTabSz="457200"/>
            <a:r>
              <a:rPr lang="da-DK" sz="2800">
                <a:solidFill>
                  <a:prstClr val="black"/>
                </a:solidFill>
                <a:latin typeface="Calibri"/>
              </a:rPr>
              <a:t>EEA to share coordination practices through webinar and trainings</a:t>
            </a:r>
            <a:endParaRPr sz="2800">
              <a:solidFill>
                <a:prstClr val="black"/>
              </a:solidFill>
              <a:latin typeface="Calibri"/>
            </a:endParaRPr>
          </a:p>
        </p:txBody>
      </p:sp>
      <p:sp>
        <p:nvSpPr>
          <p:cNvPr id="11" name="TextBox 10">
            <a:extLst>
              <a:ext uri="{FF2B5EF4-FFF2-40B4-BE49-F238E27FC236}">
                <a16:creationId xmlns:a16="http://schemas.microsoft.com/office/drawing/2014/main" id="{DC6E5265-8C10-AF3F-3195-6DB514E53F48}"/>
              </a:ext>
            </a:extLst>
          </p:cNvPr>
          <p:cNvSpPr txBox="1"/>
          <p:nvPr/>
        </p:nvSpPr>
        <p:spPr>
          <a:xfrm>
            <a:off x="6494538" y="4104580"/>
            <a:ext cx="4536319" cy="1384995"/>
          </a:xfrm>
          <a:prstGeom prst="rect">
            <a:avLst/>
          </a:prstGeom>
          <a:noFill/>
        </p:spPr>
        <p:txBody>
          <a:bodyPr wrap="square">
            <a:spAutoFit/>
          </a:bodyPr>
          <a:lstStyle/>
          <a:p>
            <a:pPr algn="ctr" defTabSz="457200"/>
            <a:r>
              <a:rPr lang="da-DK" sz="2800">
                <a:solidFill>
                  <a:prstClr val="black"/>
                </a:solidFill>
                <a:latin typeface="Calibri"/>
              </a:rPr>
              <a:t>EEA has launched a study of CPs coordination practices to undestand the current status</a:t>
            </a:r>
            <a:endParaRPr sz="2800">
              <a:solidFill>
                <a:prstClr val="black"/>
              </a:solidFill>
              <a:latin typeface="Calibri"/>
            </a:endParaRPr>
          </a:p>
        </p:txBody>
      </p:sp>
      <p:sp>
        <p:nvSpPr>
          <p:cNvPr id="12" name="TextBox 11">
            <a:extLst>
              <a:ext uri="{FF2B5EF4-FFF2-40B4-BE49-F238E27FC236}">
                <a16:creationId xmlns:a16="http://schemas.microsoft.com/office/drawing/2014/main" id="{7A3EB599-EF3C-C9CA-D87B-163C32F8AB34}"/>
              </a:ext>
            </a:extLst>
          </p:cNvPr>
          <p:cNvSpPr txBox="1"/>
          <p:nvPr/>
        </p:nvSpPr>
        <p:spPr>
          <a:xfrm>
            <a:off x="6494538" y="3378725"/>
            <a:ext cx="5190174" cy="954107"/>
          </a:xfrm>
          <a:prstGeom prst="rect">
            <a:avLst/>
          </a:prstGeom>
          <a:noFill/>
        </p:spPr>
        <p:txBody>
          <a:bodyPr wrap="square">
            <a:spAutoFit/>
          </a:bodyPr>
          <a:lstStyle/>
          <a:p>
            <a:pPr defTabSz="457200"/>
            <a:r>
              <a:rPr lang="da-DK" sz="2800" b="1">
                <a:solidFill>
                  <a:prstClr val="black"/>
                </a:solidFill>
                <a:latin typeface="Calibri"/>
              </a:rPr>
              <a:t>Beyond this:</a:t>
            </a:r>
            <a:endParaRPr sz="2800" b="1">
              <a:solidFill>
                <a:prstClr val="black"/>
              </a:solidFill>
              <a:latin typeface="Calibri"/>
            </a:endParaRPr>
          </a:p>
          <a:p>
            <a:pPr lvl="1" defTabSz="457200"/>
            <a:endParaRPr sz="2800" b="1">
              <a:solidFill>
                <a:prstClr val="black"/>
              </a:solidFill>
              <a:latin typeface="Calibri"/>
            </a:endParaRPr>
          </a:p>
        </p:txBody>
      </p:sp>
      <p:grpSp>
        <p:nvGrpSpPr>
          <p:cNvPr id="18" name="Group 17">
            <a:extLst>
              <a:ext uri="{FF2B5EF4-FFF2-40B4-BE49-F238E27FC236}">
                <a16:creationId xmlns:a16="http://schemas.microsoft.com/office/drawing/2014/main" id="{7260062C-A89E-195E-FF72-E76BB2546369}"/>
              </a:ext>
            </a:extLst>
          </p:cNvPr>
          <p:cNvGrpSpPr/>
          <p:nvPr/>
        </p:nvGrpSpPr>
        <p:grpSpPr>
          <a:xfrm>
            <a:off x="285907" y="4104580"/>
            <a:ext cx="1907962" cy="2447577"/>
            <a:chOff x="285907" y="4104580"/>
            <a:chExt cx="1907962" cy="2447577"/>
          </a:xfrm>
        </p:grpSpPr>
        <p:sp>
          <p:nvSpPr>
            <p:cNvPr id="7" name="TextBox 6">
              <a:extLst>
                <a:ext uri="{FF2B5EF4-FFF2-40B4-BE49-F238E27FC236}">
                  <a16:creationId xmlns:a16="http://schemas.microsoft.com/office/drawing/2014/main" id="{4581571D-0B83-23D2-A47D-38E2B1AB7C7F}"/>
                </a:ext>
              </a:extLst>
            </p:cNvPr>
            <p:cNvSpPr txBox="1"/>
            <p:nvPr/>
          </p:nvSpPr>
          <p:spPr>
            <a:xfrm>
              <a:off x="285907" y="4104580"/>
              <a:ext cx="1907962" cy="1815882"/>
            </a:xfrm>
            <a:prstGeom prst="rect">
              <a:avLst/>
            </a:prstGeom>
            <a:noFill/>
          </p:spPr>
          <p:txBody>
            <a:bodyPr wrap="square">
              <a:spAutoFit/>
            </a:bodyPr>
            <a:lstStyle/>
            <a:p>
              <a:pPr algn="ctr" defTabSz="457200"/>
              <a:r>
                <a:rPr lang="da-DK" sz="2800">
                  <a:solidFill>
                    <a:prstClr val="black"/>
                  </a:solidFill>
                  <a:latin typeface="Calibri"/>
                </a:rPr>
                <a:t>EEA to share ToRs for reporters</a:t>
              </a:r>
              <a:endParaRPr sz="2800">
                <a:solidFill>
                  <a:prstClr val="black"/>
                </a:solidFill>
                <a:latin typeface="Calibri"/>
              </a:endParaRPr>
            </a:p>
          </p:txBody>
        </p:sp>
        <p:pic>
          <p:nvPicPr>
            <p:cNvPr id="3074" name="Picture 2" descr="Check mark - Free shapes and symbols icons">
              <a:extLst>
                <a:ext uri="{FF2B5EF4-FFF2-40B4-BE49-F238E27FC236}">
                  <a16:creationId xmlns:a16="http://schemas.microsoft.com/office/drawing/2014/main" id="{23257874-F272-65CD-5683-068ABC502E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056" y="5889967"/>
              <a:ext cx="671138" cy="662190"/>
            </a:xfrm>
            <a:prstGeom prst="rect">
              <a:avLst/>
            </a:prstGeom>
            <a:noFill/>
            <a:extLst>
              <a:ext uri="{909E8E84-426E-40DD-AFC4-6F175D3DCCD1}">
                <a14:hiddenFill xmlns:a14="http://schemas.microsoft.com/office/drawing/2010/main">
                  <a:solidFill>
                    <a:srgbClr val="FFFFFF"/>
                  </a:solidFill>
                </a14:hiddenFill>
              </a:ext>
            </a:extLst>
          </p:spPr>
        </p:pic>
      </p:grpSp>
      <p:pic>
        <p:nvPicPr>
          <p:cNvPr id="3076" name="Picture 4" descr="Continuous - Free ui icons">
            <a:extLst>
              <a:ext uri="{FF2B5EF4-FFF2-40B4-BE49-F238E27FC236}">
                <a16:creationId xmlns:a16="http://schemas.microsoft.com/office/drawing/2014/main" id="{B3F4E9EC-8EE9-9471-4EF2-C50682E3EA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7144" y="5889967"/>
            <a:ext cx="662190" cy="66219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Check mark - Free shapes and symbols icons">
            <a:extLst>
              <a:ext uri="{FF2B5EF4-FFF2-40B4-BE49-F238E27FC236}">
                <a16:creationId xmlns:a16="http://schemas.microsoft.com/office/drawing/2014/main" id="{617AB1AD-8CB0-FE53-80AE-93870673D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9043" y="5889967"/>
            <a:ext cx="671138" cy="6621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Continuous - Free ui icons">
            <a:extLst>
              <a:ext uri="{FF2B5EF4-FFF2-40B4-BE49-F238E27FC236}">
                <a16:creationId xmlns:a16="http://schemas.microsoft.com/office/drawing/2014/main" id="{DD31B5CF-C4B8-4F76-F481-80F4E56AD32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82743" y="5814817"/>
            <a:ext cx="662190" cy="66219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Check mark - Free shapes and symbols icons">
            <a:extLst>
              <a:ext uri="{FF2B5EF4-FFF2-40B4-BE49-F238E27FC236}">
                <a16:creationId xmlns:a16="http://schemas.microsoft.com/office/drawing/2014/main" id="{E00FE03A-F80E-1716-5C73-B20A8D5ED3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4642" y="5814817"/>
            <a:ext cx="671138" cy="66219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C59635D2-FA51-F6AB-040E-D576DB607F45}"/>
              </a:ext>
            </a:extLst>
          </p:cNvPr>
          <p:cNvPicPr>
            <a:picLocks noChangeAspect="1"/>
          </p:cNvPicPr>
          <p:nvPr/>
        </p:nvPicPr>
        <p:blipFill>
          <a:blip r:embed="rId5"/>
          <a:stretch>
            <a:fillRect/>
          </a:stretch>
        </p:blipFill>
        <p:spPr>
          <a:xfrm>
            <a:off x="8572801" y="319787"/>
            <a:ext cx="1670425" cy="1670425"/>
          </a:xfrm>
          <a:prstGeom prst="rect">
            <a:avLst/>
          </a:prstGeom>
        </p:spPr>
      </p:pic>
    </p:spTree>
    <p:extLst>
      <p:ext uri="{BB962C8B-B14F-4D97-AF65-F5344CB8AC3E}">
        <p14:creationId xmlns:p14="http://schemas.microsoft.com/office/powerpoint/2010/main" val="28576342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E860E-75A7-BBB8-C222-06AA472DA17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1E35E36-D6C5-6A45-80AA-BADE2BA6A37D}"/>
              </a:ext>
            </a:extLst>
          </p:cNvPr>
          <p:cNvSpPr txBox="1">
            <a:spLocks/>
          </p:cNvSpPr>
          <p:nvPr/>
        </p:nvSpPr>
        <p:spPr>
          <a:xfrm>
            <a:off x="495300" y="430504"/>
            <a:ext cx="8387443" cy="662782"/>
          </a:xfrm>
          <a:prstGeom prst="rect">
            <a:avLst/>
          </a:prstGeom>
          <a:solidFill>
            <a:schemeClr val="bg1">
              <a:alpha val="75279"/>
            </a:schemeClr>
          </a:solidFill>
        </p:spPr>
        <p:txBody>
          <a:bodyPr lIns="91440" tIns="45720" rIns="91440" bIns="45720" anchor="t">
            <a:normAutofit/>
          </a:bodyPr>
          <a:lst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000" b="0" i="0" u="none" strike="noStrike" kern="1200" cap="none" spc="0" normalizeH="0" baseline="0" noProof="0">
                <a:ln>
                  <a:noFill/>
                </a:ln>
                <a:solidFill>
                  <a:srgbClr val="3D5265"/>
                </a:solidFill>
                <a:effectLst/>
                <a:uLnTx/>
                <a:uFillTx/>
                <a:latin typeface="Aptos"/>
                <a:ea typeface="+mj-ea"/>
                <a:cs typeface="+mj-cs"/>
              </a:rPr>
              <a:t>Outcomes from last </a:t>
            </a:r>
            <a:r>
              <a:rPr lang="en-GB" sz="4000" b="0">
                <a:solidFill>
                  <a:srgbClr val="3D5265"/>
                </a:solidFill>
                <a:latin typeface="Aptos"/>
              </a:rPr>
              <a:t>year's</a:t>
            </a:r>
            <a:r>
              <a:rPr kumimoji="0" lang="en-GB" sz="4000" b="0" i="0" u="none" strike="noStrike" kern="1200" cap="none" spc="0" normalizeH="0" baseline="0" noProof="0">
                <a:ln>
                  <a:noFill/>
                </a:ln>
                <a:solidFill>
                  <a:srgbClr val="3D5265"/>
                </a:solidFill>
                <a:effectLst/>
                <a:uLnTx/>
                <a:uFillTx/>
                <a:latin typeface="Aptos"/>
                <a:ea typeface="+mj-ea"/>
                <a:cs typeface="+mj-cs"/>
              </a:rPr>
              <a:t> meeting</a:t>
            </a:r>
            <a:endParaRPr kumimoji="0" lang="en-US" sz="4400" b="1" i="0" u="none" strike="noStrike" kern="1200" cap="none" spc="0" normalizeH="0" baseline="0" noProof="0">
              <a:ln>
                <a:noFill/>
              </a:ln>
              <a:solidFill>
                <a:prstClr val="black"/>
              </a:solidFill>
              <a:effectLst/>
              <a:uLnTx/>
              <a:uFillTx/>
              <a:latin typeface="Aptos ExtraBold" panose="020B0004020202020204" pitchFamily="34" charset="0"/>
              <a:ea typeface="+mj-ea"/>
              <a:cs typeface="+mj-cs"/>
            </a:endParaRPr>
          </a:p>
        </p:txBody>
      </p:sp>
      <p:sp>
        <p:nvSpPr>
          <p:cNvPr id="9" name="Title 1">
            <a:extLst>
              <a:ext uri="{FF2B5EF4-FFF2-40B4-BE49-F238E27FC236}">
                <a16:creationId xmlns:a16="http://schemas.microsoft.com/office/drawing/2014/main" id="{116DEB62-5801-6395-BF0A-7AD088A03C2B}"/>
              </a:ext>
            </a:extLst>
          </p:cNvPr>
          <p:cNvSpPr txBox="1">
            <a:spLocks/>
          </p:cNvSpPr>
          <p:nvPr/>
        </p:nvSpPr>
        <p:spPr>
          <a:xfrm>
            <a:off x="495300" y="953311"/>
            <a:ext cx="9747926" cy="844902"/>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900"/>
              <a:t>IT Systems</a:t>
            </a:r>
          </a:p>
        </p:txBody>
      </p:sp>
      <p:sp>
        <p:nvSpPr>
          <p:cNvPr id="2" name="TextBox 1">
            <a:extLst>
              <a:ext uri="{FF2B5EF4-FFF2-40B4-BE49-F238E27FC236}">
                <a16:creationId xmlns:a16="http://schemas.microsoft.com/office/drawing/2014/main" id="{2ACC01DC-414A-9831-79B6-31CC67F1DE62}"/>
              </a:ext>
            </a:extLst>
          </p:cNvPr>
          <p:cNvSpPr txBox="1"/>
          <p:nvPr/>
        </p:nvSpPr>
        <p:spPr>
          <a:xfrm>
            <a:off x="285907" y="1891644"/>
            <a:ext cx="10406587" cy="1384995"/>
          </a:xfrm>
          <a:prstGeom prst="rect">
            <a:avLst/>
          </a:prstGeom>
          <a:noFill/>
        </p:spPr>
        <p:txBody>
          <a:bodyPr wrap="square">
            <a:spAutoFit/>
          </a:bodyPr>
          <a:lstStyle/>
          <a:p>
            <a:pPr defTabSz="457200"/>
            <a:r>
              <a:rPr lang="da-DK" sz="2800">
                <a:solidFill>
                  <a:prstClr val="black"/>
                </a:solidFill>
                <a:latin typeface="Calibri"/>
              </a:rPr>
              <a:t>Last year’s meeting noted: </a:t>
            </a:r>
            <a:endParaRPr sz="2800">
              <a:solidFill>
                <a:prstClr val="black"/>
              </a:solidFill>
              <a:latin typeface="Calibri"/>
            </a:endParaRPr>
          </a:p>
          <a:p>
            <a:pPr lvl="1" defTabSz="457200"/>
            <a:r>
              <a:rPr lang="en-US" sz="2800">
                <a:solidFill>
                  <a:prstClr val="black"/>
                </a:solidFill>
                <a:latin typeface="Calibri"/>
              </a:rPr>
              <a:t>Misaligned internal reporting templates vs reporting requirements and templated in </a:t>
            </a:r>
            <a:r>
              <a:rPr lang="en-US" sz="2800" err="1">
                <a:solidFill>
                  <a:prstClr val="black"/>
                </a:solidFill>
                <a:latin typeface="Calibri"/>
              </a:rPr>
              <a:t>Reportnet</a:t>
            </a:r>
            <a:endParaRPr lang="en-US" sz="2800">
              <a:solidFill>
                <a:prstClr val="black"/>
              </a:solidFill>
              <a:latin typeface="Calibri"/>
            </a:endParaRPr>
          </a:p>
        </p:txBody>
      </p:sp>
      <p:sp>
        <p:nvSpPr>
          <p:cNvPr id="6" name="TextBox 5">
            <a:extLst>
              <a:ext uri="{FF2B5EF4-FFF2-40B4-BE49-F238E27FC236}">
                <a16:creationId xmlns:a16="http://schemas.microsoft.com/office/drawing/2014/main" id="{1EFC10D7-8943-33EA-3CBC-F88EC448757C}"/>
              </a:ext>
            </a:extLst>
          </p:cNvPr>
          <p:cNvSpPr txBox="1"/>
          <p:nvPr/>
        </p:nvSpPr>
        <p:spPr>
          <a:xfrm>
            <a:off x="358892" y="3351789"/>
            <a:ext cx="7217410" cy="954107"/>
          </a:xfrm>
          <a:prstGeom prst="rect">
            <a:avLst/>
          </a:prstGeom>
          <a:noFill/>
        </p:spPr>
        <p:txBody>
          <a:bodyPr wrap="square">
            <a:spAutoFit/>
          </a:bodyPr>
          <a:lstStyle/>
          <a:p>
            <a:pPr defTabSz="457200"/>
            <a:r>
              <a:rPr sz="2800" b="1">
                <a:solidFill>
                  <a:prstClr val="black"/>
                </a:solidFill>
                <a:latin typeface="Calibri"/>
              </a:rPr>
              <a:t>Agreed Actions</a:t>
            </a:r>
            <a:r>
              <a:rPr lang="da-DK" sz="2800" b="1">
                <a:solidFill>
                  <a:prstClr val="black"/>
                </a:solidFill>
                <a:latin typeface="Calibri"/>
              </a:rPr>
              <a:t>:</a:t>
            </a:r>
            <a:endParaRPr sz="2800" b="1">
              <a:solidFill>
                <a:prstClr val="black"/>
              </a:solidFill>
              <a:latin typeface="Calibri"/>
            </a:endParaRPr>
          </a:p>
          <a:p>
            <a:pPr lvl="1" defTabSz="457200"/>
            <a:endParaRPr sz="2800" b="1">
              <a:solidFill>
                <a:prstClr val="black"/>
              </a:solidFill>
              <a:latin typeface="Calibri"/>
            </a:endParaRPr>
          </a:p>
        </p:txBody>
      </p:sp>
      <p:sp>
        <p:nvSpPr>
          <p:cNvPr id="7" name="TextBox 6">
            <a:extLst>
              <a:ext uri="{FF2B5EF4-FFF2-40B4-BE49-F238E27FC236}">
                <a16:creationId xmlns:a16="http://schemas.microsoft.com/office/drawing/2014/main" id="{79D28B36-15F0-9AF2-5D88-14EA72CB41F6}"/>
              </a:ext>
            </a:extLst>
          </p:cNvPr>
          <p:cNvSpPr txBox="1"/>
          <p:nvPr/>
        </p:nvSpPr>
        <p:spPr>
          <a:xfrm>
            <a:off x="636000" y="4074997"/>
            <a:ext cx="3166173" cy="1815882"/>
          </a:xfrm>
          <a:prstGeom prst="rect">
            <a:avLst/>
          </a:prstGeom>
          <a:noFill/>
        </p:spPr>
        <p:txBody>
          <a:bodyPr wrap="square">
            <a:spAutoFit/>
          </a:bodyPr>
          <a:lstStyle/>
          <a:p>
            <a:pPr algn="ctr" defTabSz="457200"/>
            <a:r>
              <a:rPr lang="en-US" sz="2800">
                <a:solidFill>
                  <a:prstClr val="black"/>
                </a:solidFill>
                <a:latin typeface="Calibri"/>
              </a:rPr>
              <a:t>CPs are invited to share plans for national IT systems – offer still stands</a:t>
            </a:r>
          </a:p>
        </p:txBody>
      </p:sp>
      <p:pic>
        <p:nvPicPr>
          <p:cNvPr id="3076" name="Picture 4" descr="Continuous - Free ui icons">
            <a:extLst>
              <a:ext uri="{FF2B5EF4-FFF2-40B4-BE49-F238E27FC236}">
                <a16:creationId xmlns:a16="http://schemas.microsoft.com/office/drawing/2014/main" id="{3CC0295B-FA2C-622F-D6AB-008600FB51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4859" y="5952609"/>
            <a:ext cx="662190" cy="6621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Continuous - Free ui icons">
            <a:extLst>
              <a:ext uri="{FF2B5EF4-FFF2-40B4-BE49-F238E27FC236}">
                <a16:creationId xmlns:a16="http://schemas.microsoft.com/office/drawing/2014/main" id="{C0FCCD88-A9EC-6182-A20D-2563B7665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19767" y="6075357"/>
            <a:ext cx="662190" cy="66219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C768F5F-A524-FE0A-6D5C-5591195D38AE}"/>
              </a:ext>
            </a:extLst>
          </p:cNvPr>
          <p:cNvPicPr>
            <a:picLocks noChangeAspect="1"/>
          </p:cNvPicPr>
          <p:nvPr/>
        </p:nvPicPr>
        <p:blipFill>
          <a:blip r:embed="rId4"/>
          <a:stretch>
            <a:fillRect/>
          </a:stretch>
        </p:blipFill>
        <p:spPr>
          <a:xfrm>
            <a:off x="8712883" y="471388"/>
            <a:ext cx="1243796" cy="1243796"/>
          </a:xfrm>
          <a:prstGeom prst="rect">
            <a:avLst/>
          </a:prstGeom>
        </p:spPr>
      </p:pic>
      <p:sp>
        <p:nvSpPr>
          <p:cNvPr id="20" name="TextBox 19">
            <a:extLst>
              <a:ext uri="{FF2B5EF4-FFF2-40B4-BE49-F238E27FC236}">
                <a16:creationId xmlns:a16="http://schemas.microsoft.com/office/drawing/2014/main" id="{6D10BFFF-7DE1-035E-706B-BFA39869A5A1}"/>
              </a:ext>
            </a:extLst>
          </p:cNvPr>
          <p:cNvSpPr txBox="1"/>
          <p:nvPr/>
        </p:nvSpPr>
        <p:spPr>
          <a:xfrm>
            <a:off x="3969542" y="4136727"/>
            <a:ext cx="4326280" cy="1815882"/>
          </a:xfrm>
          <a:prstGeom prst="rect">
            <a:avLst/>
          </a:prstGeom>
          <a:noFill/>
        </p:spPr>
        <p:txBody>
          <a:bodyPr wrap="square">
            <a:spAutoFit/>
          </a:bodyPr>
          <a:lstStyle/>
          <a:p>
            <a:pPr algn="ctr" defTabSz="457200"/>
            <a:r>
              <a:rPr lang="da-DK" sz="2800">
                <a:solidFill>
                  <a:prstClr val="black"/>
                </a:solidFill>
                <a:latin typeface="Calibri"/>
              </a:rPr>
              <a:t>EEA to continued to develop tools to facilitate transfer of data between UNFCCC and GovReg</a:t>
            </a:r>
            <a:endParaRPr sz="2800">
              <a:solidFill>
                <a:prstClr val="black"/>
              </a:solidFill>
              <a:latin typeface="Calibri"/>
            </a:endParaRPr>
          </a:p>
        </p:txBody>
      </p:sp>
      <p:sp>
        <p:nvSpPr>
          <p:cNvPr id="22" name="TextBox 21">
            <a:extLst>
              <a:ext uri="{FF2B5EF4-FFF2-40B4-BE49-F238E27FC236}">
                <a16:creationId xmlns:a16="http://schemas.microsoft.com/office/drawing/2014/main" id="{246CF2D5-DB87-54B8-3E89-96777F6A56E2}"/>
              </a:ext>
            </a:extLst>
          </p:cNvPr>
          <p:cNvSpPr txBox="1"/>
          <p:nvPr/>
        </p:nvSpPr>
        <p:spPr>
          <a:xfrm>
            <a:off x="8463191" y="3370070"/>
            <a:ext cx="5190174" cy="954107"/>
          </a:xfrm>
          <a:prstGeom prst="rect">
            <a:avLst/>
          </a:prstGeom>
          <a:noFill/>
        </p:spPr>
        <p:txBody>
          <a:bodyPr wrap="square">
            <a:spAutoFit/>
          </a:bodyPr>
          <a:lstStyle/>
          <a:p>
            <a:pPr defTabSz="457200"/>
            <a:r>
              <a:rPr lang="da-DK" sz="2800" b="1">
                <a:solidFill>
                  <a:prstClr val="black"/>
                </a:solidFill>
                <a:latin typeface="Calibri"/>
              </a:rPr>
              <a:t>Beyond this:</a:t>
            </a:r>
            <a:endParaRPr sz="2800" b="1">
              <a:solidFill>
                <a:prstClr val="black"/>
              </a:solidFill>
              <a:latin typeface="Calibri"/>
            </a:endParaRPr>
          </a:p>
          <a:p>
            <a:pPr lvl="1" defTabSz="457200"/>
            <a:endParaRPr sz="2800" b="1">
              <a:solidFill>
                <a:prstClr val="black"/>
              </a:solidFill>
              <a:latin typeface="Calibri"/>
            </a:endParaRPr>
          </a:p>
        </p:txBody>
      </p:sp>
      <p:sp>
        <p:nvSpPr>
          <p:cNvPr id="23" name="TextBox 22">
            <a:extLst>
              <a:ext uri="{FF2B5EF4-FFF2-40B4-BE49-F238E27FC236}">
                <a16:creationId xmlns:a16="http://schemas.microsoft.com/office/drawing/2014/main" id="{73BB907C-F3F6-0607-0D82-BB1DC3734F5E}"/>
              </a:ext>
            </a:extLst>
          </p:cNvPr>
          <p:cNvSpPr txBox="1"/>
          <p:nvPr/>
        </p:nvSpPr>
        <p:spPr>
          <a:xfrm>
            <a:off x="8208736" y="3859553"/>
            <a:ext cx="3911917" cy="2246769"/>
          </a:xfrm>
          <a:prstGeom prst="rect">
            <a:avLst/>
          </a:prstGeom>
          <a:noFill/>
        </p:spPr>
        <p:txBody>
          <a:bodyPr wrap="square">
            <a:spAutoFit/>
          </a:bodyPr>
          <a:lstStyle/>
          <a:p>
            <a:pPr algn="ctr" defTabSz="457200"/>
            <a:r>
              <a:rPr lang="da-DK" sz="2800">
                <a:solidFill>
                  <a:prstClr val="black"/>
                </a:solidFill>
                <a:latin typeface="Calibri"/>
              </a:rPr>
              <a:t>EEA has developed factsheets on the similarities and differences between the two reporting regimes</a:t>
            </a:r>
            <a:endParaRPr sz="2800">
              <a:solidFill>
                <a:prstClr val="black"/>
              </a:solidFill>
              <a:latin typeface="Calibri"/>
            </a:endParaRPr>
          </a:p>
        </p:txBody>
      </p:sp>
      <p:pic>
        <p:nvPicPr>
          <p:cNvPr id="24" name="Picture 2" descr="Check mark - Free shapes and symbols icons">
            <a:extLst>
              <a:ext uri="{FF2B5EF4-FFF2-40B4-BE49-F238E27FC236}">
                <a16:creationId xmlns:a16="http://schemas.microsoft.com/office/drawing/2014/main" id="{B0AED9E5-7B84-89B4-BB58-C8DC1CE278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29125" y="6027046"/>
            <a:ext cx="671138" cy="662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219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9E095-8EA3-68B8-6E58-CEC166BC217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96B6726-0CC6-0A08-8A14-F44ED2F9FCA4}"/>
              </a:ext>
            </a:extLst>
          </p:cNvPr>
          <p:cNvSpPr txBox="1">
            <a:spLocks/>
          </p:cNvSpPr>
          <p:nvPr/>
        </p:nvSpPr>
        <p:spPr>
          <a:xfrm>
            <a:off x="495300" y="430504"/>
            <a:ext cx="8387443" cy="662782"/>
          </a:xfrm>
          <a:prstGeom prst="rect">
            <a:avLst/>
          </a:prstGeom>
          <a:solidFill>
            <a:schemeClr val="bg1">
              <a:alpha val="75279"/>
            </a:schemeClr>
          </a:solidFill>
        </p:spPr>
        <p:txBody>
          <a:bodyPr lIns="91440" tIns="45720" rIns="91440" bIns="45720" anchor="t">
            <a:normAutofit/>
          </a:bodyPr>
          <a:lst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000" b="0" i="0" u="none" strike="noStrike" kern="1200" cap="none" spc="0" normalizeH="0" baseline="0" noProof="0">
                <a:ln>
                  <a:noFill/>
                </a:ln>
                <a:solidFill>
                  <a:srgbClr val="3D5265"/>
                </a:solidFill>
                <a:effectLst/>
                <a:uLnTx/>
                <a:uFillTx/>
                <a:latin typeface="Aptos"/>
                <a:ea typeface="+mj-ea"/>
                <a:cs typeface="+mj-cs"/>
              </a:rPr>
              <a:t>Outcomes from last </a:t>
            </a:r>
            <a:r>
              <a:rPr lang="en-GB" sz="4000" b="0">
                <a:solidFill>
                  <a:srgbClr val="3D5265"/>
                </a:solidFill>
                <a:latin typeface="Aptos"/>
              </a:rPr>
              <a:t>year's</a:t>
            </a:r>
            <a:r>
              <a:rPr kumimoji="0" lang="en-GB" sz="4000" b="0" i="0" u="none" strike="noStrike" kern="1200" cap="none" spc="0" normalizeH="0" baseline="0" noProof="0">
                <a:ln>
                  <a:noFill/>
                </a:ln>
                <a:solidFill>
                  <a:srgbClr val="3D5265"/>
                </a:solidFill>
                <a:effectLst/>
                <a:uLnTx/>
                <a:uFillTx/>
                <a:latin typeface="Aptos"/>
                <a:ea typeface="+mj-ea"/>
                <a:cs typeface="+mj-cs"/>
              </a:rPr>
              <a:t> meeting</a:t>
            </a:r>
            <a:endParaRPr kumimoji="0" lang="en-US" sz="4400" b="1" i="0" u="none" strike="noStrike" kern="1200" cap="none" spc="0" normalizeH="0" baseline="0" noProof="0">
              <a:ln>
                <a:noFill/>
              </a:ln>
              <a:solidFill>
                <a:prstClr val="black"/>
              </a:solidFill>
              <a:effectLst/>
              <a:uLnTx/>
              <a:uFillTx/>
              <a:latin typeface="Aptos ExtraBold" panose="020B0004020202020204" pitchFamily="34" charset="0"/>
              <a:ea typeface="+mj-ea"/>
              <a:cs typeface="+mj-cs"/>
            </a:endParaRPr>
          </a:p>
        </p:txBody>
      </p:sp>
      <p:sp>
        <p:nvSpPr>
          <p:cNvPr id="9" name="Title 1">
            <a:extLst>
              <a:ext uri="{FF2B5EF4-FFF2-40B4-BE49-F238E27FC236}">
                <a16:creationId xmlns:a16="http://schemas.microsoft.com/office/drawing/2014/main" id="{4CD313FA-262E-C026-E129-B26F3ADF6ED8}"/>
              </a:ext>
            </a:extLst>
          </p:cNvPr>
          <p:cNvSpPr txBox="1">
            <a:spLocks/>
          </p:cNvSpPr>
          <p:nvPr/>
        </p:nvSpPr>
        <p:spPr>
          <a:xfrm>
            <a:off x="495300" y="953311"/>
            <a:ext cx="9747926" cy="844902"/>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r>
              <a:rPr lang="da-DK" sz="3600">
                <a:solidFill>
                  <a:prstClr val="black"/>
                </a:solidFill>
                <a:latin typeface="Calibri"/>
              </a:rPr>
              <a:t>Technical capacity building needs</a:t>
            </a:r>
          </a:p>
        </p:txBody>
      </p:sp>
      <p:sp>
        <p:nvSpPr>
          <p:cNvPr id="2" name="TextBox 1">
            <a:extLst>
              <a:ext uri="{FF2B5EF4-FFF2-40B4-BE49-F238E27FC236}">
                <a16:creationId xmlns:a16="http://schemas.microsoft.com/office/drawing/2014/main" id="{E6E0028C-3E0A-F6F3-B404-870A87C0AEC2}"/>
              </a:ext>
            </a:extLst>
          </p:cNvPr>
          <p:cNvSpPr txBox="1"/>
          <p:nvPr/>
        </p:nvSpPr>
        <p:spPr>
          <a:xfrm>
            <a:off x="285907" y="1891644"/>
            <a:ext cx="11398805" cy="1384995"/>
          </a:xfrm>
          <a:prstGeom prst="rect">
            <a:avLst/>
          </a:prstGeom>
          <a:noFill/>
        </p:spPr>
        <p:txBody>
          <a:bodyPr wrap="square">
            <a:spAutoFit/>
          </a:bodyPr>
          <a:lstStyle/>
          <a:p>
            <a:pPr defTabSz="457200"/>
            <a:r>
              <a:rPr lang="da-DK" sz="2800">
                <a:solidFill>
                  <a:prstClr val="black"/>
                </a:solidFill>
                <a:latin typeface="Calibri"/>
              </a:rPr>
              <a:t>Last year’s meeting noted: </a:t>
            </a:r>
            <a:endParaRPr sz="2800">
              <a:solidFill>
                <a:prstClr val="black"/>
              </a:solidFill>
              <a:latin typeface="Calibri"/>
            </a:endParaRPr>
          </a:p>
          <a:p>
            <a:pPr lvl="1" defTabSz="457200"/>
            <a:r>
              <a:rPr lang="da-DK" sz="2800">
                <a:solidFill>
                  <a:prstClr val="black"/>
                </a:solidFill>
                <a:latin typeface="Calibri"/>
              </a:rPr>
              <a:t>Limited knowledge of reporting obligations and tools; strong demand for continued techical assistance, and increased peer learning</a:t>
            </a:r>
            <a:endParaRPr sz="2800">
              <a:solidFill>
                <a:prstClr val="black"/>
              </a:solidFill>
              <a:latin typeface="Calibri"/>
            </a:endParaRPr>
          </a:p>
        </p:txBody>
      </p:sp>
      <p:sp>
        <p:nvSpPr>
          <p:cNvPr id="6" name="TextBox 5">
            <a:extLst>
              <a:ext uri="{FF2B5EF4-FFF2-40B4-BE49-F238E27FC236}">
                <a16:creationId xmlns:a16="http://schemas.microsoft.com/office/drawing/2014/main" id="{3CAA326D-6F33-49F1-939A-95ADBF4A55FE}"/>
              </a:ext>
            </a:extLst>
          </p:cNvPr>
          <p:cNvSpPr txBox="1"/>
          <p:nvPr/>
        </p:nvSpPr>
        <p:spPr>
          <a:xfrm>
            <a:off x="285907" y="3490098"/>
            <a:ext cx="7217410" cy="954107"/>
          </a:xfrm>
          <a:prstGeom prst="rect">
            <a:avLst/>
          </a:prstGeom>
          <a:noFill/>
        </p:spPr>
        <p:txBody>
          <a:bodyPr wrap="square">
            <a:spAutoFit/>
          </a:bodyPr>
          <a:lstStyle/>
          <a:p>
            <a:pPr defTabSz="457200"/>
            <a:r>
              <a:rPr sz="2800" b="1">
                <a:solidFill>
                  <a:prstClr val="black"/>
                </a:solidFill>
                <a:latin typeface="Calibri"/>
              </a:rPr>
              <a:t>Agreed Actions</a:t>
            </a:r>
            <a:r>
              <a:rPr lang="da-DK" sz="2800" b="1">
                <a:solidFill>
                  <a:prstClr val="black"/>
                </a:solidFill>
                <a:latin typeface="Calibri"/>
              </a:rPr>
              <a:t>:</a:t>
            </a:r>
            <a:endParaRPr sz="2800" b="1">
              <a:solidFill>
                <a:prstClr val="black"/>
              </a:solidFill>
              <a:latin typeface="Calibri"/>
            </a:endParaRPr>
          </a:p>
          <a:p>
            <a:pPr lvl="1" defTabSz="457200"/>
            <a:endParaRPr sz="2800" b="1">
              <a:solidFill>
                <a:prstClr val="black"/>
              </a:solidFill>
              <a:latin typeface="Calibri"/>
            </a:endParaRPr>
          </a:p>
        </p:txBody>
      </p:sp>
      <p:sp>
        <p:nvSpPr>
          <p:cNvPr id="11" name="TextBox 10">
            <a:extLst>
              <a:ext uri="{FF2B5EF4-FFF2-40B4-BE49-F238E27FC236}">
                <a16:creationId xmlns:a16="http://schemas.microsoft.com/office/drawing/2014/main" id="{D6AC6231-2AF5-5C4C-2025-A10AD5F5F4CF}"/>
              </a:ext>
            </a:extLst>
          </p:cNvPr>
          <p:cNvSpPr txBox="1"/>
          <p:nvPr/>
        </p:nvSpPr>
        <p:spPr>
          <a:xfrm>
            <a:off x="7993703" y="4333329"/>
            <a:ext cx="3609871" cy="1384995"/>
          </a:xfrm>
          <a:prstGeom prst="rect">
            <a:avLst/>
          </a:prstGeom>
          <a:noFill/>
        </p:spPr>
        <p:txBody>
          <a:bodyPr wrap="square">
            <a:spAutoFit/>
          </a:bodyPr>
          <a:lstStyle/>
          <a:p>
            <a:pPr algn="ctr" defTabSz="457200"/>
            <a:r>
              <a:rPr lang="da-DK" sz="2800">
                <a:solidFill>
                  <a:prstClr val="black"/>
                </a:solidFill>
                <a:latin typeface="Calibri"/>
              </a:rPr>
              <a:t>Strong forum for peer learning through ‘Working groups’</a:t>
            </a:r>
            <a:endParaRPr sz="2800">
              <a:solidFill>
                <a:prstClr val="black"/>
              </a:solidFill>
              <a:latin typeface="Calibri"/>
            </a:endParaRPr>
          </a:p>
        </p:txBody>
      </p:sp>
      <p:sp>
        <p:nvSpPr>
          <p:cNvPr id="12" name="TextBox 11">
            <a:extLst>
              <a:ext uri="{FF2B5EF4-FFF2-40B4-BE49-F238E27FC236}">
                <a16:creationId xmlns:a16="http://schemas.microsoft.com/office/drawing/2014/main" id="{887F2EDA-0D8B-A28C-8937-D2BBD809330B}"/>
              </a:ext>
            </a:extLst>
          </p:cNvPr>
          <p:cNvSpPr txBox="1"/>
          <p:nvPr/>
        </p:nvSpPr>
        <p:spPr>
          <a:xfrm>
            <a:off x="8209870" y="3490098"/>
            <a:ext cx="2974769" cy="954107"/>
          </a:xfrm>
          <a:prstGeom prst="rect">
            <a:avLst/>
          </a:prstGeom>
          <a:noFill/>
        </p:spPr>
        <p:txBody>
          <a:bodyPr wrap="square">
            <a:spAutoFit/>
          </a:bodyPr>
          <a:lstStyle/>
          <a:p>
            <a:pPr defTabSz="457200"/>
            <a:r>
              <a:rPr lang="da-DK" sz="2800" b="1">
                <a:solidFill>
                  <a:prstClr val="black"/>
                </a:solidFill>
                <a:latin typeface="Calibri"/>
              </a:rPr>
              <a:t>Beyond this:</a:t>
            </a:r>
            <a:endParaRPr sz="2800" b="1">
              <a:solidFill>
                <a:prstClr val="black"/>
              </a:solidFill>
              <a:latin typeface="Calibri"/>
            </a:endParaRPr>
          </a:p>
          <a:p>
            <a:pPr lvl="1" defTabSz="457200"/>
            <a:endParaRPr sz="2800" b="1">
              <a:solidFill>
                <a:prstClr val="black"/>
              </a:solidFill>
              <a:latin typeface="Calibri"/>
            </a:endParaRPr>
          </a:p>
        </p:txBody>
      </p:sp>
      <p:sp>
        <p:nvSpPr>
          <p:cNvPr id="7" name="TextBox 6">
            <a:extLst>
              <a:ext uri="{FF2B5EF4-FFF2-40B4-BE49-F238E27FC236}">
                <a16:creationId xmlns:a16="http://schemas.microsoft.com/office/drawing/2014/main" id="{B782AE9D-E659-D604-3A75-ADC712926EAE}"/>
              </a:ext>
            </a:extLst>
          </p:cNvPr>
          <p:cNvSpPr txBox="1"/>
          <p:nvPr/>
        </p:nvSpPr>
        <p:spPr>
          <a:xfrm>
            <a:off x="289897" y="4204372"/>
            <a:ext cx="3687017" cy="1815882"/>
          </a:xfrm>
          <a:prstGeom prst="rect">
            <a:avLst/>
          </a:prstGeom>
          <a:noFill/>
        </p:spPr>
        <p:txBody>
          <a:bodyPr wrap="square">
            <a:spAutoFit/>
          </a:bodyPr>
          <a:lstStyle/>
          <a:p>
            <a:pPr algn="ctr" defTabSz="457200"/>
            <a:r>
              <a:rPr lang="da-DK" sz="2800">
                <a:solidFill>
                  <a:prstClr val="black"/>
                </a:solidFill>
                <a:latin typeface="Calibri"/>
              </a:rPr>
              <a:t>Webinars and in-person trainings have continued, with peer exchanged included</a:t>
            </a:r>
            <a:endParaRPr sz="2800">
              <a:solidFill>
                <a:prstClr val="black"/>
              </a:solidFill>
              <a:latin typeface="Calibri"/>
            </a:endParaRPr>
          </a:p>
        </p:txBody>
      </p:sp>
      <p:pic>
        <p:nvPicPr>
          <p:cNvPr id="3074" name="Picture 2" descr="Check mark - Free shapes and symbols icons">
            <a:extLst>
              <a:ext uri="{FF2B5EF4-FFF2-40B4-BE49-F238E27FC236}">
                <a16:creationId xmlns:a16="http://schemas.microsoft.com/office/drawing/2014/main" id="{F9767ADC-F67A-AEC0-0071-6475567DCA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3846" y="6096401"/>
            <a:ext cx="671138" cy="66219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Continuous - Free ui icons">
            <a:extLst>
              <a:ext uri="{FF2B5EF4-FFF2-40B4-BE49-F238E27FC236}">
                <a16:creationId xmlns:a16="http://schemas.microsoft.com/office/drawing/2014/main" id="{3B4E4EEA-7DC4-2F72-AE9F-0A72B85FD6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66159" y="5899365"/>
            <a:ext cx="662190" cy="66219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Capacity - Free business and finance icons">
            <a:extLst>
              <a:ext uri="{FF2B5EF4-FFF2-40B4-BE49-F238E27FC236}">
                <a16:creationId xmlns:a16="http://schemas.microsoft.com/office/drawing/2014/main" id="{A07A391A-F5C4-08E0-E763-96F1604523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14856" y="273088"/>
            <a:ext cx="1640396" cy="16403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CB980D4-DE7A-F40A-2D6E-02290DE2173D}"/>
              </a:ext>
            </a:extLst>
          </p:cNvPr>
          <p:cNvSpPr txBox="1"/>
          <p:nvPr/>
        </p:nvSpPr>
        <p:spPr>
          <a:xfrm>
            <a:off x="4509542" y="4504037"/>
            <a:ext cx="2951533" cy="1323439"/>
          </a:xfrm>
          <a:prstGeom prst="rect">
            <a:avLst/>
          </a:prstGeom>
          <a:noFill/>
        </p:spPr>
        <p:txBody>
          <a:bodyPr wrap="square">
            <a:spAutoFit/>
          </a:bodyPr>
          <a:lstStyle/>
          <a:p>
            <a:pPr defTabSz="457200"/>
            <a:r>
              <a:rPr lang="da-DK" sz="1600">
                <a:solidFill>
                  <a:prstClr val="black"/>
                </a:solidFill>
                <a:latin typeface="Calibri"/>
              </a:rPr>
              <a:t>12 webinars</a:t>
            </a:r>
          </a:p>
          <a:p>
            <a:pPr defTabSz="457200"/>
            <a:r>
              <a:rPr lang="da-DK" sz="1600">
                <a:solidFill>
                  <a:prstClr val="black"/>
                </a:solidFill>
                <a:latin typeface="Calibri"/>
              </a:rPr>
              <a:t>7 in-person trainings:</a:t>
            </a:r>
          </a:p>
          <a:p>
            <a:pPr defTabSz="457200"/>
            <a:r>
              <a:rPr lang="da-DK" sz="1600">
                <a:solidFill>
                  <a:prstClr val="black"/>
                </a:solidFill>
                <a:latin typeface="Calibri"/>
              </a:rPr>
              <a:t>1 regional, </a:t>
            </a:r>
            <a:br>
              <a:rPr lang="da-DK" sz="1600">
                <a:solidFill>
                  <a:prstClr val="black"/>
                </a:solidFill>
                <a:latin typeface="Calibri"/>
              </a:rPr>
            </a:br>
            <a:r>
              <a:rPr lang="da-DK" sz="1600">
                <a:solidFill>
                  <a:prstClr val="black"/>
                </a:solidFill>
                <a:latin typeface="Calibri"/>
              </a:rPr>
              <a:t>3 national, </a:t>
            </a:r>
          </a:p>
          <a:p>
            <a:pPr defTabSz="457200"/>
            <a:r>
              <a:rPr lang="da-DK" sz="1600">
                <a:solidFill>
                  <a:prstClr val="black"/>
                </a:solidFill>
                <a:latin typeface="Calibri"/>
              </a:rPr>
              <a:t>3 technical exchanges</a:t>
            </a:r>
            <a:endParaRPr sz="1600">
              <a:solidFill>
                <a:prstClr val="black"/>
              </a:solidFill>
              <a:latin typeface="Calibri"/>
            </a:endParaRPr>
          </a:p>
        </p:txBody>
      </p:sp>
    </p:spTree>
    <p:extLst>
      <p:ext uri="{BB962C8B-B14F-4D97-AF65-F5344CB8AC3E}">
        <p14:creationId xmlns:p14="http://schemas.microsoft.com/office/powerpoint/2010/main" val="18882962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E971-9FFD-FAC1-879B-245ED0DF0EC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3DEB1FE-08B7-0226-5D65-0A6EFB14F1AD}"/>
              </a:ext>
            </a:extLst>
          </p:cNvPr>
          <p:cNvSpPr txBox="1">
            <a:spLocks/>
          </p:cNvSpPr>
          <p:nvPr/>
        </p:nvSpPr>
        <p:spPr>
          <a:xfrm>
            <a:off x="495300" y="430504"/>
            <a:ext cx="8387443" cy="662782"/>
          </a:xfrm>
          <a:prstGeom prst="rect">
            <a:avLst/>
          </a:prstGeom>
          <a:solidFill>
            <a:schemeClr val="bg1">
              <a:alpha val="75279"/>
            </a:schemeClr>
          </a:solidFill>
        </p:spPr>
        <p:txBody>
          <a:bodyPr lIns="91440" tIns="45720" rIns="91440" bIns="45720" anchor="t">
            <a:normAutofit/>
          </a:bodyPr>
          <a:lstStyle>
            <a:lvl1pPr algn="l" defTabSz="914400" rtl="0" eaLnBrk="1" latinLnBrk="0" hangingPunct="1">
              <a:lnSpc>
                <a:spcPct val="90000"/>
              </a:lnSpc>
              <a:spcBef>
                <a:spcPct val="0"/>
              </a:spcBef>
              <a:buNone/>
              <a:defRPr sz="4400" b="1" i="0" kern="1200">
                <a:solidFill>
                  <a:schemeClr val="tx1"/>
                </a:solidFill>
                <a:latin typeface="Aptos ExtraBold"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4000" b="0" i="0" u="none" strike="noStrike" kern="1200" cap="none" spc="0" normalizeH="0" baseline="0" noProof="0">
                <a:ln>
                  <a:noFill/>
                </a:ln>
                <a:solidFill>
                  <a:srgbClr val="3D5265"/>
                </a:solidFill>
                <a:effectLst/>
                <a:uLnTx/>
                <a:uFillTx/>
                <a:latin typeface="Aptos"/>
                <a:ea typeface="+mj-ea"/>
                <a:cs typeface="+mj-cs"/>
              </a:rPr>
              <a:t>Outcomes from last </a:t>
            </a:r>
            <a:r>
              <a:rPr lang="en-GB" sz="4000" b="0">
                <a:solidFill>
                  <a:srgbClr val="3D5265"/>
                </a:solidFill>
                <a:latin typeface="Aptos"/>
              </a:rPr>
              <a:t>year's</a:t>
            </a:r>
            <a:r>
              <a:rPr kumimoji="0" lang="en-GB" sz="4000" b="0" i="0" u="none" strike="noStrike" kern="1200" cap="none" spc="0" normalizeH="0" baseline="0" noProof="0">
                <a:ln>
                  <a:noFill/>
                </a:ln>
                <a:solidFill>
                  <a:srgbClr val="3D5265"/>
                </a:solidFill>
                <a:effectLst/>
                <a:uLnTx/>
                <a:uFillTx/>
                <a:latin typeface="Aptos"/>
                <a:ea typeface="+mj-ea"/>
                <a:cs typeface="+mj-cs"/>
              </a:rPr>
              <a:t> meeting</a:t>
            </a:r>
            <a:endParaRPr kumimoji="0" lang="en-US" sz="4400" b="1" i="0" u="none" strike="noStrike" kern="1200" cap="none" spc="0" normalizeH="0" baseline="0" noProof="0">
              <a:ln>
                <a:noFill/>
              </a:ln>
              <a:solidFill>
                <a:prstClr val="black"/>
              </a:solidFill>
              <a:effectLst/>
              <a:uLnTx/>
              <a:uFillTx/>
              <a:latin typeface="Aptos ExtraBold" panose="020B0004020202020204" pitchFamily="34" charset="0"/>
              <a:ea typeface="+mj-ea"/>
              <a:cs typeface="+mj-cs"/>
            </a:endParaRPr>
          </a:p>
        </p:txBody>
      </p:sp>
      <p:sp>
        <p:nvSpPr>
          <p:cNvPr id="9" name="Title 1">
            <a:extLst>
              <a:ext uri="{FF2B5EF4-FFF2-40B4-BE49-F238E27FC236}">
                <a16:creationId xmlns:a16="http://schemas.microsoft.com/office/drawing/2014/main" id="{FE077264-6736-83E9-987E-2B62F398A0BF}"/>
              </a:ext>
            </a:extLst>
          </p:cNvPr>
          <p:cNvSpPr txBox="1">
            <a:spLocks/>
          </p:cNvSpPr>
          <p:nvPr/>
        </p:nvSpPr>
        <p:spPr>
          <a:xfrm>
            <a:off x="285093" y="1084690"/>
            <a:ext cx="9747926" cy="844902"/>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r>
              <a:rPr lang="sv-SE" sz="3600">
                <a:solidFill>
                  <a:prstClr val="black"/>
                </a:solidFill>
                <a:latin typeface="Calibri"/>
              </a:rPr>
              <a:t>Strategic &amp; Political Relevance</a:t>
            </a:r>
          </a:p>
        </p:txBody>
      </p:sp>
      <p:sp>
        <p:nvSpPr>
          <p:cNvPr id="2" name="TextBox 1">
            <a:extLst>
              <a:ext uri="{FF2B5EF4-FFF2-40B4-BE49-F238E27FC236}">
                <a16:creationId xmlns:a16="http://schemas.microsoft.com/office/drawing/2014/main" id="{D9431A85-C78E-D12A-92D3-263455831C1B}"/>
              </a:ext>
            </a:extLst>
          </p:cNvPr>
          <p:cNvSpPr txBox="1"/>
          <p:nvPr/>
        </p:nvSpPr>
        <p:spPr>
          <a:xfrm>
            <a:off x="285907" y="1891644"/>
            <a:ext cx="11620186" cy="1815882"/>
          </a:xfrm>
          <a:prstGeom prst="rect">
            <a:avLst/>
          </a:prstGeom>
          <a:noFill/>
        </p:spPr>
        <p:txBody>
          <a:bodyPr wrap="square">
            <a:spAutoFit/>
          </a:bodyPr>
          <a:lstStyle/>
          <a:p>
            <a:pPr defTabSz="457200"/>
            <a:r>
              <a:rPr lang="da-DK" sz="2800">
                <a:solidFill>
                  <a:prstClr val="black"/>
                </a:solidFill>
                <a:latin typeface="Calibri"/>
              </a:rPr>
              <a:t>Last year’s meeting noted: </a:t>
            </a:r>
          </a:p>
          <a:p>
            <a:pPr defTabSz="457200"/>
            <a:r>
              <a:rPr lang="da-DK" sz="2800">
                <a:solidFill>
                  <a:prstClr val="black"/>
                </a:solidFill>
                <a:latin typeface="Calibri"/>
              </a:rPr>
              <a:t>	Strong strategic and political attention to reporting would benefit the 	process, securing more resources to build capacity and comply with 	deadlines.</a:t>
            </a:r>
            <a:endParaRPr sz="2800">
              <a:solidFill>
                <a:prstClr val="black"/>
              </a:solidFill>
              <a:latin typeface="Calibri"/>
            </a:endParaRPr>
          </a:p>
        </p:txBody>
      </p:sp>
      <p:sp>
        <p:nvSpPr>
          <p:cNvPr id="6" name="TextBox 5">
            <a:extLst>
              <a:ext uri="{FF2B5EF4-FFF2-40B4-BE49-F238E27FC236}">
                <a16:creationId xmlns:a16="http://schemas.microsoft.com/office/drawing/2014/main" id="{D26207B5-7B59-4D2F-3F04-62E516F22C20}"/>
              </a:ext>
            </a:extLst>
          </p:cNvPr>
          <p:cNvSpPr txBox="1"/>
          <p:nvPr/>
        </p:nvSpPr>
        <p:spPr>
          <a:xfrm>
            <a:off x="276490" y="3649331"/>
            <a:ext cx="7217410" cy="954107"/>
          </a:xfrm>
          <a:prstGeom prst="rect">
            <a:avLst/>
          </a:prstGeom>
          <a:noFill/>
        </p:spPr>
        <p:txBody>
          <a:bodyPr wrap="square">
            <a:spAutoFit/>
          </a:bodyPr>
          <a:lstStyle/>
          <a:p>
            <a:pPr defTabSz="457200"/>
            <a:r>
              <a:rPr sz="2800" b="1">
                <a:solidFill>
                  <a:prstClr val="black"/>
                </a:solidFill>
                <a:latin typeface="Calibri"/>
              </a:rPr>
              <a:t>Agreed Actions</a:t>
            </a:r>
            <a:r>
              <a:rPr lang="da-DK" sz="2800" b="1">
                <a:solidFill>
                  <a:prstClr val="black"/>
                </a:solidFill>
                <a:latin typeface="Calibri"/>
              </a:rPr>
              <a:t>:</a:t>
            </a:r>
            <a:endParaRPr sz="2800" b="1">
              <a:solidFill>
                <a:prstClr val="black"/>
              </a:solidFill>
              <a:latin typeface="Calibri"/>
            </a:endParaRPr>
          </a:p>
          <a:p>
            <a:pPr lvl="1" defTabSz="457200"/>
            <a:endParaRPr sz="2800" b="1">
              <a:solidFill>
                <a:prstClr val="black"/>
              </a:solidFill>
              <a:latin typeface="Calibri"/>
            </a:endParaRPr>
          </a:p>
        </p:txBody>
      </p:sp>
      <p:sp>
        <p:nvSpPr>
          <p:cNvPr id="11" name="TextBox 10">
            <a:extLst>
              <a:ext uri="{FF2B5EF4-FFF2-40B4-BE49-F238E27FC236}">
                <a16:creationId xmlns:a16="http://schemas.microsoft.com/office/drawing/2014/main" id="{6D519C17-B2E8-144E-47B8-BE088584F208}"/>
              </a:ext>
            </a:extLst>
          </p:cNvPr>
          <p:cNvSpPr txBox="1"/>
          <p:nvPr/>
        </p:nvSpPr>
        <p:spPr>
          <a:xfrm>
            <a:off x="4030144" y="4210638"/>
            <a:ext cx="3761043" cy="1815882"/>
          </a:xfrm>
          <a:prstGeom prst="rect">
            <a:avLst/>
          </a:prstGeom>
          <a:noFill/>
        </p:spPr>
        <p:txBody>
          <a:bodyPr wrap="square">
            <a:spAutoFit/>
          </a:bodyPr>
          <a:lstStyle/>
          <a:p>
            <a:pPr algn="ctr" defTabSz="457200"/>
            <a:r>
              <a:rPr lang="da-DK" sz="2800">
                <a:solidFill>
                  <a:prstClr val="black"/>
                </a:solidFill>
                <a:latin typeface="Calibri"/>
              </a:rPr>
              <a:t>Integrated the reported data into the Energy Community Secretariat Assessment report</a:t>
            </a:r>
            <a:endParaRPr sz="2800">
              <a:solidFill>
                <a:prstClr val="black"/>
              </a:solidFill>
              <a:latin typeface="Calibri"/>
            </a:endParaRPr>
          </a:p>
        </p:txBody>
      </p:sp>
      <p:sp>
        <p:nvSpPr>
          <p:cNvPr id="12" name="TextBox 11">
            <a:extLst>
              <a:ext uri="{FF2B5EF4-FFF2-40B4-BE49-F238E27FC236}">
                <a16:creationId xmlns:a16="http://schemas.microsoft.com/office/drawing/2014/main" id="{2B5EAC30-090D-919A-1D1E-22B760C13E0E}"/>
              </a:ext>
            </a:extLst>
          </p:cNvPr>
          <p:cNvSpPr txBox="1"/>
          <p:nvPr/>
        </p:nvSpPr>
        <p:spPr>
          <a:xfrm>
            <a:off x="4142901" y="3616079"/>
            <a:ext cx="5190174" cy="954107"/>
          </a:xfrm>
          <a:prstGeom prst="rect">
            <a:avLst/>
          </a:prstGeom>
          <a:noFill/>
        </p:spPr>
        <p:txBody>
          <a:bodyPr wrap="square">
            <a:spAutoFit/>
          </a:bodyPr>
          <a:lstStyle/>
          <a:p>
            <a:pPr defTabSz="457200"/>
            <a:r>
              <a:rPr lang="da-DK" sz="2800" b="1" dirty="0">
                <a:solidFill>
                  <a:prstClr val="black"/>
                </a:solidFill>
                <a:latin typeface="Calibri"/>
              </a:rPr>
              <a:t>Beyond this:</a:t>
            </a:r>
            <a:endParaRPr sz="2800" b="1" dirty="0">
              <a:solidFill>
                <a:prstClr val="black"/>
              </a:solidFill>
              <a:latin typeface="Calibri"/>
            </a:endParaRPr>
          </a:p>
          <a:p>
            <a:pPr lvl="1" defTabSz="457200"/>
            <a:endParaRPr sz="2800" b="1" dirty="0">
              <a:solidFill>
                <a:prstClr val="black"/>
              </a:solidFill>
              <a:latin typeface="Calibri"/>
            </a:endParaRPr>
          </a:p>
        </p:txBody>
      </p:sp>
      <p:pic>
        <p:nvPicPr>
          <p:cNvPr id="15" name="Picture 4" descr="Continuous - Free ui icons">
            <a:extLst>
              <a:ext uri="{FF2B5EF4-FFF2-40B4-BE49-F238E27FC236}">
                <a16:creationId xmlns:a16="http://schemas.microsoft.com/office/drawing/2014/main" id="{332442EB-8AE5-E0B5-66AB-1E43A479BA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4888" y="6026520"/>
            <a:ext cx="662190" cy="66219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Check mark - Free shapes and symbols icons">
            <a:extLst>
              <a:ext uri="{FF2B5EF4-FFF2-40B4-BE49-F238E27FC236}">
                <a16:creationId xmlns:a16="http://schemas.microsoft.com/office/drawing/2014/main" id="{6B4F9A0B-621C-452C-18D8-6A0E675B18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726" y="6026520"/>
            <a:ext cx="671138" cy="66219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8F12C8E5-EA0A-460C-D0C9-E7F3D9EF70D1}"/>
              </a:ext>
            </a:extLst>
          </p:cNvPr>
          <p:cNvSpPr txBox="1"/>
          <p:nvPr/>
        </p:nvSpPr>
        <p:spPr>
          <a:xfrm>
            <a:off x="276490" y="4210638"/>
            <a:ext cx="2504748" cy="1815882"/>
          </a:xfrm>
          <a:prstGeom prst="rect">
            <a:avLst/>
          </a:prstGeom>
          <a:noFill/>
        </p:spPr>
        <p:txBody>
          <a:bodyPr wrap="square">
            <a:spAutoFit/>
          </a:bodyPr>
          <a:lstStyle/>
          <a:p>
            <a:pPr algn="ctr" defTabSz="457200"/>
            <a:r>
              <a:rPr lang="da-DK" sz="2800">
                <a:solidFill>
                  <a:prstClr val="black"/>
                </a:solidFill>
                <a:latin typeface="Calibri"/>
              </a:rPr>
              <a:t>Provide feedback through the QC processes</a:t>
            </a:r>
            <a:endParaRPr sz="2800">
              <a:solidFill>
                <a:prstClr val="black"/>
              </a:solidFill>
              <a:latin typeface="Calibri"/>
            </a:endParaRPr>
          </a:p>
        </p:txBody>
      </p:sp>
      <p:sp>
        <p:nvSpPr>
          <p:cNvPr id="16" name="TextBox 15">
            <a:extLst>
              <a:ext uri="{FF2B5EF4-FFF2-40B4-BE49-F238E27FC236}">
                <a16:creationId xmlns:a16="http://schemas.microsoft.com/office/drawing/2014/main" id="{99F91D91-CECE-6730-4612-57ED317FD909}"/>
              </a:ext>
            </a:extLst>
          </p:cNvPr>
          <p:cNvSpPr txBox="1"/>
          <p:nvPr/>
        </p:nvSpPr>
        <p:spPr>
          <a:xfrm>
            <a:off x="7991419" y="4126384"/>
            <a:ext cx="3507023" cy="1815882"/>
          </a:xfrm>
          <a:prstGeom prst="rect">
            <a:avLst/>
          </a:prstGeom>
          <a:noFill/>
        </p:spPr>
        <p:txBody>
          <a:bodyPr wrap="square">
            <a:spAutoFit/>
          </a:bodyPr>
          <a:lstStyle/>
          <a:p>
            <a:pPr algn="ctr" defTabSz="457200"/>
            <a:r>
              <a:rPr lang="da-DK" sz="2800">
                <a:solidFill>
                  <a:prstClr val="black"/>
                </a:solidFill>
                <a:latin typeface="Calibri"/>
              </a:rPr>
              <a:t>Publish and integrated the reported data into EEAs reports and indicators</a:t>
            </a:r>
            <a:endParaRPr sz="2800">
              <a:solidFill>
                <a:prstClr val="black"/>
              </a:solidFill>
              <a:latin typeface="Calibri"/>
            </a:endParaRPr>
          </a:p>
        </p:txBody>
      </p:sp>
      <p:pic>
        <p:nvPicPr>
          <p:cNvPr id="17" name="Picture 4" descr="Continuous - Free ui icons">
            <a:extLst>
              <a:ext uri="{FF2B5EF4-FFF2-40B4-BE49-F238E27FC236}">
                <a16:creationId xmlns:a16="http://schemas.microsoft.com/office/drawing/2014/main" id="{392DCB0B-AA2B-B9E7-230B-13D36B9AD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4922" y="5904689"/>
            <a:ext cx="662190" cy="66219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Check mark - Free shapes and symbols icons">
            <a:extLst>
              <a:ext uri="{FF2B5EF4-FFF2-40B4-BE49-F238E27FC236}">
                <a16:creationId xmlns:a16="http://schemas.microsoft.com/office/drawing/2014/main" id="{DFC94527-C20C-2929-48C8-30FC4FCE5E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97506" y="5904689"/>
            <a:ext cx="671138" cy="66219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Continuous - Free ui icons">
            <a:extLst>
              <a:ext uri="{FF2B5EF4-FFF2-40B4-BE49-F238E27FC236}">
                <a16:creationId xmlns:a16="http://schemas.microsoft.com/office/drawing/2014/main" id="{7A784DB3-CC6A-B3DB-7F0A-92EAC1C384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408" y="5996778"/>
            <a:ext cx="662190" cy="66219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Check mark - Free shapes and symbols icons">
            <a:extLst>
              <a:ext uri="{FF2B5EF4-FFF2-40B4-BE49-F238E27FC236}">
                <a16:creationId xmlns:a16="http://schemas.microsoft.com/office/drawing/2014/main" id="{E479DBC2-AE18-0B03-0B64-F3E73AF40B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8246" y="5996778"/>
            <a:ext cx="671138" cy="66219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Unique icon of business strategic planning, editable vector of tactical planning">
            <a:extLst>
              <a:ext uri="{FF2B5EF4-FFF2-40B4-BE49-F238E27FC236}">
                <a16:creationId xmlns:a16="http://schemas.microsoft.com/office/drawing/2014/main" id="{2E5D7F5B-E36D-9299-F51A-BC53CE6A4D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36761" y="185345"/>
            <a:ext cx="1815882" cy="1815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8301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29307-4690-32E0-5A36-8FA7B06BA5EC}"/>
            </a:ext>
          </a:extLst>
        </p:cNvPr>
        <p:cNvGrpSpPr/>
        <p:nvPr/>
      </p:nvGrpSpPr>
      <p:grpSpPr>
        <a:xfrm>
          <a:off x="0" y="0"/>
          <a:ext cx="0" cy="0"/>
          <a:chOff x="0" y="0"/>
          <a:chExt cx="0" cy="0"/>
        </a:xfrm>
      </p:grpSpPr>
      <p:pic>
        <p:nvPicPr>
          <p:cNvPr id="4" name="Picture 3" descr="A road next to a river&#10;&#10;AI-generated content may be incorrect.">
            <a:extLst>
              <a:ext uri="{FF2B5EF4-FFF2-40B4-BE49-F238E27FC236}">
                <a16:creationId xmlns:a16="http://schemas.microsoft.com/office/drawing/2014/main" id="{4A2A3890-A11C-B10F-AE0D-971A62E9ECD2}"/>
              </a:ext>
            </a:extLst>
          </p:cNvPr>
          <p:cNvPicPr>
            <a:picLocks noChangeAspect="1"/>
          </p:cNvPicPr>
          <p:nvPr/>
        </p:nvPicPr>
        <p:blipFill>
          <a:blip r:embed="rId3"/>
          <a:srcRect r="53869" b="-199"/>
          <a:stretch>
            <a:fillRect/>
          </a:stretch>
        </p:blipFill>
        <p:spPr>
          <a:xfrm>
            <a:off x="0" y="13607"/>
            <a:ext cx="4218234" cy="6871627"/>
          </a:xfrm>
          <a:prstGeom prst="rect">
            <a:avLst/>
          </a:prstGeom>
        </p:spPr>
      </p:pic>
      <p:sp>
        <p:nvSpPr>
          <p:cNvPr id="5" name="TextBox 4">
            <a:extLst>
              <a:ext uri="{FF2B5EF4-FFF2-40B4-BE49-F238E27FC236}">
                <a16:creationId xmlns:a16="http://schemas.microsoft.com/office/drawing/2014/main" id="{A1CB1D4F-64F8-56BB-110A-28E8DA760898}"/>
              </a:ext>
            </a:extLst>
          </p:cNvPr>
          <p:cNvSpPr txBox="1"/>
          <p:nvPr/>
        </p:nvSpPr>
        <p:spPr>
          <a:xfrm>
            <a:off x="4529667" y="308939"/>
            <a:ext cx="6530400" cy="707886"/>
          </a:xfrm>
          <a:prstGeom prst="rect">
            <a:avLst/>
          </a:prstGeom>
          <a:noFill/>
        </p:spPr>
        <p:txBody>
          <a:bodyPr wrap="square" lIns="91440" tIns="45720" rIns="91440" bIns="45720" anchor="t">
            <a:spAutoFit/>
          </a:bodyPr>
          <a:lstStyle/>
          <a:p>
            <a:r>
              <a:rPr lang="en-US" sz="4000" b="1">
                <a:solidFill>
                  <a:srgbClr val="3D5265"/>
                </a:solidFill>
                <a:latin typeface="Aptos"/>
                <a:ea typeface="+mj-ea"/>
                <a:cs typeface="+mj-cs"/>
              </a:rPr>
              <a:t>Key takeaways</a:t>
            </a:r>
            <a:endParaRPr lang="en-US" sz="4000">
              <a:solidFill>
                <a:srgbClr val="000000"/>
              </a:solidFill>
              <a:latin typeface="Aptos"/>
              <a:ea typeface="+mj-ea"/>
              <a:cs typeface="+mj-cs"/>
            </a:endParaRPr>
          </a:p>
        </p:txBody>
      </p:sp>
      <p:sp>
        <p:nvSpPr>
          <p:cNvPr id="11" name="TextBox 10">
            <a:extLst>
              <a:ext uri="{FF2B5EF4-FFF2-40B4-BE49-F238E27FC236}">
                <a16:creationId xmlns:a16="http://schemas.microsoft.com/office/drawing/2014/main" id="{F32BA9BE-44B4-F812-3389-8A8C3834CDA8}"/>
              </a:ext>
            </a:extLst>
          </p:cNvPr>
          <p:cNvSpPr txBox="1"/>
          <p:nvPr/>
        </p:nvSpPr>
        <p:spPr>
          <a:xfrm>
            <a:off x="4529667" y="1531684"/>
            <a:ext cx="7193379" cy="4708981"/>
          </a:xfrm>
          <a:prstGeom prst="rect">
            <a:avLst/>
          </a:prstGeom>
          <a:noFill/>
          <a:ln>
            <a:noFill/>
          </a:ln>
        </p:spPr>
        <p:txBody>
          <a:bodyPr wrap="square" lIns="91440" tIns="45720" rIns="91440" bIns="45720" rtlCol="0" anchor="t">
            <a:spAutoFit/>
          </a:bodyPr>
          <a:lstStyle/>
          <a:p>
            <a:r>
              <a:rPr lang="en-US" sz="2000" b="1" u="sng">
                <a:solidFill>
                  <a:srgbClr val="3D5265"/>
                </a:solidFill>
                <a:latin typeface="Aptos"/>
                <a:ea typeface="+mj-ea"/>
                <a:cs typeface="+mj-cs"/>
              </a:rPr>
              <a:t>Reporting progress:</a:t>
            </a:r>
          </a:p>
          <a:p>
            <a:r>
              <a:rPr lang="en-US" sz="2000">
                <a:solidFill>
                  <a:srgbClr val="3D5265"/>
                </a:solidFill>
                <a:latin typeface="Aptos"/>
                <a:ea typeface="+mj-ea"/>
                <a:cs typeface="+mj-cs"/>
              </a:rPr>
              <a:t>We see an increasingly strong trend on timely submissions of reported data – this is great. Continue the good work, and if possible, dedicate more resources to it. The EEA remains available for technical support in many forms.</a:t>
            </a:r>
          </a:p>
          <a:p>
            <a:endParaRPr lang="en-US" sz="2000">
              <a:solidFill>
                <a:srgbClr val="3D5265"/>
              </a:solidFill>
              <a:latin typeface="Aptos"/>
              <a:ea typeface="+mj-ea"/>
              <a:cs typeface="+mj-cs"/>
            </a:endParaRPr>
          </a:p>
          <a:p>
            <a:r>
              <a:rPr lang="en-US" sz="2000" b="1" u="sng">
                <a:solidFill>
                  <a:srgbClr val="3D5265"/>
                </a:solidFill>
                <a:latin typeface="Aptos"/>
                <a:ea typeface="+mj-ea"/>
                <a:cs typeface="+mj-cs"/>
              </a:rPr>
              <a:t>Reported data is integrated in EEAs and EUs data:</a:t>
            </a:r>
          </a:p>
          <a:p>
            <a:r>
              <a:rPr lang="en-US" sz="2000">
                <a:solidFill>
                  <a:srgbClr val="3D5265"/>
                </a:solidFill>
                <a:latin typeface="Aptos"/>
                <a:ea typeface="+mj-ea"/>
                <a:cs typeface="+mj-cs"/>
              </a:rPr>
              <a:t>With the reported data, this is integrated into EEAs existing climate and energy data. This allows for a more complete European picture for analysis and assessment.</a:t>
            </a:r>
          </a:p>
          <a:p>
            <a:endParaRPr lang="en-US" sz="2000">
              <a:solidFill>
                <a:srgbClr val="3D5265"/>
              </a:solidFill>
              <a:latin typeface="Aptos"/>
              <a:ea typeface="+mj-ea"/>
              <a:cs typeface="+mj-cs"/>
            </a:endParaRPr>
          </a:p>
          <a:p>
            <a:r>
              <a:rPr lang="en-US" sz="2000" b="1" u="sng">
                <a:solidFill>
                  <a:srgbClr val="3D5265"/>
                </a:solidFill>
                <a:latin typeface="Aptos"/>
                <a:ea typeface="+mj-ea"/>
                <a:cs typeface="+mj-cs"/>
              </a:rPr>
              <a:t>We listen to your input in these meetings:</a:t>
            </a:r>
          </a:p>
          <a:p>
            <a:r>
              <a:rPr lang="en-US" sz="2000">
                <a:solidFill>
                  <a:srgbClr val="3D5265"/>
                </a:solidFill>
                <a:latin typeface="Aptos"/>
                <a:ea typeface="+mj-ea"/>
                <a:cs typeface="+mj-cs"/>
              </a:rPr>
              <a:t>Lastly, we show that we value your input in these meetings, and take action on the outcomes. Please engage actively in the remaining meeting.</a:t>
            </a:r>
            <a:endParaRPr lang="en-US" sz="2000">
              <a:solidFill>
                <a:srgbClr val="3D5265"/>
              </a:solidFill>
              <a:ea typeface="Calibri" panose="020F0502020204030204"/>
              <a:cs typeface="Calibri" panose="020F0502020204030204"/>
            </a:endParaRPr>
          </a:p>
        </p:txBody>
      </p:sp>
      <p:pic>
        <p:nvPicPr>
          <p:cNvPr id="13" name="Picture 12" descr="A black and white logo with white text&#10;&#10;AI-generated content may be incorrect.">
            <a:extLst>
              <a:ext uri="{FF2B5EF4-FFF2-40B4-BE49-F238E27FC236}">
                <a16:creationId xmlns:a16="http://schemas.microsoft.com/office/drawing/2014/main" id="{CD066C20-897D-A033-517C-F1E97C257047}"/>
              </a:ext>
            </a:extLst>
          </p:cNvPr>
          <p:cNvPicPr>
            <a:picLocks noChangeAspect="1"/>
          </p:cNvPicPr>
          <p:nvPr/>
        </p:nvPicPr>
        <p:blipFill>
          <a:blip r:embed="rId4"/>
          <a:srcRect b="781"/>
          <a:stretch>
            <a:fillRect/>
          </a:stretch>
        </p:blipFill>
        <p:spPr>
          <a:xfrm>
            <a:off x="231408" y="189646"/>
            <a:ext cx="1412875" cy="785449"/>
          </a:xfrm>
          <a:prstGeom prst="rect">
            <a:avLst/>
          </a:prstGeom>
        </p:spPr>
      </p:pic>
    </p:spTree>
    <p:extLst>
      <p:ext uri="{BB962C8B-B14F-4D97-AF65-F5344CB8AC3E}">
        <p14:creationId xmlns:p14="http://schemas.microsoft.com/office/powerpoint/2010/main" val="14024500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6.1.4122"/>
  <p:tag name="SLIDO_EVENT_SECTION_UUID" val="156dbd02-25fe-49d3-94e9-a56b963c02a0"/>
  <p:tag name="SLIDO_EVENT_UUID" val="166b7c1f-87a6-4573-9074-c7224fc145be"/>
  <p:tag name="SLIDO_PRESENTATION_ID" val="00000000-0000-0000-0000-00000000000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A49E15451F77F4B856619B28208FAAA" ma:contentTypeVersion="12" ma:contentTypeDescription="Create a new document." ma:contentTypeScope="" ma:versionID="1a7fdba3ad7db10c9904a5197bd15a1b">
  <xsd:schema xmlns:xsd="http://www.w3.org/2001/XMLSchema" xmlns:xs="http://www.w3.org/2001/XMLSchema" xmlns:p="http://schemas.microsoft.com/office/2006/metadata/properties" xmlns:ns2="d85d5ab4-6aee-4f28-851d-b4a73bf57296" xmlns:ns3="31301ee9-83ff-4db9-9060-04877f3eb4da" targetNamespace="http://schemas.microsoft.com/office/2006/metadata/properties" ma:root="true" ma:fieldsID="7da69f85872c69f1fa5142d23b825db5" ns2:_="" ns3:_="">
    <xsd:import namespace="d85d5ab4-6aee-4f28-851d-b4a73bf57296"/>
    <xsd:import namespace="31301ee9-83ff-4db9-9060-04877f3eb4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5d5ab4-6aee-4f28-851d-b4a73bf5729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de42cbc-566b-46c9-aea5-a71cdcd36d8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1301ee9-83ff-4db9-9060-04877f3eb4d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8aacfc-34eb-42b2-8dd0-ea7de858e4b3}" ma:internalName="TaxCatchAll" ma:showField="CatchAllData" ma:web="31301ee9-83ff-4db9-9060-04877f3eb4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31301ee9-83ff-4db9-9060-04877f3eb4da" xsi:nil="true"/>
    <lcf76f155ced4ddcb4097134ff3c332f xmlns="d85d5ab4-6aee-4f28-851d-b4a73bf5729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3CAD936-5A74-43AE-BF01-7EEBCAAF77AA}">
  <ds:schemaRefs>
    <ds:schemaRef ds:uri="http://schemas.microsoft.com/sharepoint/v3/contenttype/forms"/>
  </ds:schemaRefs>
</ds:datastoreItem>
</file>

<file path=customXml/itemProps2.xml><?xml version="1.0" encoding="utf-8"?>
<ds:datastoreItem xmlns:ds="http://schemas.openxmlformats.org/officeDocument/2006/customXml" ds:itemID="{1634295B-0013-4F55-A2D7-C4FFA59FF89D}"/>
</file>

<file path=customXml/itemProps3.xml><?xml version="1.0" encoding="utf-8"?>
<ds:datastoreItem xmlns:ds="http://schemas.openxmlformats.org/officeDocument/2006/customXml" ds:itemID="{FA4D698A-08E0-4ACA-9645-6F4C978FCA3B}">
  <ds:schemaRefs>
    <ds:schemaRef ds:uri="http://www.w3.org/XML/1998/namespace"/>
    <ds:schemaRef ds:uri="http://purl.org/dc/dcmitype/"/>
    <ds:schemaRef ds:uri="1403fb54-47f0-4125-8d87-6a6e13582a5f"/>
    <ds:schemaRef ds:uri="http://schemas.microsoft.com/office/infopath/2007/PartnerControls"/>
    <ds:schemaRef ds:uri="340712eb-23a5-460f-9036-c6d10688f9a1"/>
    <ds:schemaRef ds:uri="http://purl.org/dc/elements/1.1/"/>
    <ds:schemaRef ds:uri="http://schemas.microsoft.com/office/2006/documentManagement/types"/>
    <ds:schemaRef ds:uri="http://schemas.openxmlformats.org/package/2006/metadata/core-propertie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0</TotalTime>
  <Words>3672</Words>
  <Application>Microsoft Office PowerPoint</Application>
  <PresentationFormat>Widescreen</PresentationFormat>
  <Paragraphs>256</Paragraphs>
  <Slides>21</Slides>
  <Notes>16</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21</vt:i4>
      </vt:variant>
    </vt:vector>
  </HeadingPairs>
  <TitlesOfParts>
    <vt:vector size="31" baseType="lpstr">
      <vt:lpstr>Aptos</vt:lpstr>
      <vt:lpstr>Aptos Display</vt:lpstr>
      <vt:lpstr>Aptos ExtraBold</vt:lpstr>
      <vt:lpstr>Aptos Light</vt:lpstr>
      <vt:lpstr>Arial</vt:lpstr>
      <vt:lpstr>Calibri</vt:lpstr>
      <vt:lpstr>Calibri Light</vt:lpstr>
      <vt:lpstr>Office Theme</vt:lpstr>
      <vt:lpstr>1_Office Theme</vt:lpstr>
      <vt:lpstr>2_office theme</vt:lpstr>
      <vt:lpstr>PowerPoint Presentation</vt:lpstr>
      <vt:lpstr>Session outline</vt:lpstr>
      <vt:lpstr>Overview of the 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 Wretlind</dc:creator>
  <cp:lastModifiedBy>Per Wretlind</cp:lastModifiedBy>
  <cp:revision>1</cp:revision>
  <dcterms:created xsi:type="dcterms:W3CDTF">2023-03-15T13:19:27Z</dcterms:created>
  <dcterms:modified xsi:type="dcterms:W3CDTF">2026-06-17T13:51:44Z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oAppVersion">
    <vt:lpwstr>1.6.1.4122</vt:lpwstr>
  </property>
  <property fmtid="{D5CDD505-2E9C-101B-9397-08002B2CF9AE}" pid="3" name="ContentTypeId">
    <vt:lpwstr>0x010100DA49E15451F77F4B856619B28208FAAA</vt:lpwstr>
  </property>
  <property fmtid="{D5CDD505-2E9C-101B-9397-08002B2CF9AE}" pid="4" name="MediaServiceImageTags">
    <vt:lpwstr/>
  </property>
  <property fmtid="{D5CDD505-2E9C-101B-9397-08002B2CF9AE}" pid="5" name="Order">
    <vt:lpwstr>290800.000000000</vt:lpwstr>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xd_Signature">
    <vt:lpwstr/>
  </property>
</Properties>
</file>