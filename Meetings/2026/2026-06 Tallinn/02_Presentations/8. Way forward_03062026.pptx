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147474775" r:id="rId5"/>
    <p:sldId id="257" r:id="rId6"/>
    <p:sldId id="2147474795" r:id="rId7"/>
    <p:sldId id="2147474793" r:id="rId8"/>
    <p:sldId id="2147474813" r:id="rId9"/>
    <p:sldId id="2147474814" r:id="rId10"/>
    <p:sldId id="2147474815" r:id="rId11"/>
    <p:sldId id="2147474794" r:id="rId12"/>
    <p:sldId id="2147474812" r:id="rId13"/>
    <p:sldId id="2147474798" r:id="rId14"/>
    <p:sldId id="2147474799" r:id="rId15"/>
    <p:sldId id="2147474802" r:id="rId16"/>
    <p:sldId id="2147474803" r:id="rId17"/>
    <p:sldId id="2147474804" r:id="rId18"/>
    <p:sldId id="2147474809" r:id="rId19"/>
    <p:sldId id="264" r:id="rId20"/>
    <p:sldId id="2147474807" r:id="rId21"/>
    <p:sldId id="214747481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258D05-9435-59EC-1989-A8C8657BA78B}" name="Leitner Markus" initials="ML" userId="S::Markus.Leitner@umweltbundesamt.at::9222d7f7-2d0a-4821-aaef-c17d3f228c5b" providerId="AD"/>
  <p188:author id="{E2051016-E140-B8FD-76CD-D074E4D14C64}" name="Aneliya Nikolova" initials="AN" userId="S::aneliya.nikolova@eea.europa.eu::5ff52142-1b9c-430d-b975-3d80c1b689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3D4E1-7B53-16C9-D9D7-882D1BFB6481}" v="16" dt="2026-06-08T13:26:39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Qoul" userId="S::claire.qoul@eea.europa.eu::f8301137-d354-487a-a20e-0ffc0fbc6fed" providerId="AD" clId="Web-{486B1E96-973F-5BD7-E9D4-3BDFF5D7554B}"/>
    <pc:docChg chg="delSld modSld">
      <pc:chgData name="Claire Qoul" userId="S::claire.qoul@eea.europa.eu::f8301137-d354-487a-a20e-0ffc0fbc6fed" providerId="AD" clId="Web-{486B1E96-973F-5BD7-E9D4-3BDFF5D7554B}" dt="2026-06-02T06:14:04.605" v="46"/>
      <pc:docMkLst>
        <pc:docMk/>
      </pc:docMkLst>
      <pc:sldChg chg="modSp">
        <pc:chgData name="Claire Qoul" userId="S::claire.qoul@eea.europa.eu::f8301137-d354-487a-a20e-0ffc0fbc6fed" providerId="AD" clId="Web-{486B1E96-973F-5BD7-E9D4-3BDFF5D7554B}" dt="2026-06-02T06:12:22.085" v="7" actId="20577"/>
        <pc:sldMkLst>
          <pc:docMk/>
          <pc:sldMk cId="27591175" sldId="2147474799"/>
        </pc:sldMkLst>
        <pc:spChg chg="mod">
          <ac:chgData name="Claire Qoul" userId="S::claire.qoul@eea.europa.eu::f8301137-d354-487a-a20e-0ffc0fbc6fed" providerId="AD" clId="Web-{486B1E96-973F-5BD7-E9D4-3BDFF5D7554B}" dt="2026-06-02T06:12:22.085" v="7" actId="20577"/>
          <ac:spMkLst>
            <pc:docMk/>
            <pc:sldMk cId="27591175" sldId="2147474799"/>
            <ac:spMk id="6" creationId="{506B74A5-5092-B313-B746-3CCC1265A890}"/>
          </ac:spMkLst>
        </pc:spChg>
      </pc:sldChg>
      <pc:sldChg chg="modSp">
        <pc:chgData name="Claire Qoul" userId="S::claire.qoul@eea.europa.eu::f8301137-d354-487a-a20e-0ffc0fbc6fed" providerId="AD" clId="Web-{486B1E96-973F-5BD7-E9D4-3BDFF5D7554B}" dt="2026-06-02T06:12:33.742" v="22" actId="20577"/>
        <pc:sldMkLst>
          <pc:docMk/>
          <pc:sldMk cId="1761812871" sldId="2147474802"/>
        </pc:sldMkLst>
        <pc:spChg chg="mod">
          <ac:chgData name="Claire Qoul" userId="S::claire.qoul@eea.europa.eu::f8301137-d354-487a-a20e-0ffc0fbc6fed" providerId="AD" clId="Web-{486B1E96-973F-5BD7-E9D4-3BDFF5D7554B}" dt="2026-06-02T06:12:33.742" v="22" actId="20577"/>
          <ac:spMkLst>
            <pc:docMk/>
            <pc:sldMk cId="1761812871" sldId="2147474802"/>
            <ac:spMk id="6" creationId="{2B749FFA-4EB0-8199-BB80-82AC6DAE8EA9}"/>
          </ac:spMkLst>
        </pc:spChg>
      </pc:sldChg>
      <pc:sldChg chg="modSp">
        <pc:chgData name="Claire Qoul" userId="S::claire.qoul@eea.europa.eu::f8301137-d354-487a-a20e-0ffc0fbc6fed" providerId="AD" clId="Web-{486B1E96-973F-5BD7-E9D4-3BDFF5D7554B}" dt="2026-06-02T06:12:52.665" v="38" actId="20577"/>
        <pc:sldMkLst>
          <pc:docMk/>
          <pc:sldMk cId="474193293" sldId="2147474803"/>
        </pc:sldMkLst>
        <pc:spChg chg="mod">
          <ac:chgData name="Claire Qoul" userId="S::claire.qoul@eea.europa.eu::f8301137-d354-487a-a20e-0ffc0fbc6fed" providerId="AD" clId="Web-{486B1E96-973F-5BD7-E9D4-3BDFF5D7554B}" dt="2026-06-02T06:12:52.665" v="38" actId="20577"/>
          <ac:spMkLst>
            <pc:docMk/>
            <pc:sldMk cId="474193293" sldId="2147474803"/>
            <ac:spMk id="6" creationId="{A5F33B41-48BD-3CD8-34CA-1DD5A823DE9A}"/>
          </ac:spMkLst>
        </pc:spChg>
      </pc:sldChg>
      <pc:sldChg chg="modSp">
        <pc:chgData name="Claire Qoul" userId="S::claire.qoul@eea.europa.eu::f8301137-d354-487a-a20e-0ffc0fbc6fed" providerId="AD" clId="Web-{486B1E96-973F-5BD7-E9D4-3BDFF5D7554B}" dt="2026-06-02T06:13:19.197" v="45" actId="20577"/>
        <pc:sldMkLst>
          <pc:docMk/>
          <pc:sldMk cId="262411258" sldId="2147474804"/>
        </pc:sldMkLst>
        <pc:spChg chg="mod">
          <ac:chgData name="Claire Qoul" userId="S::claire.qoul@eea.europa.eu::f8301137-d354-487a-a20e-0ffc0fbc6fed" providerId="AD" clId="Web-{486B1E96-973F-5BD7-E9D4-3BDFF5D7554B}" dt="2026-06-02T06:13:12.806" v="41" actId="20577"/>
          <ac:spMkLst>
            <pc:docMk/>
            <pc:sldMk cId="262411258" sldId="2147474804"/>
            <ac:spMk id="30" creationId="{45FEF323-6014-14A0-CC73-9772FB6AD62A}"/>
          </ac:spMkLst>
        </pc:spChg>
        <pc:spChg chg="mod">
          <ac:chgData name="Claire Qoul" userId="S::claire.qoul@eea.europa.eu::f8301137-d354-487a-a20e-0ffc0fbc6fed" providerId="AD" clId="Web-{486B1E96-973F-5BD7-E9D4-3BDFF5D7554B}" dt="2026-06-02T06:13:19.197" v="45" actId="20577"/>
          <ac:spMkLst>
            <pc:docMk/>
            <pc:sldMk cId="262411258" sldId="2147474804"/>
            <ac:spMk id="31" creationId="{F741AB7B-DE52-EE29-0F32-F7E19608CFFF}"/>
          </ac:spMkLst>
        </pc:spChg>
      </pc:sldChg>
    </pc:docChg>
  </pc:docChgLst>
  <pc:docChgLst>
    <pc:chgData name="Claire Qoul" userId="f8301137-d354-487a-a20e-0ffc0fbc6fed" providerId="ADAL" clId="{81C05D6B-BE09-4FB2-BC21-CFCD2329A680}"/>
    <pc:docChg chg="undo custSel addSld delSld modSld sldOrd">
      <pc:chgData name="Claire Qoul" userId="f8301137-d354-487a-a20e-0ffc0fbc6fed" providerId="ADAL" clId="{81C05D6B-BE09-4FB2-BC21-CFCD2329A680}" dt="2026-06-01T18:56:10.523" v="98" actId="478"/>
      <pc:docMkLst>
        <pc:docMk/>
      </pc:docMkLst>
      <pc:sldChg chg="add del mod modShow">
        <pc:chgData name="Claire Qoul" userId="f8301137-d354-487a-a20e-0ffc0fbc6fed" providerId="ADAL" clId="{81C05D6B-BE09-4FB2-BC21-CFCD2329A680}" dt="2026-06-01T15:06:32.603" v="16" actId="729"/>
        <pc:sldMkLst>
          <pc:docMk/>
          <pc:sldMk cId="4015414734" sldId="264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1029378862" sldId="2147474798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27591175" sldId="2147474799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1761812871" sldId="2147474802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474193293" sldId="2147474803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262411258" sldId="2147474804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965534191" sldId="2147474807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4258070293" sldId="2147474809"/>
        </pc:sldMkLst>
      </pc:sldChg>
      <pc:sldChg chg="add">
        <pc:chgData name="Claire Qoul" userId="f8301137-d354-487a-a20e-0ffc0fbc6fed" providerId="ADAL" clId="{81C05D6B-BE09-4FB2-BC21-CFCD2329A680}" dt="2026-06-01T15:04:48.422" v="10"/>
        <pc:sldMkLst>
          <pc:docMk/>
          <pc:sldMk cId="3351359944" sldId="2147474810"/>
        </pc:sldMkLst>
      </pc:sldChg>
      <pc:sldChg chg="delSp modSp add mod ord">
        <pc:chgData name="Claire Qoul" userId="f8301137-d354-487a-a20e-0ffc0fbc6fed" providerId="ADAL" clId="{81C05D6B-BE09-4FB2-BC21-CFCD2329A680}" dt="2026-06-01T18:56:10.523" v="98" actId="478"/>
        <pc:sldMkLst>
          <pc:docMk/>
          <pc:sldMk cId="1474144262" sldId="2147474812"/>
        </pc:sldMkLst>
        <pc:spChg chg="mod">
          <ac:chgData name="Claire Qoul" userId="f8301137-d354-487a-a20e-0ffc0fbc6fed" providerId="ADAL" clId="{81C05D6B-BE09-4FB2-BC21-CFCD2329A680}" dt="2026-06-01T18:56:06.100" v="97" actId="6549"/>
          <ac:spMkLst>
            <pc:docMk/>
            <pc:sldMk cId="1474144262" sldId="2147474812"/>
            <ac:spMk id="5" creationId="{693A33B4-BB6A-F704-2DEF-1E2A71295D08}"/>
          </ac:spMkLst>
        </pc:spChg>
      </pc:sldChg>
      <pc:sldMasterChg chg="delSldLayout">
        <pc:chgData name="Claire Qoul" userId="f8301137-d354-487a-a20e-0ffc0fbc6fed" providerId="ADAL" clId="{81C05D6B-BE09-4FB2-BC21-CFCD2329A680}" dt="2026-06-01T15:01:32.493" v="5" actId="47"/>
        <pc:sldMasterMkLst>
          <pc:docMk/>
          <pc:sldMasterMk cId="2460954070" sldId="2147483660"/>
        </pc:sldMasterMkLst>
      </pc:sldMasterChg>
    </pc:docChg>
  </pc:docChgLst>
  <pc:docChgLst>
    <pc:chgData name="Aneliya Nikolova" userId="S::aneliya.nikolova@eea.europa.eu::5ff52142-1b9c-430d-b975-3d80c1b68938" providerId="AD" clId="Web-{91302D61-18A6-BDBB-C7FA-5C3B9EE5D81E}"/>
    <pc:docChg chg="modSld">
      <pc:chgData name="Aneliya Nikolova" userId="S::aneliya.nikolova@eea.europa.eu::5ff52142-1b9c-430d-b975-3d80c1b68938" providerId="AD" clId="Web-{91302D61-18A6-BDBB-C7FA-5C3B9EE5D81E}" dt="2026-06-03T04:53:20.700" v="178" actId="20577"/>
      <pc:docMkLst>
        <pc:docMk/>
      </pc:docMkLst>
      <pc:sldChg chg="modSp">
        <pc:chgData name="Aneliya Nikolova" userId="S::aneliya.nikolova@eea.europa.eu::5ff52142-1b9c-430d-b975-3d80c1b68938" providerId="AD" clId="Web-{91302D61-18A6-BDBB-C7FA-5C3B9EE5D81E}" dt="2026-06-03T04:49:26.075" v="26" actId="20577"/>
        <pc:sldMkLst>
          <pc:docMk/>
          <pc:sldMk cId="1879297780" sldId="2147474813"/>
        </pc:sldMkLst>
        <pc:spChg chg="mod">
          <ac:chgData name="Aneliya Nikolova" userId="S::aneliya.nikolova@eea.europa.eu::5ff52142-1b9c-430d-b975-3d80c1b68938" providerId="AD" clId="Web-{91302D61-18A6-BDBB-C7FA-5C3B9EE5D81E}" dt="2026-06-03T04:49:26.075" v="26" actId="20577"/>
          <ac:spMkLst>
            <pc:docMk/>
            <pc:sldMk cId="1879297780" sldId="2147474813"/>
            <ac:spMk id="3" creationId="{0F6A0705-9DE2-56B1-1EDA-35A87ED76810}"/>
          </ac:spMkLst>
        </pc:spChg>
      </pc:sldChg>
      <pc:sldChg chg="modSp">
        <pc:chgData name="Aneliya Nikolova" userId="S::aneliya.nikolova@eea.europa.eu::5ff52142-1b9c-430d-b975-3d80c1b68938" providerId="AD" clId="Web-{91302D61-18A6-BDBB-C7FA-5C3B9EE5D81E}" dt="2026-06-03T04:53:20.700" v="178" actId="20577"/>
        <pc:sldMkLst>
          <pc:docMk/>
          <pc:sldMk cId="834230029" sldId="2147474814"/>
        </pc:sldMkLst>
        <pc:spChg chg="mod">
          <ac:chgData name="Aneliya Nikolova" userId="S::aneliya.nikolova@eea.europa.eu::5ff52142-1b9c-430d-b975-3d80c1b68938" providerId="AD" clId="Web-{91302D61-18A6-BDBB-C7FA-5C3B9EE5D81E}" dt="2026-06-03T04:53:20.700" v="178" actId="20577"/>
          <ac:spMkLst>
            <pc:docMk/>
            <pc:sldMk cId="834230029" sldId="2147474814"/>
            <ac:spMk id="3" creationId="{40A3549E-20C1-4B7D-0310-2B449B76DA9C}"/>
          </ac:spMkLst>
        </pc:spChg>
      </pc:sldChg>
      <pc:sldChg chg="modSp">
        <pc:chgData name="Aneliya Nikolova" userId="S::aneliya.nikolova@eea.europa.eu::5ff52142-1b9c-430d-b975-3d80c1b68938" providerId="AD" clId="Web-{91302D61-18A6-BDBB-C7FA-5C3B9EE5D81E}" dt="2026-06-03T04:51:51.778" v="48" actId="20577"/>
        <pc:sldMkLst>
          <pc:docMk/>
          <pc:sldMk cId="502680748" sldId="2147474815"/>
        </pc:sldMkLst>
        <pc:spChg chg="mod">
          <ac:chgData name="Aneliya Nikolova" userId="S::aneliya.nikolova@eea.europa.eu::5ff52142-1b9c-430d-b975-3d80c1b68938" providerId="AD" clId="Web-{91302D61-18A6-BDBB-C7FA-5C3B9EE5D81E}" dt="2026-06-03T04:51:51.778" v="48" actId="20577"/>
          <ac:spMkLst>
            <pc:docMk/>
            <pc:sldMk cId="502680748" sldId="2147474815"/>
            <ac:spMk id="3" creationId="{FAC58310-2101-FD43-CE52-B48766262BCB}"/>
          </ac:spMkLst>
        </pc:spChg>
      </pc:sldChg>
    </pc:docChg>
  </pc:docChgLst>
  <pc:docChgLst>
    <pc:chgData name="Per Wretlind" userId="bcb024af-6ead-48e3-9a4b-cde6c6f63c4a" providerId="ADAL" clId="{C6E259FF-F6A0-49B8-82F6-C55B97A5A0CE}"/>
    <pc:docChg chg="undo redo custSel addSld delSld modSld sldOrd">
      <pc:chgData name="Per Wretlind" userId="bcb024af-6ead-48e3-9a4b-cde6c6f63c4a" providerId="ADAL" clId="{C6E259FF-F6A0-49B8-82F6-C55B97A5A0CE}" dt="2026-06-03T06:55:12.894" v="2445"/>
      <pc:docMkLst>
        <pc:docMk/>
      </pc:docMkLst>
      <pc:sldChg chg="modSp mod">
        <pc:chgData name="Per Wretlind" userId="bcb024af-6ead-48e3-9a4b-cde6c6f63c4a" providerId="ADAL" clId="{C6E259FF-F6A0-49B8-82F6-C55B97A5A0CE}" dt="2026-06-03T02:54:42.427" v="0" actId="14100"/>
        <pc:sldMkLst>
          <pc:docMk/>
          <pc:sldMk cId="737957774" sldId="257"/>
        </pc:sldMkLst>
        <pc:spChg chg="mod">
          <ac:chgData name="Per Wretlind" userId="bcb024af-6ead-48e3-9a4b-cde6c6f63c4a" providerId="ADAL" clId="{C6E259FF-F6A0-49B8-82F6-C55B97A5A0CE}" dt="2026-06-03T02:54:42.427" v="0" actId="14100"/>
          <ac:spMkLst>
            <pc:docMk/>
            <pc:sldMk cId="737957774" sldId="257"/>
            <ac:spMk id="6" creationId="{F7AC97C7-B07D-CAD5-0D6D-FBB76656DD9F}"/>
          </ac:spMkLst>
        </pc:spChg>
      </pc:sldChg>
      <pc:sldChg chg="modSp mod ord modShow">
        <pc:chgData name="Per Wretlind" userId="bcb024af-6ead-48e3-9a4b-cde6c6f63c4a" providerId="ADAL" clId="{C6E259FF-F6A0-49B8-82F6-C55B97A5A0CE}" dt="2026-06-03T06:55:12.894" v="2445"/>
        <pc:sldMkLst>
          <pc:docMk/>
          <pc:sldMk cId="4015414734" sldId="264"/>
        </pc:sldMkLst>
        <pc:graphicFrameChg chg="modGraphic">
          <ac:chgData name="Per Wretlind" userId="bcb024af-6ead-48e3-9a4b-cde6c6f63c4a" providerId="ADAL" clId="{C6E259FF-F6A0-49B8-82F6-C55B97A5A0CE}" dt="2026-06-03T06:52:51.544" v="2442" actId="20577"/>
          <ac:graphicFrameMkLst>
            <pc:docMk/>
            <pc:sldMk cId="4015414734" sldId="264"/>
            <ac:graphicFrameMk id="3" creationId="{881BB6B1-1D43-BCD6-085F-B7179EAC4CB7}"/>
          </ac:graphicFrameMkLst>
        </pc:graphicFrameChg>
      </pc:sldChg>
      <pc:sldChg chg="modSp mod">
        <pc:chgData name="Per Wretlind" userId="bcb024af-6ead-48e3-9a4b-cde6c6f63c4a" providerId="ADAL" clId="{C6E259FF-F6A0-49B8-82F6-C55B97A5A0CE}" dt="2026-06-03T02:54:56.537" v="2" actId="14100"/>
        <pc:sldMkLst>
          <pc:docMk/>
          <pc:sldMk cId="2417470380" sldId="2147474775"/>
        </pc:sldMkLst>
        <pc:spChg chg="mod">
          <ac:chgData name="Per Wretlind" userId="bcb024af-6ead-48e3-9a4b-cde6c6f63c4a" providerId="ADAL" clId="{C6E259FF-F6A0-49B8-82F6-C55B97A5A0CE}" dt="2026-06-03T02:54:53.484" v="1" actId="14100"/>
          <ac:spMkLst>
            <pc:docMk/>
            <pc:sldMk cId="2417470380" sldId="2147474775"/>
            <ac:spMk id="5" creationId="{A2C71681-2A54-6F23-68C1-FAE2B13D52EB}"/>
          </ac:spMkLst>
        </pc:spChg>
        <pc:spChg chg="mod">
          <ac:chgData name="Per Wretlind" userId="bcb024af-6ead-48e3-9a4b-cde6c6f63c4a" providerId="ADAL" clId="{C6E259FF-F6A0-49B8-82F6-C55B97A5A0CE}" dt="2026-06-03T02:54:56.537" v="2" actId="14100"/>
          <ac:spMkLst>
            <pc:docMk/>
            <pc:sldMk cId="2417470380" sldId="2147474775"/>
            <ac:spMk id="6" creationId="{7BCB674F-5679-71DD-38EE-9FCADB11D65D}"/>
          </ac:spMkLst>
        </pc:spChg>
      </pc:sldChg>
      <pc:sldChg chg="modSp mod">
        <pc:chgData name="Per Wretlind" userId="bcb024af-6ead-48e3-9a4b-cde6c6f63c4a" providerId="ADAL" clId="{C6E259FF-F6A0-49B8-82F6-C55B97A5A0CE}" dt="2026-06-03T03:04:04.401" v="694" actId="20577"/>
        <pc:sldMkLst>
          <pc:docMk/>
          <pc:sldMk cId="2566525938" sldId="2147474793"/>
        </pc:sldMkLst>
        <pc:spChg chg="mod">
          <ac:chgData name="Per Wretlind" userId="bcb024af-6ead-48e3-9a4b-cde6c6f63c4a" providerId="ADAL" clId="{C6E259FF-F6A0-49B8-82F6-C55B97A5A0CE}" dt="2026-06-03T03:04:04.401" v="694" actId="20577"/>
          <ac:spMkLst>
            <pc:docMk/>
            <pc:sldMk cId="2566525938" sldId="2147474793"/>
            <ac:spMk id="4" creationId="{F2097A0E-140F-2738-6AFB-5010CB291020}"/>
          </ac:spMkLst>
        </pc:spChg>
      </pc:sldChg>
      <pc:sldChg chg="addSp delSp modSp mod">
        <pc:chgData name="Per Wretlind" userId="bcb024af-6ead-48e3-9a4b-cde6c6f63c4a" providerId="ADAL" clId="{C6E259FF-F6A0-49B8-82F6-C55B97A5A0CE}" dt="2026-06-03T03:36:06.528" v="2329" actId="14100"/>
        <pc:sldMkLst>
          <pc:docMk/>
          <pc:sldMk cId="652055743" sldId="2147474794"/>
        </pc:sldMkLst>
        <pc:spChg chg="mod">
          <ac:chgData name="Per Wretlind" userId="bcb024af-6ead-48e3-9a4b-cde6c6f63c4a" providerId="ADAL" clId="{C6E259FF-F6A0-49B8-82F6-C55B97A5A0CE}" dt="2026-06-03T03:36:06.528" v="2329" actId="14100"/>
          <ac:spMkLst>
            <pc:docMk/>
            <pc:sldMk cId="652055743" sldId="2147474794"/>
            <ac:spMk id="7" creationId="{5FD7C0DC-0844-54E3-BBFE-4B3E30DCFA62}"/>
          </ac:spMkLst>
        </pc:spChg>
        <pc:picChg chg="add del">
          <ac:chgData name="Per Wretlind" userId="bcb024af-6ead-48e3-9a4b-cde6c6f63c4a" providerId="ADAL" clId="{C6E259FF-F6A0-49B8-82F6-C55B97A5A0CE}" dt="2026-06-03T03:35:53.041" v="2326" actId="478"/>
          <ac:picMkLst>
            <pc:docMk/>
            <pc:sldMk cId="652055743" sldId="2147474794"/>
            <ac:picMk id="4" creationId="{A92867EB-60FD-2525-C005-5B1BECA10563}"/>
          </ac:picMkLst>
        </pc:picChg>
      </pc:sldChg>
      <pc:sldChg chg="addSp delSp modSp add mod">
        <pc:chgData name="Per Wretlind" userId="bcb024af-6ead-48e3-9a4b-cde6c6f63c4a" providerId="ADAL" clId="{C6E259FF-F6A0-49B8-82F6-C55B97A5A0CE}" dt="2026-06-03T03:28:07.343" v="1549" actId="20577"/>
        <pc:sldMkLst>
          <pc:docMk/>
          <pc:sldMk cId="1879297780" sldId="2147474813"/>
        </pc:sldMkLst>
        <pc:spChg chg="add mod">
          <ac:chgData name="Per Wretlind" userId="bcb024af-6ead-48e3-9a4b-cde6c6f63c4a" providerId="ADAL" clId="{C6E259FF-F6A0-49B8-82F6-C55B97A5A0CE}" dt="2026-06-03T03:28:07.343" v="1549" actId="20577"/>
          <ac:spMkLst>
            <pc:docMk/>
            <pc:sldMk cId="1879297780" sldId="2147474813"/>
            <ac:spMk id="3" creationId="{0F6A0705-9DE2-56B1-1EDA-35A87ED76810}"/>
          </ac:spMkLst>
        </pc:spChg>
      </pc:sldChg>
      <pc:sldChg chg="modSp add mod">
        <pc:chgData name="Per Wretlind" userId="bcb024af-6ead-48e3-9a4b-cde6c6f63c4a" providerId="ADAL" clId="{C6E259FF-F6A0-49B8-82F6-C55B97A5A0CE}" dt="2026-06-03T03:26:48.997" v="1493" actId="108"/>
        <pc:sldMkLst>
          <pc:docMk/>
          <pc:sldMk cId="834230029" sldId="2147474814"/>
        </pc:sldMkLst>
        <pc:spChg chg="mod">
          <ac:chgData name="Per Wretlind" userId="bcb024af-6ead-48e3-9a4b-cde6c6f63c4a" providerId="ADAL" clId="{C6E259FF-F6A0-49B8-82F6-C55B97A5A0CE}" dt="2026-06-03T03:26:48.997" v="1493" actId="108"/>
          <ac:spMkLst>
            <pc:docMk/>
            <pc:sldMk cId="834230029" sldId="2147474814"/>
            <ac:spMk id="3" creationId="{40A3549E-20C1-4B7D-0310-2B449B76DA9C}"/>
          </ac:spMkLst>
        </pc:spChg>
      </pc:sldChg>
      <pc:sldChg chg="modSp add mod">
        <pc:chgData name="Per Wretlind" userId="bcb024af-6ead-48e3-9a4b-cde6c6f63c4a" providerId="ADAL" clId="{C6E259FF-F6A0-49B8-82F6-C55B97A5A0CE}" dt="2026-06-03T03:34:07.666" v="2314" actId="20577"/>
        <pc:sldMkLst>
          <pc:docMk/>
          <pc:sldMk cId="502680748" sldId="2147474815"/>
        </pc:sldMkLst>
        <pc:spChg chg="mod">
          <ac:chgData name="Per Wretlind" userId="bcb024af-6ead-48e3-9a4b-cde6c6f63c4a" providerId="ADAL" clId="{C6E259FF-F6A0-49B8-82F6-C55B97A5A0CE}" dt="2026-06-03T03:34:07.666" v="2314" actId="20577"/>
          <ac:spMkLst>
            <pc:docMk/>
            <pc:sldMk cId="502680748" sldId="2147474815"/>
            <ac:spMk id="3" creationId="{FAC58310-2101-FD43-CE52-B48766262BCB}"/>
          </ac:spMkLst>
        </pc:spChg>
      </pc:sldChg>
    </pc:docChg>
  </pc:docChgLst>
  <pc:docChgLst>
    <pc:chgData name="Aneliya Nikolova" userId="S::aneliya.nikolova@eea.europa.eu::5ff52142-1b9c-430d-b975-3d80c1b68938" providerId="AD" clId="Web-{14A08EE2-F4AA-ED1A-1D22-1433340DAA1B}"/>
    <pc:docChg chg="addSld delSld modSld">
      <pc:chgData name="Aneliya Nikolova" userId="S::aneliya.nikolova@eea.europa.eu::5ff52142-1b9c-430d-b975-3d80c1b68938" providerId="AD" clId="Web-{14A08EE2-F4AA-ED1A-1D22-1433340DAA1B}" dt="2026-05-27T09:17:29.588" v="821" actId="20577"/>
      <pc:docMkLst>
        <pc:docMk/>
      </pc:docMkLst>
      <pc:sldChg chg="addSp delSp modSp add">
        <pc:chgData name="Aneliya Nikolova" userId="S::aneliya.nikolova@eea.europa.eu::5ff52142-1b9c-430d-b975-3d80c1b68938" providerId="AD" clId="Web-{14A08EE2-F4AA-ED1A-1D22-1433340DAA1B}" dt="2026-05-27T09:14:08.823" v="780" actId="1076"/>
        <pc:sldMkLst>
          <pc:docMk/>
          <pc:sldMk cId="737957774" sldId="257"/>
        </pc:sldMkLst>
        <pc:spChg chg="mod">
          <ac:chgData name="Aneliya Nikolova" userId="S::aneliya.nikolova@eea.europa.eu::5ff52142-1b9c-430d-b975-3d80c1b68938" providerId="AD" clId="Web-{14A08EE2-F4AA-ED1A-1D22-1433340DAA1B}" dt="2026-05-27T08:09:51.682" v="23" actId="20577"/>
          <ac:spMkLst>
            <pc:docMk/>
            <pc:sldMk cId="737957774" sldId="257"/>
            <ac:spMk id="6" creationId="{F7AC97C7-B07D-CAD5-0D6D-FBB76656DD9F}"/>
          </ac:spMkLst>
        </pc:spChg>
        <pc:spChg chg="mod">
          <ac:chgData name="Aneliya Nikolova" userId="S::aneliya.nikolova@eea.europa.eu::5ff52142-1b9c-430d-b975-3d80c1b68938" providerId="AD" clId="Web-{14A08EE2-F4AA-ED1A-1D22-1433340DAA1B}" dt="2026-05-27T08:56:31.697" v="381" actId="14100"/>
          <ac:spMkLst>
            <pc:docMk/>
            <pc:sldMk cId="737957774" sldId="257"/>
            <ac:spMk id="7" creationId="{57072518-D9A8-7AE4-B6E1-A65DB72A4BEB}"/>
          </ac:spMkLst>
        </pc:spChg>
        <pc:spChg chg="add mod">
          <ac:chgData name="Aneliya Nikolova" userId="S::aneliya.nikolova@eea.europa.eu::5ff52142-1b9c-430d-b975-3d80c1b68938" providerId="AD" clId="Web-{14A08EE2-F4AA-ED1A-1D22-1433340DAA1B}" dt="2026-05-27T09:14:08.823" v="780" actId="1076"/>
          <ac:spMkLst>
            <pc:docMk/>
            <pc:sldMk cId="737957774" sldId="257"/>
            <ac:spMk id="12" creationId="{C7F96873-4630-2F0D-944C-5B51CA78B415}"/>
          </ac:spMkLst>
        </pc:spChg>
        <pc:picChg chg="mod">
          <ac:chgData name="Aneliya Nikolova" userId="S::aneliya.nikolova@eea.europa.eu::5ff52142-1b9c-430d-b975-3d80c1b68938" providerId="AD" clId="Web-{14A08EE2-F4AA-ED1A-1D22-1433340DAA1B}" dt="2026-05-27T08:16:01.212" v="97" actId="1076"/>
          <ac:picMkLst>
            <pc:docMk/>
            <pc:sldMk cId="737957774" sldId="257"/>
            <ac:picMk id="2" creationId="{42F6050F-3992-ADCF-6F2B-619DF3632106}"/>
          </ac:picMkLst>
        </pc:picChg>
        <pc:picChg chg="add mod ord modCrop">
          <ac:chgData name="Aneliya Nikolova" userId="S::aneliya.nikolova@eea.europa.eu::5ff52142-1b9c-430d-b975-3d80c1b68938" providerId="AD" clId="Web-{14A08EE2-F4AA-ED1A-1D22-1433340DAA1B}" dt="2026-05-27T09:13:19.663" v="768"/>
          <ac:picMkLst>
            <pc:docMk/>
            <pc:sldMk cId="737957774" sldId="257"/>
            <ac:picMk id="10" creationId="{2B938BC7-8387-D04F-4E81-89D3F89A45EE}"/>
          </ac:picMkLst>
        </pc:picChg>
      </pc:sldChg>
      <pc:sldChg chg="delSp modSp add mod setBg">
        <pc:chgData name="Aneliya Nikolova" userId="S::aneliya.nikolova@eea.europa.eu::5ff52142-1b9c-430d-b975-3d80c1b68938" providerId="AD" clId="Web-{14A08EE2-F4AA-ED1A-1D22-1433340DAA1B}" dt="2026-05-27T09:14:15.667" v="782" actId="20577"/>
        <pc:sldMkLst>
          <pc:docMk/>
          <pc:sldMk cId="2417470380" sldId="2147474775"/>
        </pc:sldMkLst>
        <pc:spChg chg="mod">
          <ac:chgData name="Aneliya Nikolova" userId="S::aneliya.nikolova@eea.europa.eu::5ff52142-1b9c-430d-b975-3d80c1b68938" providerId="AD" clId="Web-{14A08EE2-F4AA-ED1A-1D22-1433340DAA1B}" dt="2026-05-27T09:14:15.667" v="782" actId="20577"/>
          <ac:spMkLst>
            <pc:docMk/>
            <pc:sldMk cId="2417470380" sldId="2147474775"/>
            <ac:spMk id="4" creationId="{3E2E0E92-5AB9-5584-5D0E-7B592BE838D7}"/>
          </ac:spMkLst>
        </pc:spChg>
        <pc:spChg chg="mod">
          <ac:chgData name="Aneliya Nikolova" userId="S::aneliya.nikolova@eea.europa.eu::5ff52142-1b9c-430d-b975-3d80c1b68938" providerId="AD" clId="Web-{14A08EE2-F4AA-ED1A-1D22-1433340DAA1B}" dt="2026-05-27T08:08:05.851" v="14" actId="20577"/>
          <ac:spMkLst>
            <pc:docMk/>
            <pc:sldMk cId="2417470380" sldId="2147474775"/>
            <ac:spMk id="5" creationId="{A2C71681-2A54-6F23-68C1-FAE2B13D52EB}"/>
          </ac:spMkLst>
        </pc:spChg>
        <pc:spChg chg="mod">
          <ac:chgData name="Aneliya Nikolova" userId="S::aneliya.nikolova@eea.europa.eu::5ff52142-1b9c-430d-b975-3d80c1b68938" providerId="AD" clId="Web-{14A08EE2-F4AA-ED1A-1D22-1433340DAA1B}" dt="2026-05-27T08:08:10.570" v="17" actId="20577"/>
          <ac:spMkLst>
            <pc:docMk/>
            <pc:sldMk cId="2417470380" sldId="2147474775"/>
            <ac:spMk id="6" creationId="{7BCB674F-5679-71DD-38EE-9FCADB11D65D}"/>
          </ac:spMkLst>
        </pc:spChg>
      </pc:sldChg>
      <pc:sldChg chg="addSp delSp modSp add replId">
        <pc:chgData name="Aneliya Nikolova" userId="S::aneliya.nikolova@eea.europa.eu::5ff52142-1b9c-430d-b975-3d80c1b68938" providerId="AD" clId="Web-{14A08EE2-F4AA-ED1A-1D22-1433340DAA1B}" dt="2026-05-27T09:17:29.588" v="821" actId="20577"/>
        <pc:sldMkLst>
          <pc:docMk/>
          <pc:sldMk cId="2566525938" sldId="2147474793"/>
        </pc:sldMkLst>
        <pc:spChg chg="add mod">
          <ac:chgData name="Aneliya Nikolova" userId="S::aneliya.nikolova@eea.europa.eu::5ff52142-1b9c-430d-b975-3d80c1b68938" providerId="AD" clId="Web-{14A08EE2-F4AA-ED1A-1D22-1433340DAA1B}" dt="2026-05-27T09:17:29.588" v="821" actId="20577"/>
          <ac:spMkLst>
            <pc:docMk/>
            <pc:sldMk cId="2566525938" sldId="2147474793"/>
            <ac:spMk id="4" creationId="{F2097A0E-140F-2738-6AFB-5010CB291020}"/>
          </ac:spMkLst>
        </pc:spChg>
        <pc:spChg chg="add mod">
          <ac:chgData name="Aneliya Nikolova" userId="S::aneliya.nikolova@eea.europa.eu::5ff52142-1b9c-430d-b975-3d80c1b68938" providerId="AD" clId="Web-{14A08EE2-F4AA-ED1A-1D22-1433340DAA1B}" dt="2026-05-27T09:14:58.827" v="791" actId="1076"/>
          <ac:spMkLst>
            <pc:docMk/>
            <pc:sldMk cId="2566525938" sldId="2147474793"/>
            <ac:spMk id="29" creationId="{5859E491-38AA-21E4-25BC-361136867E83}"/>
          </ac:spMkLst>
        </pc:spChg>
        <pc:picChg chg="add ord">
          <ac:chgData name="Aneliya Nikolova" userId="S::aneliya.nikolova@eea.europa.eu::5ff52142-1b9c-430d-b975-3d80c1b68938" providerId="AD" clId="Web-{14A08EE2-F4AA-ED1A-1D22-1433340DAA1B}" dt="2026-05-27T09:11:30.733" v="756"/>
          <ac:picMkLst>
            <pc:docMk/>
            <pc:sldMk cId="2566525938" sldId="2147474793"/>
            <ac:picMk id="27" creationId="{15EB5CBB-27FE-B7BF-1533-7171FEFB09D1}"/>
          </ac:picMkLst>
        </pc:picChg>
      </pc:sldChg>
      <pc:sldChg chg="addSp delSp modSp add mod setBg">
        <pc:chgData name="Aneliya Nikolova" userId="S::aneliya.nikolova@eea.europa.eu::5ff52142-1b9c-430d-b975-3d80c1b68938" providerId="AD" clId="Web-{14A08EE2-F4AA-ED1A-1D22-1433340DAA1B}" dt="2026-05-27T09:14:51.935" v="790" actId="1076"/>
        <pc:sldMkLst>
          <pc:docMk/>
          <pc:sldMk cId="652055743" sldId="2147474794"/>
        </pc:sldMkLst>
        <pc:spChg chg="add mod">
          <ac:chgData name="Aneliya Nikolova" userId="S::aneliya.nikolova@eea.europa.eu::5ff52142-1b9c-430d-b975-3d80c1b68938" providerId="AD" clId="Web-{14A08EE2-F4AA-ED1A-1D22-1433340DAA1B}" dt="2026-05-27T09:05:01.907" v="716" actId="20577"/>
          <ac:spMkLst>
            <pc:docMk/>
            <pc:sldMk cId="652055743" sldId="2147474794"/>
            <ac:spMk id="7" creationId="{5FD7C0DC-0844-54E3-BBFE-4B3E30DCFA62}"/>
          </ac:spMkLst>
        </pc:spChg>
        <pc:spChg chg="add mod">
          <ac:chgData name="Aneliya Nikolova" userId="S::aneliya.nikolova@eea.europa.eu::5ff52142-1b9c-430d-b975-3d80c1b68938" providerId="AD" clId="Web-{14A08EE2-F4AA-ED1A-1D22-1433340DAA1B}" dt="2026-05-27T09:00:41.403" v="510" actId="20577"/>
          <ac:spMkLst>
            <pc:docMk/>
            <pc:sldMk cId="652055743" sldId="2147474794"/>
            <ac:spMk id="9" creationId="{DC935CC4-E65E-60E0-FB42-5FA299A2EBAC}"/>
          </ac:spMkLst>
        </pc:spChg>
        <pc:spChg chg="add mod">
          <ac:chgData name="Aneliya Nikolova" userId="S::aneliya.nikolova@eea.europa.eu::5ff52142-1b9c-430d-b975-3d80c1b68938" providerId="AD" clId="Web-{14A08EE2-F4AA-ED1A-1D22-1433340DAA1B}" dt="2026-05-27T09:14:51.935" v="790" actId="1076"/>
          <ac:spMkLst>
            <pc:docMk/>
            <pc:sldMk cId="652055743" sldId="2147474794"/>
            <ac:spMk id="11" creationId="{42CCA02D-FADD-2AA8-0C55-F1C24EE65051}"/>
          </ac:spMkLst>
        </pc:spChg>
      </pc:sldChg>
      <pc:sldMasterChg chg="addSldLayout">
        <pc:chgData name="Aneliya Nikolova" userId="S::aneliya.nikolova@eea.europa.eu::5ff52142-1b9c-430d-b975-3d80c1b68938" providerId="AD" clId="Web-{14A08EE2-F4AA-ED1A-1D22-1433340DAA1B}" dt="2026-05-27T08:16:55.370" v="100"/>
        <pc:sldMasterMkLst>
          <pc:docMk/>
          <pc:sldMasterMk cId="2460954070" sldId="2147483660"/>
        </pc:sldMasterMkLst>
        <pc:sldLayoutChg chg="add">
          <pc:chgData name="Aneliya Nikolova" userId="S::aneliya.nikolova@eea.europa.eu::5ff52142-1b9c-430d-b975-3d80c1b68938" providerId="AD" clId="Web-{14A08EE2-F4AA-ED1A-1D22-1433340DAA1B}" dt="2026-05-27T08:08:44.462" v="18"/>
          <pc:sldLayoutMkLst>
            <pc:docMk/>
            <pc:sldMasterMk cId="2460954070" sldId="2147483660"/>
            <pc:sldLayoutMk cId="1770303225" sldId="2147483672"/>
          </pc:sldLayoutMkLst>
        </pc:sldLayoutChg>
        <pc:sldLayoutChg chg="add">
          <pc:chgData name="Aneliya Nikolova" userId="S::aneliya.nikolova@eea.europa.eu::5ff52142-1b9c-430d-b975-3d80c1b68938" providerId="AD" clId="Web-{14A08EE2-F4AA-ED1A-1D22-1433340DAA1B}" dt="2026-05-27T08:16:55.370" v="100"/>
          <pc:sldLayoutMkLst>
            <pc:docMk/>
            <pc:sldMasterMk cId="2460954070" sldId="2147483660"/>
            <pc:sldLayoutMk cId="4184510759" sldId="2147483673"/>
          </pc:sldLayoutMkLst>
        </pc:sldLayoutChg>
      </pc:sldMasterChg>
    </pc:docChg>
  </pc:docChgLst>
  <pc:docChgLst>
    <pc:chgData name="Aneliya Nikolova" userId="S::aneliya.nikolova@eea.europa.eu::5ff52142-1b9c-430d-b975-3d80c1b68938" providerId="AD" clId="Web-{FC63D4E1-7B53-16C9-D9D7-882D1BFB6481}"/>
    <pc:docChg chg="modSld">
      <pc:chgData name="Aneliya Nikolova" userId="S::aneliya.nikolova@eea.europa.eu::5ff52142-1b9c-430d-b975-3d80c1b68938" providerId="AD" clId="Web-{FC63D4E1-7B53-16C9-D9D7-882D1BFB6481}" dt="2026-06-08T13:26:39.028" v="14" actId="20577"/>
      <pc:docMkLst>
        <pc:docMk/>
      </pc:docMkLst>
      <pc:sldChg chg="modSp">
        <pc:chgData name="Aneliya Nikolova" userId="S::aneliya.nikolova@eea.europa.eu::5ff52142-1b9c-430d-b975-3d80c1b68938" providerId="AD" clId="Web-{FC63D4E1-7B53-16C9-D9D7-882D1BFB6481}" dt="2026-06-08T13:15:56.271" v="2" actId="20577"/>
        <pc:sldMkLst>
          <pc:docMk/>
          <pc:sldMk cId="2566525938" sldId="2147474793"/>
        </pc:sldMkLst>
        <pc:spChg chg="mod">
          <ac:chgData name="Aneliya Nikolova" userId="S::aneliya.nikolova@eea.europa.eu::5ff52142-1b9c-430d-b975-3d80c1b68938" providerId="AD" clId="Web-{FC63D4E1-7B53-16C9-D9D7-882D1BFB6481}" dt="2026-06-08T13:15:56.271" v="2" actId="20577"/>
          <ac:spMkLst>
            <pc:docMk/>
            <pc:sldMk cId="2566525938" sldId="2147474793"/>
            <ac:spMk id="4" creationId="{F2097A0E-140F-2738-6AFB-5010CB291020}"/>
          </ac:spMkLst>
        </pc:spChg>
      </pc:sldChg>
      <pc:sldChg chg="modSp">
        <pc:chgData name="Aneliya Nikolova" userId="S::aneliya.nikolova@eea.europa.eu::5ff52142-1b9c-430d-b975-3d80c1b68938" providerId="AD" clId="Web-{FC63D4E1-7B53-16C9-D9D7-882D1BFB6481}" dt="2026-06-08T13:08:33.068" v="0"/>
        <pc:sldMkLst>
          <pc:docMk/>
          <pc:sldMk cId="2961286724" sldId="2147474795"/>
        </pc:sldMkLst>
        <pc:spChg chg="mod">
          <ac:chgData name="Aneliya Nikolova" userId="S::aneliya.nikolova@eea.europa.eu::5ff52142-1b9c-430d-b975-3d80c1b68938" providerId="AD" clId="Web-{FC63D4E1-7B53-16C9-D9D7-882D1BFB6481}" dt="2026-06-08T13:08:33.068" v="0"/>
          <ac:spMkLst>
            <pc:docMk/>
            <pc:sldMk cId="2961286724" sldId="2147474795"/>
            <ac:spMk id="6" creationId="{7D8B528D-C26F-B756-9716-9295CD56C54D}"/>
          </ac:spMkLst>
        </pc:spChg>
      </pc:sldChg>
      <pc:sldChg chg="modSp">
        <pc:chgData name="Aneliya Nikolova" userId="S::aneliya.nikolova@eea.europa.eu::5ff52142-1b9c-430d-b975-3d80c1b68938" providerId="AD" clId="Web-{FC63D4E1-7B53-16C9-D9D7-882D1BFB6481}" dt="2026-06-08T13:26:39.028" v="14" actId="20577"/>
        <pc:sldMkLst>
          <pc:docMk/>
          <pc:sldMk cId="502680748" sldId="2147474815"/>
        </pc:sldMkLst>
        <pc:spChg chg="mod">
          <ac:chgData name="Aneliya Nikolova" userId="S::aneliya.nikolova@eea.europa.eu::5ff52142-1b9c-430d-b975-3d80c1b68938" providerId="AD" clId="Web-{FC63D4E1-7B53-16C9-D9D7-882D1BFB6481}" dt="2026-06-08T13:26:39.028" v="14" actId="20577"/>
          <ac:spMkLst>
            <pc:docMk/>
            <pc:sldMk cId="502680748" sldId="2147474815"/>
            <ac:spMk id="3" creationId="{FAC58310-2101-FD43-CE52-B48766262BCB}"/>
          </ac:spMkLst>
        </pc:spChg>
      </pc:sldChg>
    </pc:docChg>
  </pc:docChgLst>
  <pc:docChgLst>
    <pc:chgData name="Aneliya Nikolova" userId="S::aneliya.nikolova@eea.europa.eu::5ff52142-1b9c-430d-b975-3d80c1b68938" providerId="AD" clId="Web-{CECDA520-915D-4071-1367-89B0CC37C8E6}"/>
    <pc:docChg chg="modSld">
      <pc:chgData name="Aneliya Nikolova" userId="S::aneliya.nikolova@eea.europa.eu::5ff52142-1b9c-430d-b975-3d80c1b68938" providerId="AD" clId="Web-{CECDA520-915D-4071-1367-89B0CC37C8E6}" dt="2026-05-27T07:28:35.876" v="3"/>
      <pc:docMkLst>
        <pc:docMk/>
      </pc:docMkLst>
    </pc:docChg>
  </pc:docChgLst>
  <pc:docChgLst>
    <pc:chgData name="Aneliya Nikolova" userId="S::aneliya.nikolova@eea.europa.eu::5ff52142-1b9c-430d-b975-3d80c1b68938" providerId="AD" clId="Web-{295F1C96-7951-58C3-3505-BD790CB7CF4E}"/>
    <pc:docChg chg="addSld delSld modSld">
      <pc:chgData name="Aneliya Nikolova" userId="S::aneliya.nikolova@eea.europa.eu::5ff52142-1b9c-430d-b975-3d80c1b68938" providerId="AD" clId="Web-{295F1C96-7951-58C3-3505-BD790CB7CF4E}" dt="2026-05-28T11:10:36.119" v="52" actId="20577"/>
      <pc:docMkLst>
        <pc:docMk/>
      </pc:docMkLst>
      <pc:sldChg chg="delSp modSp">
        <pc:chgData name="Aneliya Nikolova" userId="S::aneliya.nikolova@eea.europa.eu::5ff52142-1b9c-430d-b975-3d80c1b68938" providerId="AD" clId="Web-{295F1C96-7951-58C3-3505-BD790CB7CF4E}" dt="2026-05-28T11:06:23.141" v="18" actId="20577"/>
        <pc:sldMkLst>
          <pc:docMk/>
          <pc:sldMk cId="737957774" sldId="257"/>
        </pc:sldMkLst>
        <pc:spChg chg="mod">
          <ac:chgData name="Aneliya Nikolova" userId="S::aneliya.nikolova@eea.europa.eu::5ff52142-1b9c-430d-b975-3d80c1b68938" providerId="AD" clId="Web-{295F1C96-7951-58C3-3505-BD790CB7CF4E}" dt="2026-05-28T11:06:23.141" v="18" actId="20577"/>
          <ac:spMkLst>
            <pc:docMk/>
            <pc:sldMk cId="737957774" sldId="257"/>
            <ac:spMk id="7" creationId="{57072518-D9A8-7AE4-B6E1-A65DB72A4BEB}"/>
          </ac:spMkLst>
        </pc:spChg>
      </pc:sldChg>
      <pc:sldChg chg="modSp">
        <pc:chgData name="Aneliya Nikolova" userId="S::aneliya.nikolova@eea.europa.eu::5ff52142-1b9c-430d-b975-3d80c1b68938" providerId="AD" clId="Web-{295F1C96-7951-58C3-3505-BD790CB7CF4E}" dt="2026-05-28T11:09:29.507" v="47" actId="20577"/>
        <pc:sldMkLst>
          <pc:docMk/>
          <pc:sldMk cId="2566525938" sldId="2147474793"/>
        </pc:sldMkLst>
        <pc:spChg chg="mod">
          <ac:chgData name="Aneliya Nikolova" userId="S::aneliya.nikolova@eea.europa.eu::5ff52142-1b9c-430d-b975-3d80c1b68938" providerId="AD" clId="Web-{295F1C96-7951-58C3-3505-BD790CB7CF4E}" dt="2026-05-28T11:09:29.507" v="47" actId="20577"/>
          <ac:spMkLst>
            <pc:docMk/>
            <pc:sldMk cId="2566525938" sldId="2147474793"/>
            <ac:spMk id="4" creationId="{F2097A0E-140F-2738-6AFB-5010CB291020}"/>
          </ac:spMkLst>
        </pc:spChg>
      </pc:sldChg>
      <pc:sldChg chg="modSp">
        <pc:chgData name="Aneliya Nikolova" userId="S::aneliya.nikolova@eea.europa.eu::5ff52142-1b9c-430d-b975-3d80c1b68938" providerId="AD" clId="Web-{295F1C96-7951-58C3-3505-BD790CB7CF4E}" dt="2026-05-28T11:10:36.119" v="52" actId="20577"/>
        <pc:sldMkLst>
          <pc:docMk/>
          <pc:sldMk cId="652055743" sldId="2147474794"/>
        </pc:sldMkLst>
        <pc:spChg chg="mod">
          <ac:chgData name="Aneliya Nikolova" userId="S::aneliya.nikolova@eea.europa.eu::5ff52142-1b9c-430d-b975-3d80c1b68938" providerId="AD" clId="Web-{295F1C96-7951-58C3-3505-BD790CB7CF4E}" dt="2026-05-28T11:10:36.119" v="52" actId="20577"/>
          <ac:spMkLst>
            <pc:docMk/>
            <pc:sldMk cId="652055743" sldId="2147474794"/>
            <ac:spMk id="7" creationId="{5FD7C0DC-0844-54E3-BBFE-4B3E30DCFA62}"/>
          </ac:spMkLst>
        </pc:spChg>
      </pc:sldChg>
      <pc:sldChg chg="delSp modSp add replId">
        <pc:chgData name="Aneliya Nikolova" userId="S::aneliya.nikolova@eea.europa.eu::5ff52142-1b9c-430d-b975-3d80c1b68938" providerId="AD" clId="Web-{295F1C96-7951-58C3-3505-BD790CB7CF4E}" dt="2026-05-28T11:05:30.296" v="8" actId="20577"/>
        <pc:sldMkLst>
          <pc:docMk/>
          <pc:sldMk cId="2961286724" sldId="2147474795"/>
        </pc:sldMkLst>
        <pc:spChg chg="mod">
          <ac:chgData name="Aneliya Nikolova" userId="S::aneliya.nikolova@eea.europa.eu::5ff52142-1b9c-430d-b975-3d80c1b68938" providerId="AD" clId="Web-{295F1C96-7951-58C3-3505-BD790CB7CF4E}" dt="2026-05-28T11:05:30.296" v="8" actId="20577"/>
          <ac:spMkLst>
            <pc:docMk/>
            <pc:sldMk cId="2961286724" sldId="2147474795"/>
            <ac:spMk id="7" creationId="{F641FA86-9C04-FC40-6CF1-67AB22F65F7D}"/>
          </ac:spMkLst>
        </pc:spChg>
      </pc:sldChg>
    </pc:docChg>
  </pc:docChgLst>
  <pc:docChgLst>
    <pc:chgData name="Aneliya Nikolova" userId="S::aneliya.nikolova@eea.europa.eu::5ff52142-1b9c-430d-b975-3d80c1b68938" providerId="AD" clId="Web-{5F524FFC-E97D-577A-A609-CC13F7BA5BE8}"/>
    <pc:docChg chg="delSld modSld">
      <pc:chgData name="Aneliya Nikolova" userId="S::aneliya.nikolova@eea.europa.eu::5ff52142-1b9c-430d-b975-3d80c1b68938" providerId="AD" clId="Web-{5F524FFC-E97D-577A-A609-CC13F7BA5BE8}" dt="2026-06-01T12:38:16.038" v="5" actId="20577"/>
      <pc:docMkLst>
        <pc:docMk/>
      </pc:docMkLst>
      <pc:sldChg chg="modSp">
        <pc:chgData name="Aneliya Nikolova" userId="S::aneliya.nikolova@eea.europa.eu::5ff52142-1b9c-430d-b975-3d80c1b68938" providerId="AD" clId="Web-{5F524FFC-E97D-577A-A609-CC13F7BA5BE8}" dt="2026-06-01T12:38:16.038" v="5" actId="20577"/>
        <pc:sldMkLst>
          <pc:docMk/>
          <pc:sldMk cId="2566525938" sldId="2147474793"/>
        </pc:sldMkLst>
        <pc:spChg chg="mod">
          <ac:chgData name="Aneliya Nikolova" userId="S::aneliya.nikolova@eea.europa.eu::5ff52142-1b9c-430d-b975-3d80c1b68938" providerId="AD" clId="Web-{5F524FFC-E97D-577A-A609-CC13F7BA5BE8}" dt="2026-06-01T12:38:16.038" v="5" actId="20577"/>
          <ac:spMkLst>
            <pc:docMk/>
            <pc:sldMk cId="2566525938" sldId="2147474793"/>
            <ac:spMk id="4" creationId="{F2097A0E-140F-2738-6AFB-5010CB291020}"/>
          </ac:spMkLst>
        </pc:spChg>
      </pc:sldChg>
      <pc:sldChg chg="modSp">
        <pc:chgData name="Aneliya Nikolova" userId="S::aneliya.nikolova@eea.europa.eu::5ff52142-1b9c-430d-b975-3d80c1b68938" providerId="AD" clId="Web-{5F524FFC-E97D-577A-A609-CC13F7BA5BE8}" dt="2026-06-01T12:37:51.772" v="1" actId="20577"/>
        <pc:sldMkLst>
          <pc:docMk/>
          <pc:sldMk cId="2961286724" sldId="2147474795"/>
        </pc:sldMkLst>
        <pc:spChg chg="mod">
          <ac:chgData name="Aneliya Nikolova" userId="S::aneliya.nikolova@eea.europa.eu::5ff52142-1b9c-430d-b975-3d80c1b68938" providerId="AD" clId="Web-{5F524FFC-E97D-577A-A609-CC13F7BA5BE8}" dt="2026-06-01T12:37:51.772" v="1" actId="20577"/>
          <ac:spMkLst>
            <pc:docMk/>
            <pc:sldMk cId="2961286724" sldId="2147474795"/>
            <ac:spMk id="7" creationId="{F641FA86-9C04-FC40-6CF1-67AB22F65F7D}"/>
          </ac:spMkLst>
        </pc:spChg>
      </pc:sldChg>
    </pc:docChg>
  </pc:docChgLst>
  <pc:docChgLst>
    <pc:chgData name="Aneliya Nikolova" userId="S::aneliya.nikolova@eea.europa.eu::5ff52142-1b9c-430d-b975-3d80c1b68938" providerId="AD" clId="Web-{98D570AB-3A4A-01D3-7216-A37AB6F34AD4}"/>
    <pc:docChg chg="modSld">
      <pc:chgData name="Aneliya Nikolova" userId="S::aneliya.nikolova@eea.europa.eu::5ff52142-1b9c-430d-b975-3d80c1b68938" providerId="AD" clId="Web-{98D570AB-3A4A-01D3-7216-A37AB6F34AD4}" dt="2026-05-29T08:56:22.547" v="19" actId="20577"/>
      <pc:docMkLst>
        <pc:docMk/>
      </pc:docMkLst>
      <pc:sldChg chg="modSp">
        <pc:chgData name="Aneliya Nikolova" userId="S::aneliya.nikolova@eea.europa.eu::5ff52142-1b9c-430d-b975-3d80c1b68938" providerId="AD" clId="Web-{98D570AB-3A4A-01D3-7216-A37AB6F34AD4}" dt="2026-05-29T08:56:22.547" v="19" actId="20577"/>
        <pc:sldMkLst>
          <pc:docMk/>
          <pc:sldMk cId="2566525938" sldId="2147474793"/>
        </pc:sldMkLst>
        <pc:spChg chg="mod">
          <ac:chgData name="Aneliya Nikolova" userId="S::aneliya.nikolova@eea.europa.eu::5ff52142-1b9c-430d-b975-3d80c1b68938" providerId="AD" clId="Web-{98D570AB-3A4A-01D3-7216-A37AB6F34AD4}" dt="2026-05-29T08:56:22.547" v="19" actId="20577"/>
          <ac:spMkLst>
            <pc:docMk/>
            <pc:sldMk cId="2566525938" sldId="2147474793"/>
            <ac:spMk id="4" creationId="{F2097A0E-140F-2738-6AFB-5010CB29102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eea1.sharepoint.com/teams/CCE3/Shared%20Documents/General/3_Meetings%20and%20missions/WG1%20meetings/2024-09-26/WG1_20240926_2025%20Comprehensive%20Review.pptx#-1,4,PowerPoint Presentatio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385F5A-3123-41B9-A13C-C89A4F69F5D6}" type="doc">
      <dgm:prSet loTypeId="urn:microsoft.com/office/officeart/2008/layout/AlternatingHexagons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DK"/>
        </a:p>
      </dgm:t>
    </dgm:pt>
    <dgm:pt modelId="{431777DB-2606-4E19-BD27-E166AF7F32C7}">
      <dgm:prSet phldrT="[Text]"/>
      <dgm:spPr/>
      <dgm:t>
        <a:bodyPr/>
        <a:lstStyle/>
        <a:p>
          <a:r>
            <a:rPr lang="en-US" b="1">
              <a:hlinkClick xmlns:r="http://schemas.openxmlformats.org/officeDocument/2006/relationships"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Scope</a:t>
          </a:r>
          <a:endParaRPr lang="en-US" b="1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pres?slideindex=4&amp;slidetitle=PowerPoint Presentation"/>
          </dgm14:cNvPr>
        </a:ext>
      </dgm:extLst>
    </dgm:pt>
    <dgm:pt modelId="{D012AB53-31D8-486E-9873-D4C3A65065C8}" type="parTrans" cxnId="{ADF147E3-5C6D-4621-A88B-32D52AF3B8D0}">
      <dgm:prSet/>
      <dgm:spPr/>
      <dgm:t>
        <a:bodyPr/>
        <a:lstStyle/>
        <a:p>
          <a:endParaRPr lang="en-DK"/>
        </a:p>
      </dgm:t>
    </dgm:pt>
    <dgm:pt modelId="{5E4C166F-00C1-4506-9D12-6E0BCE545D8B}" type="sibTrans" cxnId="{ADF147E3-5C6D-4621-A88B-32D52AF3B8D0}">
      <dgm:prSet/>
      <dgm:spPr/>
      <dgm:t>
        <a:bodyPr/>
        <a:lstStyle/>
        <a:p>
          <a:endParaRPr lang="en-DK"/>
        </a:p>
      </dgm:t>
    </dgm:pt>
    <dgm:pt modelId="{11CF347E-B7A4-4152-B906-D3B6F3752543}">
      <dgm:prSet phldrT="[Text]"/>
      <dgm:spPr/>
      <dgm:t>
        <a:bodyPr/>
        <a:lstStyle/>
        <a:p>
          <a:r>
            <a:rPr lang="en-US" b="1">
              <a:hlinkClick xmlns:r="http://schemas.openxmlformats.org/officeDocument/2006/relationships"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Timeline</a:t>
          </a:r>
          <a:endParaRPr lang="en-DK" b="1"/>
        </a:p>
      </dgm:t>
    </dgm:pt>
    <dgm:pt modelId="{49D7AF2F-7795-4CB9-A4B3-EC6D4230F2F1}" type="parTrans" cxnId="{B0B2D92B-DFB4-4370-B427-845DFD530644}">
      <dgm:prSet/>
      <dgm:spPr/>
      <dgm:t>
        <a:bodyPr/>
        <a:lstStyle/>
        <a:p>
          <a:endParaRPr lang="en-DK"/>
        </a:p>
      </dgm:t>
    </dgm:pt>
    <dgm:pt modelId="{ED0B57C4-2078-4288-90ED-9D38AFDEDF70}" type="sibTrans" cxnId="{B0B2D92B-DFB4-4370-B427-845DFD530644}">
      <dgm:prSet/>
      <dgm:spPr/>
      <dgm:t>
        <a:bodyPr/>
        <a:lstStyle/>
        <a:p>
          <a:endParaRPr lang="en-DK"/>
        </a:p>
      </dgm:t>
    </dgm:pt>
    <dgm:pt modelId="{D234BEFB-7F0E-451B-97BF-6D39433B2711}">
      <dgm:prSet phldrT="[Text]"/>
      <dgm:spPr/>
      <dgm:t>
        <a:bodyPr/>
        <a:lstStyle/>
        <a:p>
          <a:r>
            <a:rPr lang="en-US" b="1">
              <a:hlinkClick xmlns:r="http://schemas.openxmlformats.org/officeDocument/2006/relationships"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EMRT</a:t>
          </a:r>
          <a:endParaRPr lang="en-DK" b="1"/>
        </a:p>
      </dgm:t>
    </dgm:pt>
    <dgm:pt modelId="{5EAC0A47-28AE-4052-A38A-ACD472B6823B}" type="parTrans" cxnId="{FD6762B8-D74B-4434-BEFA-268A89B78B14}">
      <dgm:prSet/>
      <dgm:spPr/>
      <dgm:t>
        <a:bodyPr/>
        <a:lstStyle/>
        <a:p>
          <a:endParaRPr lang="en-DK"/>
        </a:p>
      </dgm:t>
    </dgm:pt>
    <dgm:pt modelId="{4B5BFA3E-CC54-4D39-BB01-3B03C992DD7F}" type="sibTrans" cxnId="{FD6762B8-D74B-4434-BEFA-268A89B78B14}">
      <dgm:prSet/>
      <dgm:spPr/>
      <dgm:t>
        <a:bodyPr/>
        <a:lstStyle/>
        <a:p>
          <a:endParaRPr lang="en-DK"/>
        </a:p>
      </dgm:t>
    </dgm:pt>
    <dgm:pt modelId="{B6966C5B-12E9-427A-B232-BBCA2331F6BB}" type="pres">
      <dgm:prSet presAssocID="{3B385F5A-3123-41B9-A13C-C89A4F69F5D6}" presName="Name0" presStyleCnt="0">
        <dgm:presLayoutVars>
          <dgm:chMax/>
          <dgm:chPref/>
          <dgm:dir/>
          <dgm:animLvl val="lvl"/>
        </dgm:presLayoutVars>
      </dgm:prSet>
      <dgm:spPr/>
    </dgm:pt>
    <dgm:pt modelId="{CE32B25F-4F32-44F3-957C-774277723DD3}" type="pres">
      <dgm:prSet presAssocID="{431777DB-2606-4E19-BD27-E166AF7F32C7}" presName="composite" presStyleCnt="0"/>
      <dgm:spPr/>
    </dgm:pt>
    <dgm:pt modelId="{F5B730EF-B731-4757-A536-3AC002DE14A9}" type="pres">
      <dgm:prSet presAssocID="{431777DB-2606-4E19-BD27-E166AF7F32C7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34AE9142-30E7-4DEF-9E28-36977B3BDB4F}" type="pres">
      <dgm:prSet presAssocID="{431777DB-2606-4E19-BD27-E166AF7F32C7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DE3D072-76D3-4E1C-BC9A-3D92E1B1034C}" type="pres">
      <dgm:prSet presAssocID="{431777DB-2606-4E19-BD27-E166AF7F32C7}" presName="BalanceSpacing" presStyleCnt="0"/>
      <dgm:spPr/>
    </dgm:pt>
    <dgm:pt modelId="{73F3E3D4-BED4-4943-AA68-C4F726D514AA}" type="pres">
      <dgm:prSet presAssocID="{431777DB-2606-4E19-BD27-E166AF7F32C7}" presName="BalanceSpacing1" presStyleCnt="0"/>
      <dgm:spPr/>
    </dgm:pt>
    <dgm:pt modelId="{320EA3C9-6AD5-43D6-82A3-F754D6F49EB8}" type="pres">
      <dgm:prSet presAssocID="{5E4C166F-00C1-4506-9D12-6E0BCE545D8B}" presName="Accent1Text" presStyleLbl="node1" presStyleIdx="1" presStyleCnt="6"/>
      <dgm:spPr/>
    </dgm:pt>
    <dgm:pt modelId="{5DA412E9-7B4D-48F0-A990-0E5CB622D78E}" type="pres">
      <dgm:prSet presAssocID="{5E4C166F-00C1-4506-9D12-6E0BCE545D8B}" presName="spaceBetweenRectangles" presStyleCnt="0"/>
      <dgm:spPr/>
    </dgm:pt>
    <dgm:pt modelId="{CDD84EEB-29C9-4C3D-8E79-EC87193F04C5}" type="pres">
      <dgm:prSet presAssocID="{11CF347E-B7A4-4152-B906-D3B6F3752543}" presName="composite" presStyleCnt="0"/>
      <dgm:spPr/>
    </dgm:pt>
    <dgm:pt modelId="{B64056A8-AF31-4740-BC2B-F63004C378C5}" type="pres">
      <dgm:prSet presAssocID="{11CF347E-B7A4-4152-B906-D3B6F375254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6E8EB506-C28E-4ACD-82EF-2E910ACF0023}" type="pres">
      <dgm:prSet presAssocID="{11CF347E-B7A4-4152-B906-D3B6F375254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579D972-21A7-41A0-8756-D051066A3F0A}" type="pres">
      <dgm:prSet presAssocID="{11CF347E-B7A4-4152-B906-D3B6F3752543}" presName="BalanceSpacing" presStyleCnt="0"/>
      <dgm:spPr/>
    </dgm:pt>
    <dgm:pt modelId="{D7BAE6D6-D198-4FE8-AAD4-F0868D5A53C6}" type="pres">
      <dgm:prSet presAssocID="{11CF347E-B7A4-4152-B906-D3B6F3752543}" presName="BalanceSpacing1" presStyleCnt="0"/>
      <dgm:spPr/>
    </dgm:pt>
    <dgm:pt modelId="{23D2E70D-C9AA-4CD2-9CC2-EFDB99F74F50}" type="pres">
      <dgm:prSet presAssocID="{ED0B57C4-2078-4288-90ED-9D38AFDEDF70}" presName="Accent1Text" presStyleLbl="node1" presStyleIdx="3" presStyleCnt="6"/>
      <dgm:spPr/>
    </dgm:pt>
    <dgm:pt modelId="{D3810179-08F5-4807-A670-A42F8C2E9D39}" type="pres">
      <dgm:prSet presAssocID="{ED0B57C4-2078-4288-90ED-9D38AFDEDF70}" presName="spaceBetweenRectangles" presStyleCnt="0"/>
      <dgm:spPr/>
    </dgm:pt>
    <dgm:pt modelId="{1963B24C-DBDC-4B1D-9B3A-1A0100A586D1}" type="pres">
      <dgm:prSet presAssocID="{D234BEFB-7F0E-451B-97BF-6D39433B2711}" presName="composite" presStyleCnt="0"/>
      <dgm:spPr/>
    </dgm:pt>
    <dgm:pt modelId="{51CB2B2A-4AB9-4039-B886-0DE501255D98}" type="pres">
      <dgm:prSet presAssocID="{D234BEFB-7F0E-451B-97BF-6D39433B271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271026E9-432F-40E7-B547-7BCB619D67A0}" type="pres">
      <dgm:prSet presAssocID="{D234BEFB-7F0E-451B-97BF-6D39433B271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E12733DD-8924-4E9E-A0C7-B801AF6B8707}" type="pres">
      <dgm:prSet presAssocID="{D234BEFB-7F0E-451B-97BF-6D39433B2711}" presName="BalanceSpacing" presStyleCnt="0"/>
      <dgm:spPr/>
    </dgm:pt>
    <dgm:pt modelId="{CFBDF4A1-7934-4CBA-AD76-B7BFE901DE92}" type="pres">
      <dgm:prSet presAssocID="{D234BEFB-7F0E-451B-97BF-6D39433B2711}" presName="BalanceSpacing1" presStyleCnt="0"/>
      <dgm:spPr/>
    </dgm:pt>
    <dgm:pt modelId="{268257D3-391F-4B04-8F30-E6BFE5500C9C}" type="pres">
      <dgm:prSet presAssocID="{4B5BFA3E-CC54-4D39-BB01-3B03C992DD7F}" presName="Accent1Text" presStyleLbl="node1" presStyleIdx="5" presStyleCnt="6"/>
      <dgm:spPr/>
    </dgm:pt>
  </dgm:ptLst>
  <dgm:cxnLst>
    <dgm:cxn modelId="{15020C24-BEF2-41A0-BDD9-2702F88B82ED}" type="presOf" srcId="{11CF347E-B7A4-4152-B906-D3B6F3752543}" destId="{B64056A8-AF31-4740-BC2B-F63004C378C5}" srcOrd="0" destOrd="0" presId="urn:microsoft.com/office/officeart/2008/layout/AlternatingHexagons"/>
    <dgm:cxn modelId="{B0B2D92B-DFB4-4370-B427-845DFD530644}" srcId="{3B385F5A-3123-41B9-A13C-C89A4F69F5D6}" destId="{11CF347E-B7A4-4152-B906-D3B6F3752543}" srcOrd="1" destOrd="0" parTransId="{49D7AF2F-7795-4CB9-A4B3-EC6D4230F2F1}" sibTransId="{ED0B57C4-2078-4288-90ED-9D38AFDEDF70}"/>
    <dgm:cxn modelId="{EB342039-2154-45F8-AD31-9D961EABD83D}" type="presOf" srcId="{5E4C166F-00C1-4506-9D12-6E0BCE545D8B}" destId="{320EA3C9-6AD5-43D6-82A3-F754D6F49EB8}" srcOrd="0" destOrd="0" presId="urn:microsoft.com/office/officeart/2008/layout/AlternatingHexagons"/>
    <dgm:cxn modelId="{E20EC43B-3F30-464B-B1DB-00E2624D989E}" type="presOf" srcId="{ED0B57C4-2078-4288-90ED-9D38AFDEDF70}" destId="{23D2E70D-C9AA-4CD2-9CC2-EFDB99F74F50}" srcOrd="0" destOrd="0" presId="urn:microsoft.com/office/officeart/2008/layout/AlternatingHexagons"/>
    <dgm:cxn modelId="{16A01F52-66B2-4312-B8F9-D29E777A9B90}" type="presOf" srcId="{431777DB-2606-4E19-BD27-E166AF7F32C7}" destId="{F5B730EF-B731-4757-A536-3AC002DE14A9}" srcOrd="0" destOrd="0" presId="urn:microsoft.com/office/officeart/2008/layout/AlternatingHexagons"/>
    <dgm:cxn modelId="{D202C399-C949-49EB-8964-34CE29FF02AF}" type="presOf" srcId="{3B385F5A-3123-41B9-A13C-C89A4F69F5D6}" destId="{B6966C5B-12E9-427A-B232-BBCA2331F6BB}" srcOrd="0" destOrd="0" presId="urn:microsoft.com/office/officeart/2008/layout/AlternatingHexagons"/>
    <dgm:cxn modelId="{7DF683AC-D84C-449E-BA42-AD3427D811C7}" type="presOf" srcId="{D234BEFB-7F0E-451B-97BF-6D39433B2711}" destId="{51CB2B2A-4AB9-4039-B886-0DE501255D98}" srcOrd="0" destOrd="0" presId="urn:microsoft.com/office/officeart/2008/layout/AlternatingHexagons"/>
    <dgm:cxn modelId="{A69C29AF-1254-4008-8513-AA2A4A142364}" type="presOf" srcId="{4B5BFA3E-CC54-4D39-BB01-3B03C992DD7F}" destId="{268257D3-391F-4B04-8F30-E6BFE5500C9C}" srcOrd="0" destOrd="0" presId="urn:microsoft.com/office/officeart/2008/layout/AlternatingHexagons"/>
    <dgm:cxn modelId="{FD6762B8-D74B-4434-BEFA-268A89B78B14}" srcId="{3B385F5A-3123-41B9-A13C-C89A4F69F5D6}" destId="{D234BEFB-7F0E-451B-97BF-6D39433B2711}" srcOrd="2" destOrd="0" parTransId="{5EAC0A47-28AE-4052-A38A-ACD472B6823B}" sibTransId="{4B5BFA3E-CC54-4D39-BB01-3B03C992DD7F}"/>
    <dgm:cxn modelId="{ADF147E3-5C6D-4621-A88B-32D52AF3B8D0}" srcId="{3B385F5A-3123-41B9-A13C-C89A4F69F5D6}" destId="{431777DB-2606-4E19-BD27-E166AF7F32C7}" srcOrd="0" destOrd="0" parTransId="{D012AB53-31D8-486E-9873-D4C3A65065C8}" sibTransId="{5E4C166F-00C1-4506-9D12-6E0BCE545D8B}"/>
    <dgm:cxn modelId="{55A5C3EC-4632-4D78-97E9-0ED8A83E7264}" type="presParOf" srcId="{B6966C5B-12E9-427A-B232-BBCA2331F6BB}" destId="{CE32B25F-4F32-44F3-957C-774277723DD3}" srcOrd="0" destOrd="0" presId="urn:microsoft.com/office/officeart/2008/layout/AlternatingHexagons"/>
    <dgm:cxn modelId="{27953CEB-6EC6-4303-A329-5F8523BF0B75}" type="presParOf" srcId="{CE32B25F-4F32-44F3-957C-774277723DD3}" destId="{F5B730EF-B731-4757-A536-3AC002DE14A9}" srcOrd="0" destOrd="0" presId="urn:microsoft.com/office/officeart/2008/layout/AlternatingHexagons"/>
    <dgm:cxn modelId="{A89A5674-89BF-403C-90B1-AA5B02B0D918}" type="presParOf" srcId="{CE32B25F-4F32-44F3-957C-774277723DD3}" destId="{34AE9142-30E7-4DEF-9E28-36977B3BDB4F}" srcOrd="1" destOrd="0" presId="urn:microsoft.com/office/officeart/2008/layout/AlternatingHexagons"/>
    <dgm:cxn modelId="{DDB99BF5-E70A-4225-AC15-5827D000032D}" type="presParOf" srcId="{CE32B25F-4F32-44F3-957C-774277723DD3}" destId="{FDE3D072-76D3-4E1C-BC9A-3D92E1B1034C}" srcOrd="2" destOrd="0" presId="urn:microsoft.com/office/officeart/2008/layout/AlternatingHexagons"/>
    <dgm:cxn modelId="{99BBFC09-7014-4469-87A9-FE7E8741B57B}" type="presParOf" srcId="{CE32B25F-4F32-44F3-957C-774277723DD3}" destId="{73F3E3D4-BED4-4943-AA68-C4F726D514AA}" srcOrd="3" destOrd="0" presId="urn:microsoft.com/office/officeart/2008/layout/AlternatingHexagons"/>
    <dgm:cxn modelId="{92D2736F-C017-4F84-A5BC-C316FF399B80}" type="presParOf" srcId="{CE32B25F-4F32-44F3-957C-774277723DD3}" destId="{320EA3C9-6AD5-43D6-82A3-F754D6F49EB8}" srcOrd="4" destOrd="0" presId="urn:microsoft.com/office/officeart/2008/layout/AlternatingHexagons"/>
    <dgm:cxn modelId="{C54EE13B-5CBC-4602-A0EA-29F1DC6179E5}" type="presParOf" srcId="{B6966C5B-12E9-427A-B232-BBCA2331F6BB}" destId="{5DA412E9-7B4D-48F0-A990-0E5CB622D78E}" srcOrd="1" destOrd="0" presId="urn:microsoft.com/office/officeart/2008/layout/AlternatingHexagons"/>
    <dgm:cxn modelId="{416EA8DF-0EAC-43E0-87CA-C01F453BEAB7}" type="presParOf" srcId="{B6966C5B-12E9-427A-B232-BBCA2331F6BB}" destId="{CDD84EEB-29C9-4C3D-8E79-EC87193F04C5}" srcOrd="2" destOrd="0" presId="urn:microsoft.com/office/officeart/2008/layout/AlternatingHexagons"/>
    <dgm:cxn modelId="{3B88ECAF-CDE8-40E3-92FA-D77EF5A39FBF}" type="presParOf" srcId="{CDD84EEB-29C9-4C3D-8E79-EC87193F04C5}" destId="{B64056A8-AF31-4740-BC2B-F63004C378C5}" srcOrd="0" destOrd="0" presId="urn:microsoft.com/office/officeart/2008/layout/AlternatingHexagons"/>
    <dgm:cxn modelId="{ABF40B5E-6243-471B-8853-0147857E4130}" type="presParOf" srcId="{CDD84EEB-29C9-4C3D-8E79-EC87193F04C5}" destId="{6E8EB506-C28E-4ACD-82EF-2E910ACF0023}" srcOrd="1" destOrd="0" presId="urn:microsoft.com/office/officeart/2008/layout/AlternatingHexagons"/>
    <dgm:cxn modelId="{99260C6F-8061-438E-ABFD-1BE12EAC92FB}" type="presParOf" srcId="{CDD84EEB-29C9-4C3D-8E79-EC87193F04C5}" destId="{5579D972-21A7-41A0-8756-D051066A3F0A}" srcOrd="2" destOrd="0" presId="urn:microsoft.com/office/officeart/2008/layout/AlternatingHexagons"/>
    <dgm:cxn modelId="{6776B74D-E6DC-42A9-B651-C4CDC89FA50D}" type="presParOf" srcId="{CDD84EEB-29C9-4C3D-8E79-EC87193F04C5}" destId="{D7BAE6D6-D198-4FE8-AAD4-F0868D5A53C6}" srcOrd="3" destOrd="0" presId="urn:microsoft.com/office/officeart/2008/layout/AlternatingHexagons"/>
    <dgm:cxn modelId="{9091B77D-72D0-4CBC-B50D-3877BF83BDE0}" type="presParOf" srcId="{CDD84EEB-29C9-4C3D-8E79-EC87193F04C5}" destId="{23D2E70D-C9AA-4CD2-9CC2-EFDB99F74F50}" srcOrd="4" destOrd="0" presId="urn:microsoft.com/office/officeart/2008/layout/AlternatingHexagons"/>
    <dgm:cxn modelId="{BBE64CDA-935E-4762-AB8A-1BCD31A97C2E}" type="presParOf" srcId="{B6966C5B-12E9-427A-B232-BBCA2331F6BB}" destId="{D3810179-08F5-4807-A670-A42F8C2E9D39}" srcOrd="3" destOrd="0" presId="urn:microsoft.com/office/officeart/2008/layout/AlternatingHexagons"/>
    <dgm:cxn modelId="{CB5C351C-9CFF-4F1A-A4F2-53926542C25B}" type="presParOf" srcId="{B6966C5B-12E9-427A-B232-BBCA2331F6BB}" destId="{1963B24C-DBDC-4B1D-9B3A-1A0100A586D1}" srcOrd="4" destOrd="0" presId="urn:microsoft.com/office/officeart/2008/layout/AlternatingHexagons"/>
    <dgm:cxn modelId="{9D24A02E-B867-4A95-8EB1-889052CFB136}" type="presParOf" srcId="{1963B24C-DBDC-4B1D-9B3A-1A0100A586D1}" destId="{51CB2B2A-4AB9-4039-B886-0DE501255D98}" srcOrd="0" destOrd="0" presId="urn:microsoft.com/office/officeart/2008/layout/AlternatingHexagons"/>
    <dgm:cxn modelId="{DB81F899-EE02-49E6-BA14-BBAAD0020C1C}" type="presParOf" srcId="{1963B24C-DBDC-4B1D-9B3A-1A0100A586D1}" destId="{271026E9-432F-40E7-B547-7BCB619D67A0}" srcOrd="1" destOrd="0" presId="urn:microsoft.com/office/officeart/2008/layout/AlternatingHexagons"/>
    <dgm:cxn modelId="{AC0609B2-D6FB-4910-843D-D8A8C747CD24}" type="presParOf" srcId="{1963B24C-DBDC-4B1D-9B3A-1A0100A586D1}" destId="{E12733DD-8924-4E9E-A0C7-B801AF6B8707}" srcOrd="2" destOrd="0" presId="urn:microsoft.com/office/officeart/2008/layout/AlternatingHexagons"/>
    <dgm:cxn modelId="{1F0439B0-9003-47CC-BEBD-83F5BB49669A}" type="presParOf" srcId="{1963B24C-DBDC-4B1D-9B3A-1A0100A586D1}" destId="{CFBDF4A1-7934-4CBA-AD76-B7BFE901DE92}" srcOrd="3" destOrd="0" presId="urn:microsoft.com/office/officeart/2008/layout/AlternatingHexagons"/>
    <dgm:cxn modelId="{A99344AE-0979-4C1E-8384-02830A867C36}" type="presParOf" srcId="{1963B24C-DBDC-4B1D-9B3A-1A0100A586D1}" destId="{268257D3-391F-4B04-8F30-E6BFE5500C9C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5EB0D4-5178-415E-82F9-F264C0571214}" type="doc">
      <dgm:prSet loTypeId="urn:microsoft.com/office/officeart/2005/8/layout/chevron1" loCatId="process" qsTypeId="urn:microsoft.com/office/officeart/2005/8/quickstyle/3d2" qsCatId="3D" csTypeId="urn:microsoft.com/office/officeart/2005/8/colors/colorful5" csCatId="colorful" phldr="1"/>
      <dgm:spPr/>
    </dgm:pt>
    <dgm:pt modelId="{B61B4B9A-597C-4D74-A008-09B5C3709D3B}">
      <dgm:prSet phldrT="[Text]"/>
      <dgm:spPr/>
      <dgm:t>
        <a:bodyPr/>
        <a:lstStyle/>
        <a:p>
          <a:r>
            <a:rPr lang="en-US"/>
            <a:t>Jan</a:t>
          </a:r>
          <a:endParaRPr lang="en-DK"/>
        </a:p>
      </dgm:t>
    </dgm:pt>
    <dgm:pt modelId="{88D86B32-92B6-439A-B1C2-4A699CAAF380}" type="parTrans" cxnId="{ED0C83B9-1470-4732-A196-D7C4C3293E4E}">
      <dgm:prSet/>
      <dgm:spPr/>
      <dgm:t>
        <a:bodyPr/>
        <a:lstStyle/>
        <a:p>
          <a:endParaRPr lang="en-DK"/>
        </a:p>
      </dgm:t>
    </dgm:pt>
    <dgm:pt modelId="{C4CA7E54-4045-4EEA-B862-F2F87AE06990}" type="sibTrans" cxnId="{ED0C83B9-1470-4732-A196-D7C4C3293E4E}">
      <dgm:prSet/>
      <dgm:spPr/>
      <dgm:t>
        <a:bodyPr/>
        <a:lstStyle/>
        <a:p>
          <a:endParaRPr lang="en-DK"/>
        </a:p>
      </dgm:t>
    </dgm:pt>
    <dgm:pt modelId="{FACCB6E5-8D21-4F19-91E1-5FE9E5B774F0}">
      <dgm:prSet phldrT="[Text]"/>
      <dgm:spPr/>
      <dgm:t>
        <a:bodyPr/>
        <a:lstStyle/>
        <a:p>
          <a:r>
            <a:rPr lang="en-US"/>
            <a:t>Jun</a:t>
          </a:r>
          <a:endParaRPr lang="en-DK"/>
        </a:p>
      </dgm:t>
    </dgm:pt>
    <dgm:pt modelId="{4171FD9C-8758-4A94-AF7E-495F37CA4573}" type="parTrans" cxnId="{8EB648AA-290F-4D7E-9C57-766DF0E6271D}">
      <dgm:prSet/>
      <dgm:spPr/>
      <dgm:t>
        <a:bodyPr/>
        <a:lstStyle/>
        <a:p>
          <a:endParaRPr lang="en-DK"/>
        </a:p>
      </dgm:t>
    </dgm:pt>
    <dgm:pt modelId="{B0258AE6-97A0-42E7-B901-F81CFF92EE86}" type="sibTrans" cxnId="{8EB648AA-290F-4D7E-9C57-766DF0E6271D}">
      <dgm:prSet/>
      <dgm:spPr/>
      <dgm:t>
        <a:bodyPr/>
        <a:lstStyle/>
        <a:p>
          <a:endParaRPr lang="en-DK"/>
        </a:p>
      </dgm:t>
    </dgm:pt>
    <dgm:pt modelId="{52E7382B-92E9-4455-ABE4-E461BD6DC73D}">
      <dgm:prSet phldrT="[Text]"/>
      <dgm:spPr/>
      <dgm:t>
        <a:bodyPr/>
        <a:lstStyle/>
        <a:p>
          <a:r>
            <a:rPr lang="en-US"/>
            <a:t>Aug</a:t>
          </a:r>
          <a:endParaRPr lang="en-DK"/>
        </a:p>
      </dgm:t>
    </dgm:pt>
    <dgm:pt modelId="{530FEB44-2EA7-40F1-AE71-F8D62C6569C7}" type="parTrans" cxnId="{D16323A7-A9FA-4AA2-B7C6-39DE6AF5342E}">
      <dgm:prSet/>
      <dgm:spPr/>
      <dgm:t>
        <a:bodyPr/>
        <a:lstStyle/>
        <a:p>
          <a:endParaRPr lang="en-DK"/>
        </a:p>
      </dgm:t>
    </dgm:pt>
    <dgm:pt modelId="{1733E75D-ADC6-4068-8C13-23C3BCCDA225}" type="sibTrans" cxnId="{D16323A7-A9FA-4AA2-B7C6-39DE6AF5342E}">
      <dgm:prSet/>
      <dgm:spPr/>
      <dgm:t>
        <a:bodyPr/>
        <a:lstStyle/>
        <a:p>
          <a:endParaRPr lang="en-DK"/>
        </a:p>
      </dgm:t>
    </dgm:pt>
    <dgm:pt modelId="{678CD008-E29C-4783-9F93-A4D18451D80E}">
      <dgm:prSet/>
      <dgm:spPr/>
      <dgm:t>
        <a:bodyPr/>
        <a:lstStyle/>
        <a:p>
          <a:r>
            <a:rPr lang="en-US"/>
            <a:t>May</a:t>
          </a:r>
          <a:endParaRPr lang="en-DK"/>
        </a:p>
      </dgm:t>
    </dgm:pt>
    <dgm:pt modelId="{F8D62ABA-9EF5-4526-9DC2-DEF333386BCE}" type="parTrans" cxnId="{40EE8A77-8DFE-4058-B128-9E756642E19D}">
      <dgm:prSet/>
      <dgm:spPr/>
      <dgm:t>
        <a:bodyPr/>
        <a:lstStyle/>
        <a:p>
          <a:endParaRPr lang="en-DK"/>
        </a:p>
      </dgm:t>
    </dgm:pt>
    <dgm:pt modelId="{79C932A8-5245-4521-81CB-EC2AC0B6D616}" type="sibTrans" cxnId="{40EE8A77-8DFE-4058-B128-9E756642E19D}">
      <dgm:prSet/>
      <dgm:spPr/>
      <dgm:t>
        <a:bodyPr/>
        <a:lstStyle/>
        <a:p>
          <a:endParaRPr lang="en-DK"/>
        </a:p>
      </dgm:t>
    </dgm:pt>
    <dgm:pt modelId="{46C6ABDD-0D2B-48DC-AB80-29279CADF5A3}">
      <dgm:prSet phldrT="[Text]"/>
      <dgm:spPr/>
      <dgm:t>
        <a:bodyPr/>
        <a:lstStyle/>
        <a:p>
          <a:r>
            <a:rPr lang="en-US"/>
            <a:t>Feb</a:t>
          </a:r>
          <a:endParaRPr lang="en-DK"/>
        </a:p>
      </dgm:t>
    </dgm:pt>
    <dgm:pt modelId="{771F5AA8-43F0-4569-8F7D-F30CE9C7AE25}" type="parTrans" cxnId="{28A53A25-90FC-4917-A48B-F6A16B541650}">
      <dgm:prSet/>
      <dgm:spPr/>
      <dgm:t>
        <a:bodyPr/>
        <a:lstStyle/>
        <a:p>
          <a:endParaRPr lang="en-DK"/>
        </a:p>
      </dgm:t>
    </dgm:pt>
    <dgm:pt modelId="{FDD4600B-FF01-4AF7-80DE-C10010A753E8}" type="sibTrans" cxnId="{28A53A25-90FC-4917-A48B-F6A16B541650}">
      <dgm:prSet/>
      <dgm:spPr/>
      <dgm:t>
        <a:bodyPr/>
        <a:lstStyle/>
        <a:p>
          <a:endParaRPr lang="en-DK"/>
        </a:p>
      </dgm:t>
    </dgm:pt>
    <dgm:pt modelId="{07D43964-4D2F-40E6-B93D-2788B32F2F51}">
      <dgm:prSet phldrT="[Text]"/>
      <dgm:spPr/>
      <dgm:t>
        <a:bodyPr/>
        <a:lstStyle/>
        <a:p>
          <a:r>
            <a:rPr lang="en-US"/>
            <a:t>Mar</a:t>
          </a:r>
          <a:endParaRPr lang="en-DK"/>
        </a:p>
      </dgm:t>
    </dgm:pt>
    <dgm:pt modelId="{2935CCC1-4ADB-4B12-8492-06B4DF328188}" type="parTrans" cxnId="{B3C34EA2-25B4-4832-9F13-264D433FB5D1}">
      <dgm:prSet/>
      <dgm:spPr/>
      <dgm:t>
        <a:bodyPr/>
        <a:lstStyle/>
        <a:p>
          <a:endParaRPr lang="en-DK"/>
        </a:p>
      </dgm:t>
    </dgm:pt>
    <dgm:pt modelId="{10A8E9D2-1566-44E9-9A9A-C1C41CF3F7A8}" type="sibTrans" cxnId="{B3C34EA2-25B4-4832-9F13-264D433FB5D1}">
      <dgm:prSet/>
      <dgm:spPr/>
      <dgm:t>
        <a:bodyPr/>
        <a:lstStyle/>
        <a:p>
          <a:endParaRPr lang="en-DK"/>
        </a:p>
      </dgm:t>
    </dgm:pt>
    <dgm:pt modelId="{D877B113-DB9C-40BE-9688-186ED1F5D6F3}">
      <dgm:prSet phldrT="[Text]"/>
      <dgm:spPr/>
      <dgm:t>
        <a:bodyPr/>
        <a:lstStyle/>
        <a:p>
          <a:r>
            <a:rPr lang="en-US"/>
            <a:t>Apr</a:t>
          </a:r>
          <a:endParaRPr lang="en-DK"/>
        </a:p>
      </dgm:t>
    </dgm:pt>
    <dgm:pt modelId="{79B61ED7-6AD4-4DD5-B168-7533BC97E57B}" type="parTrans" cxnId="{34E41818-1D09-4000-8BAA-54B2945033BB}">
      <dgm:prSet/>
      <dgm:spPr/>
      <dgm:t>
        <a:bodyPr/>
        <a:lstStyle/>
        <a:p>
          <a:endParaRPr lang="en-DK"/>
        </a:p>
      </dgm:t>
    </dgm:pt>
    <dgm:pt modelId="{4D7A1B79-B7ED-4F5D-98B4-B72A59C41BA5}" type="sibTrans" cxnId="{34E41818-1D09-4000-8BAA-54B2945033BB}">
      <dgm:prSet/>
      <dgm:spPr/>
      <dgm:t>
        <a:bodyPr/>
        <a:lstStyle/>
        <a:p>
          <a:endParaRPr lang="en-DK"/>
        </a:p>
      </dgm:t>
    </dgm:pt>
    <dgm:pt modelId="{75734312-DAA7-49AA-952E-79A0E0587BC7}">
      <dgm:prSet phldrT="[Text]"/>
      <dgm:spPr/>
      <dgm:t>
        <a:bodyPr/>
        <a:lstStyle/>
        <a:p>
          <a:r>
            <a:rPr lang="en-US"/>
            <a:t>Jul</a:t>
          </a:r>
          <a:endParaRPr lang="en-DK"/>
        </a:p>
      </dgm:t>
    </dgm:pt>
    <dgm:pt modelId="{A3F1B7A1-B605-4D2C-B669-82CB9EB03ED0}" type="parTrans" cxnId="{AAAFFD1B-25C9-4084-8735-E86FEA08F5FE}">
      <dgm:prSet/>
      <dgm:spPr/>
      <dgm:t>
        <a:bodyPr/>
        <a:lstStyle/>
        <a:p>
          <a:endParaRPr lang="en-DK"/>
        </a:p>
      </dgm:t>
    </dgm:pt>
    <dgm:pt modelId="{3C6C7E67-5C22-427B-8DA9-A9FA4A3F7F90}" type="sibTrans" cxnId="{AAAFFD1B-25C9-4084-8735-E86FEA08F5FE}">
      <dgm:prSet/>
      <dgm:spPr/>
      <dgm:t>
        <a:bodyPr/>
        <a:lstStyle/>
        <a:p>
          <a:endParaRPr lang="en-DK"/>
        </a:p>
      </dgm:t>
    </dgm:pt>
    <dgm:pt modelId="{B14BC0B2-6CC9-4456-9F8A-B8CCDF4AA28A}" type="pres">
      <dgm:prSet presAssocID="{6D5EB0D4-5178-415E-82F9-F264C0571214}" presName="Name0" presStyleCnt="0">
        <dgm:presLayoutVars>
          <dgm:dir/>
          <dgm:animLvl val="lvl"/>
          <dgm:resizeHandles val="exact"/>
        </dgm:presLayoutVars>
      </dgm:prSet>
      <dgm:spPr/>
    </dgm:pt>
    <dgm:pt modelId="{5FB9D212-9147-44CC-9FFF-4F24B67DF729}" type="pres">
      <dgm:prSet presAssocID="{B61B4B9A-597C-4D74-A008-09B5C3709D3B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FE66FEE9-85E5-4F23-9ABA-BB852D0C80C6}" type="pres">
      <dgm:prSet presAssocID="{C4CA7E54-4045-4EEA-B862-F2F87AE06990}" presName="parTxOnlySpace" presStyleCnt="0"/>
      <dgm:spPr/>
    </dgm:pt>
    <dgm:pt modelId="{C4ABAA34-33E9-4404-9503-F0EAB2F55587}" type="pres">
      <dgm:prSet presAssocID="{46C6ABDD-0D2B-48DC-AB80-29279CADF5A3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696AE2D0-0564-490D-880D-BEB6B00A6379}" type="pres">
      <dgm:prSet presAssocID="{FDD4600B-FF01-4AF7-80DE-C10010A753E8}" presName="parTxOnlySpace" presStyleCnt="0"/>
      <dgm:spPr/>
    </dgm:pt>
    <dgm:pt modelId="{585A2AEB-F572-4A53-B1DB-5B652E6E80CD}" type="pres">
      <dgm:prSet presAssocID="{07D43964-4D2F-40E6-B93D-2788B32F2F51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E55125B2-FEA0-44CA-BD88-F747B5B2D7F1}" type="pres">
      <dgm:prSet presAssocID="{10A8E9D2-1566-44E9-9A9A-C1C41CF3F7A8}" presName="parTxOnlySpace" presStyleCnt="0"/>
      <dgm:spPr/>
    </dgm:pt>
    <dgm:pt modelId="{98FC8788-6117-4F77-8048-51D52CAAAFBE}" type="pres">
      <dgm:prSet presAssocID="{D877B113-DB9C-40BE-9688-186ED1F5D6F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40F27410-369A-4A2B-8755-0E5FEE420389}" type="pres">
      <dgm:prSet presAssocID="{4D7A1B79-B7ED-4F5D-98B4-B72A59C41BA5}" presName="parTxOnlySpace" presStyleCnt="0"/>
      <dgm:spPr/>
    </dgm:pt>
    <dgm:pt modelId="{9E04426B-102F-4E6F-825F-CC4714C1CDC0}" type="pres">
      <dgm:prSet presAssocID="{678CD008-E29C-4783-9F93-A4D18451D80E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A0648A84-A428-4998-845D-9393F03A7D5C}" type="pres">
      <dgm:prSet presAssocID="{79C932A8-5245-4521-81CB-EC2AC0B6D616}" presName="parTxOnlySpace" presStyleCnt="0"/>
      <dgm:spPr/>
    </dgm:pt>
    <dgm:pt modelId="{43564D8B-AD61-44B4-80E2-85EA51FF4D02}" type="pres">
      <dgm:prSet presAssocID="{FACCB6E5-8D21-4F19-91E1-5FE9E5B774F0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52C08161-D9D2-4503-A1EF-5328C651C358}" type="pres">
      <dgm:prSet presAssocID="{B0258AE6-97A0-42E7-B901-F81CFF92EE86}" presName="parTxOnlySpace" presStyleCnt="0"/>
      <dgm:spPr/>
    </dgm:pt>
    <dgm:pt modelId="{B60C5EC1-B7B4-4783-B0BF-0BDC8793BFD5}" type="pres">
      <dgm:prSet presAssocID="{75734312-DAA7-49AA-952E-79A0E0587BC7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15C7F1A5-2ED1-467A-96AA-8ED1ACFA347D}" type="pres">
      <dgm:prSet presAssocID="{3C6C7E67-5C22-427B-8DA9-A9FA4A3F7F90}" presName="parTxOnlySpace" presStyleCnt="0"/>
      <dgm:spPr/>
    </dgm:pt>
    <dgm:pt modelId="{8939DB2C-44F7-4925-BD37-5A0760DD9461}" type="pres">
      <dgm:prSet presAssocID="{52E7382B-92E9-4455-ABE4-E461BD6DC73D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012EBC13-C965-4C05-986F-7B6A0F87F78D}" type="presOf" srcId="{6D5EB0D4-5178-415E-82F9-F264C0571214}" destId="{B14BC0B2-6CC9-4456-9F8A-B8CCDF4AA28A}" srcOrd="0" destOrd="0" presId="urn:microsoft.com/office/officeart/2005/8/layout/chevron1"/>
    <dgm:cxn modelId="{34E41818-1D09-4000-8BAA-54B2945033BB}" srcId="{6D5EB0D4-5178-415E-82F9-F264C0571214}" destId="{D877B113-DB9C-40BE-9688-186ED1F5D6F3}" srcOrd="3" destOrd="0" parTransId="{79B61ED7-6AD4-4DD5-B168-7533BC97E57B}" sibTransId="{4D7A1B79-B7ED-4F5D-98B4-B72A59C41BA5}"/>
    <dgm:cxn modelId="{AAAFFD1B-25C9-4084-8735-E86FEA08F5FE}" srcId="{6D5EB0D4-5178-415E-82F9-F264C0571214}" destId="{75734312-DAA7-49AA-952E-79A0E0587BC7}" srcOrd="6" destOrd="0" parTransId="{A3F1B7A1-B605-4D2C-B669-82CB9EB03ED0}" sibTransId="{3C6C7E67-5C22-427B-8DA9-A9FA4A3F7F90}"/>
    <dgm:cxn modelId="{AC79D51F-ADC6-4C7A-8973-E2CA19930217}" type="presOf" srcId="{678CD008-E29C-4783-9F93-A4D18451D80E}" destId="{9E04426B-102F-4E6F-825F-CC4714C1CDC0}" srcOrd="0" destOrd="0" presId="urn:microsoft.com/office/officeart/2005/8/layout/chevron1"/>
    <dgm:cxn modelId="{6C592B22-F2C6-4D5B-83FC-9F3C21AD7F0C}" type="presOf" srcId="{FACCB6E5-8D21-4F19-91E1-5FE9E5B774F0}" destId="{43564D8B-AD61-44B4-80E2-85EA51FF4D02}" srcOrd="0" destOrd="0" presId="urn:microsoft.com/office/officeart/2005/8/layout/chevron1"/>
    <dgm:cxn modelId="{28A53A25-90FC-4917-A48B-F6A16B541650}" srcId="{6D5EB0D4-5178-415E-82F9-F264C0571214}" destId="{46C6ABDD-0D2B-48DC-AB80-29279CADF5A3}" srcOrd="1" destOrd="0" parTransId="{771F5AA8-43F0-4569-8F7D-F30CE9C7AE25}" sibTransId="{FDD4600B-FF01-4AF7-80DE-C10010A753E8}"/>
    <dgm:cxn modelId="{9336DA4D-83B9-45B3-A4F2-0991FCC6F9CE}" type="presOf" srcId="{52E7382B-92E9-4455-ABE4-E461BD6DC73D}" destId="{8939DB2C-44F7-4925-BD37-5A0760DD9461}" srcOrd="0" destOrd="0" presId="urn:microsoft.com/office/officeart/2005/8/layout/chevron1"/>
    <dgm:cxn modelId="{8988E353-7D3E-4563-9856-E0683EB364BB}" type="presOf" srcId="{B61B4B9A-597C-4D74-A008-09B5C3709D3B}" destId="{5FB9D212-9147-44CC-9FFF-4F24B67DF729}" srcOrd="0" destOrd="0" presId="urn:microsoft.com/office/officeart/2005/8/layout/chevron1"/>
    <dgm:cxn modelId="{40EE8A77-8DFE-4058-B128-9E756642E19D}" srcId="{6D5EB0D4-5178-415E-82F9-F264C0571214}" destId="{678CD008-E29C-4783-9F93-A4D18451D80E}" srcOrd="4" destOrd="0" parTransId="{F8D62ABA-9EF5-4526-9DC2-DEF333386BCE}" sibTransId="{79C932A8-5245-4521-81CB-EC2AC0B6D616}"/>
    <dgm:cxn modelId="{7F3CE593-6563-4271-951D-4A6B75534129}" type="presOf" srcId="{75734312-DAA7-49AA-952E-79A0E0587BC7}" destId="{B60C5EC1-B7B4-4783-B0BF-0BDC8793BFD5}" srcOrd="0" destOrd="0" presId="urn:microsoft.com/office/officeart/2005/8/layout/chevron1"/>
    <dgm:cxn modelId="{B3C34EA2-25B4-4832-9F13-264D433FB5D1}" srcId="{6D5EB0D4-5178-415E-82F9-F264C0571214}" destId="{07D43964-4D2F-40E6-B93D-2788B32F2F51}" srcOrd="2" destOrd="0" parTransId="{2935CCC1-4ADB-4B12-8492-06B4DF328188}" sibTransId="{10A8E9D2-1566-44E9-9A9A-C1C41CF3F7A8}"/>
    <dgm:cxn modelId="{D16323A7-A9FA-4AA2-B7C6-39DE6AF5342E}" srcId="{6D5EB0D4-5178-415E-82F9-F264C0571214}" destId="{52E7382B-92E9-4455-ABE4-E461BD6DC73D}" srcOrd="7" destOrd="0" parTransId="{530FEB44-2EA7-40F1-AE71-F8D62C6569C7}" sibTransId="{1733E75D-ADC6-4068-8C13-23C3BCCDA225}"/>
    <dgm:cxn modelId="{8EB648AA-290F-4D7E-9C57-766DF0E6271D}" srcId="{6D5EB0D4-5178-415E-82F9-F264C0571214}" destId="{FACCB6E5-8D21-4F19-91E1-5FE9E5B774F0}" srcOrd="5" destOrd="0" parTransId="{4171FD9C-8758-4A94-AF7E-495F37CA4573}" sibTransId="{B0258AE6-97A0-42E7-B901-F81CFF92EE86}"/>
    <dgm:cxn modelId="{ED0C83B9-1470-4732-A196-D7C4C3293E4E}" srcId="{6D5EB0D4-5178-415E-82F9-F264C0571214}" destId="{B61B4B9A-597C-4D74-A008-09B5C3709D3B}" srcOrd="0" destOrd="0" parTransId="{88D86B32-92B6-439A-B1C2-4A699CAAF380}" sibTransId="{C4CA7E54-4045-4EEA-B862-F2F87AE06990}"/>
    <dgm:cxn modelId="{F9090EC5-EA3E-4A0D-92CE-CF15C866E320}" type="presOf" srcId="{D877B113-DB9C-40BE-9688-186ED1F5D6F3}" destId="{98FC8788-6117-4F77-8048-51D52CAAAFBE}" srcOrd="0" destOrd="0" presId="urn:microsoft.com/office/officeart/2005/8/layout/chevron1"/>
    <dgm:cxn modelId="{6A80C1CD-CAB6-428B-A97C-8641B1367402}" type="presOf" srcId="{46C6ABDD-0D2B-48DC-AB80-29279CADF5A3}" destId="{C4ABAA34-33E9-4404-9503-F0EAB2F55587}" srcOrd="0" destOrd="0" presId="urn:microsoft.com/office/officeart/2005/8/layout/chevron1"/>
    <dgm:cxn modelId="{D3AFB4D8-A0D3-404E-8E47-5D789CBF43CC}" type="presOf" srcId="{07D43964-4D2F-40E6-B93D-2788B32F2F51}" destId="{585A2AEB-F572-4A53-B1DB-5B652E6E80CD}" srcOrd="0" destOrd="0" presId="urn:microsoft.com/office/officeart/2005/8/layout/chevron1"/>
    <dgm:cxn modelId="{EC569FC5-B16C-4EDD-B0D1-454280163276}" type="presParOf" srcId="{B14BC0B2-6CC9-4456-9F8A-B8CCDF4AA28A}" destId="{5FB9D212-9147-44CC-9FFF-4F24B67DF729}" srcOrd="0" destOrd="0" presId="urn:microsoft.com/office/officeart/2005/8/layout/chevron1"/>
    <dgm:cxn modelId="{4940167F-06E3-4B23-874E-50F13AB30DB3}" type="presParOf" srcId="{B14BC0B2-6CC9-4456-9F8A-B8CCDF4AA28A}" destId="{FE66FEE9-85E5-4F23-9ABA-BB852D0C80C6}" srcOrd="1" destOrd="0" presId="urn:microsoft.com/office/officeart/2005/8/layout/chevron1"/>
    <dgm:cxn modelId="{5811AC34-AA5B-4C4E-AF34-04931B778F49}" type="presParOf" srcId="{B14BC0B2-6CC9-4456-9F8A-B8CCDF4AA28A}" destId="{C4ABAA34-33E9-4404-9503-F0EAB2F55587}" srcOrd="2" destOrd="0" presId="urn:microsoft.com/office/officeart/2005/8/layout/chevron1"/>
    <dgm:cxn modelId="{43BAAE7D-8395-4D74-AE9D-710F9875CBA0}" type="presParOf" srcId="{B14BC0B2-6CC9-4456-9F8A-B8CCDF4AA28A}" destId="{696AE2D0-0564-490D-880D-BEB6B00A6379}" srcOrd="3" destOrd="0" presId="urn:microsoft.com/office/officeart/2005/8/layout/chevron1"/>
    <dgm:cxn modelId="{51253A04-5D9E-4324-92FD-DFD9A7450E29}" type="presParOf" srcId="{B14BC0B2-6CC9-4456-9F8A-B8CCDF4AA28A}" destId="{585A2AEB-F572-4A53-B1DB-5B652E6E80CD}" srcOrd="4" destOrd="0" presId="urn:microsoft.com/office/officeart/2005/8/layout/chevron1"/>
    <dgm:cxn modelId="{4C3BEEDA-B9B1-4FBA-BC9B-0E25B1409D60}" type="presParOf" srcId="{B14BC0B2-6CC9-4456-9F8A-B8CCDF4AA28A}" destId="{E55125B2-FEA0-44CA-BD88-F747B5B2D7F1}" srcOrd="5" destOrd="0" presId="urn:microsoft.com/office/officeart/2005/8/layout/chevron1"/>
    <dgm:cxn modelId="{81A25BFE-C614-4968-8574-06F1F3D3F173}" type="presParOf" srcId="{B14BC0B2-6CC9-4456-9F8A-B8CCDF4AA28A}" destId="{98FC8788-6117-4F77-8048-51D52CAAAFBE}" srcOrd="6" destOrd="0" presId="urn:microsoft.com/office/officeart/2005/8/layout/chevron1"/>
    <dgm:cxn modelId="{5DB8D7BC-B16F-42EF-A20A-E605BE2832D4}" type="presParOf" srcId="{B14BC0B2-6CC9-4456-9F8A-B8CCDF4AA28A}" destId="{40F27410-369A-4A2B-8755-0E5FEE420389}" srcOrd="7" destOrd="0" presId="urn:microsoft.com/office/officeart/2005/8/layout/chevron1"/>
    <dgm:cxn modelId="{496FC697-E79E-43E8-9766-438F483DF085}" type="presParOf" srcId="{B14BC0B2-6CC9-4456-9F8A-B8CCDF4AA28A}" destId="{9E04426B-102F-4E6F-825F-CC4714C1CDC0}" srcOrd="8" destOrd="0" presId="urn:microsoft.com/office/officeart/2005/8/layout/chevron1"/>
    <dgm:cxn modelId="{CB091F58-684D-4770-868A-98CD82DFEBB8}" type="presParOf" srcId="{B14BC0B2-6CC9-4456-9F8A-B8CCDF4AA28A}" destId="{A0648A84-A428-4998-845D-9393F03A7D5C}" srcOrd="9" destOrd="0" presId="urn:microsoft.com/office/officeart/2005/8/layout/chevron1"/>
    <dgm:cxn modelId="{13BE56A6-0AEA-4787-93D9-14B7EBCA7975}" type="presParOf" srcId="{B14BC0B2-6CC9-4456-9F8A-B8CCDF4AA28A}" destId="{43564D8B-AD61-44B4-80E2-85EA51FF4D02}" srcOrd="10" destOrd="0" presId="urn:microsoft.com/office/officeart/2005/8/layout/chevron1"/>
    <dgm:cxn modelId="{66824E7E-CB35-4A94-820F-8A1E6A1403F7}" type="presParOf" srcId="{B14BC0B2-6CC9-4456-9F8A-B8CCDF4AA28A}" destId="{52C08161-D9D2-4503-A1EF-5328C651C358}" srcOrd="11" destOrd="0" presId="urn:microsoft.com/office/officeart/2005/8/layout/chevron1"/>
    <dgm:cxn modelId="{C8263276-EDB3-4FC0-BC17-7EF21F0BB317}" type="presParOf" srcId="{B14BC0B2-6CC9-4456-9F8A-B8CCDF4AA28A}" destId="{B60C5EC1-B7B4-4783-B0BF-0BDC8793BFD5}" srcOrd="12" destOrd="0" presId="urn:microsoft.com/office/officeart/2005/8/layout/chevron1"/>
    <dgm:cxn modelId="{2FE1EFF8-E3BD-498C-B89A-072751EDF14C}" type="presParOf" srcId="{B14BC0B2-6CC9-4456-9F8A-B8CCDF4AA28A}" destId="{15C7F1A5-2ED1-467A-96AA-8ED1ACFA347D}" srcOrd="13" destOrd="0" presId="urn:microsoft.com/office/officeart/2005/8/layout/chevron1"/>
    <dgm:cxn modelId="{A9CEA5EF-A7A0-4C58-96C6-80E2FAF1E5BB}" type="presParOf" srcId="{B14BC0B2-6CC9-4456-9F8A-B8CCDF4AA28A}" destId="{8939DB2C-44F7-4925-BD37-5A0760DD9461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FDE627-16A2-4811-BD1C-8AB2C39537C5}" type="doc">
      <dgm:prSet loTypeId="urn:microsoft.com/office/officeart/2005/8/layout/process5" loCatId="process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DK"/>
        </a:p>
      </dgm:t>
    </dgm:pt>
    <dgm:pt modelId="{8CB32714-273C-4680-A944-AD0A68A9DE9D}">
      <dgm:prSet phldrT="[Text]" custT="1"/>
      <dgm:spPr>
        <a:solidFill>
          <a:srgbClr val="5B9BD5"/>
        </a:solidFill>
      </dgm:spPr>
      <dgm:t>
        <a:bodyPr anchor="ctr"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CP provide responses to questions</a:t>
          </a:r>
          <a:endParaRPr lang="en-DK" sz="1600">
            <a:solidFill>
              <a:srgbClr val="002060"/>
            </a:solidFill>
          </a:endParaRPr>
        </a:p>
      </dgm:t>
    </dgm:pt>
    <dgm:pt modelId="{BC536356-F8F0-4CC0-8A98-C736C2D45C9E}" type="parTrans" cxnId="{932588BF-D40E-494E-A3A0-805CDDF6CA58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138CA6BB-4E49-4611-94E2-66893E110301}" type="sibTrans" cxnId="{932588BF-D40E-494E-A3A0-805CDDF6CA58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23741129-6EC0-4FFD-88F9-9EC642EC967D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 err="1">
              <a:solidFill>
                <a:srgbClr val="002060"/>
              </a:solidFill>
            </a:rPr>
            <a:t>Centralised</a:t>
          </a:r>
          <a:r>
            <a:rPr lang="en-US" sz="1600">
              <a:solidFill>
                <a:srgbClr val="002060"/>
              </a:solidFill>
            </a:rPr>
            <a:t> Review</a:t>
          </a:r>
          <a:endParaRPr lang="en-DK" sz="1600">
            <a:solidFill>
              <a:srgbClr val="002060"/>
            </a:solidFill>
          </a:endParaRPr>
        </a:p>
      </dgm:t>
    </dgm:pt>
    <dgm:pt modelId="{5C62554C-229F-440B-B3DF-B3566D4731A0}" type="parTrans" cxnId="{5CA0414D-1DC7-4E6F-B2CB-65BEEFFC7E9E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4CF7AD70-A1D4-4A51-920F-99ADAB01AB55}" type="sibTrans" cxnId="{5CA0414D-1DC7-4E6F-B2CB-65BEEFFC7E9E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312E244E-B518-4208-BB18-7FEC948EDF25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Potential Technical Corrections</a:t>
          </a:r>
          <a:endParaRPr lang="en-DK" sz="1600">
            <a:solidFill>
              <a:srgbClr val="002060"/>
            </a:solidFill>
          </a:endParaRPr>
        </a:p>
      </dgm:t>
    </dgm:pt>
    <dgm:pt modelId="{4F73F8CB-26D2-450A-A614-78FF99F16DEF}" type="parTrans" cxnId="{D9F7C59A-BD8D-42D5-A5DA-39F8ACFBE899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8CF8574D-E3FA-4CD7-9CD9-07924860AACD}" type="sibTrans" cxnId="{D9F7C59A-BD8D-42D5-A5DA-39F8ACFBE899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C06796D3-43AF-4F1F-8A4C-193154FB0B6E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Based on 15 March submissions</a:t>
          </a:r>
          <a:endParaRPr lang="en-DK" sz="1600">
            <a:solidFill>
              <a:srgbClr val="002060"/>
            </a:solidFill>
          </a:endParaRPr>
        </a:p>
      </dgm:t>
    </dgm:pt>
    <dgm:pt modelId="{D74937B0-CC3A-4596-84DA-1A9C52748BCF}" type="parTrans" cxnId="{D4618DDC-78B6-4847-B7CA-A2EE67EFD864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9844BF1C-B2C2-4965-9C3C-69A127B33C5F}" type="sibTrans" cxnId="{D4618DDC-78B6-4847-B7CA-A2EE67EFD864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647E409B-ECFA-4D10-A0D8-2F0DEC835907}">
      <dgm:prSet phldrT="[Text]" custT="1"/>
      <dgm:spPr>
        <a:solidFill>
          <a:srgbClr val="5B9BD5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CP provide answers to questions and potential technical corrections</a:t>
          </a:r>
          <a:endParaRPr lang="en-DK" sz="1600">
            <a:solidFill>
              <a:srgbClr val="002060"/>
            </a:solidFill>
          </a:endParaRPr>
        </a:p>
      </dgm:t>
    </dgm:pt>
    <dgm:pt modelId="{B5C976F1-BBFD-4FCD-9E06-339CC8EFBFDB}" type="parTrans" cxnId="{61F4300E-E5FB-4381-AB6D-E16869836732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384E41B7-C1EE-4A81-81E3-EE6E142390B6}" type="sibTrans" cxnId="{61F4300E-E5FB-4381-AB6D-E16869836732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334469FE-7F9B-48CC-8A34-6C10A960C78E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Draft Technical Corrections sent to CP</a:t>
          </a:r>
          <a:endParaRPr lang="en-DK" sz="1600">
            <a:solidFill>
              <a:srgbClr val="002060"/>
            </a:solidFill>
          </a:endParaRPr>
        </a:p>
      </dgm:t>
    </dgm:pt>
    <dgm:pt modelId="{EEBE69C2-0679-4E42-AF5F-0422866FF725}" type="parTrans" cxnId="{DF5F5936-7A5A-4614-A6DD-0F3B1D2E0A98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E74C2B7C-AD2A-4186-8210-C3F452CEA54F}" type="sibTrans" cxnId="{DF5F5936-7A5A-4614-A6DD-0F3B1D2E0A98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E9F6F3B0-A786-444A-91C1-4D8772BEE733}">
      <dgm:prSet phldrT="[Text]" custT="1"/>
      <dgm:spPr>
        <a:solidFill>
          <a:srgbClr val="5B9BD5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CP respond to Draft Technical Corrections or provide Revised Estimates</a:t>
          </a:r>
          <a:endParaRPr lang="en-DK" sz="1600">
            <a:solidFill>
              <a:srgbClr val="002060"/>
            </a:solidFill>
          </a:endParaRPr>
        </a:p>
      </dgm:t>
    </dgm:pt>
    <dgm:pt modelId="{C6CE68C3-3A2F-4C49-891F-627CBEC3119F}" type="parTrans" cxnId="{45D23E2F-BC31-4F24-A2DB-5527B96D7705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414AD058-6EAB-45AA-9DEC-7F6EFB42340D}" type="sibTrans" cxnId="{45D23E2F-BC31-4F24-A2DB-5527B96D7705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AB77C679-B753-4F79-AD28-E4CE4C860C83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TERT compiles draft review reports, and sent to CP</a:t>
          </a:r>
          <a:endParaRPr lang="en-DK" sz="1600">
            <a:solidFill>
              <a:srgbClr val="002060"/>
            </a:solidFill>
          </a:endParaRPr>
        </a:p>
      </dgm:t>
    </dgm:pt>
    <dgm:pt modelId="{9CCB16A3-E53E-4C04-BA48-660FF2F2B464}" type="parTrans" cxnId="{D422011B-7D8D-4964-A2D1-50323FC7BCDA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B8B48853-30EB-4FFE-A1F1-B58458EB3997}" type="sibTrans" cxnId="{D422011B-7D8D-4964-A2D1-50323FC7BCDA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3BF18CF0-49B6-4CB7-9428-E44AF124577C}">
      <dgm:prSet phldrT="[Text]" custT="1"/>
      <dgm:spPr>
        <a:solidFill>
          <a:srgbClr val="4BC174"/>
        </a:solidFill>
      </dgm:spPr>
      <dgm:t>
        <a:bodyPr/>
        <a:lstStyle/>
        <a:p>
          <a:pPr algn="l">
            <a:buNone/>
          </a:pPr>
          <a:endParaRPr lang="en-DK" sz="1100">
            <a:solidFill>
              <a:srgbClr val="002060"/>
            </a:solidFill>
          </a:endParaRPr>
        </a:p>
      </dgm:t>
    </dgm:pt>
    <dgm:pt modelId="{4FC87A3B-AC22-4B09-A3B3-BEAEB4A22F36}" type="parTrans" cxnId="{B77336D8-83F4-4650-BB27-8D7CDE4DE9A1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CA6BECA0-08F7-43A2-80BC-CBF396134B55}" type="sibTrans" cxnId="{B77336D8-83F4-4650-BB27-8D7CDE4DE9A1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328E9B6D-8E36-48E9-AF3F-5F687DFB7D17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Potential country visits</a:t>
          </a:r>
          <a:endParaRPr lang="en-DK" sz="1600">
            <a:solidFill>
              <a:srgbClr val="002060"/>
            </a:solidFill>
          </a:endParaRPr>
        </a:p>
      </dgm:t>
    </dgm:pt>
    <dgm:pt modelId="{8144E681-6FC3-4F2C-9347-1D218508ED74}" type="parTrans" cxnId="{6848A4C2-B50D-4ED5-91FE-E8B61C26C75C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E74A1A32-2064-4456-B757-B656A5EE7C54}" type="sibTrans" cxnId="{6848A4C2-B50D-4ED5-91FE-E8B61C26C75C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48A6CAA3-F061-4CC1-8145-66E270B88A09}">
      <dgm:prSet phldrT="[Text]" custT="1"/>
      <dgm:spPr>
        <a:solidFill>
          <a:srgbClr val="5B9BD5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40 days after draft review report</a:t>
          </a:r>
          <a:endParaRPr lang="en-DK" sz="1100">
            <a:solidFill>
              <a:srgbClr val="002060"/>
            </a:solidFill>
          </a:endParaRPr>
        </a:p>
      </dgm:t>
    </dgm:pt>
    <dgm:pt modelId="{6A96C037-5DF0-4BB6-A82F-842C9246725C}" type="parTrans" cxnId="{12C4D774-10C3-4F10-BE2D-BF0B419CD3D3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104E0CB6-FC98-490F-A665-BB949F205EA4}" type="sibTrans" cxnId="{12C4D774-10C3-4F10-BE2D-BF0B419CD3D3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EAE6CF20-C318-4D32-AD1F-EC5ED4027FF3}">
      <dgm:prSet phldrT="[Text]" custT="1"/>
      <dgm:spPr>
        <a:solidFill>
          <a:srgbClr val="5B9BD5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CP provide comments on draft review reports</a:t>
          </a:r>
          <a:endParaRPr lang="en-DK" sz="1600">
            <a:solidFill>
              <a:srgbClr val="002060"/>
            </a:solidFill>
          </a:endParaRPr>
        </a:p>
      </dgm:t>
    </dgm:pt>
    <dgm:pt modelId="{93858EC5-9AEE-4824-B81C-EE978E4E6222}" type="parTrans" cxnId="{E4EEAA6A-3193-4B86-9A2C-F3240E4D14DE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00FE9303-CD61-4B75-A46D-2622EB7196CA}" type="sibTrans" cxnId="{E4EEAA6A-3193-4B86-9A2C-F3240E4D14DE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15AA8DF4-7E40-44B9-BD2A-F07D8D12622D}">
      <dgm:prSet phldrT="[Text]" custT="1"/>
      <dgm:spPr>
        <a:solidFill>
          <a:srgbClr val="4BC174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75 days after </a:t>
          </a:r>
          <a:r>
            <a:rPr lang="en-US" sz="1100" err="1">
              <a:solidFill>
                <a:srgbClr val="002060"/>
              </a:solidFill>
            </a:rPr>
            <a:t>Centralised</a:t>
          </a:r>
          <a:r>
            <a:rPr lang="en-US" sz="1100">
              <a:solidFill>
                <a:srgbClr val="002060"/>
              </a:solidFill>
            </a:rPr>
            <a:t> Review</a:t>
          </a:r>
          <a:endParaRPr lang="en-DK" sz="1100">
            <a:solidFill>
              <a:srgbClr val="002060"/>
            </a:solidFill>
          </a:endParaRPr>
        </a:p>
      </dgm:t>
    </dgm:pt>
    <dgm:pt modelId="{5E234714-54D6-4BBF-B113-1F4EB20A686C}" type="parTrans" cxnId="{77F51570-53C9-4E9B-8D8F-25FF8CA67ABB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7A9C5108-18C4-47EB-839F-6F1240B22A21}" type="sibTrans" cxnId="{77F51570-53C9-4E9B-8D8F-25FF8CA67ABB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F7D28CA4-EC3E-4D75-B5F7-DF68C2717701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TERT </a:t>
          </a:r>
          <a:r>
            <a:rPr lang="en-US" sz="1600" err="1">
              <a:solidFill>
                <a:srgbClr val="002060"/>
              </a:solidFill>
            </a:rPr>
            <a:t>finalises</a:t>
          </a:r>
          <a:r>
            <a:rPr lang="en-US" sz="1600">
              <a:solidFill>
                <a:srgbClr val="002060"/>
              </a:solidFill>
            </a:rPr>
            <a:t> Review Reports</a:t>
          </a:r>
          <a:endParaRPr lang="en-DK" sz="1600">
            <a:solidFill>
              <a:srgbClr val="002060"/>
            </a:solidFill>
          </a:endParaRPr>
        </a:p>
      </dgm:t>
    </dgm:pt>
    <dgm:pt modelId="{CF9CEDBE-FFD1-412A-81B2-B7D69D1B52AD}" type="parTrans" cxnId="{01A21A02-D2DE-49F9-BD16-CFCB58D179D8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1790D47A-AB35-4B1D-BF47-0289EC1D11B7}" type="sibTrans" cxnId="{01A21A02-D2DE-49F9-BD16-CFCB58D179D8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498B37DE-E2BB-4117-B509-63C03788965E}">
      <dgm:prSet phldrT="[Text]" custT="1"/>
      <dgm:spPr>
        <a:solidFill>
          <a:srgbClr val="4BC174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83 days after </a:t>
          </a:r>
          <a:r>
            <a:rPr lang="en-US" sz="1100" err="1">
              <a:solidFill>
                <a:srgbClr val="002060"/>
              </a:solidFill>
            </a:rPr>
            <a:t>Centralised</a:t>
          </a:r>
          <a:r>
            <a:rPr lang="en-US" sz="1100">
              <a:solidFill>
                <a:srgbClr val="002060"/>
              </a:solidFill>
            </a:rPr>
            <a:t> Review</a:t>
          </a:r>
          <a:endParaRPr lang="en-DK" sz="1100">
            <a:solidFill>
              <a:srgbClr val="002060"/>
            </a:solidFill>
          </a:endParaRPr>
        </a:p>
      </dgm:t>
    </dgm:pt>
    <dgm:pt modelId="{B9A839EB-973E-457E-BE39-2FE4A2803E1A}" type="parTrans" cxnId="{CA415AD8-AF77-4013-A176-3C4F5314BF11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271E7E3B-4305-4283-A20C-45939685D375}" type="sibTrans" cxnId="{CA415AD8-AF77-4013-A176-3C4F5314BF11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93AFA51E-EB60-4EBB-9293-E338895424D8}">
      <dgm:prSet phldrT="[Text]" custT="1"/>
      <dgm:spPr>
        <a:solidFill>
          <a:srgbClr val="4BC174"/>
        </a:solidFill>
      </dgm:spPr>
      <dgm:t>
        <a:bodyPr/>
        <a:lstStyle/>
        <a:p>
          <a:pPr algn="ctr">
            <a:buNone/>
          </a:pPr>
          <a:r>
            <a:rPr lang="en-US" sz="1600">
              <a:solidFill>
                <a:srgbClr val="002060"/>
              </a:solidFill>
            </a:rPr>
            <a:t>Final Review Reports sent to CP</a:t>
          </a:r>
          <a:endParaRPr lang="en-DK" sz="1600">
            <a:solidFill>
              <a:srgbClr val="002060"/>
            </a:solidFill>
          </a:endParaRPr>
        </a:p>
      </dgm:t>
    </dgm:pt>
    <dgm:pt modelId="{5384B796-F6FE-4C5D-A46B-9869680779D3}" type="parTrans" cxnId="{71DAC077-9FB8-4600-A1E0-6BC63DB935DB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75C1D33C-645A-4686-852C-A70B4655F292}" type="sibTrans" cxnId="{71DAC077-9FB8-4600-A1E0-6BC63DB935DB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68801503-34A1-4ECA-87B6-C2F00A5153CF}">
      <dgm:prSet phldrT="[Text]" custT="1"/>
      <dgm:spPr>
        <a:solidFill>
          <a:srgbClr val="4BC174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21 days after </a:t>
          </a:r>
          <a:r>
            <a:rPr lang="en-US" sz="1100" err="1">
              <a:solidFill>
                <a:srgbClr val="002060"/>
              </a:solidFill>
            </a:rPr>
            <a:t>Centralised</a:t>
          </a:r>
          <a:r>
            <a:rPr lang="en-US" sz="1100">
              <a:solidFill>
                <a:srgbClr val="002060"/>
              </a:solidFill>
            </a:rPr>
            <a:t> Review</a:t>
          </a:r>
          <a:endParaRPr lang="en-DK" sz="1100">
            <a:solidFill>
              <a:srgbClr val="002060"/>
            </a:solidFill>
          </a:endParaRPr>
        </a:p>
      </dgm:t>
    </dgm:pt>
    <dgm:pt modelId="{274C6082-6151-4C0E-8E24-C1D21CA680BF}" type="parTrans" cxnId="{2E5651A7-BC05-483A-9288-B2A41F654E8C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09882002-FDF6-4EB3-A56C-C058E7FBA1C6}" type="sibTrans" cxnId="{2E5651A7-BC05-483A-9288-B2A41F654E8C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1437D3B4-E6DB-43E5-B3D8-44CB87F5FFA2}">
      <dgm:prSet phldrT="[Text]" custT="1"/>
      <dgm:spPr>
        <a:solidFill>
          <a:srgbClr val="5B9BD5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15 days after </a:t>
          </a:r>
          <a:r>
            <a:rPr lang="en-US" sz="1100" err="1">
              <a:solidFill>
                <a:srgbClr val="002060"/>
              </a:solidFill>
            </a:rPr>
            <a:t>Centralised</a:t>
          </a:r>
          <a:r>
            <a:rPr lang="en-US" sz="1100">
              <a:solidFill>
                <a:srgbClr val="002060"/>
              </a:solidFill>
            </a:rPr>
            <a:t> Review</a:t>
          </a:r>
          <a:endParaRPr lang="en-DK" sz="1100">
            <a:solidFill>
              <a:srgbClr val="002060"/>
            </a:solidFill>
          </a:endParaRPr>
        </a:p>
      </dgm:t>
    </dgm:pt>
    <dgm:pt modelId="{0220E5ED-1C61-4293-A8CA-395BF09D2124}" type="parTrans" cxnId="{9723EB9A-78D0-4838-BD0B-E13E44734DA7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EE97CC29-9FAB-4A0E-B413-4F12AD2A86B0}" type="sibTrans" cxnId="{9723EB9A-78D0-4838-BD0B-E13E44734DA7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02D93C24-DDFE-45F2-BD8D-322B329B47FB}">
      <dgm:prSet phldrT="[Text]" custT="1"/>
      <dgm:spPr>
        <a:solidFill>
          <a:srgbClr val="4BC174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1 day after </a:t>
          </a:r>
          <a:r>
            <a:rPr lang="en-US" sz="1100" err="1">
              <a:solidFill>
                <a:srgbClr val="002060"/>
              </a:solidFill>
            </a:rPr>
            <a:t>Centralised</a:t>
          </a:r>
          <a:r>
            <a:rPr lang="en-US" sz="1100">
              <a:solidFill>
                <a:srgbClr val="002060"/>
              </a:solidFill>
            </a:rPr>
            <a:t> Review</a:t>
          </a:r>
          <a:endParaRPr lang="en-DK" sz="1100">
            <a:solidFill>
              <a:srgbClr val="002060"/>
            </a:solidFill>
          </a:endParaRPr>
        </a:p>
      </dgm:t>
    </dgm:pt>
    <dgm:pt modelId="{EF119761-2DA5-475F-BB27-10A2A093DCB6}" type="parTrans" cxnId="{A98F704B-39D1-4C53-878A-259B9196FA09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A2673D00-4396-46AF-A7EB-D70C2F2A8809}" type="sibTrans" cxnId="{A98F704B-39D1-4C53-878A-259B9196FA09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A9F624C2-4CF1-4A6A-9534-40B1EFDC06BC}">
      <dgm:prSet phldrT="[Text]" custT="1"/>
      <dgm:spPr>
        <a:solidFill>
          <a:srgbClr val="5B9BD5"/>
        </a:solidFill>
      </dgm:spPr>
      <dgm:t>
        <a:bodyPr/>
        <a:lstStyle/>
        <a:p>
          <a:pPr algn="l">
            <a:buNone/>
          </a:pPr>
          <a:r>
            <a:rPr lang="en-US" sz="1100">
              <a:solidFill>
                <a:srgbClr val="002060"/>
              </a:solidFill>
            </a:rPr>
            <a:t>1 week</a:t>
          </a:r>
          <a:endParaRPr lang="en-DK" sz="1100">
            <a:solidFill>
              <a:srgbClr val="002060"/>
            </a:solidFill>
          </a:endParaRPr>
        </a:p>
      </dgm:t>
    </dgm:pt>
    <dgm:pt modelId="{FB9050E6-D41A-4D5A-91DB-6D1214B0FFD0}" type="parTrans" cxnId="{0D953603-1C3A-4E2E-955D-A85244AE92A2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0A1BEA22-72CB-422C-AB8C-A22A0FA769AD}" type="sibTrans" cxnId="{0D953603-1C3A-4E2E-955D-A85244AE92A2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1BF29457-7E38-4855-9807-DAE57BB7A987}">
      <dgm:prSet phldrT="[Text]" custT="1"/>
      <dgm:spPr>
        <a:solidFill>
          <a:srgbClr val="4BC174"/>
        </a:solidFill>
      </dgm:spPr>
      <dgm:t>
        <a:bodyPr/>
        <a:lstStyle/>
        <a:p>
          <a:r>
            <a:rPr lang="en-US" sz="1100">
              <a:solidFill>
                <a:srgbClr val="002060"/>
              </a:solidFill>
            </a:rPr>
            <a:t>1 week</a:t>
          </a:r>
          <a:endParaRPr lang="en-DK" sz="1100">
            <a:solidFill>
              <a:srgbClr val="002060"/>
            </a:solidFill>
          </a:endParaRPr>
        </a:p>
      </dgm:t>
    </dgm:pt>
    <dgm:pt modelId="{6F15AB35-0EE7-4E51-8FBE-7CDDB4282678}" type="parTrans" cxnId="{1DC13356-3761-4302-830E-6FF0FDD24D9A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D7361A30-A04F-45B4-AEAB-D40F1BE6E76F}" type="sibTrans" cxnId="{1DC13356-3761-4302-830E-6FF0FDD24D9A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A7593D10-9CA1-432C-84CF-C91E4B4F14DB}">
      <dgm:prSet phldrT="[Text]" custT="1"/>
      <dgm:spPr>
        <a:solidFill>
          <a:srgbClr val="5B9BD5"/>
        </a:solidFill>
      </dgm:spPr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D2FA04DB-279F-48EF-BFDD-AB43484F2BF3}" type="parTrans" cxnId="{DFE45E69-73A6-403A-9835-D57EDE4C7C9A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7581E418-A20A-4CA3-9823-6B5BBA46D281}" type="sibTrans" cxnId="{DFE45E69-73A6-403A-9835-D57EDE4C7C9A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4B703F45-DCDD-4940-92F3-4CF880988991}">
      <dgm:prSet phldrT="[Text]" custT="1"/>
      <dgm:spPr>
        <a:solidFill>
          <a:srgbClr val="4BC174"/>
        </a:solidFill>
      </dgm:spPr>
      <dgm:t>
        <a:bodyPr/>
        <a:lstStyle/>
        <a:p>
          <a:r>
            <a:rPr lang="en-US" sz="1600">
              <a:solidFill>
                <a:srgbClr val="002060"/>
              </a:solidFill>
            </a:rPr>
            <a:t>Desk based Review</a:t>
          </a:r>
          <a:endParaRPr lang="en-DK" sz="1100">
            <a:solidFill>
              <a:srgbClr val="002060"/>
            </a:solidFill>
          </a:endParaRPr>
        </a:p>
      </dgm:t>
    </dgm:pt>
    <dgm:pt modelId="{54833FE0-4BF7-42A8-AD70-BD36445762CA}" type="parTrans" cxnId="{CFA6146A-1BB9-4C9D-A94D-1239088534EF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0F20D615-6CFF-4975-A8C3-57E1A1A06476}" type="sibTrans" cxnId="{CFA6146A-1BB9-4C9D-A94D-1239088534EF}">
      <dgm:prSet/>
      <dgm:spPr/>
      <dgm:t>
        <a:bodyPr/>
        <a:lstStyle/>
        <a:p>
          <a:endParaRPr lang="en-DK" sz="1100">
            <a:solidFill>
              <a:srgbClr val="002060"/>
            </a:solidFill>
          </a:endParaRPr>
        </a:p>
      </dgm:t>
    </dgm:pt>
    <dgm:pt modelId="{4EC9501A-E52A-401C-999A-BA767419AC20}" type="pres">
      <dgm:prSet presAssocID="{E1FDE627-16A2-4811-BD1C-8AB2C39537C5}" presName="diagram" presStyleCnt="0">
        <dgm:presLayoutVars>
          <dgm:dir/>
          <dgm:resizeHandles val="exact"/>
        </dgm:presLayoutVars>
      </dgm:prSet>
      <dgm:spPr/>
    </dgm:pt>
    <dgm:pt modelId="{5AA5EBF4-D834-4CD5-AD46-E4ACA7D85694}" type="pres">
      <dgm:prSet presAssocID="{4B703F45-DCDD-4940-92F3-4CF880988991}" presName="node" presStyleLbl="node1" presStyleIdx="0" presStyleCnt="11">
        <dgm:presLayoutVars>
          <dgm:bulletEnabled val="1"/>
        </dgm:presLayoutVars>
      </dgm:prSet>
      <dgm:spPr/>
    </dgm:pt>
    <dgm:pt modelId="{50AD0C57-7531-4E13-B689-66AF2DA9D687}" type="pres">
      <dgm:prSet presAssocID="{0F20D615-6CFF-4975-A8C3-57E1A1A06476}" presName="sibTrans" presStyleLbl="sibTrans2D1" presStyleIdx="0" presStyleCnt="10"/>
      <dgm:spPr/>
    </dgm:pt>
    <dgm:pt modelId="{207FC8FE-087C-45DC-B207-EA0D75066AB0}" type="pres">
      <dgm:prSet presAssocID="{0F20D615-6CFF-4975-A8C3-57E1A1A06476}" presName="connectorText" presStyleLbl="sibTrans2D1" presStyleIdx="0" presStyleCnt="10"/>
      <dgm:spPr/>
    </dgm:pt>
    <dgm:pt modelId="{D5653288-84BA-4EF3-846C-8AF5A4887E1A}" type="pres">
      <dgm:prSet presAssocID="{A7593D10-9CA1-432C-84CF-C91E4B4F14DB}" presName="node" presStyleLbl="node1" presStyleIdx="1" presStyleCnt="11">
        <dgm:presLayoutVars>
          <dgm:bulletEnabled val="1"/>
        </dgm:presLayoutVars>
      </dgm:prSet>
      <dgm:spPr/>
    </dgm:pt>
    <dgm:pt modelId="{1A7CFD79-983A-4939-A1A1-89D196512F7B}" type="pres">
      <dgm:prSet presAssocID="{7581E418-A20A-4CA3-9823-6B5BBA46D281}" presName="sibTrans" presStyleLbl="sibTrans2D1" presStyleIdx="1" presStyleCnt="10"/>
      <dgm:spPr/>
    </dgm:pt>
    <dgm:pt modelId="{6CC6D4D4-D4CA-4394-825E-8DCB374684D2}" type="pres">
      <dgm:prSet presAssocID="{7581E418-A20A-4CA3-9823-6B5BBA46D281}" presName="connectorText" presStyleLbl="sibTrans2D1" presStyleIdx="1" presStyleCnt="10"/>
      <dgm:spPr/>
    </dgm:pt>
    <dgm:pt modelId="{4D94BC5B-7D43-4F26-805D-D16C7E5269DE}" type="pres">
      <dgm:prSet presAssocID="{1BF29457-7E38-4855-9807-DAE57BB7A987}" presName="node" presStyleLbl="node1" presStyleIdx="2" presStyleCnt="11">
        <dgm:presLayoutVars>
          <dgm:bulletEnabled val="1"/>
        </dgm:presLayoutVars>
      </dgm:prSet>
      <dgm:spPr/>
    </dgm:pt>
    <dgm:pt modelId="{87FEBDB0-47B1-4886-A457-8C08AF20AA3C}" type="pres">
      <dgm:prSet presAssocID="{D7361A30-A04F-45B4-AEAB-D40F1BE6E76F}" presName="sibTrans" presStyleLbl="sibTrans2D1" presStyleIdx="2" presStyleCnt="10"/>
      <dgm:spPr/>
    </dgm:pt>
    <dgm:pt modelId="{9FD336AA-8CEA-477E-A435-99A2B45DE123}" type="pres">
      <dgm:prSet presAssocID="{D7361A30-A04F-45B4-AEAB-D40F1BE6E76F}" presName="connectorText" presStyleLbl="sibTrans2D1" presStyleIdx="2" presStyleCnt="10"/>
      <dgm:spPr/>
    </dgm:pt>
    <dgm:pt modelId="{02CEAD7D-0E1B-4BA0-936F-88D2AF4E5184}" type="pres">
      <dgm:prSet presAssocID="{A9F624C2-4CF1-4A6A-9534-40B1EFDC06BC}" presName="node" presStyleLbl="node1" presStyleIdx="3" presStyleCnt="11">
        <dgm:presLayoutVars>
          <dgm:bulletEnabled val="1"/>
        </dgm:presLayoutVars>
      </dgm:prSet>
      <dgm:spPr/>
    </dgm:pt>
    <dgm:pt modelId="{59C36203-1C5D-4B0A-B772-DD7E2CA15143}" type="pres">
      <dgm:prSet presAssocID="{0A1BEA22-72CB-422C-AB8C-A22A0FA769AD}" presName="sibTrans" presStyleLbl="sibTrans2D1" presStyleIdx="3" presStyleCnt="10"/>
      <dgm:spPr/>
    </dgm:pt>
    <dgm:pt modelId="{B7EDA576-DD70-45A2-939E-A9E92BDBF466}" type="pres">
      <dgm:prSet presAssocID="{0A1BEA22-72CB-422C-AB8C-A22A0FA769AD}" presName="connectorText" presStyleLbl="sibTrans2D1" presStyleIdx="3" presStyleCnt="10"/>
      <dgm:spPr/>
    </dgm:pt>
    <dgm:pt modelId="{A8D70826-7D5B-435B-801C-4ECBBA9357A6}" type="pres">
      <dgm:prSet presAssocID="{02D93C24-DDFE-45F2-BD8D-322B329B47FB}" presName="node" presStyleLbl="node1" presStyleIdx="4" presStyleCnt="11">
        <dgm:presLayoutVars>
          <dgm:bulletEnabled val="1"/>
        </dgm:presLayoutVars>
      </dgm:prSet>
      <dgm:spPr/>
    </dgm:pt>
    <dgm:pt modelId="{919B14B3-AE71-4E9D-93D6-223669C371C2}" type="pres">
      <dgm:prSet presAssocID="{A2673D00-4396-46AF-A7EB-D70C2F2A8809}" presName="sibTrans" presStyleLbl="sibTrans2D1" presStyleIdx="4" presStyleCnt="10"/>
      <dgm:spPr/>
    </dgm:pt>
    <dgm:pt modelId="{76B3381E-12E1-4BEA-8026-BE3BD4EED0E9}" type="pres">
      <dgm:prSet presAssocID="{A2673D00-4396-46AF-A7EB-D70C2F2A8809}" presName="connectorText" presStyleLbl="sibTrans2D1" presStyleIdx="4" presStyleCnt="10"/>
      <dgm:spPr/>
    </dgm:pt>
    <dgm:pt modelId="{E184391A-0CEA-4C4D-8B97-5B8BFFA91916}" type="pres">
      <dgm:prSet presAssocID="{1437D3B4-E6DB-43E5-B3D8-44CB87F5FFA2}" presName="node" presStyleLbl="node1" presStyleIdx="5" presStyleCnt="11">
        <dgm:presLayoutVars>
          <dgm:bulletEnabled val="1"/>
        </dgm:presLayoutVars>
      </dgm:prSet>
      <dgm:spPr/>
    </dgm:pt>
    <dgm:pt modelId="{7AF6E9F1-40EA-4DB9-B220-9046F60C553F}" type="pres">
      <dgm:prSet presAssocID="{EE97CC29-9FAB-4A0E-B413-4F12AD2A86B0}" presName="sibTrans" presStyleLbl="sibTrans2D1" presStyleIdx="5" presStyleCnt="10"/>
      <dgm:spPr/>
    </dgm:pt>
    <dgm:pt modelId="{40ED6E98-899E-421B-A90B-0C2A39D62F03}" type="pres">
      <dgm:prSet presAssocID="{EE97CC29-9FAB-4A0E-B413-4F12AD2A86B0}" presName="connectorText" presStyleLbl="sibTrans2D1" presStyleIdx="5" presStyleCnt="10"/>
      <dgm:spPr/>
    </dgm:pt>
    <dgm:pt modelId="{7CEC8E69-BB6B-4E52-9C24-8BC163404A97}" type="pres">
      <dgm:prSet presAssocID="{68801503-34A1-4ECA-87B6-C2F00A5153CF}" presName="node" presStyleLbl="node1" presStyleIdx="6" presStyleCnt="11">
        <dgm:presLayoutVars>
          <dgm:bulletEnabled val="1"/>
        </dgm:presLayoutVars>
      </dgm:prSet>
      <dgm:spPr/>
    </dgm:pt>
    <dgm:pt modelId="{289505FA-E900-4B8D-8E80-81D1269DCFED}" type="pres">
      <dgm:prSet presAssocID="{09882002-FDF6-4EB3-A56C-C058E7FBA1C6}" presName="sibTrans" presStyleLbl="sibTrans2D1" presStyleIdx="6" presStyleCnt="10"/>
      <dgm:spPr/>
    </dgm:pt>
    <dgm:pt modelId="{3535F35F-AEB7-4E7B-BA47-4B456270C376}" type="pres">
      <dgm:prSet presAssocID="{09882002-FDF6-4EB3-A56C-C058E7FBA1C6}" presName="connectorText" presStyleLbl="sibTrans2D1" presStyleIdx="6" presStyleCnt="10"/>
      <dgm:spPr/>
    </dgm:pt>
    <dgm:pt modelId="{F0339949-56EA-4BF3-8FFB-FC13A54D3153}" type="pres">
      <dgm:prSet presAssocID="{3BF18CF0-49B6-4CB7-9428-E44AF124577C}" presName="node" presStyleLbl="node1" presStyleIdx="7" presStyleCnt="11">
        <dgm:presLayoutVars>
          <dgm:bulletEnabled val="1"/>
        </dgm:presLayoutVars>
      </dgm:prSet>
      <dgm:spPr/>
    </dgm:pt>
    <dgm:pt modelId="{31EFA7F2-439B-49A5-BB09-6A205620B5A6}" type="pres">
      <dgm:prSet presAssocID="{CA6BECA0-08F7-43A2-80BC-CBF396134B55}" presName="sibTrans" presStyleLbl="sibTrans2D1" presStyleIdx="7" presStyleCnt="10"/>
      <dgm:spPr/>
    </dgm:pt>
    <dgm:pt modelId="{FD38E695-32C1-4D66-84CA-DD99AE93848B}" type="pres">
      <dgm:prSet presAssocID="{CA6BECA0-08F7-43A2-80BC-CBF396134B55}" presName="connectorText" presStyleLbl="sibTrans2D1" presStyleIdx="7" presStyleCnt="10"/>
      <dgm:spPr/>
    </dgm:pt>
    <dgm:pt modelId="{792D0939-7120-4CD0-BE3C-FD9C0B1E9F75}" type="pres">
      <dgm:prSet presAssocID="{48A6CAA3-F061-4CC1-8145-66E270B88A09}" presName="node" presStyleLbl="node1" presStyleIdx="8" presStyleCnt="11">
        <dgm:presLayoutVars>
          <dgm:bulletEnabled val="1"/>
        </dgm:presLayoutVars>
      </dgm:prSet>
      <dgm:spPr/>
    </dgm:pt>
    <dgm:pt modelId="{FA5A91B6-9CC2-47F7-A586-0006A1165C3C}" type="pres">
      <dgm:prSet presAssocID="{104E0CB6-FC98-490F-A665-BB949F205EA4}" presName="sibTrans" presStyleLbl="sibTrans2D1" presStyleIdx="8" presStyleCnt="10"/>
      <dgm:spPr/>
    </dgm:pt>
    <dgm:pt modelId="{BAC09258-1316-4A3A-995E-667570FC0D71}" type="pres">
      <dgm:prSet presAssocID="{104E0CB6-FC98-490F-A665-BB949F205EA4}" presName="connectorText" presStyleLbl="sibTrans2D1" presStyleIdx="8" presStyleCnt="10"/>
      <dgm:spPr/>
    </dgm:pt>
    <dgm:pt modelId="{4C51C1F1-3F8C-4E01-AC31-6C80EF91E4BF}" type="pres">
      <dgm:prSet presAssocID="{15AA8DF4-7E40-44B9-BD2A-F07D8D12622D}" presName="node" presStyleLbl="node1" presStyleIdx="9" presStyleCnt="11">
        <dgm:presLayoutVars>
          <dgm:bulletEnabled val="1"/>
        </dgm:presLayoutVars>
      </dgm:prSet>
      <dgm:spPr/>
    </dgm:pt>
    <dgm:pt modelId="{25129627-A12D-48F9-83C2-91593D7CA200}" type="pres">
      <dgm:prSet presAssocID="{7A9C5108-18C4-47EB-839F-6F1240B22A21}" presName="sibTrans" presStyleLbl="sibTrans2D1" presStyleIdx="9" presStyleCnt="10"/>
      <dgm:spPr/>
    </dgm:pt>
    <dgm:pt modelId="{07557279-E961-4930-A4D1-D97F527DF72A}" type="pres">
      <dgm:prSet presAssocID="{7A9C5108-18C4-47EB-839F-6F1240B22A21}" presName="connectorText" presStyleLbl="sibTrans2D1" presStyleIdx="9" presStyleCnt="10"/>
      <dgm:spPr/>
    </dgm:pt>
    <dgm:pt modelId="{DD7D43B3-322F-4F7A-829E-16AADB019FE3}" type="pres">
      <dgm:prSet presAssocID="{498B37DE-E2BB-4117-B509-63C03788965E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E55E601-5085-4C67-A006-CB88A946DB6A}" type="presOf" srcId="{09882002-FDF6-4EB3-A56C-C058E7FBA1C6}" destId="{3535F35F-AEB7-4E7B-BA47-4B456270C376}" srcOrd="1" destOrd="0" presId="urn:microsoft.com/office/officeart/2005/8/layout/process5"/>
    <dgm:cxn modelId="{39EFFE01-02B9-49DC-859A-1A4A53CD8230}" type="presOf" srcId="{EE97CC29-9FAB-4A0E-B413-4F12AD2A86B0}" destId="{40ED6E98-899E-421B-A90B-0C2A39D62F03}" srcOrd="1" destOrd="0" presId="urn:microsoft.com/office/officeart/2005/8/layout/process5"/>
    <dgm:cxn modelId="{01A21A02-D2DE-49F9-BD16-CFCB58D179D8}" srcId="{15AA8DF4-7E40-44B9-BD2A-F07D8D12622D}" destId="{F7D28CA4-EC3E-4D75-B5F7-DF68C2717701}" srcOrd="0" destOrd="0" parTransId="{CF9CEDBE-FFD1-412A-81B2-B7D69D1B52AD}" sibTransId="{1790D47A-AB35-4B1D-BF47-0289EC1D11B7}"/>
    <dgm:cxn modelId="{0D953603-1C3A-4E2E-955D-A85244AE92A2}" srcId="{E1FDE627-16A2-4811-BD1C-8AB2C39537C5}" destId="{A9F624C2-4CF1-4A6A-9534-40B1EFDC06BC}" srcOrd="3" destOrd="0" parTransId="{FB9050E6-D41A-4D5A-91DB-6D1214B0FFD0}" sibTransId="{0A1BEA22-72CB-422C-AB8C-A22A0FA769AD}"/>
    <dgm:cxn modelId="{5DCEA904-B334-46A5-B0AC-9BFD8672EFCB}" type="presOf" srcId="{4B703F45-DCDD-4940-92F3-4CF880988991}" destId="{5AA5EBF4-D834-4CD5-AD46-E4ACA7D85694}" srcOrd="0" destOrd="0" presId="urn:microsoft.com/office/officeart/2005/8/layout/process5"/>
    <dgm:cxn modelId="{FE536008-9AD0-44CA-A8A2-90330C8D3A2F}" type="presOf" srcId="{0A1BEA22-72CB-422C-AB8C-A22A0FA769AD}" destId="{B7EDA576-DD70-45A2-939E-A9E92BDBF466}" srcOrd="1" destOrd="0" presId="urn:microsoft.com/office/officeart/2005/8/layout/process5"/>
    <dgm:cxn modelId="{65561609-F946-4AB8-B8FF-61EC94539654}" type="presOf" srcId="{328E9B6D-8E36-48E9-AF3F-5F687DFB7D17}" destId="{F0339949-56EA-4BF3-8FFB-FC13A54D3153}" srcOrd="0" destOrd="1" presId="urn:microsoft.com/office/officeart/2005/8/layout/process5"/>
    <dgm:cxn modelId="{48A85F0C-F3D4-45D5-B4E6-0841088A6C6F}" type="presOf" srcId="{A9F624C2-4CF1-4A6A-9534-40B1EFDC06BC}" destId="{02CEAD7D-0E1B-4BA0-936F-88D2AF4E5184}" srcOrd="0" destOrd="0" presId="urn:microsoft.com/office/officeart/2005/8/layout/process5"/>
    <dgm:cxn modelId="{AE7A5D0D-771B-4251-8634-14A6BDFB0993}" type="presOf" srcId="{7A9C5108-18C4-47EB-839F-6F1240B22A21}" destId="{25129627-A12D-48F9-83C2-91593D7CA200}" srcOrd="0" destOrd="0" presId="urn:microsoft.com/office/officeart/2005/8/layout/process5"/>
    <dgm:cxn modelId="{61F4300E-E5FB-4381-AB6D-E16869836732}" srcId="{A9F624C2-4CF1-4A6A-9534-40B1EFDC06BC}" destId="{647E409B-ECFA-4D10-A0D8-2F0DEC835907}" srcOrd="0" destOrd="0" parTransId="{B5C976F1-BBFD-4FCD-9E06-339CC8EFBFDB}" sibTransId="{384E41B7-C1EE-4A81-81E3-EE6E142390B6}"/>
    <dgm:cxn modelId="{94F9EC11-CDC9-4ABB-B251-405390545C0B}" type="presOf" srcId="{D7361A30-A04F-45B4-AEAB-D40F1BE6E76F}" destId="{9FD336AA-8CEA-477E-A435-99A2B45DE123}" srcOrd="1" destOrd="0" presId="urn:microsoft.com/office/officeart/2005/8/layout/process5"/>
    <dgm:cxn modelId="{D422011B-7D8D-4964-A2D1-50323FC7BCDA}" srcId="{68801503-34A1-4ECA-87B6-C2F00A5153CF}" destId="{AB77C679-B753-4F79-AD28-E4CE4C860C83}" srcOrd="0" destOrd="0" parTransId="{9CCB16A3-E53E-4C04-BA48-660FF2F2B464}" sibTransId="{B8B48853-30EB-4FFE-A1F1-B58458EB3997}"/>
    <dgm:cxn modelId="{DB6A071E-E755-4E93-AF13-A99FC7C22A1D}" type="presOf" srcId="{09882002-FDF6-4EB3-A56C-C058E7FBA1C6}" destId="{289505FA-E900-4B8D-8E80-81D1269DCFED}" srcOrd="0" destOrd="0" presId="urn:microsoft.com/office/officeart/2005/8/layout/process5"/>
    <dgm:cxn modelId="{45D23E2F-BC31-4F24-A2DB-5527B96D7705}" srcId="{1437D3B4-E6DB-43E5-B3D8-44CB87F5FFA2}" destId="{E9F6F3B0-A786-444A-91C1-4D8772BEE733}" srcOrd="0" destOrd="0" parTransId="{C6CE68C3-3A2F-4C49-891F-627CBEC3119F}" sibTransId="{414AD058-6EAB-45AA-9DEC-7F6EFB42340D}"/>
    <dgm:cxn modelId="{DF5F5936-7A5A-4614-A6DD-0F3B1D2E0A98}" srcId="{02D93C24-DDFE-45F2-BD8D-322B329B47FB}" destId="{334469FE-7F9B-48CC-8A34-6C10A960C78E}" srcOrd="0" destOrd="0" parTransId="{EEBE69C2-0679-4E42-AF5F-0422866FF725}" sibTransId="{E74C2B7C-AD2A-4186-8210-C3F452CEA54F}"/>
    <dgm:cxn modelId="{3C820637-0EB6-4C2E-97AA-66264FC4DCCD}" type="presOf" srcId="{C06796D3-43AF-4F1F-8A4C-193154FB0B6E}" destId="{5AA5EBF4-D834-4CD5-AD46-E4ACA7D85694}" srcOrd="0" destOrd="1" presId="urn:microsoft.com/office/officeart/2005/8/layout/process5"/>
    <dgm:cxn modelId="{2CB8EA3A-1722-4682-97F1-112FC973368D}" type="presOf" srcId="{1BF29457-7E38-4855-9807-DAE57BB7A987}" destId="{4D94BC5B-7D43-4F26-805D-D16C7E5269DE}" srcOrd="0" destOrd="0" presId="urn:microsoft.com/office/officeart/2005/8/layout/process5"/>
    <dgm:cxn modelId="{8F79A240-FCBB-47D4-92FB-BDD9958A5C94}" type="presOf" srcId="{0F20D615-6CFF-4975-A8C3-57E1A1A06476}" destId="{50AD0C57-7531-4E13-B689-66AF2DA9D687}" srcOrd="0" destOrd="0" presId="urn:microsoft.com/office/officeart/2005/8/layout/process5"/>
    <dgm:cxn modelId="{BD7EFC5D-5D2D-4832-942A-62C4AF46C1D9}" type="presOf" srcId="{312E244E-B518-4208-BB18-7FEC948EDF25}" destId="{4D94BC5B-7D43-4F26-805D-D16C7E5269DE}" srcOrd="0" destOrd="2" presId="urn:microsoft.com/office/officeart/2005/8/layout/process5"/>
    <dgm:cxn modelId="{D04D5E41-EE53-44DB-A55F-3C7B57B3949F}" type="presOf" srcId="{A7593D10-9CA1-432C-84CF-C91E4B4F14DB}" destId="{D5653288-84BA-4EF3-846C-8AF5A4887E1A}" srcOrd="0" destOrd="0" presId="urn:microsoft.com/office/officeart/2005/8/layout/process5"/>
    <dgm:cxn modelId="{D05F2C62-D4F7-40A9-94C0-7FFB50CB46F9}" type="presOf" srcId="{0F20D615-6CFF-4975-A8C3-57E1A1A06476}" destId="{207FC8FE-087C-45DC-B207-EA0D75066AB0}" srcOrd="1" destOrd="0" presId="urn:microsoft.com/office/officeart/2005/8/layout/process5"/>
    <dgm:cxn modelId="{89D1BF42-2019-4ACD-85E8-3B2653FCBCFC}" type="presOf" srcId="{104E0CB6-FC98-490F-A665-BB949F205EA4}" destId="{FA5A91B6-9CC2-47F7-A586-0006A1165C3C}" srcOrd="0" destOrd="0" presId="urn:microsoft.com/office/officeart/2005/8/layout/process5"/>
    <dgm:cxn modelId="{0E6D2A63-B29D-4E28-9DD3-37FD6FEFF43B}" type="presOf" srcId="{93AFA51E-EB60-4EBB-9293-E338895424D8}" destId="{DD7D43B3-322F-4F7A-829E-16AADB019FE3}" srcOrd="0" destOrd="1" presId="urn:microsoft.com/office/officeart/2005/8/layout/process5"/>
    <dgm:cxn modelId="{8A3FCD65-C063-46C9-A1C3-9F0A5A188FD9}" type="presOf" srcId="{7581E418-A20A-4CA3-9823-6B5BBA46D281}" destId="{6CC6D4D4-D4CA-4394-825E-8DCB374684D2}" srcOrd="1" destOrd="0" presId="urn:microsoft.com/office/officeart/2005/8/layout/process5"/>
    <dgm:cxn modelId="{3A914768-6624-491D-9E4F-126A647891A7}" type="presOf" srcId="{0A1BEA22-72CB-422C-AB8C-A22A0FA769AD}" destId="{59C36203-1C5D-4B0A-B772-DD7E2CA15143}" srcOrd="0" destOrd="0" presId="urn:microsoft.com/office/officeart/2005/8/layout/process5"/>
    <dgm:cxn modelId="{B1D4B468-7D0A-4E5E-A7E0-32C61C732D87}" type="presOf" srcId="{647E409B-ECFA-4D10-A0D8-2F0DEC835907}" destId="{02CEAD7D-0E1B-4BA0-936F-88D2AF4E5184}" srcOrd="0" destOrd="1" presId="urn:microsoft.com/office/officeart/2005/8/layout/process5"/>
    <dgm:cxn modelId="{DFE45E69-73A6-403A-9835-D57EDE4C7C9A}" srcId="{E1FDE627-16A2-4811-BD1C-8AB2C39537C5}" destId="{A7593D10-9CA1-432C-84CF-C91E4B4F14DB}" srcOrd="1" destOrd="0" parTransId="{D2FA04DB-279F-48EF-BFDD-AB43484F2BF3}" sibTransId="{7581E418-A20A-4CA3-9823-6B5BBA46D281}"/>
    <dgm:cxn modelId="{F1E1ED69-D3B9-4A0B-B711-14F2CCA91270}" type="presOf" srcId="{7581E418-A20A-4CA3-9823-6B5BBA46D281}" destId="{1A7CFD79-983A-4939-A1A1-89D196512F7B}" srcOrd="0" destOrd="0" presId="urn:microsoft.com/office/officeart/2005/8/layout/process5"/>
    <dgm:cxn modelId="{CFA6146A-1BB9-4C9D-A94D-1239088534EF}" srcId="{E1FDE627-16A2-4811-BD1C-8AB2C39537C5}" destId="{4B703F45-DCDD-4940-92F3-4CF880988991}" srcOrd="0" destOrd="0" parTransId="{54833FE0-4BF7-42A8-AD70-BD36445762CA}" sibTransId="{0F20D615-6CFF-4975-A8C3-57E1A1A06476}"/>
    <dgm:cxn modelId="{E4EEAA6A-3193-4B86-9A2C-F3240E4D14DE}" srcId="{48A6CAA3-F061-4CC1-8145-66E270B88A09}" destId="{EAE6CF20-C318-4D32-AD1F-EC5ED4027FF3}" srcOrd="0" destOrd="0" parTransId="{93858EC5-9AEE-4824-B81C-EE978E4E6222}" sibTransId="{00FE9303-CD61-4B75-A46D-2622EB7196CA}"/>
    <dgm:cxn modelId="{A98F704B-39D1-4C53-878A-259B9196FA09}" srcId="{E1FDE627-16A2-4811-BD1C-8AB2C39537C5}" destId="{02D93C24-DDFE-45F2-BD8D-322B329B47FB}" srcOrd="4" destOrd="0" parTransId="{EF119761-2DA5-475F-BB27-10A2A093DCB6}" sibTransId="{A2673D00-4396-46AF-A7EB-D70C2F2A8809}"/>
    <dgm:cxn modelId="{5CA0414D-1DC7-4E6F-B2CB-65BEEFFC7E9E}" srcId="{1BF29457-7E38-4855-9807-DAE57BB7A987}" destId="{23741129-6EC0-4FFD-88F9-9EC642EC967D}" srcOrd="0" destOrd="0" parTransId="{5C62554C-229F-440B-B3DF-B3566D4731A0}" sibTransId="{4CF7AD70-A1D4-4A51-920F-99ADAB01AB55}"/>
    <dgm:cxn modelId="{BC81196F-EA52-469D-BC5E-EE25F0EEF2A6}" type="presOf" srcId="{498B37DE-E2BB-4117-B509-63C03788965E}" destId="{DD7D43B3-322F-4F7A-829E-16AADB019FE3}" srcOrd="0" destOrd="0" presId="urn:microsoft.com/office/officeart/2005/8/layout/process5"/>
    <dgm:cxn modelId="{77F51570-53C9-4E9B-8D8F-25FF8CA67ABB}" srcId="{E1FDE627-16A2-4811-BD1C-8AB2C39537C5}" destId="{15AA8DF4-7E40-44B9-BD2A-F07D8D12622D}" srcOrd="9" destOrd="0" parTransId="{5E234714-54D6-4BBF-B113-1F4EB20A686C}" sibTransId="{7A9C5108-18C4-47EB-839F-6F1240B22A21}"/>
    <dgm:cxn modelId="{12C4D774-10C3-4F10-BE2D-BF0B419CD3D3}" srcId="{E1FDE627-16A2-4811-BD1C-8AB2C39537C5}" destId="{48A6CAA3-F061-4CC1-8145-66E270B88A09}" srcOrd="8" destOrd="0" parTransId="{6A96C037-5DF0-4BB6-A82F-842C9246725C}" sibTransId="{104E0CB6-FC98-490F-A665-BB949F205EA4}"/>
    <dgm:cxn modelId="{1DC13356-3761-4302-830E-6FF0FDD24D9A}" srcId="{E1FDE627-16A2-4811-BD1C-8AB2C39537C5}" destId="{1BF29457-7E38-4855-9807-DAE57BB7A987}" srcOrd="2" destOrd="0" parTransId="{6F15AB35-0EE7-4E51-8FBE-7CDDB4282678}" sibTransId="{D7361A30-A04F-45B4-AEAB-D40F1BE6E76F}"/>
    <dgm:cxn modelId="{71DAC077-9FB8-4600-A1E0-6BC63DB935DB}" srcId="{498B37DE-E2BB-4117-B509-63C03788965E}" destId="{93AFA51E-EB60-4EBB-9293-E338895424D8}" srcOrd="0" destOrd="0" parTransId="{5384B796-F6FE-4C5D-A46B-9869680779D3}" sibTransId="{75C1D33C-645A-4686-852C-A70B4655F292}"/>
    <dgm:cxn modelId="{C76F4259-C19E-4BD5-9D3F-486DB660E9FD}" type="presOf" srcId="{A2673D00-4396-46AF-A7EB-D70C2F2A8809}" destId="{76B3381E-12E1-4BEA-8026-BE3BD4EED0E9}" srcOrd="1" destOrd="0" presId="urn:microsoft.com/office/officeart/2005/8/layout/process5"/>
    <dgm:cxn modelId="{B0A4D57C-F0C1-4635-BBF8-E8E189708B29}" type="presOf" srcId="{02D93C24-DDFE-45F2-BD8D-322B329B47FB}" destId="{A8D70826-7D5B-435B-801C-4ECBBA9357A6}" srcOrd="0" destOrd="0" presId="urn:microsoft.com/office/officeart/2005/8/layout/process5"/>
    <dgm:cxn modelId="{CA566480-F54C-41EB-9311-4BD2FA16283F}" type="presOf" srcId="{CA6BECA0-08F7-43A2-80BC-CBF396134B55}" destId="{FD38E695-32C1-4D66-84CA-DD99AE93848B}" srcOrd="1" destOrd="0" presId="urn:microsoft.com/office/officeart/2005/8/layout/process5"/>
    <dgm:cxn modelId="{4C14F783-6BB1-4E46-89F0-9AEB291A5C88}" type="presOf" srcId="{7A9C5108-18C4-47EB-839F-6F1240B22A21}" destId="{07557279-E961-4930-A4D1-D97F527DF72A}" srcOrd="1" destOrd="0" presId="urn:microsoft.com/office/officeart/2005/8/layout/process5"/>
    <dgm:cxn modelId="{AE40F685-C79E-42F1-9740-4B0789BAC834}" type="presOf" srcId="{F7D28CA4-EC3E-4D75-B5F7-DF68C2717701}" destId="{4C51C1F1-3F8C-4E01-AC31-6C80EF91E4BF}" srcOrd="0" destOrd="1" presId="urn:microsoft.com/office/officeart/2005/8/layout/process5"/>
    <dgm:cxn modelId="{672AFE8F-C7CF-4FA6-AC9C-8A78A0ED1650}" type="presOf" srcId="{15AA8DF4-7E40-44B9-BD2A-F07D8D12622D}" destId="{4C51C1F1-3F8C-4E01-AC31-6C80EF91E4BF}" srcOrd="0" destOrd="0" presId="urn:microsoft.com/office/officeart/2005/8/layout/process5"/>
    <dgm:cxn modelId="{670BF797-9066-463D-9D7A-8FD687310847}" type="presOf" srcId="{23741129-6EC0-4FFD-88F9-9EC642EC967D}" destId="{4D94BC5B-7D43-4F26-805D-D16C7E5269DE}" srcOrd="0" destOrd="1" presId="urn:microsoft.com/office/officeart/2005/8/layout/process5"/>
    <dgm:cxn modelId="{D9F7C59A-BD8D-42D5-A5DA-39F8ACFBE899}" srcId="{1BF29457-7E38-4855-9807-DAE57BB7A987}" destId="{312E244E-B518-4208-BB18-7FEC948EDF25}" srcOrd="1" destOrd="0" parTransId="{4F73F8CB-26D2-450A-A614-78FF99F16DEF}" sibTransId="{8CF8574D-E3FA-4CD7-9CD9-07924860AACD}"/>
    <dgm:cxn modelId="{9723EB9A-78D0-4838-BD0B-E13E44734DA7}" srcId="{E1FDE627-16A2-4811-BD1C-8AB2C39537C5}" destId="{1437D3B4-E6DB-43E5-B3D8-44CB87F5FFA2}" srcOrd="5" destOrd="0" parTransId="{0220E5ED-1C61-4293-A8CA-395BF09D2124}" sibTransId="{EE97CC29-9FAB-4A0E-B413-4F12AD2A86B0}"/>
    <dgm:cxn modelId="{5708489C-5514-44F7-8683-E3CD073F6983}" type="presOf" srcId="{D7361A30-A04F-45B4-AEAB-D40F1BE6E76F}" destId="{87FEBDB0-47B1-4886-A457-8C08AF20AA3C}" srcOrd="0" destOrd="0" presId="urn:microsoft.com/office/officeart/2005/8/layout/process5"/>
    <dgm:cxn modelId="{2E5651A7-BC05-483A-9288-B2A41F654E8C}" srcId="{E1FDE627-16A2-4811-BD1C-8AB2C39537C5}" destId="{68801503-34A1-4ECA-87B6-C2F00A5153CF}" srcOrd="6" destOrd="0" parTransId="{274C6082-6151-4C0E-8E24-C1D21CA680BF}" sibTransId="{09882002-FDF6-4EB3-A56C-C058E7FBA1C6}"/>
    <dgm:cxn modelId="{4DB750A9-75A1-4BEE-BAB8-6E1B342BF0E3}" type="presOf" srcId="{3BF18CF0-49B6-4CB7-9428-E44AF124577C}" destId="{F0339949-56EA-4BF3-8FFB-FC13A54D3153}" srcOrd="0" destOrd="0" presId="urn:microsoft.com/office/officeart/2005/8/layout/process5"/>
    <dgm:cxn modelId="{7D60D6B1-1FC0-4118-A44B-E15DF8AAEE88}" type="presOf" srcId="{E9F6F3B0-A786-444A-91C1-4D8772BEE733}" destId="{E184391A-0CEA-4C4D-8B97-5B8BFFA91916}" srcOrd="0" destOrd="1" presId="urn:microsoft.com/office/officeart/2005/8/layout/process5"/>
    <dgm:cxn modelId="{024A5DBA-3A93-4769-8892-B50DCE72017D}" type="presOf" srcId="{104E0CB6-FC98-490F-A665-BB949F205EA4}" destId="{BAC09258-1316-4A3A-995E-667570FC0D71}" srcOrd="1" destOrd="0" presId="urn:microsoft.com/office/officeart/2005/8/layout/process5"/>
    <dgm:cxn modelId="{BC7476BA-6D13-498F-BA4D-929C814917F6}" type="presOf" srcId="{48A6CAA3-F061-4CC1-8145-66E270B88A09}" destId="{792D0939-7120-4CD0-BE3C-FD9C0B1E9F75}" srcOrd="0" destOrd="0" presId="urn:microsoft.com/office/officeart/2005/8/layout/process5"/>
    <dgm:cxn modelId="{D32186BD-FD3F-4707-9277-561AB7111325}" type="presOf" srcId="{AB77C679-B753-4F79-AD28-E4CE4C860C83}" destId="{7CEC8E69-BB6B-4E52-9C24-8BC163404A97}" srcOrd="0" destOrd="1" presId="urn:microsoft.com/office/officeart/2005/8/layout/process5"/>
    <dgm:cxn modelId="{932588BF-D40E-494E-A3A0-805CDDF6CA58}" srcId="{A7593D10-9CA1-432C-84CF-C91E4B4F14DB}" destId="{8CB32714-273C-4680-A944-AD0A68A9DE9D}" srcOrd="0" destOrd="0" parTransId="{BC536356-F8F0-4CC0-8A98-C736C2D45C9E}" sibTransId="{138CA6BB-4E49-4611-94E2-66893E110301}"/>
    <dgm:cxn modelId="{04BAA4BF-E24B-4574-9B1D-DAD9224B9B20}" type="presOf" srcId="{68801503-34A1-4ECA-87B6-C2F00A5153CF}" destId="{7CEC8E69-BB6B-4E52-9C24-8BC163404A97}" srcOrd="0" destOrd="0" presId="urn:microsoft.com/office/officeart/2005/8/layout/process5"/>
    <dgm:cxn modelId="{6848A4C2-B50D-4ED5-91FE-E8B61C26C75C}" srcId="{3BF18CF0-49B6-4CB7-9428-E44AF124577C}" destId="{328E9B6D-8E36-48E9-AF3F-5F687DFB7D17}" srcOrd="0" destOrd="0" parTransId="{8144E681-6FC3-4F2C-9347-1D218508ED74}" sibTransId="{E74A1A32-2064-4456-B757-B656A5EE7C54}"/>
    <dgm:cxn modelId="{82FB2AC4-B131-42B7-957C-5833153B8D39}" type="presOf" srcId="{334469FE-7F9B-48CC-8A34-6C10A960C78E}" destId="{A8D70826-7D5B-435B-801C-4ECBBA9357A6}" srcOrd="0" destOrd="1" presId="urn:microsoft.com/office/officeart/2005/8/layout/process5"/>
    <dgm:cxn modelId="{2B4F86CC-1CB9-452D-A517-76C5F684FC0E}" type="presOf" srcId="{8CB32714-273C-4680-A944-AD0A68A9DE9D}" destId="{D5653288-84BA-4EF3-846C-8AF5A4887E1A}" srcOrd="0" destOrd="1" presId="urn:microsoft.com/office/officeart/2005/8/layout/process5"/>
    <dgm:cxn modelId="{451ED5D4-9BE9-464B-AF32-CEFC23907AAC}" type="presOf" srcId="{CA6BECA0-08F7-43A2-80BC-CBF396134B55}" destId="{31EFA7F2-439B-49A5-BB09-6A205620B5A6}" srcOrd="0" destOrd="0" presId="urn:microsoft.com/office/officeart/2005/8/layout/process5"/>
    <dgm:cxn modelId="{B77336D8-83F4-4650-BB27-8D7CDE4DE9A1}" srcId="{E1FDE627-16A2-4811-BD1C-8AB2C39537C5}" destId="{3BF18CF0-49B6-4CB7-9428-E44AF124577C}" srcOrd="7" destOrd="0" parTransId="{4FC87A3B-AC22-4B09-A3B3-BEAEB4A22F36}" sibTransId="{CA6BECA0-08F7-43A2-80BC-CBF396134B55}"/>
    <dgm:cxn modelId="{CA415AD8-AF77-4013-A176-3C4F5314BF11}" srcId="{E1FDE627-16A2-4811-BD1C-8AB2C39537C5}" destId="{498B37DE-E2BB-4117-B509-63C03788965E}" srcOrd="10" destOrd="0" parTransId="{B9A839EB-973E-457E-BE39-2FE4A2803E1A}" sibTransId="{271E7E3B-4305-4283-A20C-45939685D375}"/>
    <dgm:cxn modelId="{D4618DDC-78B6-4847-B7CA-A2EE67EFD864}" srcId="{4B703F45-DCDD-4940-92F3-4CF880988991}" destId="{C06796D3-43AF-4F1F-8A4C-193154FB0B6E}" srcOrd="0" destOrd="0" parTransId="{D74937B0-CC3A-4596-84DA-1A9C52748BCF}" sibTransId="{9844BF1C-B2C2-4965-9C3C-69A127B33C5F}"/>
    <dgm:cxn modelId="{BF1AE6E1-87C0-43BB-9E7D-611BACB3BAD7}" type="presOf" srcId="{A2673D00-4396-46AF-A7EB-D70C2F2A8809}" destId="{919B14B3-AE71-4E9D-93D6-223669C371C2}" srcOrd="0" destOrd="0" presId="urn:microsoft.com/office/officeart/2005/8/layout/process5"/>
    <dgm:cxn modelId="{931EA6E4-0F47-4C87-BA51-DF3E4799D7FD}" type="presOf" srcId="{EAE6CF20-C318-4D32-AD1F-EC5ED4027FF3}" destId="{792D0939-7120-4CD0-BE3C-FD9C0B1E9F75}" srcOrd="0" destOrd="1" presId="urn:microsoft.com/office/officeart/2005/8/layout/process5"/>
    <dgm:cxn modelId="{CAFA53EA-2254-49E3-AD69-7C4A97611285}" type="presOf" srcId="{1437D3B4-E6DB-43E5-B3D8-44CB87F5FFA2}" destId="{E184391A-0CEA-4C4D-8B97-5B8BFFA91916}" srcOrd="0" destOrd="0" presId="urn:microsoft.com/office/officeart/2005/8/layout/process5"/>
    <dgm:cxn modelId="{167ABEF1-4CEE-4D06-8FF7-274C9047BABB}" type="presOf" srcId="{E1FDE627-16A2-4811-BD1C-8AB2C39537C5}" destId="{4EC9501A-E52A-401C-999A-BA767419AC20}" srcOrd="0" destOrd="0" presId="urn:microsoft.com/office/officeart/2005/8/layout/process5"/>
    <dgm:cxn modelId="{146DB2FC-30DC-4A21-9D74-4268E83324AF}" type="presOf" srcId="{EE97CC29-9FAB-4A0E-B413-4F12AD2A86B0}" destId="{7AF6E9F1-40EA-4DB9-B220-9046F60C553F}" srcOrd="0" destOrd="0" presId="urn:microsoft.com/office/officeart/2005/8/layout/process5"/>
    <dgm:cxn modelId="{0FB4EFA2-50AC-4DBE-AB3E-894EAC3199DC}" type="presParOf" srcId="{4EC9501A-E52A-401C-999A-BA767419AC20}" destId="{5AA5EBF4-D834-4CD5-AD46-E4ACA7D85694}" srcOrd="0" destOrd="0" presId="urn:microsoft.com/office/officeart/2005/8/layout/process5"/>
    <dgm:cxn modelId="{5EFCD610-FDB9-4426-BAB8-3FA69D51141A}" type="presParOf" srcId="{4EC9501A-E52A-401C-999A-BA767419AC20}" destId="{50AD0C57-7531-4E13-B689-66AF2DA9D687}" srcOrd="1" destOrd="0" presId="urn:microsoft.com/office/officeart/2005/8/layout/process5"/>
    <dgm:cxn modelId="{C8F6A2A4-FCD8-4BF8-9890-72CDB19BBDB9}" type="presParOf" srcId="{50AD0C57-7531-4E13-B689-66AF2DA9D687}" destId="{207FC8FE-087C-45DC-B207-EA0D75066AB0}" srcOrd="0" destOrd="0" presId="urn:microsoft.com/office/officeart/2005/8/layout/process5"/>
    <dgm:cxn modelId="{B96DE7FD-1B75-40FD-B161-B9672ADC99AE}" type="presParOf" srcId="{4EC9501A-E52A-401C-999A-BA767419AC20}" destId="{D5653288-84BA-4EF3-846C-8AF5A4887E1A}" srcOrd="2" destOrd="0" presId="urn:microsoft.com/office/officeart/2005/8/layout/process5"/>
    <dgm:cxn modelId="{B4755C8C-D52C-4045-ABB5-7159BB59825A}" type="presParOf" srcId="{4EC9501A-E52A-401C-999A-BA767419AC20}" destId="{1A7CFD79-983A-4939-A1A1-89D196512F7B}" srcOrd="3" destOrd="0" presId="urn:microsoft.com/office/officeart/2005/8/layout/process5"/>
    <dgm:cxn modelId="{9242A554-D647-478F-B80F-75CF4F22D340}" type="presParOf" srcId="{1A7CFD79-983A-4939-A1A1-89D196512F7B}" destId="{6CC6D4D4-D4CA-4394-825E-8DCB374684D2}" srcOrd="0" destOrd="0" presId="urn:microsoft.com/office/officeart/2005/8/layout/process5"/>
    <dgm:cxn modelId="{0A5EF944-2B05-4076-9FE1-0EC33025167C}" type="presParOf" srcId="{4EC9501A-E52A-401C-999A-BA767419AC20}" destId="{4D94BC5B-7D43-4F26-805D-D16C7E5269DE}" srcOrd="4" destOrd="0" presId="urn:microsoft.com/office/officeart/2005/8/layout/process5"/>
    <dgm:cxn modelId="{E2232126-0BCD-4C11-AD07-4E999E2CAA90}" type="presParOf" srcId="{4EC9501A-E52A-401C-999A-BA767419AC20}" destId="{87FEBDB0-47B1-4886-A457-8C08AF20AA3C}" srcOrd="5" destOrd="0" presId="urn:microsoft.com/office/officeart/2005/8/layout/process5"/>
    <dgm:cxn modelId="{B421E51E-B508-4032-B809-C8C55E903916}" type="presParOf" srcId="{87FEBDB0-47B1-4886-A457-8C08AF20AA3C}" destId="{9FD336AA-8CEA-477E-A435-99A2B45DE123}" srcOrd="0" destOrd="0" presId="urn:microsoft.com/office/officeart/2005/8/layout/process5"/>
    <dgm:cxn modelId="{EBFCF546-A025-48D6-A3E3-77EC6C3BE24B}" type="presParOf" srcId="{4EC9501A-E52A-401C-999A-BA767419AC20}" destId="{02CEAD7D-0E1B-4BA0-936F-88D2AF4E5184}" srcOrd="6" destOrd="0" presId="urn:microsoft.com/office/officeart/2005/8/layout/process5"/>
    <dgm:cxn modelId="{56BDA24A-3102-4D1F-A59F-EA0FBB58C909}" type="presParOf" srcId="{4EC9501A-E52A-401C-999A-BA767419AC20}" destId="{59C36203-1C5D-4B0A-B772-DD7E2CA15143}" srcOrd="7" destOrd="0" presId="urn:microsoft.com/office/officeart/2005/8/layout/process5"/>
    <dgm:cxn modelId="{50C690C0-8823-4335-A888-BAFD5B0149FA}" type="presParOf" srcId="{59C36203-1C5D-4B0A-B772-DD7E2CA15143}" destId="{B7EDA576-DD70-45A2-939E-A9E92BDBF466}" srcOrd="0" destOrd="0" presId="urn:microsoft.com/office/officeart/2005/8/layout/process5"/>
    <dgm:cxn modelId="{DFB11CED-0E23-4A06-824A-94748A5DC714}" type="presParOf" srcId="{4EC9501A-E52A-401C-999A-BA767419AC20}" destId="{A8D70826-7D5B-435B-801C-4ECBBA9357A6}" srcOrd="8" destOrd="0" presId="urn:microsoft.com/office/officeart/2005/8/layout/process5"/>
    <dgm:cxn modelId="{4E41CEBB-778C-4D16-92D8-2A78B9AE1D55}" type="presParOf" srcId="{4EC9501A-E52A-401C-999A-BA767419AC20}" destId="{919B14B3-AE71-4E9D-93D6-223669C371C2}" srcOrd="9" destOrd="0" presId="urn:microsoft.com/office/officeart/2005/8/layout/process5"/>
    <dgm:cxn modelId="{04062056-31B2-447F-A66C-EA4A7C18F481}" type="presParOf" srcId="{919B14B3-AE71-4E9D-93D6-223669C371C2}" destId="{76B3381E-12E1-4BEA-8026-BE3BD4EED0E9}" srcOrd="0" destOrd="0" presId="urn:microsoft.com/office/officeart/2005/8/layout/process5"/>
    <dgm:cxn modelId="{7578D13E-7046-4DA3-8910-FBC3537768B5}" type="presParOf" srcId="{4EC9501A-E52A-401C-999A-BA767419AC20}" destId="{E184391A-0CEA-4C4D-8B97-5B8BFFA91916}" srcOrd="10" destOrd="0" presId="urn:microsoft.com/office/officeart/2005/8/layout/process5"/>
    <dgm:cxn modelId="{C2AD7DE1-F677-4688-B802-90BEA0C2B450}" type="presParOf" srcId="{4EC9501A-E52A-401C-999A-BA767419AC20}" destId="{7AF6E9F1-40EA-4DB9-B220-9046F60C553F}" srcOrd="11" destOrd="0" presId="urn:microsoft.com/office/officeart/2005/8/layout/process5"/>
    <dgm:cxn modelId="{D9B096E4-E2DA-4F28-8A4A-6D57D72D3934}" type="presParOf" srcId="{7AF6E9F1-40EA-4DB9-B220-9046F60C553F}" destId="{40ED6E98-899E-421B-A90B-0C2A39D62F03}" srcOrd="0" destOrd="0" presId="urn:microsoft.com/office/officeart/2005/8/layout/process5"/>
    <dgm:cxn modelId="{97619016-5D0D-4084-9C52-19AB6349642E}" type="presParOf" srcId="{4EC9501A-E52A-401C-999A-BA767419AC20}" destId="{7CEC8E69-BB6B-4E52-9C24-8BC163404A97}" srcOrd="12" destOrd="0" presId="urn:microsoft.com/office/officeart/2005/8/layout/process5"/>
    <dgm:cxn modelId="{7145E940-8DA0-48DE-A157-950E68A0270F}" type="presParOf" srcId="{4EC9501A-E52A-401C-999A-BA767419AC20}" destId="{289505FA-E900-4B8D-8E80-81D1269DCFED}" srcOrd="13" destOrd="0" presId="urn:microsoft.com/office/officeart/2005/8/layout/process5"/>
    <dgm:cxn modelId="{F7745440-E21C-4EC9-AEF3-6AE60D276CCE}" type="presParOf" srcId="{289505FA-E900-4B8D-8E80-81D1269DCFED}" destId="{3535F35F-AEB7-4E7B-BA47-4B456270C376}" srcOrd="0" destOrd="0" presId="urn:microsoft.com/office/officeart/2005/8/layout/process5"/>
    <dgm:cxn modelId="{27DC100B-4580-4D5A-92A8-A1859409C921}" type="presParOf" srcId="{4EC9501A-E52A-401C-999A-BA767419AC20}" destId="{F0339949-56EA-4BF3-8FFB-FC13A54D3153}" srcOrd="14" destOrd="0" presId="urn:microsoft.com/office/officeart/2005/8/layout/process5"/>
    <dgm:cxn modelId="{51F71A59-5E4A-4C73-85EB-EAAB63B6EF79}" type="presParOf" srcId="{4EC9501A-E52A-401C-999A-BA767419AC20}" destId="{31EFA7F2-439B-49A5-BB09-6A205620B5A6}" srcOrd="15" destOrd="0" presId="urn:microsoft.com/office/officeart/2005/8/layout/process5"/>
    <dgm:cxn modelId="{5461303B-A5FB-4B78-87DF-B9D925F0945C}" type="presParOf" srcId="{31EFA7F2-439B-49A5-BB09-6A205620B5A6}" destId="{FD38E695-32C1-4D66-84CA-DD99AE93848B}" srcOrd="0" destOrd="0" presId="urn:microsoft.com/office/officeart/2005/8/layout/process5"/>
    <dgm:cxn modelId="{209EF37E-BF61-4E05-9200-0130BD1589CF}" type="presParOf" srcId="{4EC9501A-E52A-401C-999A-BA767419AC20}" destId="{792D0939-7120-4CD0-BE3C-FD9C0B1E9F75}" srcOrd="16" destOrd="0" presId="urn:microsoft.com/office/officeart/2005/8/layout/process5"/>
    <dgm:cxn modelId="{1BD28343-89B3-4592-9F0D-FBB3C067592E}" type="presParOf" srcId="{4EC9501A-E52A-401C-999A-BA767419AC20}" destId="{FA5A91B6-9CC2-47F7-A586-0006A1165C3C}" srcOrd="17" destOrd="0" presId="urn:microsoft.com/office/officeart/2005/8/layout/process5"/>
    <dgm:cxn modelId="{CB338BAC-D441-48EA-A3C7-0C16B73CB586}" type="presParOf" srcId="{FA5A91B6-9CC2-47F7-A586-0006A1165C3C}" destId="{BAC09258-1316-4A3A-995E-667570FC0D71}" srcOrd="0" destOrd="0" presId="urn:microsoft.com/office/officeart/2005/8/layout/process5"/>
    <dgm:cxn modelId="{B5944E2C-A982-47EA-8A39-3AD87015F407}" type="presParOf" srcId="{4EC9501A-E52A-401C-999A-BA767419AC20}" destId="{4C51C1F1-3F8C-4E01-AC31-6C80EF91E4BF}" srcOrd="18" destOrd="0" presId="urn:microsoft.com/office/officeart/2005/8/layout/process5"/>
    <dgm:cxn modelId="{D9D1FC69-215F-48D7-9F83-085FF4C52A53}" type="presParOf" srcId="{4EC9501A-E52A-401C-999A-BA767419AC20}" destId="{25129627-A12D-48F9-83C2-91593D7CA200}" srcOrd="19" destOrd="0" presId="urn:microsoft.com/office/officeart/2005/8/layout/process5"/>
    <dgm:cxn modelId="{1AD9C31C-447C-478C-8713-D6B196BAED9D}" type="presParOf" srcId="{25129627-A12D-48F9-83C2-91593D7CA200}" destId="{07557279-E961-4930-A4D1-D97F527DF72A}" srcOrd="0" destOrd="0" presId="urn:microsoft.com/office/officeart/2005/8/layout/process5"/>
    <dgm:cxn modelId="{0A3818BE-69CA-458A-8325-895EA5C30280}" type="presParOf" srcId="{4EC9501A-E52A-401C-999A-BA767419AC20}" destId="{DD7D43B3-322F-4F7A-829E-16AADB019FE3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730EF-B731-4757-A536-3AC002DE14A9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hlinkClick xmlns:r="http://schemas.openxmlformats.org/officeDocument/2006/relationships"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Scope</a:t>
          </a:r>
          <a:endParaRPr lang="en-US" sz="2000" b="1" kern="1200"/>
        </a:p>
      </dsp:txBody>
      <dsp:txXfrm rot="-5400000">
        <a:off x="3909687" y="313106"/>
        <a:ext cx="1202866" cy="1382606"/>
      </dsp:txXfrm>
    </dsp:sp>
    <dsp:sp modelId="{34AE9142-30E7-4DEF-9E28-36977B3BDB4F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0EA3C9-6AD5-43D6-82A3-F754D6F49EB8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3600" kern="1200"/>
        </a:p>
      </dsp:txBody>
      <dsp:txXfrm rot="-5400000">
        <a:off x="2022380" y="313106"/>
        <a:ext cx="1202866" cy="1382606"/>
      </dsp:txXfrm>
    </dsp:sp>
    <dsp:sp modelId="{B64056A8-AF31-4740-BC2B-F63004C378C5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hlinkClick xmlns:r="http://schemas.openxmlformats.org/officeDocument/2006/relationships"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Timeline</a:t>
          </a:r>
          <a:endParaRPr lang="en-DK" sz="2000" b="1" kern="1200"/>
        </a:p>
      </dsp:txBody>
      <dsp:txXfrm rot="-5400000">
        <a:off x="2962418" y="2018030"/>
        <a:ext cx="1202866" cy="1382606"/>
      </dsp:txXfrm>
    </dsp:sp>
    <dsp:sp modelId="{6E8EB506-C28E-4ACD-82EF-2E910ACF0023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D2E70D-C9AA-4CD2-9CC2-EFDB99F74F50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3600" kern="1200"/>
        </a:p>
      </dsp:txBody>
      <dsp:txXfrm rot="-5400000">
        <a:off x="4849725" y="2018030"/>
        <a:ext cx="1202866" cy="1382606"/>
      </dsp:txXfrm>
    </dsp:sp>
    <dsp:sp modelId="{51CB2B2A-4AB9-4039-B886-0DE501255D98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hlinkClick xmlns:r="http://schemas.openxmlformats.org/officeDocument/2006/relationships"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EMRT</a:t>
          </a:r>
          <a:endParaRPr lang="en-DK" sz="2000" b="1" kern="1200"/>
        </a:p>
      </dsp:txBody>
      <dsp:txXfrm rot="-5400000">
        <a:off x="3909687" y="3722953"/>
        <a:ext cx="1202866" cy="1382606"/>
      </dsp:txXfrm>
    </dsp:sp>
    <dsp:sp modelId="{271026E9-432F-40E7-B547-7BCB619D67A0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8257D3-391F-4B04-8F30-E6BFE5500C9C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3600" kern="1200"/>
        </a:p>
      </dsp:txBody>
      <dsp:txXfrm rot="-5400000">
        <a:off x="2022380" y="3722953"/>
        <a:ext cx="1202866" cy="1382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9D212-9147-44CC-9FFF-4F24B67DF729}">
      <dsp:nvSpPr>
        <dsp:cNvPr id="0" name=""/>
        <dsp:cNvSpPr/>
      </dsp:nvSpPr>
      <dsp:spPr>
        <a:xfrm>
          <a:off x="863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Jan</a:t>
          </a:r>
          <a:endParaRPr lang="en-DK" sz="2900" kern="1200"/>
        </a:p>
      </dsp:txBody>
      <dsp:txXfrm>
        <a:off x="277691" y="859698"/>
        <a:ext cx="830483" cy="553655"/>
      </dsp:txXfrm>
    </dsp:sp>
    <dsp:sp modelId="{C4ABAA34-33E9-4404-9503-F0EAB2F55587}">
      <dsp:nvSpPr>
        <dsp:cNvPr id="0" name=""/>
        <dsp:cNvSpPr/>
      </dsp:nvSpPr>
      <dsp:spPr>
        <a:xfrm>
          <a:off x="1246588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Feb</a:t>
          </a:r>
          <a:endParaRPr lang="en-DK" sz="2900" kern="1200"/>
        </a:p>
      </dsp:txBody>
      <dsp:txXfrm>
        <a:off x="1523416" y="859698"/>
        <a:ext cx="830483" cy="553655"/>
      </dsp:txXfrm>
    </dsp:sp>
    <dsp:sp modelId="{585A2AEB-F572-4A53-B1DB-5B652E6E80CD}">
      <dsp:nvSpPr>
        <dsp:cNvPr id="0" name=""/>
        <dsp:cNvSpPr/>
      </dsp:nvSpPr>
      <dsp:spPr>
        <a:xfrm>
          <a:off x="2492313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Mar</a:t>
          </a:r>
          <a:endParaRPr lang="en-DK" sz="2900" kern="1200"/>
        </a:p>
      </dsp:txBody>
      <dsp:txXfrm>
        <a:off x="2769141" y="859698"/>
        <a:ext cx="830483" cy="553655"/>
      </dsp:txXfrm>
    </dsp:sp>
    <dsp:sp modelId="{98FC8788-6117-4F77-8048-51D52CAAAFBE}">
      <dsp:nvSpPr>
        <dsp:cNvPr id="0" name=""/>
        <dsp:cNvSpPr/>
      </dsp:nvSpPr>
      <dsp:spPr>
        <a:xfrm>
          <a:off x="3738037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Apr</a:t>
          </a:r>
          <a:endParaRPr lang="en-DK" sz="2900" kern="1200"/>
        </a:p>
      </dsp:txBody>
      <dsp:txXfrm>
        <a:off x="4014865" y="859698"/>
        <a:ext cx="830483" cy="553655"/>
      </dsp:txXfrm>
    </dsp:sp>
    <dsp:sp modelId="{9E04426B-102F-4E6F-825F-CC4714C1CDC0}">
      <dsp:nvSpPr>
        <dsp:cNvPr id="0" name=""/>
        <dsp:cNvSpPr/>
      </dsp:nvSpPr>
      <dsp:spPr>
        <a:xfrm>
          <a:off x="4983762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May</a:t>
          </a:r>
          <a:endParaRPr lang="en-DK" sz="2900" kern="1200"/>
        </a:p>
      </dsp:txBody>
      <dsp:txXfrm>
        <a:off x="5260590" y="859698"/>
        <a:ext cx="830483" cy="553655"/>
      </dsp:txXfrm>
    </dsp:sp>
    <dsp:sp modelId="{43564D8B-AD61-44B4-80E2-85EA51FF4D02}">
      <dsp:nvSpPr>
        <dsp:cNvPr id="0" name=""/>
        <dsp:cNvSpPr/>
      </dsp:nvSpPr>
      <dsp:spPr>
        <a:xfrm>
          <a:off x="6229487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Jun</a:t>
          </a:r>
          <a:endParaRPr lang="en-DK" sz="2900" kern="1200"/>
        </a:p>
      </dsp:txBody>
      <dsp:txXfrm>
        <a:off x="6506315" y="859698"/>
        <a:ext cx="830483" cy="553655"/>
      </dsp:txXfrm>
    </dsp:sp>
    <dsp:sp modelId="{B60C5EC1-B7B4-4783-B0BF-0BDC8793BFD5}">
      <dsp:nvSpPr>
        <dsp:cNvPr id="0" name=""/>
        <dsp:cNvSpPr/>
      </dsp:nvSpPr>
      <dsp:spPr>
        <a:xfrm>
          <a:off x="7475212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Jul</a:t>
          </a:r>
          <a:endParaRPr lang="en-DK" sz="2900" kern="1200"/>
        </a:p>
      </dsp:txBody>
      <dsp:txXfrm>
        <a:off x="7752040" y="859698"/>
        <a:ext cx="830483" cy="553655"/>
      </dsp:txXfrm>
    </dsp:sp>
    <dsp:sp modelId="{8939DB2C-44F7-4925-BD37-5A0760DD9461}">
      <dsp:nvSpPr>
        <dsp:cNvPr id="0" name=""/>
        <dsp:cNvSpPr/>
      </dsp:nvSpPr>
      <dsp:spPr>
        <a:xfrm>
          <a:off x="8720936" y="859698"/>
          <a:ext cx="1384138" cy="553655"/>
        </a:xfrm>
        <a:prstGeom prst="chevron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Aug</a:t>
          </a:r>
          <a:endParaRPr lang="en-DK" sz="2900" kern="1200"/>
        </a:p>
      </dsp:txBody>
      <dsp:txXfrm>
        <a:off x="8997764" y="859698"/>
        <a:ext cx="830483" cy="5536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5EBF4-D834-4CD5-AD46-E4ACA7D85694}">
      <dsp:nvSpPr>
        <dsp:cNvPr id="0" name=""/>
        <dsp:cNvSpPr/>
      </dsp:nvSpPr>
      <dsp:spPr>
        <a:xfrm>
          <a:off x="223313" y="3129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Desk based Review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Based on 15 March submissions</a:t>
          </a:r>
          <a:endParaRPr lang="en-DK" sz="1600" kern="1200">
            <a:solidFill>
              <a:srgbClr val="002060"/>
            </a:solidFill>
          </a:endParaRPr>
        </a:p>
      </dsp:txBody>
      <dsp:txXfrm>
        <a:off x="260541" y="40357"/>
        <a:ext cx="2043947" cy="1196586"/>
      </dsp:txXfrm>
    </dsp:sp>
    <dsp:sp modelId="{50AD0C57-7531-4E13-B689-66AF2DA9D687}">
      <dsp:nvSpPr>
        <dsp:cNvPr id="0" name=""/>
        <dsp:cNvSpPr/>
      </dsp:nvSpPr>
      <dsp:spPr>
        <a:xfrm>
          <a:off x="2528136" y="375968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>
        <a:off x="2528136" y="481041"/>
        <a:ext cx="314371" cy="315218"/>
      </dsp:txXfrm>
    </dsp:sp>
    <dsp:sp modelId="{D5653288-84BA-4EF3-846C-8AF5A4887E1A}">
      <dsp:nvSpPr>
        <dsp:cNvPr id="0" name=""/>
        <dsp:cNvSpPr/>
      </dsp:nvSpPr>
      <dsp:spPr>
        <a:xfrm>
          <a:off x="3189078" y="3129"/>
          <a:ext cx="2118403" cy="1271042"/>
        </a:xfrm>
        <a:prstGeom prst="roundRect">
          <a:avLst>
            <a:gd name="adj" fmla="val 10000"/>
          </a:avLst>
        </a:prstGeom>
        <a:solidFill>
          <a:srgbClr val="5B9BD5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CP provide responses to questions</a:t>
          </a:r>
          <a:endParaRPr lang="en-DK" sz="1600" kern="1200">
            <a:solidFill>
              <a:srgbClr val="002060"/>
            </a:solidFill>
          </a:endParaRPr>
        </a:p>
      </dsp:txBody>
      <dsp:txXfrm>
        <a:off x="3226306" y="40357"/>
        <a:ext cx="2043947" cy="1196586"/>
      </dsp:txXfrm>
    </dsp:sp>
    <dsp:sp modelId="{1A7CFD79-983A-4939-A1A1-89D196512F7B}">
      <dsp:nvSpPr>
        <dsp:cNvPr id="0" name=""/>
        <dsp:cNvSpPr/>
      </dsp:nvSpPr>
      <dsp:spPr>
        <a:xfrm>
          <a:off x="5493901" y="375968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50239"/>
            <a:satOff val="-92"/>
            <a:lumOff val="218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>
        <a:off x="5493901" y="481041"/>
        <a:ext cx="314371" cy="315218"/>
      </dsp:txXfrm>
    </dsp:sp>
    <dsp:sp modelId="{4D94BC5B-7D43-4F26-805D-D16C7E5269DE}">
      <dsp:nvSpPr>
        <dsp:cNvPr id="0" name=""/>
        <dsp:cNvSpPr/>
      </dsp:nvSpPr>
      <dsp:spPr>
        <a:xfrm>
          <a:off x="6154843" y="3129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1 week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err="1">
              <a:solidFill>
                <a:srgbClr val="002060"/>
              </a:solidFill>
            </a:rPr>
            <a:t>Centralised</a:t>
          </a:r>
          <a:r>
            <a:rPr lang="en-US" sz="1600" kern="1200">
              <a:solidFill>
                <a:srgbClr val="002060"/>
              </a:solidFill>
            </a:rPr>
            <a:t> Review</a:t>
          </a:r>
          <a:endParaRPr lang="en-DK" sz="16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Potential Technical Corrections</a:t>
          </a:r>
          <a:endParaRPr lang="en-DK" sz="1600" kern="1200">
            <a:solidFill>
              <a:srgbClr val="002060"/>
            </a:solidFill>
          </a:endParaRPr>
        </a:p>
      </dsp:txBody>
      <dsp:txXfrm>
        <a:off x="6192071" y="40357"/>
        <a:ext cx="2043947" cy="1196586"/>
      </dsp:txXfrm>
    </dsp:sp>
    <dsp:sp modelId="{87FEBDB0-47B1-4886-A457-8C08AF20AA3C}">
      <dsp:nvSpPr>
        <dsp:cNvPr id="0" name=""/>
        <dsp:cNvSpPr/>
      </dsp:nvSpPr>
      <dsp:spPr>
        <a:xfrm>
          <a:off x="8459666" y="375968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700478"/>
            <a:satOff val="-184"/>
            <a:lumOff val="43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>
        <a:off x="8459666" y="481041"/>
        <a:ext cx="314371" cy="315218"/>
      </dsp:txXfrm>
    </dsp:sp>
    <dsp:sp modelId="{02CEAD7D-0E1B-4BA0-936F-88D2AF4E5184}">
      <dsp:nvSpPr>
        <dsp:cNvPr id="0" name=""/>
        <dsp:cNvSpPr/>
      </dsp:nvSpPr>
      <dsp:spPr>
        <a:xfrm>
          <a:off x="9120608" y="3129"/>
          <a:ext cx="2118403" cy="1271042"/>
        </a:xfrm>
        <a:prstGeom prst="roundRect">
          <a:avLst>
            <a:gd name="adj" fmla="val 10000"/>
          </a:avLst>
        </a:prstGeom>
        <a:solidFill>
          <a:srgbClr val="5B9BD5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1 week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CP provide answers to questions and potential technical corrections</a:t>
          </a:r>
          <a:endParaRPr lang="en-DK" sz="1600" kern="1200">
            <a:solidFill>
              <a:srgbClr val="002060"/>
            </a:solidFill>
          </a:endParaRPr>
        </a:p>
      </dsp:txBody>
      <dsp:txXfrm>
        <a:off x="9157836" y="40357"/>
        <a:ext cx="2043947" cy="1196586"/>
      </dsp:txXfrm>
    </dsp:sp>
    <dsp:sp modelId="{59C36203-1C5D-4B0A-B772-DD7E2CA15143}">
      <dsp:nvSpPr>
        <dsp:cNvPr id="0" name=""/>
        <dsp:cNvSpPr/>
      </dsp:nvSpPr>
      <dsp:spPr>
        <a:xfrm rot="5400000">
          <a:off x="9955259" y="1422460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 rot="-5400000">
        <a:off x="10022201" y="1460591"/>
        <a:ext cx="315218" cy="314371"/>
      </dsp:txXfrm>
    </dsp:sp>
    <dsp:sp modelId="{A8D70826-7D5B-435B-801C-4ECBBA9357A6}">
      <dsp:nvSpPr>
        <dsp:cNvPr id="0" name=""/>
        <dsp:cNvSpPr/>
      </dsp:nvSpPr>
      <dsp:spPr>
        <a:xfrm>
          <a:off x="9120608" y="2121533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1 day after </a:t>
          </a:r>
          <a:r>
            <a:rPr lang="en-US" sz="1100" kern="1200" err="1">
              <a:solidFill>
                <a:srgbClr val="002060"/>
              </a:solidFill>
            </a:rPr>
            <a:t>Centralised</a:t>
          </a:r>
          <a:r>
            <a:rPr lang="en-US" sz="1100" kern="1200">
              <a:solidFill>
                <a:srgbClr val="002060"/>
              </a:solidFill>
            </a:rPr>
            <a:t> Review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Draft Technical Corrections sent to CP</a:t>
          </a:r>
          <a:endParaRPr lang="en-DK" sz="1600" kern="1200">
            <a:solidFill>
              <a:srgbClr val="002060"/>
            </a:solidFill>
          </a:endParaRPr>
        </a:p>
      </dsp:txBody>
      <dsp:txXfrm>
        <a:off x="9157836" y="2158761"/>
        <a:ext cx="2043947" cy="1196586"/>
      </dsp:txXfrm>
    </dsp:sp>
    <dsp:sp modelId="{919B14B3-AE71-4E9D-93D6-223669C371C2}">
      <dsp:nvSpPr>
        <dsp:cNvPr id="0" name=""/>
        <dsp:cNvSpPr/>
      </dsp:nvSpPr>
      <dsp:spPr>
        <a:xfrm rot="10800000">
          <a:off x="8485087" y="2494372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400955"/>
            <a:satOff val="-367"/>
            <a:lumOff val="872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 rot="10800000">
        <a:off x="8619817" y="2599445"/>
        <a:ext cx="314371" cy="315218"/>
      </dsp:txXfrm>
    </dsp:sp>
    <dsp:sp modelId="{E184391A-0CEA-4C4D-8B97-5B8BFFA91916}">
      <dsp:nvSpPr>
        <dsp:cNvPr id="0" name=""/>
        <dsp:cNvSpPr/>
      </dsp:nvSpPr>
      <dsp:spPr>
        <a:xfrm>
          <a:off x="6154843" y="2121533"/>
          <a:ext cx="2118403" cy="1271042"/>
        </a:xfrm>
        <a:prstGeom prst="roundRect">
          <a:avLst>
            <a:gd name="adj" fmla="val 10000"/>
          </a:avLst>
        </a:prstGeom>
        <a:solidFill>
          <a:srgbClr val="5B9BD5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15 days after </a:t>
          </a:r>
          <a:r>
            <a:rPr lang="en-US" sz="1100" kern="1200" err="1">
              <a:solidFill>
                <a:srgbClr val="002060"/>
              </a:solidFill>
            </a:rPr>
            <a:t>Centralised</a:t>
          </a:r>
          <a:r>
            <a:rPr lang="en-US" sz="1100" kern="1200">
              <a:solidFill>
                <a:srgbClr val="002060"/>
              </a:solidFill>
            </a:rPr>
            <a:t> Review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CP respond to Draft Technical Corrections or provide Revised Estimates</a:t>
          </a:r>
          <a:endParaRPr lang="en-DK" sz="1600" kern="1200">
            <a:solidFill>
              <a:srgbClr val="002060"/>
            </a:solidFill>
          </a:endParaRPr>
        </a:p>
      </dsp:txBody>
      <dsp:txXfrm>
        <a:off x="6192071" y="2158761"/>
        <a:ext cx="2043947" cy="1196586"/>
      </dsp:txXfrm>
    </dsp:sp>
    <dsp:sp modelId="{7AF6E9F1-40EA-4DB9-B220-9046F60C553F}">
      <dsp:nvSpPr>
        <dsp:cNvPr id="0" name=""/>
        <dsp:cNvSpPr/>
      </dsp:nvSpPr>
      <dsp:spPr>
        <a:xfrm rot="10800000">
          <a:off x="5519322" y="2494372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1195"/>
            <a:satOff val="-459"/>
            <a:lumOff val="1089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 rot="10800000">
        <a:off x="5654052" y="2599445"/>
        <a:ext cx="314371" cy="315218"/>
      </dsp:txXfrm>
    </dsp:sp>
    <dsp:sp modelId="{7CEC8E69-BB6B-4E52-9C24-8BC163404A97}">
      <dsp:nvSpPr>
        <dsp:cNvPr id="0" name=""/>
        <dsp:cNvSpPr/>
      </dsp:nvSpPr>
      <dsp:spPr>
        <a:xfrm>
          <a:off x="3189078" y="2121533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21 days after </a:t>
          </a:r>
          <a:r>
            <a:rPr lang="en-US" sz="1100" kern="1200" err="1">
              <a:solidFill>
                <a:srgbClr val="002060"/>
              </a:solidFill>
            </a:rPr>
            <a:t>Centralised</a:t>
          </a:r>
          <a:r>
            <a:rPr lang="en-US" sz="1100" kern="1200">
              <a:solidFill>
                <a:srgbClr val="002060"/>
              </a:solidFill>
            </a:rPr>
            <a:t> Review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TERT compiles draft review reports, and sent to CP</a:t>
          </a:r>
          <a:endParaRPr lang="en-DK" sz="1600" kern="1200">
            <a:solidFill>
              <a:srgbClr val="002060"/>
            </a:solidFill>
          </a:endParaRPr>
        </a:p>
      </dsp:txBody>
      <dsp:txXfrm>
        <a:off x="3226306" y="2158761"/>
        <a:ext cx="2043947" cy="1196586"/>
      </dsp:txXfrm>
    </dsp:sp>
    <dsp:sp modelId="{289505FA-E900-4B8D-8E80-81D1269DCFED}">
      <dsp:nvSpPr>
        <dsp:cNvPr id="0" name=""/>
        <dsp:cNvSpPr/>
      </dsp:nvSpPr>
      <dsp:spPr>
        <a:xfrm rot="10800000">
          <a:off x="2553557" y="2494372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 rot="10800000">
        <a:off x="2688287" y="2599445"/>
        <a:ext cx="314371" cy="315218"/>
      </dsp:txXfrm>
    </dsp:sp>
    <dsp:sp modelId="{F0339949-56EA-4BF3-8FFB-FC13A54D3153}">
      <dsp:nvSpPr>
        <dsp:cNvPr id="0" name=""/>
        <dsp:cNvSpPr/>
      </dsp:nvSpPr>
      <dsp:spPr>
        <a:xfrm>
          <a:off x="223313" y="2121533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Potential country visits</a:t>
          </a:r>
          <a:endParaRPr lang="en-DK" sz="1600" kern="1200">
            <a:solidFill>
              <a:srgbClr val="002060"/>
            </a:solidFill>
          </a:endParaRPr>
        </a:p>
      </dsp:txBody>
      <dsp:txXfrm>
        <a:off x="260541" y="2158761"/>
        <a:ext cx="2043947" cy="1196586"/>
      </dsp:txXfrm>
    </dsp:sp>
    <dsp:sp modelId="{31EFA7F2-439B-49A5-BB09-6A205620B5A6}">
      <dsp:nvSpPr>
        <dsp:cNvPr id="0" name=""/>
        <dsp:cNvSpPr/>
      </dsp:nvSpPr>
      <dsp:spPr>
        <a:xfrm rot="5400000">
          <a:off x="1057964" y="3540863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451672"/>
            <a:satOff val="-642"/>
            <a:lumOff val="1525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 rot="-5400000">
        <a:off x="1124906" y="3578994"/>
        <a:ext cx="315218" cy="314371"/>
      </dsp:txXfrm>
    </dsp:sp>
    <dsp:sp modelId="{792D0939-7120-4CD0-BE3C-FD9C0B1E9F75}">
      <dsp:nvSpPr>
        <dsp:cNvPr id="0" name=""/>
        <dsp:cNvSpPr/>
      </dsp:nvSpPr>
      <dsp:spPr>
        <a:xfrm>
          <a:off x="223313" y="4239936"/>
          <a:ext cx="2118403" cy="1271042"/>
        </a:xfrm>
        <a:prstGeom prst="roundRect">
          <a:avLst>
            <a:gd name="adj" fmla="val 10000"/>
          </a:avLst>
        </a:prstGeom>
        <a:solidFill>
          <a:srgbClr val="5B9BD5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40 days after draft review report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CP provide comments on draft review reports</a:t>
          </a:r>
          <a:endParaRPr lang="en-DK" sz="1600" kern="1200">
            <a:solidFill>
              <a:srgbClr val="002060"/>
            </a:solidFill>
          </a:endParaRPr>
        </a:p>
      </dsp:txBody>
      <dsp:txXfrm>
        <a:off x="260541" y="4277164"/>
        <a:ext cx="2043947" cy="1196586"/>
      </dsp:txXfrm>
    </dsp:sp>
    <dsp:sp modelId="{FA5A91B6-9CC2-47F7-A586-0006A1165C3C}">
      <dsp:nvSpPr>
        <dsp:cNvPr id="0" name=""/>
        <dsp:cNvSpPr/>
      </dsp:nvSpPr>
      <dsp:spPr>
        <a:xfrm>
          <a:off x="2528136" y="4612775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801911"/>
            <a:satOff val="-734"/>
            <a:lumOff val="1743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>
        <a:off x="2528136" y="4717848"/>
        <a:ext cx="314371" cy="315218"/>
      </dsp:txXfrm>
    </dsp:sp>
    <dsp:sp modelId="{4C51C1F1-3F8C-4E01-AC31-6C80EF91E4BF}">
      <dsp:nvSpPr>
        <dsp:cNvPr id="0" name=""/>
        <dsp:cNvSpPr/>
      </dsp:nvSpPr>
      <dsp:spPr>
        <a:xfrm>
          <a:off x="3189078" y="4239936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75 days after </a:t>
          </a:r>
          <a:r>
            <a:rPr lang="en-US" sz="1100" kern="1200" err="1">
              <a:solidFill>
                <a:srgbClr val="002060"/>
              </a:solidFill>
            </a:rPr>
            <a:t>Centralised</a:t>
          </a:r>
          <a:r>
            <a:rPr lang="en-US" sz="1100" kern="1200">
              <a:solidFill>
                <a:srgbClr val="002060"/>
              </a:solidFill>
            </a:rPr>
            <a:t> Review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TERT </a:t>
          </a:r>
          <a:r>
            <a:rPr lang="en-US" sz="1600" kern="1200" err="1">
              <a:solidFill>
                <a:srgbClr val="002060"/>
              </a:solidFill>
            </a:rPr>
            <a:t>finalises</a:t>
          </a:r>
          <a:r>
            <a:rPr lang="en-US" sz="1600" kern="1200">
              <a:solidFill>
                <a:srgbClr val="002060"/>
              </a:solidFill>
            </a:rPr>
            <a:t> Review Reports</a:t>
          </a:r>
          <a:endParaRPr lang="en-DK" sz="1600" kern="1200">
            <a:solidFill>
              <a:srgbClr val="002060"/>
            </a:solidFill>
          </a:endParaRPr>
        </a:p>
      </dsp:txBody>
      <dsp:txXfrm>
        <a:off x="3226306" y="4277164"/>
        <a:ext cx="2043947" cy="1196586"/>
      </dsp:txXfrm>
    </dsp:sp>
    <dsp:sp modelId="{25129627-A12D-48F9-83C2-91593D7CA200}">
      <dsp:nvSpPr>
        <dsp:cNvPr id="0" name=""/>
        <dsp:cNvSpPr/>
      </dsp:nvSpPr>
      <dsp:spPr>
        <a:xfrm>
          <a:off x="5493901" y="4612775"/>
          <a:ext cx="449101" cy="525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K" sz="2200" kern="1200">
            <a:solidFill>
              <a:srgbClr val="002060"/>
            </a:solidFill>
          </a:endParaRPr>
        </a:p>
      </dsp:txBody>
      <dsp:txXfrm>
        <a:off x="5493901" y="4717848"/>
        <a:ext cx="314371" cy="315218"/>
      </dsp:txXfrm>
    </dsp:sp>
    <dsp:sp modelId="{DD7D43B3-322F-4F7A-829E-16AADB019FE3}">
      <dsp:nvSpPr>
        <dsp:cNvPr id="0" name=""/>
        <dsp:cNvSpPr/>
      </dsp:nvSpPr>
      <dsp:spPr>
        <a:xfrm>
          <a:off x="6154843" y="4239936"/>
          <a:ext cx="2118403" cy="1271042"/>
        </a:xfrm>
        <a:prstGeom prst="roundRect">
          <a:avLst>
            <a:gd name="adj" fmla="val 10000"/>
          </a:avLst>
        </a:prstGeom>
        <a:solidFill>
          <a:srgbClr val="4BC174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2060"/>
              </a:solidFill>
            </a:rPr>
            <a:t>83 days after </a:t>
          </a:r>
          <a:r>
            <a:rPr lang="en-US" sz="1100" kern="1200" err="1">
              <a:solidFill>
                <a:srgbClr val="002060"/>
              </a:solidFill>
            </a:rPr>
            <a:t>Centralised</a:t>
          </a:r>
          <a:r>
            <a:rPr lang="en-US" sz="1100" kern="1200">
              <a:solidFill>
                <a:srgbClr val="002060"/>
              </a:solidFill>
            </a:rPr>
            <a:t> Review</a:t>
          </a:r>
          <a:endParaRPr lang="en-DK" sz="1100" kern="1200">
            <a:solidFill>
              <a:srgbClr val="002060"/>
            </a:solidFill>
          </a:endParaRP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solidFill>
                <a:srgbClr val="002060"/>
              </a:solidFill>
            </a:rPr>
            <a:t>Final Review Reports sent to CP</a:t>
          </a:r>
          <a:endParaRPr lang="en-DK" sz="1600" kern="1200">
            <a:solidFill>
              <a:srgbClr val="002060"/>
            </a:solidFill>
          </a:endParaRPr>
        </a:p>
      </dsp:txBody>
      <dsp:txXfrm>
        <a:off x="6192071" y="4277164"/>
        <a:ext cx="2043947" cy="1196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ED6DE-7A34-48BF-8F62-352B9D913D0F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91B0D-753F-4BC2-8B40-2685F9BD1F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8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05949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54B0-590F-42B5-BFCA-CB99FD927E1D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88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BACB7-B5B2-1794-3ACB-FED0350D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57AFB-D4D1-3C20-4257-34CBED7CB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314A7-C55D-88F5-09D7-1DC636C0C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7D0B-BF49-7477-0C3A-E316D1FF9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54B0-590F-42B5-BFCA-CB99FD927E1D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36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7E3A-83DD-E59C-48C1-397071F5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AAFEF-F764-02BC-6169-AD48BD172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8AC85-E7E5-06EE-F78B-AAA62BF93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0C07D-D6CA-8906-A869-DF03577A3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04706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9C9B-618C-BFD6-6D06-275737146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224F7-EDD9-F31B-0E63-2D312FC20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E420A-658D-90A8-2DDB-6D1738619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8BE42-49F1-09CB-1853-9E4D77DF5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76783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026A-63F2-0FD2-99DC-6A94A2D6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30F14-3548-6186-3E33-89460C255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772E5-1DFD-5919-8590-30EDF1E9C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146EB-EF40-ACEE-6C63-01528F59A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50418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D29C-5F07-D446-9489-800F824F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D3DB-1D96-E3FA-14A1-CCB7FECB8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5DD17-2A3E-A347-3689-4A83034D3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450B5-F2ED-4172-5430-157E42807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9559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41930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41C4D-2A79-51BF-0AC5-2661FC6E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AD9AF6-0445-5FF2-D265-747B0BD62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8AC02F8-5203-2496-F8CC-3980A69CF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638EBB-4A8B-9DD8-12DD-01E6A33F8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5490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C214F-44CE-C8D9-6F62-92EFB7E7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28480-51C4-94F7-F401-484DB99ED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C767C-1720-94AD-0DE2-262BC0B76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3ACDE-CBC6-8EB0-5F5C-4B6596155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54B0-590F-42B5-BFCA-CB99FD927E1D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48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C7ED5-430C-F37F-4108-3DEEEAC8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29EB2-D37A-CB49-EC38-F5A924621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9EFC8-5637-9D1D-551C-A018E079B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FA2A5-9EA4-7259-87E9-611703240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54B0-590F-42B5-BFCA-CB99FD927E1D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15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800F-BBDB-9402-BF67-B8EF4035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4E561-26E4-4734-3E3A-C0E453CB6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AFB6D-8C5B-06FE-7EDB-D7BAA10B4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0D222-DC98-7E30-C178-F823BA5C7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54B0-590F-42B5-BFCA-CB99FD927E1D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98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5485-A03D-285F-9772-E614F7BE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14C14-C394-27EE-0992-A78745D45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64E83-3536-A381-3E72-CFBC017D6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4393E-4175-5DB0-61CA-5B1ED0E59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54B0-590F-42B5-BFCA-CB99FD927E1D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64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7D2D-8E03-8C6D-66FF-4835DC189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A2077-0AB1-2298-188A-D22E941F1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E777D-BCC8-95BA-5637-141A995A8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AAD35-0409-906B-4D27-5ED6E126F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14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04329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F8E9-19B8-A211-7A4B-464F49ED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75EF0-A7D6-2845-9907-5DC9AD4F6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6AE32-8B08-6F1D-0AD0-53B58C48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CB46-C958-A524-B402-B37161711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15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79932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783294-E9FF-4F24-AF23-19B98F36DF0D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0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028F6-7DB4-F481-973F-ADE4B02F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644BD-2BC1-1356-7083-063B88544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9FDB1-4CA6-B207-4462-47EAF02E8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D451E-7219-D940-F6F7-3C66F2BC7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17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75367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C04F-367E-ECD3-19C6-D298C9C1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579B0-2D31-A9E6-A625-78566CBB2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6B564-FC58-B811-37CD-7074BEF20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3D526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9EDE3-537E-E4CF-1FDF-AD6BD100B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0246-0936-8449-B637-9D9169ACDCDC}" type="slidenum">
              <a:rPr lang="en-PT" smtClean="0"/>
              <a:t>18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6804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30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49A72B-5079-100D-9A6D-2D265BA7F21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3200" cy="6858675"/>
          </a:xfrm>
          <a:prstGeom prst="rect">
            <a:avLst/>
          </a:prstGeom>
          <a:solidFill>
            <a:srgbClr val="3D5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4BC9C4-3032-561C-FF95-85D8FAEAD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10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74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.xml"/><Relationship Id="rId5" Type="http://schemas.openxmlformats.org/officeDocument/2006/relationships/image" Target="../media/image1.svg"/><Relationship Id="rId10" Type="http://schemas.microsoft.com/office/2007/relationships/diagramDrawing" Target="../diagrams/drawing1.xml"/><Relationship Id="rId4" Type="http://schemas.openxmlformats.org/officeDocument/2006/relationships/image" Target="../media/image4.svg"/><Relationship Id="rId9" Type="http://schemas.openxmlformats.org/officeDocument/2006/relationships/diagramColors" Target="../diagrams/colors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ea1.sharepoint.com/teams/CCE3/Shared%20Documents/General/3_Meetings%20and%20missions/WG1%20meetings/2024-09-26/WG1_20240926_2025%20Comprehensive%20Review.pptx#-1,4,PowerPoint Presentation" TargetMode="External"/><Relationship Id="rId5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ea1.sharepoint.com/teams/CCE3/Shared%20Documents/General/3_Meetings%20and%20missions/WG1%20meetings/2024-09-26/WG1_20240926_2025%20Comprehensive%20Review.pptx#-1,4,PowerPoint Presentation" TargetMode="External"/><Relationship Id="rId5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ea1.sharepoint.com/teams/CCE3/Shared%20Documents/General/3_Meetings%20and%20missions/WG1%20meetings/2024-09-26/WG1_20240926_2025%20Comprehensive%20Review.pptx#-1,4,PowerPoint Presentation" TargetMode="External"/><Relationship Id="rId5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hyperlink" Target="https://emrt-esd.eionet.europa.eu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A57BFBA-DDE7-1B72-3E79-5B1C6DB16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813" y="5999468"/>
            <a:ext cx="3789337" cy="765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2E0E92-5AB9-5584-5D0E-7B592BE838D7}"/>
              </a:ext>
            </a:extLst>
          </p:cNvPr>
          <p:cNvSpPr txBox="1"/>
          <p:nvPr/>
        </p:nvSpPr>
        <p:spPr>
          <a:xfrm>
            <a:off x="138113" y="6487992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C71681-2A54-6F23-68C1-FAE2B13D52EB}"/>
              </a:ext>
            </a:extLst>
          </p:cNvPr>
          <p:cNvSpPr txBox="1">
            <a:spLocks/>
          </p:cNvSpPr>
          <p:nvPr/>
        </p:nvSpPr>
        <p:spPr>
          <a:xfrm>
            <a:off x="6877050" y="2519654"/>
            <a:ext cx="5319238" cy="1101508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GB" sz="2500" b="1">
              <a:solidFill>
                <a:srgbClr val="293E02"/>
              </a:solidFill>
              <a:latin typeface="Aptos"/>
            </a:endParaRPr>
          </a:p>
          <a:p>
            <a:pPr algn="r">
              <a:lnSpc>
                <a:spcPct val="100000"/>
              </a:lnSpc>
            </a:pPr>
            <a:r>
              <a:rPr lang="en-GB" sz="6500" b="1">
                <a:solidFill>
                  <a:srgbClr val="685943"/>
                </a:solidFill>
                <a:latin typeface="Aptos"/>
              </a:rPr>
              <a:t>Way forward</a:t>
            </a:r>
            <a:endParaRPr lang="en-US" sz="3600">
              <a:solidFill>
                <a:srgbClr val="685943"/>
              </a:solidFill>
              <a:ea typeface="Calibri Light"/>
              <a:cs typeface="Calibri Light"/>
            </a:endParaRPr>
          </a:p>
          <a:p>
            <a:pPr algn="r">
              <a:lnSpc>
                <a:spcPct val="120000"/>
              </a:lnSpc>
            </a:pPr>
            <a:r>
              <a:rPr lang="en-GB" sz="3400" b="1">
                <a:solidFill>
                  <a:srgbClr val="685943"/>
                </a:solidFill>
                <a:latin typeface="Aptos"/>
              </a:rPr>
              <a:t>Reporting under the adapted Governance Regulation</a:t>
            </a:r>
            <a:r>
              <a:rPr lang="en-GB" sz="3300">
                <a:solidFill>
                  <a:srgbClr val="685943"/>
                </a:solidFill>
                <a:latin typeface="Aptos"/>
              </a:rPr>
              <a:t> </a:t>
            </a:r>
            <a:endParaRPr lang="en-GB" sz="3600">
              <a:solidFill>
                <a:srgbClr val="685943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algn="r">
              <a:lnSpc>
                <a:spcPct val="120000"/>
              </a:lnSpc>
            </a:pPr>
            <a:r>
              <a:rPr lang="en-GB" sz="3300" i="1">
                <a:solidFill>
                  <a:srgbClr val="685943"/>
                </a:solidFill>
                <a:latin typeface="Aptos"/>
              </a:rPr>
              <a:t>Outlook</a:t>
            </a:r>
          </a:p>
          <a:p>
            <a:pPr algn="r">
              <a:lnSpc>
                <a:spcPct val="120000"/>
              </a:lnSpc>
            </a:pPr>
            <a:endParaRPr lang="en-GB" sz="2500" i="1">
              <a:solidFill>
                <a:srgbClr val="878424"/>
              </a:solidFill>
              <a:ea typeface="Calibri Light"/>
              <a:cs typeface="Calibri Light"/>
            </a:endParaRPr>
          </a:p>
          <a:p>
            <a:endParaRPr lang="en-GB" sz="4000">
              <a:solidFill>
                <a:srgbClr val="3D5265"/>
              </a:solidFill>
              <a:latin typeface="Apto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CB674F-5679-71DD-38EE-9FCADB11D65D}"/>
              </a:ext>
            </a:extLst>
          </p:cNvPr>
          <p:cNvSpPr txBox="1">
            <a:spLocks/>
          </p:cNvSpPr>
          <p:nvPr/>
        </p:nvSpPr>
        <p:spPr>
          <a:xfrm>
            <a:off x="7734300" y="4076700"/>
            <a:ext cx="4461988" cy="856856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1000"/>
              </a:spcBef>
            </a:pPr>
            <a:endParaRPr lang="en-US" sz="2900" b="1">
              <a:solidFill>
                <a:srgbClr val="293E02"/>
              </a:solidFill>
              <a:latin typeface="Aptos"/>
            </a:endParaRPr>
          </a:p>
          <a:p>
            <a:pPr algn="r">
              <a:spcBef>
                <a:spcPts val="1000"/>
              </a:spcBef>
            </a:pPr>
            <a:r>
              <a:rPr lang="en-US" sz="8000" b="1">
                <a:solidFill>
                  <a:srgbClr val="685943"/>
                </a:solidFill>
                <a:latin typeface="Aptos"/>
              </a:rPr>
              <a:t>Energy Community Annual Meeting</a:t>
            </a:r>
            <a:endParaRPr lang="en-US" sz="8000">
              <a:solidFill>
                <a:srgbClr val="000000"/>
              </a:solidFill>
              <a:latin typeface="Aptos"/>
            </a:endParaRPr>
          </a:p>
          <a:p>
            <a:pPr algn="r">
              <a:spcBef>
                <a:spcPts val="1000"/>
              </a:spcBef>
            </a:pPr>
            <a:r>
              <a:rPr lang="en-US" sz="4800">
                <a:solidFill>
                  <a:srgbClr val="685943"/>
                </a:solidFill>
                <a:latin typeface="Aptos"/>
              </a:rPr>
              <a:t>Tallinn | 3 June 2026</a:t>
            </a:r>
            <a:endParaRPr lang="en-US"/>
          </a:p>
          <a:p>
            <a:pPr algn="r"/>
            <a:endParaRPr lang="en-GB" sz="6700" b="1">
              <a:solidFill>
                <a:srgbClr val="293E02"/>
              </a:solidFill>
              <a:latin typeface="Aptos"/>
              <a:ea typeface="Calibri Light"/>
              <a:cs typeface="Calibri Light"/>
            </a:endParaRPr>
          </a:p>
          <a:p>
            <a:endParaRPr lang="en-GB" sz="4000">
              <a:solidFill>
                <a:srgbClr val="3D5265"/>
              </a:solidFill>
              <a:latin typeface="Aptos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747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2B938BC7-8387-D04F-4E81-89D3F89A4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5" t="-133" r="-32" b="-20"/>
          <a:stretch>
            <a:fillRect/>
          </a:stretch>
        </p:blipFill>
        <p:spPr>
          <a:xfrm>
            <a:off x="6295316" y="761"/>
            <a:ext cx="5900212" cy="686828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7A35273-9DBE-C2E4-241F-AD5BC9BEF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2F6050F-3992-ADCF-6F2B-619DF3632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7AC97C7-B07D-CAD5-0D6D-FBB76656DD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1739" y="299756"/>
            <a:ext cx="5589976" cy="662782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/>
          <a:p>
            <a:r>
              <a:rPr lang="en-GB" sz="4000">
                <a:solidFill>
                  <a:srgbClr val="3D5265"/>
                </a:solidFill>
                <a:latin typeface="Aptos"/>
              </a:rPr>
              <a:t>Key learning</a:t>
            </a:r>
            <a:endParaRPr lang="en-GB" sz="4000" b="0">
              <a:solidFill>
                <a:srgbClr val="3D526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72518-D9A8-7AE4-B6E1-A65DB72A4BEB}"/>
              </a:ext>
            </a:extLst>
          </p:cNvPr>
          <p:cNvSpPr txBox="1"/>
          <p:nvPr/>
        </p:nvSpPr>
        <p:spPr>
          <a:xfrm>
            <a:off x="670460" y="1624211"/>
            <a:ext cx="5335441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r>
              <a:rPr lang="en-US" sz="1600" b="1">
                <a:ea typeface="Calibri"/>
                <a:cs typeface="Calibri"/>
              </a:rPr>
              <a:t>Getting</a:t>
            </a:r>
            <a:r>
              <a:rPr lang="en-US" sz="1600" b="1"/>
              <a:t> started takes time</a:t>
            </a:r>
            <a:endParaRPr lang="en-US" sz="1600" b="1">
              <a:solidFill>
                <a:srgbClr val="444444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1600">
                <a:ea typeface="Calibri"/>
                <a:cs typeface="Calibri"/>
              </a:rPr>
              <a:t>Becoming familiar with reporting requirements </a:t>
            </a:r>
            <a:endParaRPr lang="en-US" sz="1600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1600">
                <a:ea typeface="Calibri"/>
                <a:cs typeface="Calibri"/>
              </a:rPr>
              <a:t>Identifying relevant data sources </a:t>
            </a:r>
            <a:endParaRPr lang="en-US" sz="1600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1600">
                <a:ea typeface="Calibri"/>
                <a:cs typeface="Calibri"/>
              </a:rPr>
              <a:t>Learning to use </a:t>
            </a:r>
            <a:r>
              <a:rPr lang="en-US" sz="1600" err="1">
                <a:ea typeface="Calibri"/>
                <a:cs typeface="Calibri"/>
              </a:rPr>
              <a:t>Reportnet</a:t>
            </a:r>
            <a:r>
              <a:rPr lang="en-US" sz="1600">
                <a:ea typeface="Calibri"/>
                <a:cs typeface="Calibri"/>
              </a:rPr>
              <a:t> and related IT tools </a:t>
            </a:r>
            <a:endParaRPr lang="en-US" sz="1600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1600">
                <a:ea typeface="Calibri"/>
                <a:cs typeface="Calibri"/>
              </a:rPr>
              <a:t>Finding resources to address technical and methodological challenges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600" b="1">
                <a:latin typeface="Aptos Display"/>
                <a:ea typeface="Calibri"/>
                <a:cs typeface="Calibri"/>
              </a:rPr>
              <a:t>Capacity is a key enabler</a:t>
            </a:r>
            <a:endParaRPr lang="en-US" sz="16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600">
                <a:latin typeface="Aptos Display"/>
                <a:ea typeface="Calibri"/>
                <a:cs typeface="Calibri"/>
              </a:rPr>
              <a:t>Contracting Parties need sufficient resources and capacity to fully benefit from support </a:t>
            </a:r>
            <a:endParaRPr lang="en-US" sz="16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600">
                <a:latin typeface="Aptos Display"/>
                <a:ea typeface="Calibri"/>
                <a:cs typeface="Calibri"/>
              </a:rPr>
              <a:t>The initial stages of reporting are the most demanding </a:t>
            </a:r>
            <a:endParaRPr lang="en-US" sz="16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1600">
                <a:latin typeface="Aptos Display"/>
                <a:ea typeface="Calibri"/>
                <a:cs typeface="Calibri"/>
              </a:rPr>
              <a:t>Effort typically decreases as familiarity and systems improve over time</a:t>
            </a:r>
            <a:endParaRPr lang="en-US" sz="1600"/>
          </a:p>
          <a:p>
            <a:pPr>
              <a:lnSpc>
                <a:spcPct val="150000"/>
              </a:lnSpc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96873-4630-2F0D-944C-5B51CA78B415}"/>
              </a:ext>
            </a:extLst>
          </p:cNvPr>
          <p:cNvSpPr txBox="1"/>
          <p:nvPr/>
        </p:nvSpPr>
        <p:spPr>
          <a:xfrm>
            <a:off x="8871805" y="655637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3795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AB6F-F258-FC4A-0AE5-34D44D57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E30A4B0B-EB0D-80D1-5A9B-144AC2B1D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5" t="-133" r="-32" b="-20"/>
          <a:stretch>
            <a:fillRect/>
          </a:stretch>
        </p:blipFill>
        <p:spPr>
          <a:xfrm>
            <a:off x="6295316" y="761"/>
            <a:ext cx="5900212" cy="686828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ECB038-58AA-12B0-20BF-9FCE1D8938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17D84EF-2248-986D-3E68-01DDE7A561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D8B528D-C26F-B756-9716-9295CD56C5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1739" y="299756"/>
            <a:ext cx="8964232" cy="662782"/>
          </a:xfrm>
          <a:prstGeom prst="rect">
            <a:avLst/>
          </a:prstGeom>
          <a:noFill/>
        </p:spPr>
        <p:txBody>
          <a:bodyPr lIns="91440" tIns="45720" rIns="91440" bIns="45720" anchor="t">
            <a:normAutofit/>
          </a:bodyPr>
          <a:lstStyle/>
          <a:p>
            <a:r>
              <a:rPr lang="en-GB" sz="4000">
                <a:solidFill>
                  <a:srgbClr val="3D5265"/>
                </a:solidFill>
                <a:latin typeface="Aptos"/>
              </a:rPr>
              <a:t>Key learning</a:t>
            </a:r>
            <a:endParaRPr lang="en-GB" sz="4000" b="0">
              <a:solidFill>
                <a:srgbClr val="3D526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1FA86-9C04-FC40-6CF1-67AB22F65F7D}"/>
              </a:ext>
            </a:extLst>
          </p:cNvPr>
          <p:cNvSpPr txBox="1"/>
          <p:nvPr/>
        </p:nvSpPr>
        <p:spPr>
          <a:xfrm>
            <a:off x="670460" y="1624211"/>
            <a:ext cx="5335441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r>
              <a:rPr lang="en-US" sz="1800" b="1">
                <a:ea typeface="Calibri"/>
                <a:cs typeface="Calibri"/>
              </a:rPr>
              <a:t>Support needs to be flexible and responsive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Calibri"/>
                <a:cs typeface="Calibri"/>
              </a:rPr>
              <a:t>Adaptable support formats, tailored to different needs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Calibri"/>
                <a:cs typeface="Calibri"/>
              </a:rPr>
              <a:t>Drawing on experiences from EU Member States and Contracting Parties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Calibri"/>
                <a:cs typeface="Calibri"/>
              </a:rPr>
              <a:t>Identifying synergies and coordinating with other projects (e.g. UNEP's CBIT-GSP, TRATOLOW)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00">
                <a:ea typeface="Calibri"/>
                <a:cs typeface="Calibri"/>
              </a:rPr>
              <a:t>Maintaining availability when needed, including informal, ad hoc support</a:t>
            </a:r>
          </a:p>
          <a:p>
            <a:pPr marL="285750" indent="-285750">
              <a:buFont typeface="Arial"/>
              <a:buChar char="•"/>
            </a:pPr>
            <a:endParaRPr lang="en-US" sz="1600" b="1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1A54B-EC29-E6DF-2899-76E6391FF952}"/>
              </a:ext>
            </a:extLst>
          </p:cNvPr>
          <p:cNvSpPr txBox="1"/>
          <p:nvPr/>
        </p:nvSpPr>
        <p:spPr>
          <a:xfrm>
            <a:off x="8871805" y="655637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6128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7A34-7C8C-A5CB-F711-6A0DFB49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15EB5CBB-27FE-B7BF-1533-7171FEFB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43" b="-143"/>
          <a:stretch>
            <a:fillRect/>
          </a:stretch>
        </p:blipFill>
        <p:spPr>
          <a:xfrm>
            <a:off x="-1954" y="9891"/>
            <a:ext cx="4456438" cy="6867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797E6E-864C-0F02-14A5-68855A554F75}"/>
              </a:ext>
            </a:extLst>
          </p:cNvPr>
          <p:cNvSpPr txBox="1"/>
          <p:nvPr/>
        </p:nvSpPr>
        <p:spPr>
          <a:xfrm>
            <a:off x="4529667" y="308939"/>
            <a:ext cx="653040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2026 workplan (Q3-Q4)</a:t>
            </a:r>
          </a:p>
          <a:p>
            <a:r>
              <a:rPr lang="en-US" sz="4000">
                <a:solidFill>
                  <a:srgbClr val="3D5265"/>
                </a:solidFill>
                <a:latin typeface="Aptos"/>
                <a:ea typeface="+mj-ea"/>
                <a:cs typeface="+mj-cs"/>
              </a:rPr>
              <a:t>What have we planned?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0EA48F9-4F46-0C31-FD8C-25A2A10AD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97A0E-140F-2738-6AFB-5010CB291020}"/>
              </a:ext>
            </a:extLst>
          </p:cNvPr>
          <p:cNvSpPr txBox="1"/>
          <p:nvPr/>
        </p:nvSpPr>
        <p:spPr>
          <a:xfrm>
            <a:off x="4529306" y="1624211"/>
            <a:ext cx="6918056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endParaRPr lang="en-US" sz="2400" b="1">
              <a:latin typeface="Aptos Display"/>
              <a:ea typeface="Calibri"/>
              <a:cs typeface="Calibri"/>
            </a:endParaRPr>
          </a:p>
          <a:p>
            <a:r>
              <a:rPr lang="en-US" sz="2400" b="1">
                <a:latin typeface="Aptos Display"/>
                <a:ea typeface="Calibri"/>
                <a:cs typeface="Calibri"/>
              </a:rPr>
              <a:t>Planned activities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Preparation of 2027 dataflows and reporting guidelines</a:t>
            </a:r>
            <a:endParaRPr lang="en-US"/>
          </a:p>
          <a:p>
            <a:pPr marL="742950" lvl="1" indent="-285750">
              <a:lnSpc>
                <a:spcPct val="160000"/>
              </a:lnSpc>
              <a:buFont typeface="Courier New"/>
              <a:buChar char="o"/>
            </a:pPr>
            <a:r>
              <a:rPr lang="en-US">
                <a:latin typeface="Aptos Display"/>
                <a:ea typeface="Calibri"/>
                <a:cs typeface="Calibri"/>
              </a:rPr>
              <a:t>Most dataflows open on 15 January and close on 15 March</a:t>
            </a:r>
            <a:endParaRPr lang="en-US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Webinars on 2027 reporting</a:t>
            </a:r>
            <a:endParaRPr lang="en-US"/>
          </a:p>
          <a:p>
            <a:pPr marL="742950" lvl="1" indent="-285750">
              <a:lnSpc>
                <a:spcPct val="160000"/>
              </a:lnSpc>
              <a:buFont typeface="Courier New"/>
              <a:buChar char="o"/>
            </a:pPr>
            <a:r>
              <a:rPr lang="en-US">
                <a:latin typeface="Aptos Display"/>
                <a:ea typeface="Calibri"/>
                <a:cs typeface="Calibri"/>
              </a:rPr>
              <a:t>Thematic webinars per dataflow or reporting area (mitigation, adaptation, energy, climate finance, GHG inventories)</a:t>
            </a:r>
            <a:endParaRPr lang="en-US"/>
          </a:p>
          <a:p>
            <a:pPr marL="742950" lvl="1" indent="-285750">
              <a:lnSpc>
                <a:spcPct val="160000"/>
              </a:lnSpc>
              <a:buFont typeface="Courier New"/>
              <a:buChar char="o"/>
            </a:pPr>
            <a:r>
              <a:rPr lang="en-US" dirty="0">
                <a:latin typeface="Aptos Display"/>
                <a:ea typeface="Calibri"/>
                <a:cs typeface="Calibri"/>
              </a:rPr>
              <a:t>Webinar on the requirements under the comprehensive review</a:t>
            </a:r>
            <a:endParaRPr lang="en-US" dirty="0"/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endParaRPr lang="en-US" sz="100" b="1">
              <a:latin typeface="Aptos Display"/>
              <a:ea typeface="Calibri"/>
              <a:cs typeface="Calibri"/>
            </a:endParaRP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r>
              <a:rPr lang="en-US" sz="100">
                <a:latin typeface="Aptos Display"/>
                <a:ea typeface="Calibri"/>
                <a:cs typeface="Calibri"/>
              </a:rPr>
              <a:t>s</a:t>
            </a:r>
            <a:endParaRPr lang="en-US" sz="15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59E491-38AA-21E4-25BC-361136867E83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6652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BDB4-AAB3-FAA1-FE68-2F64FCE2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1AB6416A-CB56-5623-8F2E-F5B5BF11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43" b="-143"/>
          <a:stretch>
            <a:fillRect/>
          </a:stretch>
        </p:blipFill>
        <p:spPr>
          <a:xfrm>
            <a:off x="-1954" y="9891"/>
            <a:ext cx="4456438" cy="6867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775D2A-D9F1-6670-553E-3A956DA5AD8F}"/>
              </a:ext>
            </a:extLst>
          </p:cNvPr>
          <p:cNvSpPr txBox="1"/>
          <p:nvPr/>
        </p:nvSpPr>
        <p:spPr>
          <a:xfrm>
            <a:off x="4529667" y="308939"/>
            <a:ext cx="653040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2026 workplan (Q3-Q4)</a:t>
            </a:r>
          </a:p>
          <a:p>
            <a:r>
              <a:rPr lang="en-US" sz="4000">
                <a:solidFill>
                  <a:srgbClr val="3D5265"/>
                </a:solidFill>
                <a:latin typeface="Aptos"/>
                <a:ea typeface="+mj-ea"/>
                <a:cs typeface="+mj-cs"/>
              </a:rPr>
              <a:t>What have we planned?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2A1718-6212-F9DF-FB44-DC95250A4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8D94216-A8C1-59BA-F5DB-67149BF7F45D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A0705-9DE2-56B1-1EDA-35A87ED76810}"/>
              </a:ext>
            </a:extLst>
          </p:cNvPr>
          <p:cNvSpPr txBox="1"/>
          <p:nvPr/>
        </p:nvSpPr>
        <p:spPr>
          <a:xfrm>
            <a:off x="4607941" y="1560202"/>
            <a:ext cx="6918056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endParaRPr lang="en-US" sz="2400" b="1">
              <a:latin typeface="Aptos Display"/>
              <a:ea typeface="Calibri"/>
              <a:cs typeface="Calibri"/>
            </a:endParaRPr>
          </a:p>
          <a:p>
            <a:r>
              <a:rPr lang="en-US" sz="2400" b="1">
                <a:latin typeface="Aptos Display"/>
                <a:ea typeface="Calibri"/>
                <a:cs typeface="Calibri"/>
              </a:rPr>
              <a:t>Planned activities</a:t>
            </a:r>
            <a:endParaRPr lang="en-US" sz="2400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Regional thematic workshops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GHG Inventory workshop in October/November to prepare for the January 15 submission deadline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Mitigation/Energy/Adaptation workshop(s) in January (to prepare for the 15 March deadline)</a:t>
            </a:r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National trainings – upon requests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In addition to the regional workshops, we are discussing national workshops with several CPs</a:t>
            </a: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endParaRPr lang="en-US" sz="100" b="1">
              <a:latin typeface="Aptos Display"/>
              <a:ea typeface="Calibri"/>
              <a:cs typeface="Calibri"/>
            </a:endParaRP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r>
              <a:rPr lang="en-US" sz="100">
                <a:latin typeface="Aptos Display"/>
                <a:ea typeface="Calibri"/>
                <a:cs typeface="Calibri"/>
              </a:rPr>
              <a:t>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929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14B1-81E6-F7BB-EBE6-62E16491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D4CDC3CE-BECF-9EF5-91C2-2E863C86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43" b="-143"/>
          <a:stretch>
            <a:fillRect/>
          </a:stretch>
        </p:blipFill>
        <p:spPr>
          <a:xfrm>
            <a:off x="-1954" y="9891"/>
            <a:ext cx="4456438" cy="6867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1261C3-346E-3F48-C152-BCF3A6A80826}"/>
              </a:ext>
            </a:extLst>
          </p:cNvPr>
          <p:cNvSpPr txBox="1"/>
          <p:nvPr/>
        </p:nvSpPr>
        <p:spPr>
          <a:xfrm>
            <a:off x="4529667" y="308939"/>
            <a:ext cx="653040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2026 workplan (Q3-Q4)</a:t>
            </a:r>
          </a:p>
          <a:p>
            <a:r>
              <a:rPr lang="en-US" sz="4000">
                <a:solidFill>
                  <a:srgbClr val="3D5265"/>
                </a:solidFill>
                <a:latin typeface="Aptos"/>
                <a:ea typeface="+mj-ea"/>
                <a:cs typeface="+mj-cs"/>
              </a:rPr>
              <a:t>What have we planned?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7AF62CC-5C8C-4641-04C9-D9FD602FE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7777DE-A39F-E2FF-792B-AD2E895BA2B2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3549E-20C1-4B7D-0310-2B449B76DA9C}"/>
              </a:ext>
            </a:extLst>
          </p:cNvPr>
          <p:cNvSpPr txBox="1"/>
          <p:nvPr/>
        </p:nvSpPr>
        <p:spPr>
          <a:xfrm>
            <a:off x="4607941" y="1560202"/>
            <a:ext cx="6918056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85000" lnSpcReduction="10000"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endParaRPr lang="en-US" sz="2400" b="1">
              <a:latin typeface="Aptos Display"/>
              <a:ea typeface="Calibri"/>
              <a:cs typeface="Calibri"/>
            </a:endParaRPr>
          </a:p>
          <a:p>
            <a:r>
              <a:rPr lang="en-US" sz="2400" b="1">
                <a:latin typeface="Aptos Display"/>
                <a:ea typeface="Calibri"/>
                <a:cs typeface="Calibri"/>
              </a:rPr>
              <a:t>Planned activities</a:t>
            </a:r>
            <a:endParaRPr lang="en-US" sz="2400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Report on ‘National Systems for </a:t>
            </a:r>
            <a:r>
              <a:rPr lang="en-US" sz="2000" b="1" err="1">
                <a:latin typeface="Aptos Display"/>
                <a:ea typeface="Calibri"/>
                <a:cs typeface="Calibri"/>
              </a:rPr>
              <a:t>PaMs</a:t>
            </a:r>
            <a:r>
              <a:rPr lang="en-US" sz="2000" b="1">
                <a:latin typeface="Aptos Display"/>
                <a:ea typeface="Calibri"/>
                <a:cs typeface="Calibri"/>
              </a:rPr>
              <a:t> and Projections’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Overview of national systems for </a:t>
            </a:r>
            <a:r>
              <a:rPr lang="en-US" err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PaMs</a:t>
            </a: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 and Projection across CPs. The focus on closing the gaps.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Interviews will take place over the summer.</a:t>
            </a: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Report on the state of adaptation across Contracting Parties</a:t>
            </a: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Based on data reported in the 2025 reporting cycle</a:t>
            </a: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Only countries that reported will be covered in the assessment</a:t>
            </a:r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Continued publication of the reported data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Integration of reported data into EEA's datahub and visualizations of data</a:t>
            </a:r>
          </a:p>
          <a:p>
            <a:pPr marL="285750" lvl="1" indent="-285750">
              <a:lnSpc>
                <a:spcPct val="170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Completion of IT tools to transfer data between </a:t>
            </a:r>
            <a:r>
              <a:rPr lang="en-US" sz="2000" b="1" err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Reportnet</a:t>
            </a:r>
            <a:r>
              <a:rPr lang="en-US" sz="2000" b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 and UNFCCC reporting tools</a:t>
            </a: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endParaRPr lang="en-US" sz="100" b="1">
              <a:latin typeface="Aptos Display"/>
              <a:ea typeface="Calibri"/>
              <a:cs typeface="Calibri"/>
            </a:endParaRP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r>
              <a:rPr lang="en-US" sz="100">
                <a:latin typeface="Aptos Display"/>
                <a:ea typeface="Calibri"/>
                <a:cs typeface="Calibri"/>
              </a:rPr>
              <a:t>s</a:t>
            </a:r>
            <a:endParaRPr lang="en-US" sz="15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423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52A9-EF2F-7BB9-F367-1BD665FE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F8A219CF-0FB5-3C8A-DBC9-242646CF7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43" b="-143"/>
          <a:stretch>
            <a:fillRect/>
          </a:stretch>
        </p:blipFill>
        <p:spPr>
          <a:xfrm>
            <a:off x="-1954" y="9891"/>
            <a:ext cx="4456438" cy="6867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10C2A4-7BA7-C308-7B81-5C5B58957A13}"/>
              </a:ext>
            </a:extLst>
          </p:cNvPr>
          <p:cNvSpPr txBox="1"/>
          <p:nvPr/>
        </p:nvSpPr>
        <p:spPr>
          <a:xfrm>
            <a:off x="4529667" y="308939"/>
            <a:ext cx="653040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2026 workplan (Q3-Q4)</a:t>
            </a:r>
          </a:p>
          <a:p>
            <a:r>
              <a:rPr lang="en-US" sz="4000">
                <a:solidFill>
                  <a:srgbClr val="3D5265"/>
                </a:solidFill>
                <a:latin typeface="Aptos"/>
                <a:ea typeface="+mj-ea"/>
                <a:cs typeface="+mj-cs"/>
              </a:rPr>
              <a:t>What have we planned?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C5B166A-4C27-1969-CF91-0B7545DBD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1B55E6A-8D20-7A2A-7B5C-180CB9125AEE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58310-2101-FD43-CE52-B48766262BCB}"/>
              </a:ext>
            </a:extLst>
          </p:cNvPr>
          <p:cNvSpPr txBox="1"/>
          <p:nvPr/>
        </p:nvSpPr>
        <p:spPr>
          <a:xfrm>
            <a:off x="4607941" y="1560202"/>
            <a:ext cx="6918056" cy="4803285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endParaRPr lang="en-US" sz="2400" b="1">
              <a:latin typeface="Aptos Display"/>
              <a:ea typeface="Calibri"/>
              <a:cs typeface="Calibri"/>
            </a:endParaRPr>
          </a:p>
          <a:p>
            <a:r>
              <a:rPr lang="en-US" sz="2400" b="1">
                <a:latin typeface="Aptos Display"/>
                <a:ea typeface="Calibri"/>
                <a:cs typeface="Calibri"/>
              </a:rPr>
              <a:t>Planned activities</a:t>
            </a:r>
            <a:endParaRPr lang="en-US" sz="2400"/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Continue to develop ‘Working Group’-like structures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To enable technical exchange and facilitate peer learning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To build on existing structures (e.g. the Teams space) and taking the ‘lean teams’ into account</a:t>
            </a:r>
          </a:p>
          <a:p>
            <a:pPr marL="285750" lvl="1" indent="-285750">
              <a:lnSpc>
                <a:spcPct val="160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COP 31 Side-event</a:t>
            </a:r>
          </a:p>
          <a:p>
            <a:pPr marL="742950" lvl="2" indent="-285750">
              <a:lnSpc>
                <a:spcPct val="160000"/>
              </a:lnSpc>
              <a:spcBef>
                <a:spcPct val="0"/>
              </a:spcBef>
              <a:buFont typeface="Arial"/>
              <a:buChar char="•"/>
            </a:pPr>
            <a:r>
              <a:rPr lang="en-US" dirty="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Showcase</a:t>
            </a: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 the Contracting Parties as ‘Transparency </a:t>
            </a:r>
            <a:r>
              <a:rPr lang="en-US" dirty="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frontrunners’ resulting from the increased reporting under the adapted Governance Regulation</a:t>
            </a: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endParaRPr lang="en-US" sz="100" b="1">
              <a:latin typeface="Aptos Display"/>
              <a:ea typeface="Calibri"/>
              <a:cs typeface="Calibri"/>
            </a:endParaRPr>
          </a:p>
          <a:p>
            <a:pPr marL="742950" lvl="1" indent="-285750">
              <a:lnSpc>
                <a:spcPct val="160000"/>
              </a:lnSpc>
              <a:buFont typeface="Arial"/>
              <a:buChar char="•"/>
            </a:pPr>
            <a:r>
              <a:rPr lang="en-US" sz="100">
                <a:latin typeface="Aptos Display"/>
                <a:ea typeface="Calibri"/>
                <a:cs typeface="Calibri"/>
              </a:rPr>
              <a:t>s</a:t>
            </a:r>
            <a:endParaRPr lang="en-US" sz="15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268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242B9-C215-B25C-849A-6D7416C1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logo&#10;&#10;Description automatically generated">
            <a:extLst>
              <a:ext uri="{FF2B5EF4-FFF2-40B4-BE49-F238E27FC236}">
                <a16:creationId xmlns:a16="http://schemas.microsoft.com/office/drawing/2014/main" id="{A92867EB-60FD-2525-C005-5B1BECA105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4502">
            <a:off x="9588569" y="4507761"/>
            <a:ext cx="2892173" cy="28921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D7C0DC-0844-54E3-BBFE-4B3E30DCFA62}"/>
              </a:ext>
            </a:extLst>
          </p:cNvPr>
          <p:cNvSpPr txBox="1"/>
          <p:nvPr/>
        </p:nvSpPr>
        <p:spPr>
          <a:xfrm>
            <a:off x="670460" y="1624211"/>
            <a:ext cx="9890860" cy="4483981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60000"/>
              </a:lnSpc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Reporting efforts are paying off: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There has been significant improvement</a:t>
            </a:r>
          </a:p>
          <a:p>
            <a:pPr marL="742950" lvl="1" indent="-285750">
              <a:lnSpc>
                <a:spcPct val="160000"/>
              </a:lnSpc>
              <a:spcBef>
                <a:spcPct val="0"/>
              </a:spcBef>
              <a:buFont typeface="Courier New"/>
              <a:buChar char="o"/>
            </a:pPr>
            <a:r>
              <a:rPr lang="en-US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… but many reports are still missing or submitted late</a:t>
            </a:r>
            <a:endParaRPr lang="en-US"/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>
                <a:latin typeface="Aptos Display"/>
                <a:ea typeface="Calibri"/>
                <a:cs typeface="Calibri"/>
              </a:rPr>
              <a:t>The reporting process is designed for continuous improvement &gt; </a:t>
            </a:r>
            <a:r>
              <a:rPr lang="en-US" sz="2000" b="1">
                <a:latin typeface="Aptos Display"/>
                <a:ea typeface="Calibri"/>
                <a:cs typeface="Calibri"/>
              </a:rPr>
              <a:t>engagement helps us improve</a:t>
            </a: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Peer exchange and sharing of best practices are valuable — </a:t>
            </a:r>
            <a:r>
              <a:rPr lang="en-US" sz="2000" b="1">
                <a:ea typeface="Calibri"/>
                <a:cs typeface="Calibri"/>
              </a:rPr>
              <a:t>reach out to peers for help and to strengthen reporting quality and efficiency</a:t>
            </a:r>
            <a:endParaRPr lang="en-US" sz="20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>
                <a:latin typeface="Aptos Display"/>
                <a:ea typeface="Calibri"/>
                <a:cs typeface="Calibri"/>
              </a:rPr>
              <a:t>Make full use of the support available from the EEA</a:t>
            </a:r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endParaRPr lang="en-US" sz="1800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5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935CC4-E65E-60E0-FB42-5FA299A2EBAC}"/>
              </a:ext>
            </a:extLst>
          </p:cNvPr>
          <p:cNvSpPr txBox="1">
            <a:spLocks/>
          </p:cNvSpPr>
          <p:nvPr/>
        </p:nvSpPr>
        <p:spPr>
          <a:xfrm>
            <a:off x="501739" y="299756"/>
            <a:ext cx="8964232" cy="662782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>
                <a:solidFill>
                  <a:srgbClr val="3D5265"/>
                </a:solidFill>
                <a:latin typeface="Aptos"/>
              </a:rPr>
              <a:t>Take-home messages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CCA02D-FADD-2AA8-0C55-F1C24EE65051}"/>
              </a:ext>
            </a:extLst>
          </p:cNvPr>
          <p:cNvSpPr txBox="1"/>
          <p:nvPr/>
        </p:nvSpPr>
        <p:spPr>
          <a:xfrm>
            <a:off x="138113" y="6540909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52055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50987-BB65-E551-E02F-4BF3687A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DE918A0-EE0C-7A19-6A20-44805E537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813" y="5999468"/>
            <a:ext cx="3789337" cy="765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12C8CA-7EDE-8C5A-28D8-647B05FCE3A8}"/>
              </a:ext>
            </a:extLst>
          </p:cNvPr>
          <p:cNvSpPr txBox="1"/>
          <p:nvPr/>
        </p:nvSpPr>
        <p:spPr>
          <a:xfrm>
            <a:off x="138113" y="6487992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3A33B4-BB6A-F704-2DEF-1E2A71295D08}"/>
              </a:ext>
            </a:extLst>
          </p:cNvPr>
          <p:cNvSpPr txBox="1">
            <a:spLocks/>
          </p:cNvSpPr>
          <p:nvPr/>
        </p:nvSpPr>
        <p:spPr>
          <a:xfrm>
            <a:off x="4514850" y="2519654"/>
            <a:ext cx="7681438" cy="1101508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GB" sz="2500" b="1">
              <a:solidFill>
                <a:srgbClr val="293E02"/>
              </a:solidFill>
              <a:latin typeface="Aptos"/>
            </a:endParaRPr>
          </a:p>
          <a:p>
            <a:pPr algn="r">
              <a:lnSpc>
                <a:spcPct val="100000"/>
              </a:lnSpc>
            </a:pPr>
            <a:r>
              <a:rPr lang="en-GB" sz="6500" b="1">
                <a:solidFill>
                  <a:srgbClr val="685943"/>
                </a:solidFill>
                <a:latin typeface="Aptos"/>
              </a:rPr>
              <a:t>2027 Comprehensive Review</a:t>
            </a:r>
            <a:endParaRPr lang="en-US" sz="3600">
              <a:solidFill>
                <a:srgbClr val="685943"/>
              </a:solidFill>
              <a:ea typeface="Calibri Light"/>
              <a:cs typeface="Calibri Light"/>
            </a:endParaRPr>
          </a:p>
          <a:p>
            <a:pPr algn="r">
              <a:lnSpc>
                <a:spcPct val="120000"/>
              </a:lnSpc>
            </a:pPr>
            <a:r>
              <a:rPr lang="en-GB" sz="3400" b="1">
                <a:solidFill>
                  <a:srgbClr val="685943"/>
                </a:solidFill>
                <a:latin typeface="Aptos"/>
              </a:rPr>
              <a:t>Review of GHG Inventories under the adapted Governance Regulation</a:t>
            </a:r>
            <a:r>
              <a:rPr lang="en-GB" sz="3300">
                <a:solidFill>
                  <a:srgbClr val="685943"/>
                </a:solidFill>
                <a:latin typeface="Aptos"/>
              </a:rPr>
              <a:t> </a:t>
            </a:r>
            <a:endParaRPr lang="en-GB" sz="3600">
              <a:solidFill>
                <a:srgbClr val="685943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algn="r">
              <a:lnSpc>
                <a:spcPct val="120000"/>
              </a:lnSpc>
            </a:pPr>
            <a:endParaRPr lang="en-GB" sz="3300" i="1">
              <a:solidFill>
                <a:srgbClr val="685943"/>
              </a:solidFill>
              <a:latin typeface="Aptos"/>
            </a:endParaRPr>
          </a:p>
          <a:p>
            <a:pPr algn="r">
              <a:lnSpc>
                <a:spcPct val="120000"/>
              </a:lnSpc>
            </a:pPr>
            <a:endParaRPr lang="en-GB" sz="2500" i="1">
              <a:solidFill>
                <a:srgbClr val="878424"/>
              </a:solidFill>
              <a:ea typeface="Calibri Light"/>
              <a:cs typeface="Calibri Light"/>
            </a:endParaRPr>
          </a:p>
          <a:p>
            <a:endParaRPr lang="en-GB" sz="4000">
              <a:solidFill>
                <a:srgbClr val="3D52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7414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621F-D2BA-E71E-9548-3EF3A06E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694A6FAE-A1DD-F1B0-8486-22A765C1F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5" t="-133" r="-32" b="-20"/>
          <a:stretch>
            <a:fillRect/>
          </a:stretch>
        </p:blipFill>
        <p:spPr>
          <a:xfrm>
            <a:off x="6295316" y="761"/>
            <a:ext cx="5900212" cy="686828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E13E92A-80B4-0778-74A2-56F4A2CDD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38A0F55-DCFA-8C5E-BF84-9482C80A4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0BDD97-AD5D-179B-3AEB-093763A2BD3E}"/>
              </a:ext>
            </a:extLst>
          </p:cNvPr>
          <p:cNvSpPr txBox="1"/>
          <p:nvPr/>
        </p:nvSpPr>
        <p:spPr>
          <a:xfrm>
            <a:off x="8871805" y="655637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F2DDD5B-A742-E8A8-7C7F-4FE262BD6D61}"/>
              </a:ext>
            </a:extLst>
          </p:cNvPr>
          <p:cNvGraphicFramePr/>
          <p:nvPr/>
        </p:nvGraphicFramePr>
        <p:xfrm>
          <a:off x="-711200" y="63114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02937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BAE8-F670-B698-451D-353AB4A7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BCD28C04-13F6-8481-EDFB-5E8DADDF2A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5" t="-133" r="-32" b="-20"/>
          <a:stretch>
            <a:fillRect/>
          </a:stretch>
        </p:blipFill>
        <p:spPr>
          <a:xfrm>
            <a:off x="6295316" y="761"/>
            <a:ext cx="5900212" cy="686828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3DD805-7F8A-00CB-8435-BEBAAD385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C552B24-2DF2-923F-4584-D463EE89C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6B74A5-5092-B313-B746-3CCC1265A8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00038"/>
            <a:ext cx="8964613" cy="661987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/>
          <a:p>
            <a:r>
              <a:rPr lang="en-GB" sz="4000">
                <a:solidFill>
                  <a:srgbClr val="3D5265"/>
                </a:solidFill>
                <a:latin typeface="Aptos"/>
              </a:rPr>
              <a:t>                 </a:t>
            </a:r>
            <a:r>
              <a:rPr lang="en-GB" sz="4000" b="0">
                <a:solidFill>
                  <a:srgbClr val="3D5265"/>
                </a:solidFill>
                <a:latin typeface="Aptos"/>
              </a:rPr>
              <a:t>Inventory Review</a:t>
            </a:r>
            <a:endParaRPr lang="en-GB" sz="4000" b="0">
              <a:solidFill>
                <a:srgbClr val="3D526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51B3E-F63C-C288-9240-607B5E201D98}"/>
              </a:ext>
            </a:extLst>
          </p:cNvPr>
          <p:cNvSpPr txBox="1"/>
          <p:nvPr/>
        </p:nvSpPr>
        <p:spPr>
          <a:xfrm>
            <a:off x="496390" y="2396877"/>
            <a:ext cx="5509512" cy="4030619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b="1">
                <a:latin typeface="Aptos Display"/>
                <a:ea typeface="Calibri"/>
                <a:cs typeface="Calibri"/>
              </a:rPr>
              <a:t>Article 38(1) </a:t>
            </a:r>
            <a:r>
              <a:rPr lang="en-US" sz="2000">
                <a:latin typeface="Aptos Display"/>
                <a:ea typeface="Calibri"/>
                <a:cs typeface="Calibri"/>
              </a:rPr>
              <a:t>of the adapted Governance Regulation 2018/1999: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en-US" sz="2000">
              <a:latin typeface="Aptos Display"/>
              <a:ea typeface="Calibri"/>
              <a:cs typeface="Calibri"/>
            </a:endParaRPr>
          </a:p>
          <a:p>
            <a:r>
              <a:rPr lang="en-US" sz="2000">
                <a:latin typeface="Aptos Display"/>
                <a:ea typeface="Calibri"/>
                <a:cs typeface="Calibri"/>
              </a:rPr>
              <a:t>“</a:t>
            </a:r>
            <a:r>
              <a:rPr lang="en-GB" sz="2000">
                <a:latin typeface="Aptos Display"/>
                <a:ea typeface="Calibri"/>
                <a:cs typeface="Calibri"/>
              </a:rPr>
              <a:t>With a view to monitoring Contracting Parties’ greenhouse gas emission reductions or limitation</a:t>
            </a:r>
          </a:p>
          <a:p>
            <a:r>
              <a:rPr lang="en-GB" sz="2000">
                <a:latin typeface="Aptos Display"/>
                <a:ea typeface="Calibri"/>
                <a:cs typeface="Calibri"/>
              </a:rPr>
              <a:t>&lt;…&gt; targets set out in Energy Community law, the Energy Community Secretariat shall, in 2027</a:t>
            </a:r>
          </a:p>
          <a:p>
            <a:r>
              <a:rPr lang="en-GB" sz="2000">
                <a:latin typeface="Aptos Display"/>
                <a:ea typeface="Calibri"/>
                <a:cs typeface="Calibri"/>
              </a:rPr>
              <a:t>and 2032, carry out a comprehensive review of the national inventory data submitted by Contracting</a:t>
            </a:r>
          </a:p>
          <a:p>
            <a:r>
              <a:rPr lang="en-GB" sz="2000">
                <a:latin typeface="Aptos Display"/>
                <a:ea typeface="Calibri"/>
                <a:cs typeface="Calibri"/>
              </a:rPr>
              <a:t>Parties &lt;…&gt;. Contracting Parties shall participate fully in that process.”</a:t>
            </a:r>
          </a:p>
          <a:p>
            <a:pPr>
              <a:lnSpc>
                <a:spcPct val="150000"/>
              </a:lnSpc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3BD0D-533E-7A00-944B-A8FCD6F6E976}"/>
              </a:ext>
            </a:extLst>
          </p:cNvPr>
          <p:cNvSpPr txBox="1"/>
          <p:nvPr/>
        </p:nvSpPr>
        <p:spPr>
          <a:xfrm>
            <a:off x="8871805" y="655637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BB5B87-43A6-ED4A-3072-82CBF9D8C17E}"/>
              </a:ext>
            </a:extLst>
          </p:cNvPr>
          <p:cNvGrpSpPr/>
          <p:nvPr/>
        </p:nvGrpSpPr>
        <p:grpSpPr>
          <a:xfrm>
            <a:off x="0" y="88972"/>
            <a:ext cx="1747506" cy="2008628"/>
            <a:chOff x="3637367" y="95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11" name="Hexagon 10">
              <a:hlinkClick r:id="rId6" action="ppaction://hlinkpres?slideindex=4&amp;slidetitle=PowerPoint Presentation"/>
              <a:extLst>
                <a:ext uri="{FF2B5EF4-FFF2-40B4-BE49-F238E27FC236}">
                  <a16:creationId xmlns:a16="http://schemas.microsoft.com/office/drawing/2014/main" id="{821897FF-DF3E-A844-E80C-6052E0A64315}"/>
                </a:ext>
              </a:extLst>
            </p:cNvPr>
            <p:cNvSpPr/>
            <p:nvPr/>
          </p:nvSpPr>
          <p:spPr>
            <a:xfrm rot="5400000">
              <a:off x="3506806" y="130656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13" name="Hexagon 4">
              <a:extLst>
                <a:ext uri="{FF2B5EF4-FFF2-40B4-BE49-F238E27FC236}">
                  <a16:creationId xmlns:a16="http://schemas.microsoft.com/office/drawing/2014/main" id="{E2C1121A-D073-8B6F-3710-11389C5A4732}"/>
                </a:ext>
              </a:extLst>
            </p:cNvPr>
            <p:cNvSpPr txBox="1"/>
            <p:nvPr/>
          </p:nvSpPr>
          <p:spPr>
            <a:xfrm>
              <a:off x="3909687" y="313106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Scope</a:t>
              </a:r>
              <a:endParaRPr lang="en-US" sz="2000" b="1" kern="1200"/>
            </a:p>
          </p:txBody>
        </p:sp>
      </p:grpSp>
    </p:spTree>
    <p:extLst>
      <p:ext uri="{BB962C8B-B14F-4D97-AF65-F5344CB8AC3E}">
        <p14:creationId xmlns:p14="http://schemas.microsoft.com/office/powerpoint/2010/main" val="2759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5099-4C3B-7B12-3604-1BE6C507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55F4A625-FEF5-6734-223E-778F68104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5" t="-133" r="-32" b="-20"/>
          <a:stretch>
            <a:fillRect/>
          </a:stretch>
        </p:blipFill>
        <p:spPr>
          <a:xfrm>
            <a:off x="6295316" y="761"/>
            <a:ext cx="5900212" cy="686828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A5F0291-5552-98B4-7714-C9E6F487E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A293BC-9F15-641B-2E64-8543597D2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B749FFA-4EB0-8199-BB80-82AC6DAE8E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00038"/>
            <a:ext cx="8964613" cy="661987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/>
          <a:p>
            <a:r>
              <a:rPr lang="en-GB" sz="4000">
                <a:solidFill>
                  <a:srgbClr val="3D5265"/>
                </a:solidFill>
                <a:latin typeface="Aptos"/>
              </a:rPr>
              <a:t>                 Review checks</a:t>
            </a:r>
            <a:endParaRPr lang="en-GB" sz="4000" b="0">
              <a:solidFill>
                <a:srgbClr val="3D526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F7C27-0D8B-0227-D33E-0F48397E1D4F}"/>
              </a:ext>
            </a:extLst>
          </p:cNvPr>
          <p:cNvSpPr txBox="1"/>
          <p:nvPr/>
        </p:nvSpPr>
        <p:spPr>
          <a:xfrm>
            <a:off x="586488" y="2184225"/>
            <a:ext cx="5509512" cy="4372152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000">
                <a:latin typeface="Aptos Display"/>
                <a:ea typeface="Calibri"/>
                <a:cs typeface="Calibri"/>
              </a:rPr>
              <a:t>According to </a:t>
            </a:r>
            <a:r>
              <a:rPr lang="en-GB" sz="2000" b="1">
                <a:latin typeface="Aptos Display"/>
                <a:ea typeface="Calibri"/>
                <a:cs typeface="Calibri"/>
              </a:rPr>
              <a:t>Article 38(2), </a:t>
            </a:r>
            <a:r>
              <a:rPr lang="en-GB" sz="2000">
                <a:latin typeface="Aptos Display"/>
                <a:ea typeface="Calibri"/>
                <a:cs typeface="Calibri"/>
              </a:rPr>
              <a:t>the review shall include: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en-GB" sz="2000">
              <a:latin typeface="Aptos Display"/>
              <a:ea typeface="Calibri"/>
              <a:cs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Tx/>
              <a:buAutoNum type="alphaLcParenBoth"/>
              <a:defRPr/>
            </a:pPr>
            <a:r>
              <a:rPr lang="en-GB" sz="2000">
                <a:latin typeface="Aptos Display"/>
                <a:ea typeface="Calibri"/>
                <a:cs typeface="Calibri"/>
              </a:rPr>
              <a:t>Checks to verify the transparency, accuracy, consistency, comparability and completeness of information submitted;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Tx/>
              <a:buAutoNum type="alphaLcParenBoth"/>
              <a:defRPr/>
            </a:pPr>
            <a:endParaRPr lang="en-GB" sz="2000">
              <a:latin typeface="Aptos Display"/>
              <a:ea typeface="Calibri"/>
              <a:cs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Tx/>
              <a:buAutoNum type="alphaLcParenBoth"/>
              <a:defRPr/>
            </a:pPr>
            <a:r>
              <a:rPr lang="en-GB" sz="2000">
                <a:latin typeface="Aptos Display"/>
                <a:ea typeface="Calibri"/>
                <a:cs typeface="Calibri"/>
              </a:rPr>
              <a:t>Checks to identify cases where inventory data are prepared in a manner which is inconsistent with UNFCCC guidance documentation or Energy Community rules;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Tx/>
              <a:buAutoNum type="alphaLcParenBoth"/>
              <a:defRPr/>
            </a:pPr>
            <a:endParaRPr lang="en-GB" sz="2000">
              <a:latin typeface="Aptos Display"/>
              <a:ea typeface="Calibri"/>
              <a:cs typeface="Calibri"/>
            </a:endParaRP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FontTx/>
              <a:buAutoNum type="alphaLcParenBoth"/>
              <a:defRPr/>
            </a:pPr>
            <a:r>
              <a:rPr lang="en-GB" sz="2000">
                <a:latin typeface="Aptos Display"/>
                <a:ea typeface="Calibri"/>
                <a:cs typeface="Calibri"/>
              </a:rPr>
              <a:t>Where appropriate, calculating the resulting technical corrections necessary, in consultation with the Contracting Parties. </a:t>
            </a:r>
          </a:p>
          <a:p>
            <a:pPr>
              <a:lnSpc>
                <a:spcPct val="150000"/>
              </a:lnSpc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2B7CFB-52D9-5011-0B9D-3CF1C6F98067}"/>
              </a:ext>
            </a:extLst>
          </p:cNvPr>
          <p:cNvSpPr txBox="1"/>
          <p:nvPr/>
        </p:nvSpPr>
        <p:spPr>
          <a:xfrm>
            <a:off x="8871805" y="655637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414DDCC-5A90-DD36-8269-9A050549FBC1}"/>
              </a:ext>
            </a:extLst>
          </p:cNvPr>
          <p:cNvGrpSpPr/>
          <p:nvPr/>
        </p:nvGrpSpPr>
        <p:grpSpPr>
          <a:xfrm>
            <a:off x="0" y="88972"/>
            <a:ext cx="1747506" cy="2008628"/>
            <a:chOff x="3637367" y="95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11" name="Hexagon 10">
              <a:hlinkClick r:id="rId6" action="ppaction://hlinkpres?slideindex=4&amp;slidetitle=PowerPoint Presentation"/>
              <a:extLst>
                <a:ext uri="{FF2B5EF4-FFF2-40B4-BE49-F238E27FC236}">
                  <a16:creationId xmlns:a16="http://schemas.microsoft.com/office/drawing/2014/main" id="{19FF8F84-B5E8-9CC7-BE1A-199447C0DE89}"/>
                </a:ext>
              </a:extLst>
            </p:cNvPr>
            <p:cNvSpPr/>
            <p:nvPr/>
          </p:nvSpPr>
          <p:spPr>
            <a:xfrm rot="5400000">
              <a:off x="3506806" y="130656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13" name="Hexagon 4">
              <a:extLst>
                <a:ext uri="{FF2B5EF4-FFF2-40B4-BE49-F238E27FC236}">
                  <a16:creationId xmlns:a16="http://schemas.microsoft.com/office/drawing/2014/main" id="{9C749F26-0A08-AF2E-6142-9AF01818930D}"/>
                </a:ext>
              </a:extLst>
            </p:cNvPr>
            <p:cNvSpPr txBox="1"/>
            <p:nvPr/>
          </p:nvSpPr>
          <p:spPr>
            <a:xfrm>
              <a:off x="3909687" y="313106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Scope</a:t>
              </a:r>
              <a:endParaRPr lang="en-US" sz="2000" b="1" kern="1200"/>
            </a:p>
          </p:txBody>
        </p:sp>
      </p:grpSp>
    </p:spTree>
    <p:extLst>
      <p:ext uri="{BB962C8B-B14F-4D97-AF65-F5344CB8AC3E}">
        <p14:creationId xmlns:p14="http://schemas.microsoft.com/office/powerpoint/2010/main" val="1761812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339C-C212-E44C-720E-EB39DB3F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D7EDE5BD-CAA6-5CDD-75B3-A96E7702D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55" t="-133" r="-32" b="-20"/>
          <a:stretch>
            <a:fillRect/>
          </a:stretch>
        </p:blipFill>
        <p:spPr>
          <a:xfrm>
            <a:off x="6295316" y="761"/>
            <a:ext cx="5900212" cy="686828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BE4688-4563-A7E2-C337-AC55D9801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0150649-F8F7-4E9C-6523-92B7F6DAA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8658" y="155359"/>
            <a:ext cx="1764000" cy="9251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5F33B41-48BD-3CD8-34CA-1DD5A823DE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00038"/>
            <a:ext cx="8964613" cy="661987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/>
          <a:p>
            <a:r>
              <a:rPr lang="en-GB" sz="4000">
                <a:solidFill>
                  <a:srgbClr val="3D5265"/>
                </a:solidFill>
                <a:latin typeface="Aptos"/>
              </a:rPr>
              <a:t>                 </a:t>
            </a:r>
            <a:r>
              <a:rPr lang="en-GB" sz="4000" b="0">
                <a:solidFill>
                  <a:srgbClr val="3D5265"/>
                </a:solidFill>
                <a:latin typeface="Aptos"/>
              </a:rPr>
              <a:t>Targets</a:t>
            </a:r>
            <a:endParaRPr lang="en-GB" sz="4000" b="0">
              <a:solidFill>
                <a:srgbClr val="3D526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E9D5E-CA21-1267-ED43-D3A922FD6D62}"/>
              </a:ext>
            </a:extLst>
          </p:cNvPr>
          <p:cNvSpPr txBox="1"/>
          <p:nvPr/>
        </p:nvSpPr>
        <p:spPr>
          <a:xfrm>
            <a:off x="586488" y="2184225"/>
            <a:ext cx="5509512" cy="4372152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>
              <a:lnSpc>
                <a:spcPct val="160000"/>
              </a:lnSpc>
            </a:pPr>
            <a:r>
              <a:rPr lang="en-GB" sz="2000" b="1">
                <a:latin typeface="Aptos Display"/>
                <a:ea typeface="Calibri"/>
                <a:cs typeface="Calibri"/>
              </a:rPr>
              <a:t>Annex XIV </a:t>
            </a:r>
            <a:r>
              <a:rPr lang="en-GB" sz="2000">
                <a:latin typeface="Aptos Display"/>
                <a:ea typeface="Calibri"/>
                <a:cs typeface="Calibri"/>
              </a:rPr>
              <a:t>of the adapted Governance Regulation stipulates targets for Net Greenhouse Gas Emissions in 2030.</a:t>
            </a:r>
          </a:p>
          <a:p>
            <a:pPr>
              <a:lnSpc>
                <a:spcPct val="160000"/>
              </a:lnSpc>
            </a:pPr>
            <a:endParaRPr lang="en-GB" sz="2000">
              <a:latin typeface="Aptos Display"/>
              <a:ea typeface="Calibri"/>
              <a:cs typeface="Calibri"/>
            </a:endParaRPr>
          </a:p>
          <a:p>
            <a:pPr>
              <a:lnSpc>
                <a:spcPct val="160000"/>
              </a:lnSpc>
            </a:pPr>
            <a:r>
              <a:rPr lang="en-GB" sz="2000">
                <a:latin typeface="Aptos Display"/>
                <a:ea typeface="Calibri"/>
                <a:cs typeface="Calibri"/>
              </a:rPr>
              <a:t>The targets cover all domestic net GHG emissions, including LULUCF emissions and removals (except for Montenegro).</a:t>
            </a:r>
            <a:endParaRPr lang="en-US" sz="2000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270BB-4860-AE16-D2CA-F8ADF055F490}"/>
              </a:ext>
            </a:extLst>
          </p:cNvPr>
          <p:cNvSpPr txBox="1"/>
          <p:nvPr/>
        </p:nvSpPr>
        <p:spPr>
          <a:xfrm>
            <a:off x="8871805" y="655637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60E094-40C4-A20B-2D37-4E1EB20F8A84}"/>
              </a:ext>
            </a:extLst>
          </p:cNvPr>
          <p:cNvGrpSpPr/>
          <p:nvPr/>
        </p:nvGrpSpPr>
        <p:grpSpPr>
          <a:xfrm>
            <a:off x="0" y="88972"/>
            <a:ext cx="1747506" cy="2008628"/>
            <a:chOff x="3637367" y="95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11" name="Hexagon 10">
              <a:hlinkClick r:id="rId6" action="ppaction://hlinkpres?slideindex=4&amp;slidetitle=PowerPoint Presentation"/>
              <a:extLst>
                <a:ext uri="{FF2B5EF4-FFF2-40B4-BE49-F238E27FC236}">
                  <a16:creationId xmlns:a16="http://schemas.microsoft.com/office/drawing/2014/main" id="{0EF8507D-EEC5-2E66-098E-184B5F11274F}"/>
                </a:ext>
              </a:extLst>
            </p:cNvPr>
            <p:cNvSpPr/>
            <p:nvPr/>
          </p:nvSpPr>
          <p:spPr>
            <a:xfrm rot="5400000">
              <a:off x="3506806" y="130656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13" name="Hexagon 4">
              <a:extLst>
                <a:ext uri="{FF2B5EF4-FFF2-40B4-BE49-F238E27FC236}">
                  <a16:creationId xmlns:a16="http://schemas.microsoft.com/office/drawing/2014/main" id="{4DACBD4B-FD61-F07C-9EC7-57E626A5A498}"/>
                </a:ext>
              </a:extLst>
            </p:cNvPr>
            <p:cNvSpPr txBox="1"/>
            <p:nvPr/>
          </p:nvSpPr>
          <p:spPr>
            <a:xfrm>
              <a:off x="3909687" y="313106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Scope</a:t>
              </a:r>
              <a:endParaRPr lang="en-US" sz="2000" b="1" kern="1200"/>
            </a:p>
          </p:txBody>
        </p:sp>
      </p:grpSp>
    </p:spTree>
    <p:extLst>
      <p:ext uri="{BB962C8B-B14F-4D97-AF65-F5344CB8AC3E}">
        <p14:creationId xmlns:p14="http://schemas.microsoft.com/office/powerpoint/2010/main" val="474193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F7AF4-DAEA-86FB-32E2-9E375F2D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41A96-AEC9-2EE1-A2CA-F549128747F6}"/>
              </a:ext>
            </a:extLst>
          </p:cNvPr>
          <p:cNvSpPr txBox="1"/>
          <p:nvPr/>
        </p:nvSpPr>
        <p:spPr>
          <a:xfrm>
            <a:off x="1864843" y="412725"/>
            <a:ext cx="8092369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Initial checks and Comprehensive Review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4BF201-8149-828E-43C1-3B55ECEE3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360F869-3064-05FD-D7D7-BF651DD07123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E01EE6-63B8-2F83-D931-7BF5C3FAE61A}"/>
              </a:ext>
            </a:extLst>
          </p:cNvPr>
          <p:cNvGrpSpPr/>
          <p:nvPr/>
        </p:nvGrpSpPr>
        <p:grpSpPr>
          <a:xfrm>
            <a:off x="0" y="40885"/>
            <a:ext cx="1747506" cy="2008628"/>
            <a:chOff x="2690098" y="1705019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0F097CA5-E713-AF4F-7D92-DC86F1B3BA78}"/>
                </a:ext>
              </a:extLst>
            </p:cNvPr>
            <p:cNvSpPr/>
            <p:nvPr/>
          </p:nvSpPr>
          <p:spPr>
            <a:xfrm rot="5400000">
              <a:off x="2559537" y="1835580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-4860860"/>
                <a:satOff val="-330"/>
                <a:lumOff val="784"/>
                <a:alphaOff val="0"/>
              </a:schemeClr>
            </a:fillRef>
            <a:effectRef idx="2">
              <a:schemeClr val="accent5">
                <a:hueOff val="-4860860"/>
                <a:satOff val="-330"/>
                <a:lumOff val="7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7" name="Hexagon 4">
              <a:extLst>
                <a:ext uri="{FF2B5EF4-FFF2-40B4-BE49-F238E27FC236}">
                  <a16:creationId xmlns:a16="http://schemas.microsoft.com/office/drawing/2014/main" id="{51858CA8-63B5-2CC5-F175-2338FE644C8D}"/>
                </a:ext>
              </a:extLst>
            </p:cNvPr>
            <p:cNvSpPr txBox="1"/>
            <p:nvPr/>
          </p:nvSpPr>
          <p:spPr>
            <a:xfrm>
              <a:off x="2962418" y="2018030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Timeline</a:t>
              </a:r>
              <a:endParaRPr lang="en-DK" sz="2000" b="1" kern="1200"/>
            </a:p>
          </p:txBody>
        </p:sp>
      </p:grp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4BA1DD08-715A-0A4E-5F9B-66A8628DE605}"/>
              </a:ext>
            </a:extLst>
          </p:cNvPr>
          <p:cNvSpPr/>
          <p:nvPr/>
        </p:nvSpPr>
        <p:spPr>
          <a:xfrm>
            <a:off x="1274579" y="2859680"/>
            <a:ext cx="4425575" cy="1316900"/>
          </a:xfrm>
          <a:prstGeom prst="chevron">
            <a:avLst/>
          </a:prstGeom>
          <a:gradFill flip="none" rotWithShape="1">
            <a:gsLst>
              <a:gs pos="0">
                <a:srgbClr val="5B9BD5"/>
              </a:gs>
              <a:gs pos="50000">
                <a:schemeClr val="accent5">
                  <a:hueOff val="-965506"/>
                  <a:satOff val="-2488"/>
                  <a:lumOff val="-1681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hueOff val="-965506"/>
                  <a:satOff val="-2488"/>
                  <a:lumOff val="-1681"/>
                  <a:alphaOff val="0"/>
                  <a:lumMod val="99000"/>
                  <a:satMod val="120000"/>
                  <a:shade val="78000"/>
                </a:schemeClr>
              </a:gs>
            </a:gsLst>
            <a:lin ang="0" scaled="0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Checks</a:t>
            </a:r>
            <a:endParaRPr kumimoji="0" lang="en-DK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D7D83C0C-CA29-8291-A57A-851CB68D9A6B}"/>
              </a:ext>
            </a:extLst>
          </p:cNvPr>
          <p:cNvSpPr/>
          <p:nvPr/>
        </p:nvSpPr>
        <p:spPr>
          <a:xfrm>
            <a:off x="5217960" y="2821522"/>
            <a:ext cx="6162558" cy="1355057"/>
          </a:xfrm>
          <a:prstGeom prst="chevron">
            <a:avLst/>
          </a:prstGeom>
          <a:gradFill flip="none" rotWithShape="1">
            <a:gsLst>
              <a:gs pos="0">
                <a:srgbClr val="4BC174"/>
              </a:gs>
              <a:gs pos="50000">
                <a:schemeClr val="accent5">
                  <a:hueOff val="-965506"/>
                  <a:satOff val="-2488"/>
                  <a:lumOff val="-1681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hueOff val="-965506"/>
                  <a:satOff val="-2488"/>
                  <a:lumOff val="-1681"/>
                  <a:alphaOff val="0"/>
                  <a:lumMod val="99000"/>
                  <a:satMod val="120000"/>
                  <a:shade val="78000"/>
                </a:schemeClr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Comprehensive Review</a:t>
            </a:r>
            <a:endParaRPr kumimoji="0" lang="en-DK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BEBD1092-3087-E5E6-773C-86F1C9903731}"/>
              </a:ext>
            </a:extLst>
          </p:cNvPr>
          <p:cNvGraphicFramePr/>
          <p:nvPr/>
        </p:nvGraphicFramePr>
        <p:xfrm>
          <a:off x="1274579" y="1225998"/>
          <a:ext cx="10105939" cy="2273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5FEF323-6014-14A0-CC73-9772FB6AD62A}"/>
              </a:ext>
            </a:extLst>
          </p:cNvPr>
          <p:cNvSpPr txBox="1"/>
          <p:nvPr/>
        </p:nvSpPr>
        <p:spPr>
          <a:xfrm>
            <a:off x="1021418" y="4363753"/>
            <a:ext cx="1452175" cy="692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+mn-ea"/>
                <a:cs typeface="+mn-cs"/>
              </a:rPr>
              <a:t>15 Jan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</a:rPr>
              <a:t>GHGI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+mn-ea"/>
                <a:cs typeface="+mn-cs"/>
              </a:rPr>
              <a:t> (x-2)</a:t>
            </a:r>
            <a:endParaRPr kumimoji="0" lang="en-DK" sz="1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Calibri" panose="020F0502020204030204"/>
                <a:cs typeface="Calibri" panose="020F0502020204030204"/>
              </a:rPr>
              <a:t>Gov Reg Art. 26(3)</a:t>
            </a:r>
            <a:endParaRPr kumimoji="0" lang="en-DK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41AB7B-DE52-EE29-0F32-F7E19608CFFF}"/>
              </a:ext>
            </a:extLst>
          </p:cNvPr>
          <p:cNvSpPr txBox="1"/>
          <p:nvPr/>
        </p:nvSpPr>
        <p:spPr>
          <a:xfrm>
            <a:off x="3433836" y="4358063"/>
            <a:ext cx="1784124" cy="692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Mar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Calibri" panose="020F0502020204030204"/>
              </a:rPr>
              <a:t>Final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GHGI (x-2)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Gov Reg Art. 26(3)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1AE617-5DAB-16A3-634D-82D04CD6F73F}"/>
              </a:ext>
            </a:extLst>
          </p:cNvPr>
          <p:cNvSpPr txBox="1"/>
          <p:nvPr/>
        </p:nvSpPr>
        <p:spPr>
          <a:xfrm>
            <a:off x="1335085" y="6363885"/>
            <a:ext cx="6006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Annex XXII of Implementing Regulation (EU) 2020/1208 </a:t>
            </a:r>
            <a:endParaRPr lang="en-DK" sz="2000">
              <a:solidFill>
                <a:srgbClr val="3D5265"/>
              </a:solidFill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41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AD11-4A6B-D6AC-197D-D170C4B6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BC0E0-9CB9-EA71-739F-F8BBD9AFF1D6}"/>
              </a:ext>
            </a:extLst>
          </p:cNvPr>
          <p:cNvSpPr txBox="1"/>
          <p:nvPr/>
        </p:nvSpPr>
        <p:spPr>
          <a:xfrm>
            <a:off x="1864843" y="412725"/>
            <a:ext cx="809236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Emission Review Tool - EMRT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DFE367-A521-E89D-50DD-0F266B493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F30D4D9-9500-EFE3-F8F4-6123CE43C4C9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4E2D64-F241-CCF6-D4FF-5A1208FD3ED1}"/>
              </a:ext>
            </a:extLst>
          </p:cNvPr>
          <p:cNvGrpSpPr/>
          <p:nvPr/>
        </p:nvGrpSpPr>
        <p:grpSpPr>
          <a:xfrm>
            <a:off x="0" y="0"/>
            <a:ext cx="1747506" cy="2008628"/>
            <a:chOff x="3637367" y="3409942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80BDD155-0988-376C-0673-C588D2A623EE}"/>
                </a:ext>
              </a:extLst>
            </p:cNvPr>
            <p:cNvSpPr/>
            <p:nvPr/>
          </p:nvSpPr>
          <p:spPr>
            <a:xfrm rot="5400000">
              <a:off x="3506806" y="3540503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-9721720"/>
                <a:satOff val="-661"/>
                <a:lumOff val="1569"/>
                <a:alphaOff val="0"/>
              </a:schemeClr>
            </a:fillRef>
            <a:effectRef idx="2">
              <a:schemeClr val="accent5">
                <a:hueOff val="-9721720"/>
                <a:satOff val="-661"/>
                <a:lumOff val="156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K"/>
            </a:p>
          </p:txBody>
        </p:sp>
        <p:sp>
          <p:nvSpPr>
            <p:cNvPr id="9" name="Hexagon 4">
              <a:extLst>
                <a:ext uri="{FF2B5EF4-FFF2-40B4-BE49-F238E27FC236}">
                  <a16:creationId xmlns:a16="http://schemas.microsoft.com/office/drawing/2014/main" id="{895810C9-DB72-9461-A9F8-2C87C923B2DE}"/>
                </a:ext>
              </a:extLst>
            </p:cNvPr>
            <p:cNvSpPr txBox="1"/>
            <p:nvPr/>
          </p:nvSpPr>
          <p:spPr>
            <a:xfrm>
              <a:off x="3909687" y="3722953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EMRT</a:t>
              </a:r>
              <a:endParaRPr lang="en-DK" sz="2000" b="1" kern="12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A14C974-4371-D6D1-27D3-71C3344BDDFF}"/>
              </a:ext>
            </a:extLst>
          </p:cNvPr>
          <p:cNvSpPr txBox="1"/>
          <p:nvPr/>
        </p:nvSpPr>
        <p:spPr>
          <a:xfrm>
            <a:off x="2105246" y="1261540"/>
            <a:ext cx="9452927" cy="1715576"/>
          </a:xfrm>
          <a:prstGeom prst="rect">
            <a:avLst/>
          </a:prstGeom>
          <a:solidFill>
            <a:schemeClr val="bg1">
              <a:alpha val="75279"/>
            </a:schemeClr>
          </a:solidFill>
        </p:spPr>
        <p:txBody>
          <a:bodyPr lIns="91440" tIns="45720" rIns="91440" bIns="45720" anchor="t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0" i="0">
                <a:solidFill>
                  <a:srgbClr val="3D5265"/>
                </a:solidFill>
                <a:latin typeface="Aptos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b="1">
                <a:latin typeface="+mj-lt"/>
                <a:ea typeface="Calibri"/>
                <a:cs typeface="Calibri"/>
              </a:rPr>
              <a:t>The Emission Review Tool (EMRT) </a:t>
            </a:r>
            <a:r>
              <a:rPr lang="en-US" sz="2000">
                <a:latin typeface="+mj-lt"/>
                <a:ea typeface="Calibri"/>
                <a:cs typeface="Calibri"/>
              </a:rPr>
              <a:t>is used for communication and documentation of review questions and recommendations.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>
                <a:solidFill>
                  <a:prstClr val="black"/>
                </a:solidFill>
                <a:latin typeface="+mj-lt"/>
                <a:hlinkClick r:id="rId4"/>
              </a:rPr>
              <a:t>EEA Review Tool — EEA Emission Review Tool (EMRT) (europa.eu)</a:t>
            </a:r>
            <a:endParaRPr lang="en-US" sz="2000">
              <a:solidFill>
                <a:srgbClr val="002060"/>
              </a:solidFill>
              <a:latin typeface="+mj-lt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>
                <a:latin typeface="+mj-lt"/>
                <a:ea typeface="Calibri"/>
                <a:cs typeface="Calibri"/>
              </a:rPr>
              <a:t>Access is through an </a:t>
            </a:r>
            <a:r>
              <a:rPr lang="en-US" sz="2000" err="1">
                <a:latin typeface="+mj-lt"/>
                <a:ea typeface="Calibri"/>
                <a:cs typeface="Calibri"/>
              </a:rPr>
              <a:t>eionet</a:t>
            </a:r>
            <a:r>
              <a:rPr lang="en-US" sz="2000">
                <a:latin typeface="+mj-lt"/>
                <a:ea typeface="Calibri"/>
                <a:cs typeface="Calibri"/>
              </a:rPr>
              <a:t> account.</a:t>
            </a: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Font typeface="Arial"/>
              <a:buChar char="•"/>
            </a:pPr>
            <a:endParaRPr lang="en-US" sz="20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60000"/>
              </a:lnSpc>
              <a:buFont typeface="Arial"/>
              <a:buChar char="•"/>
            </a:pPr>
            <a:endParaRPr lang="en-US" sz="1800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500" b="1">
              <a:latin typeface="Aptos Display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endParaRPr lang="en-US" sz="16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4685A0-A51A-3E86-2B8E-27CF7C04E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8" y="2689190"/>
            <a:ext cx="12006943" cy="416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70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81BB6B1-1D43-BCD6-085F-B7179EAC4C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4336909"/>
              </p:ext>
            </p:extLst>
          </p:nvPr>
        </p:nvGraphicFramePr>
        <p:xfrm>
          <a:off x="364837" y="443344"/>
          <a:ext cx="11462326" cy="5514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FAE31A-3D91-E3FB-A5F7-CC47B975039E}"/>
              </a:ext>
            </a:extLst>
          </p:cNvPr>
          <p:cNvSpPr txBox="1"/>
          <p:nvPr/>
        </p:nvSpPr>
        <p:spPr>
          <a:xfrm>
            <a:off x="9393381" y="5034123"/>
            <a:ext cx="2281382" cy="92333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Annex XXII of Implementing Regulation 2020/1208</a:t>
            </a: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C156BD-5AA8-1D70-4DAC-34B8B382523B}"/>
              </a:ext>
            </a:extLst>
          </p:cNvPr>
          <p:cNvSpPr/>
          <p:nvPr/>
        </p:nvSpPr>
        <p:spPr>
          <a:xfrm>
            <a:off x="9347200" y="4442691"/>
            <a:ext cx="1108364" cy="489527"/>
          </a:xfrm>
          <a:prstGeom prst="roundRect">
            <a:avLst/>
          </a:prstGeom>
          <a:solidFill>
            <a:srgbClr val="4BC17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TERT/EEA</a:t>
            </a:r>
            <a:endParaRPr kumimoji="0" lang="en-DK" sz="16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835EC5-4ED0-D722-6538-37EA70D16F5A}"/>
              </a:ext>
            </a:extLst>
          </p:cNvPr>
          <p:cNvSpPr/>
          <p:nvPr/>
        </p:nvSpPr>
        <p:spPr>
          <a:xfrm>
            <a:off x="10534072" y="4442691"/>
            <a:ext cx="1108364" cy="489527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</a:t>
            </a: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41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16BFD-BEDC-61EB-6629-39D13E66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0FFAD0FF-89B0-289F-3E9A-F4ED5F1A0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43" b="-143"/>
          <a:stretch>
            <a:fillRect/>
          </a:stretch>
        </p:blipFill>
        <p:spPr>
          <a:xfrm>
            <a:off x="-1954" y="9891"/>
            <a:ext cx="4456438" cy="6867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505FDA-6658-D5F0-D000-9FDDF0510BD0}"/>
              </a:ext>
            </a:extLst>
          </p:cNvPr>
          <p:cNvSpPr txBox="1"/>
          <p:nvPr/>
        </p:nvSpPr>
        <p:spPr>
          <a:xfrm>
            <a:off x="4529667" y="308939"/>
            <a:ext cx="65304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EMRT - Coordinators</a:t>
            </a:r>
            <a:endParaRPr lang="en-US" sz="4000">
              <a:solidFill>
                <a:srgbClr val="3D5265"/>
              </a:solidFill>
              <a:latin typeface="Aptos"/>
              <a:ea typeface="+mj-ea"/>
              <a:cs typeface="+mj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B2AE4C7-058C-8379-0F39-3F3319707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5FD5625-EC20-0FA2-05F3-0518CF03E0D8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CE681-8757-4F0F-2A57-066775780A79}"/>
              </a:ext>
            </a:extLst>
          </p:cNvPr>
          <p:cNvSpPr txBox="1"/>
          <p:nvPr/>
        </p:nvSpPr>
        <p:spPr>
          <a:xfrm>
            <a:off x="4827181" y="1399611"/>
            <a:ext cx="69163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The </a:t>
            </a:r>
            <a:r>
              <a:rPr lang="en-US" sz="2000" b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Coordinator</a:t>
            </a: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 is the officially nominated contact point and is the primary contact point,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>
              <a:solidFill>
                <a:srgbClr val="3D5265"/>
              </a:solidFill>
              <a:latin typeface="Aptos Display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Has greater access in the EMRT;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Receives questions from the EU Team and the TERT via the EMRT;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Collects input from several sector experts, the so-called experts;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Drafts the reply in the EMRT based on input from experts, and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Submits the final reply to the EU Team and the TERT via the EMRT.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3D5265"/>
              </a:solidFill>
              <a:latin typeface="Aptos Display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Contracting Parties update their nominations for Coordinator and deputy coordinator before the start of the review. </a:t>
            </a:r>
          </a:p>
        </p:txBody>
      </p:sp>
    </p:spTree>
    <p:extLst>
      <p:ext uri="{BB962C8B-B14F-4D97-AF65-F5344CB8AC3E}">
        <p14:creationId xmlns:p14="http://schemas.microsoft.com/office/powerpoint/2010/main" val="965534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20B8-09D7-B1F2-A8E8-EC0CBE6F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field of purple flowers with mountains in the background&#10;&#10;AI-generated content may be incorrect.">
            <a:extLst>
              <a:ext uri="{FF2B5EF4-FFF2-40B4-BE49-F238E27FC236}">
                <a16:creationId xmlns:a16="http://schemas.microsoft.com/office/drawing/2014/main" id="{6C42591C-92ED-87F7-BBDD-41DD3CBC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43" b="-143"/>
          <a:stretch>
            <a:fillRect/>
          </a:stretch>
        </p:blipFill>
        <p:spPr>
          <a:xfrm>
            <a:off x="-1954" y="9891"/>
            <a:ext cx="4456438" cy="6867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0BD148-C18B-158D-A150-5528DAB43FF8}"/>
              </a:ext>
            </a:extLst>
          </p:cNvPr>
          <p:cNvSpPr txBox="1"/>
          <p:nvPr/>
        </p:nvSpPr>
        <p:spPr>
          <a:xfrm>
            <a:off x="4529667" y="308939"/>
            <a:ext cx="65304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b="1">
                <a:solidFill>
                  <a:srgbClr val="3D5265"/>
                </a:solidFill>
                <a:latin typeface="Aptos"/>
                <a:ea typeface="+mj-ea"/>
                <a:cs typeface="+mj-cs"/>
              </a:rPr>
              <a:t>EMRT - Experts</a:t>
            </a:r>
            <a:endParaRPr lang="en-US" sz="4000">
              <a:solidFill>
                <a:srgbClr val="3D5265"/>
              </a:solidFill>
              <a:latin typeface="Aptos"/>
              <a:ea typeface="+mj-ea"/>
              <a:cs typeface="+mj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96729E-9F16-875C-576D-464C60391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9533" y="169008"/>
            <a:ext cx="1762394" cy="924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A1601EF-6BE2-D1AF-28EE-79181D0B5CE6}"/>
              </a:ext>
            </a:extLst>
          </p:cNvPr>
          <p:cNvSpPr txBox="1"/>
          <p:nvPr/>
        </p:nvSpPr>
        <p:spPr>
          <a:xfrm>
            <a:off x="138113" y="6546607"/>
            <a:ext cx="3127374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fr-F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</a:t>
            </a:r>
            <a:r>
              <a:rPr lang="fr-FR" sz="800">
                <a:solidFill>
                  <a:prstClr val="white"/>
                </a:solidFill>
                <a:latin typeface="Aptos" panose="02110004020202020204"/>
              </a:rPr>
              <a:t>Filip </a:t>
            </a:r>
            <a:r>
              <a:rPr lang="fr-FR" sz="800">
                <a:solidFill>
                  <a:prstClr val="white"/>
                </a:solidFill>
                <a:ea typeface="+mn-lt"/>
                <a:cs typeface="+mn-lt"/>
              </a:rPr>
              <a:t>Hrebenda, REDISCOVER Nature / EEA</a:t>
            </a:r>
            <a:endParaRPr lang="fr-F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1138B-BA94-04E7-8996-60C99C756AC0}"/>
              </a:ext>
            </a:extLst>
          </p:cNvPr>
          <p:cNvSpPr txBox="1"/>
          <p:nvPr/>
        </p:nvSpPr>
        <p:spPr>
          <a:xfrm>
            <a:off x="4805916" y="1016825"/>
            <a:ext cx="691638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The </a:t>
            </a:r>
            <a:r>
              <a:rPr lang="en-US" sz="2000" b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Expert</a:t>
            </a: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 supports the Coordinator in the provision of a reply, and</a:t>
            </a:r>
          </a:p>
          <a:p>
            <a:pPr lvl="0">
              <a:defRPr/>
            </a:pPr>
            <a:endParaRPr lang="en-US" sz="2000">
              <a:solidFill>
                <a:srgbClr val="3D5265"/>
              </a:solidFill>
              <a:latin typeface="Aptos Display"/>
              <a:ea typeface="Calibri"/>
              <a:cs typeface="Calibri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Has limited access in the EMRT;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Provides comments and/or input to the draft reply if requested by the Coordinator;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Only has access to observations where input has been requested.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3D5265"/>
              </a:solidFill>
              <a:latin typeface="Aptos Display"/>
              <a:ea typeface="Calibri"/>
              <a:cs typeface="Calibri"/>
            </a:endParaRPr>
          </a:p>
          <a:p>
            <a:pPr lvl="0"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Coordinators decide if they want to collect the input and comments from experts inside or outside the EMRT.</a:t>
            </a:r>
          </a:p>
          <a:p>
            <a:pPr lvl="0"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The internal commenting loop between Coordinator and experts and the draft reply are not accessible to the EU Team or the TERT – </a:t>
            </a:r>
            <a:r>
              <a:rPr lang="en-US" sz="2000" b="1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only the final reply submitted by the Coordinator is considered.</a:t>
            </a:r>
          </a:p>
          <a:p>
            <a:pPr lvl="0">
              <a:defRPr/>
            </a:pPr>
            <a:endParaRPr lang="en-US" sz="2000">
              <a:solidFill>
                <a:srgbClr val="3D5265"/>
              </a:solidFill>
              <a:latin typeface="Aptos Display"/>
              <a:ea typeface="Calibri"/>
              <a:cs typeface="Calibri"/>
            </a:endParaRPr>
          </a:p>
          <a:p>
            <a:pPr lvl="0">
              <a:defRPr/>
            </a:pPr>
            <a:r>
              <a:rPr lang="en-US" sz="2000">
                <a:solidFill>
                  <a:srgbClr val="3D5265"/>
                </a:solidFill>
                <a:latin typeface="Aptos Display"/>
                <a:ea typeface="Calibri"/>
                <a:cs typeface="Calibri"/>
              </a:rPr>
              <a:t>Contracting Parties update their nominations for experts before the start of the review. </a:t>
            </a:r>
          </a:p>
        </p:txBody>
      </p:sp>
    </p:spTree>
    <p:extLst>
      <p:ext uri="{BB962C8B-B14F-4D97-AF65-F5344CB8AC3E}">
        <p14:creationId xmlns:p14="http://schemas.microsoft.com/office/powerpoint/2010/main" val="335135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9E15451F77F4B856619B28208FAAA" ma:contentTypeVersion="12" ma:contentTypeDescription="Create a new document." ma:contentTypeScope="" ma:versionID="1a7fdba3ad7db10c9904a5197bd15a1b">
  <xsd:schema xmlns:xsd="http://www.w3.org/2001/XMLSchema" xmlns:xs="http://www.w3.org/2001/XMLSchema" xmlns:p="http://schemas.microsoft.com/office/2006/metadata/properties" xmlns:ns2="d85d5ab4-6aee-4f28-851d-b4a73bf57296" xmlns:ns3="31301ee9-83ff-4db9-9060-04877f3eb4da" targetNamespace="http://schemas.microsoft.com/office/2006/metadata/properties" ma:root="true" ma:fieldsID="7da69f85872c69f1fa5142d23b825db5" ns2:_="" ns3:_="">
    <xsd:import namespace="d85d5ab4-6aee-4f28-851d-b4a73bf57296"/>
    <xsd:import namespace="31301ee9-83ff-4db9-9060-04877f3eb4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d5ab4-6aee-4f28-851d-b4a73bf57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01ee9-83ff-4db9-9060-04877f3eb4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8aacfc-34eb-42b2-8dd0-ea7de858e4b3}" ma:internalName="TaxCatchAll" ma:showField="CatchAllData" ma:web="31301ee9-83ff-4db9-9060-04877f3eb4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301ee9-83ff-4db9-9060-04877f3eb4da" xsi:nil="true"/>
    <lcf76f155ced4ddcb4097134ff3c332f xmlns="d85d5ab4-6aee-4f28-851d-b4a73bf5729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9255D3-5A47-49F5-8451-8AE3DA72F656}"/>
</file>

<file path=customXml/itemProps2.xml><?xml version="1.0" encoding="utf-8"?>
<ds:datastoreItem xmlns:ds="http://schemas.openxmlformats.org/officeDocument/2006/customXml" ds:itemID="{21AFB697-29B6-440B-AF97-A967D34DB1B6}">
  <ds:schemaRefs>
    <ds:schemaRef ds:uri="1403fb54-47f0-4125-8d87-6a6e13582a5f"/>
    <ds:schemaRef ds:uri="340712eb-23a5-460f-9036-c6d10688f9a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01C0A5-1078-4FE1-A472-0F9E638E60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Key learning</vt:lpstr>
      <vt:lpstr>Key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                Inventory Review</vt:lpstr>
      <vt:lpstr>                 Review checks</vt:lpstr>
      <vt:lpstr>                 Targets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2026-05-27T07:21:15Z</dcterms:created>
  <dcterms:modified xsi:type="dcterms:W3CDTF">2026-06-08T13:26:40Z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0x010100DA49E15451F77F4B856619B28208FAAA</vt:lpwstr>
  </property>
  <property fmtid="{D5CDD505-2E9C-101B-9397-08002B2CF9AE}" pid="3" name="MediaServiceImageTags">
    <vt:lpwstr/>
  </property>
  <property fmtid="{D5CDD505-2E9C-101B-9397-08002B2CF9AE}" pid="4" name="Order">
    <vt:r8>290200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