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sldIdLst>
    <p:sldId id="2147473107" r:id="rId5"/>
    <p:sldId id="2147473109" r:id="rId6"/>
    <p:sldId id="2147473111" r:id="rId7"/>
    <p:sldId id="2147473102" r:id="rId8"/>
    <p:sldId id="2147473091" r:id="rId9"/>
    <p:sldId id="2147473101" r:id="rId10"/>
    <p:sldId id="2147473108" r:id="rId11"/>
    <p:sldId id="2147473110" r:id="rId12"/>
    <p:sldId id="256" r:id="rId13"/>
  </p:sldIdLst>
  <p:sldSz cx="12192000" cy="6858000"/>
  <p:notesSz cx="6797675"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BC81612-B092-79B3-E883-2CB4D0F81236}" name="KALTSOUNI Stella (CAB-JORGENSEN)" initials="SK" userId="S::stella.kaltsouni@ec.europa.eu::a4f76829-6e41-43fc-b242-acb5466bc619" providerId="AD"/>
  <p188:author id="{41847CE0-1D17-2A70-FDB7-3D752E3BE533}" name="TALBI Kamil (CAB-JORGENSEN)" initials="T(" userId="S::kamil.talbi@ec.europa.eu::dfd29525-6cbe-4b3a-886b-8e2ab993474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9" d="100"/>
          <a:sy n="69" d="100"/>
        </p:scale>
        <p:origin x="56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903731746890212"/>
          <c:y val="0.17151898734177215"/>
          <c:w val="0.56138453217955653"/>
          <c:h val="0.65696202531645564"/>
        </c:manualLayout>
      </c:layout>
      <c:pieChart>
        <c:varyColors val="0"/>
        <c:ser>
          <c:idx val="0"/>
          <c:order val="0"/>
          <c:dPt>
            <c:idx val="0"/>
            <c:bubble3D val="0"/>
            <c:explosion val="10"/>
            <c:spPr>
              <a:solidFill>
                <a:srgbClr val="599EFF"/>
              </a:solidFill>
              <a:ln>
                <a:noFill/>
              </a:ln>
            </c:spPr>
            <c:extLst>
              <c:ext xmlns:c16="http://schemas.microsoft.com/office/drawing/2014/chart" uri="{C3380CC4-5D6E-409C-BE32-E72D297353CC}">
                <c16:uniqueId val="{00000000-952E-4D0A-B194-3D42AB487886}"/>
              </c:ext>
            </c:extLst>
          </c:dPt>
          <c:dPt>
            <c:idx val="1"/>
            <c:bubble3D val="0"/>
            <c:spPr>
              <a:solidFill>
                <a:srgbClr val="BEBEBE"/>
              </a:solidFill>
              <a:ln>
                <a:noFill/>
              </a:ln>
            </c:spPr>
            <c:extLst>
              <c:ext xmlns:c16="http://schemas.microsoft.com/office/drawing/2014/chart" uri="{C3380CC4-5D6E-409C-BE32-E72D297353CC}">
                <c16:uniqueId val="{00000001-952E-4D0A-B194-3D42AB487886}"/>
              </c:ext>
            </c:extLst>
          </c:dPt>
          <c:dLbls>
            <c:dLbl>
              <c:idx val="0"/>
              <c:layout>
                <c:manualLayout>
                  <c:x val="-0.20687346756892946"/>
                  <c:y val="-5.4544004784212096E-3"/>
                </c:manualLayout>
              </c:layout>
              <c:tx>
                <c:rich>
                  <a:bodyPr wrap="none"/>
                  <a:lstStyle/>
                  <a:p>
                    <a:pPr>
                      <a:defRPr sz="1600" kern="1200">
                        <a:solidFill>
                          <a:schemeClr val="bg1"/>
                        </a:solidFill>
                        <a:latin typeface="+mn-lt"/>
                        <a:ea typeface="+mn-ea"/>
                        <a:cs typeface="+mn-cs"/>
                      </a:defRPr>
                    </a:pPr>
                    <a:fld id="{A93331A4-C8F5-47A8-9441-DFEEDD05B219}" type="VALUE">
                      <a:rPr lang="en-US" sz="1800" b="1"/>
                      <a:pPr>
                        <a:defRPr sz="1600" kern="1200">
                          <a:solidFill>
                            <a:schemeClr val="bg1"/>
                          </a:solidFill>
                          <a:latin typeface="+mn-lt"/>
                          <a:ea typeface="+mn-ea"/>
                          <a:cs typeface="+mn-cs"/>
                        </a:defRPr>
                      </a:pPr>
                      <a:t>[VALUE]</a:t>
                    </a:fld>
                    <a:endParaRPr lang="en-IE"/>
                  </a:p>
                </c:rich>
              </c:tx>
              <c:numFmt formatCode="#,##0&quot;%&quot;;&quot;-&quot;#,##0&quot;%&quot;" sourceLinked="0"/>
              <c:spPr>
                <a:noFill/>
                <a:ln>
                  <a:noFill/>
                </a:ln>
              </c:sp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dlblFieldTable/>
                  <c15:showDataLabelsRange val="0"/>
                </c:ext>
                <c:ext xmlns:c16="http://schemas.microsoft.com/office/drawing/2014/chart" uri="{C3380CC4-5D6E-409C-BE32-E72D297353CC}">
                  <c16:uniqueId val="{00000000-952E-4D0A-B194-3D42AB487886}"/>
                </c:ext>
              </c:extLst>
            </c:dLbl>
            <c:dLbl>
              <c:idx val="1"/>
              <c:layout>
                <c:manualLayout>
                  <c:x val="0.2871811172127291"/>
                  <c:y val="5.4141333599121962E-3"/>
                </c:manualLayout>
              </c:layout>
              <c:tx>
                <c:rich>
                  <a:bodyPr wrap="none"/>
                  <a:lstStyle/>
                  <a:p>
                    <a:pPr>
                      <a:defRPr sz="1600" kern="1200">
                        <a:solidFill>
                          <a:schemeClr val="tx1">
                            <a:lumMod val="95000"/>
                            <a:lumOff val="5000"/>
                          </a:schemeClr>
                        </a:solidFill>
                        <a:latin typeface="+mn-lt"/>
                        <a:ea typeface="+mn-ea"/>
                        <a:cs typeface="+mn-cs"/>
                      </a:defRPr>
                    </a:pPr>
                    <a:fld id="{1127C82E-E81A-4B8F-B584-EBF09A43D332}" type="VALUE">
                      <a:rPr lang="en-US" sz="1800" b="1"/>
                      <a:pPr>
                        <a:defRPr sz="1600" kern="1200">
                          <a:solidFill>
                            <a:schemeClr val="tx1">
                              <a:lumMod val="95000"/>
                              <a:lumOff val="5000"/>
                            </a:schemeClr>
                          </a:solidFill>
                          <a:latin typeface="+mn-lt"/>
                          <a:ea typeface="+mn-ea"/>
                          <a:cs typeface="+mn-cs"/>
                        </a:defRPr>
                      </a:pPr>
                      <a:t>[VALUE]</a:t>
                    </a:fld>
                    <a:endParaRPr lang="en-IE"/>
                  </a:p>
                </c:rich>
              </c:tx>
              <c:numFmt formatCode="#,##0&quot;%&quot;;&quot;-&quot;#,##0&quot;%&quot;" sourceLinked="0"/>
              <c:spPr>
                <a:noFill/>
                <a:ln>
                  <a:noFill/>
                </a:ln>
              </c:sp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layout>
                    <c:manualLayout>
                      <c:w val="0.22509485443842459"/>
                      <c:h val="0.14886075949367089"/>
                    </c:manualLayout>
                  </c15:layout>
                  <c15:dlblFieldTable/>
                  <c15:showDataLabelsRange val="0"/>
                </c:ext>
                <c:ext xmlns:c16="http://schemas.microsoft.com/office/drawing/2014/chart" uri="{C3380CC4-5D6E-409C-BE32-E72D297353CC}">
                  <c16:uniqueId val="{00000001-952E-4D0A-B194-3D42AB4878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Sheet1!$A$1:$A$2</c:f>
              <c:numCache>
                <c:formatCode>General</c:formatCode>
                <c:ptCount val="2"/>
                <c:pt idx="0">
                  <c:v>23</c:v>
                </c:pt>
                <c:pt idx="1">
                  <c:v>77</c:v>
                </c:pt>
              </c:numCache>
            </c:numRef>
          </c:val>
          <c:extLst>
            <c:ext xmlns:c16="http://schemas.microsoft.com/office/drawing/2014/chart" uri="{C3380CC4-5D6E-409C-BE32-E72D297353CC}">
              <c16:uniqueId val="{00000002-952E-4D0A-B194-3D42AB487886}"/>
            </c:ext>
          </c:extLst>
        </c:ser>
        <c:dLbls>
          <c:showLegendKey val="0"/>
          <c:showVal val="0"/>
          <c:showCatName val="0"/>
          <c:showSerName val="0"/>
          <c:showPercent val="0"/>
          <c:showBubbleSize val="0"/>
          <c:showLeaderLines val="1"/>
        </c:dLbls>
        <c:firstSliceAng val="49"/>
      </c:pieChart>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2073368934293012E-2"/>
          <c:y val="2.2137079608343976E-2"/>
          <c:w val="0.97585326213141399"/>
          <c:h val="0.95359727543635586"/>
        </c:manualLayout>
      </c:layout>
      <c:barChart>
        <c:barDir val="col"/>
        <c:grouping val="stacked"/>
        <c:varyColors val="0"/>
        <c:ser>
          <c:idx val="0"/>
          <c:order val="0"/>
          <c:spPr>
            <a:solidFill>
              <a:schemeClr val="accent3"/>
            </a:solidFill>
            <a:ln>
              <a:noFill/>
            </a:ln>
          </c:spPr>
          <c:invertIfNegative val="0"/>
          <c:val>
            <c:numRef>
              <c:f>Sheet1!$A$1:$U$1</c:f>
              <c:numCache>
                <c:formatCode>General</c:formatCode>
                <c:ptCount val="21"/>
                <c:pt idx="0">
                  <c:v>31</c:v>
                </c:pt>
                <c:pt idx="1">
                  <c:v>30.9</c:v>
                </c:pt>
                <c:pt idx="2">
                  <c:v>30.4</c:v>
                </c:pt>
                <c:pt idx="3">
                  <c:v>29.4</c:v>
                </c:pt>
                <c:pt idx="4">
                  <c:v>28.8</c:v>
                </c:pt>
                <c:pt idx="5">
                  <c:v>28.2</c:v>
                </c:pt>
                <c:pt idx="6">
                  <c:v>27.8</c:v>
                </c:pt>
                <c:pt idx="7">
                  <c:v>27</c:v>
                </c:pt>
                <c:pt idx="8">
                  <c:v>26.8</c:v>
                </c:pt>
                <c:pt idx="9">
                  <c:v>26.8</c:v>
                </c:pt>
                <c:pt idx="10">
                  <c:v>26.2</c:v>
                </c:pt>
                <c:pt idx="11">
                  <c:v>26.3</c:v>
                </c:pt>
                <c:pt idx="12">
                  <c:v>26.2</c:v>
                </c:pt>
                <c:pt idx="13">
                  <c:v>25.6</c:v>
                </c:pt>
                <c:pt idx="14">
                  <c:v>25.3</c:v>
                </c:pt>
                <c:pt idx="15">
                  <c:v>25</c:v>
                </c:pt>
                <c:pt idx="16">
                  <c:v>25.1</c:v>
                </c:pt>
                <c:pt idx="17">
                  <c:v>24.8</c:v>
                </c:pt>
                <c:pt idx="18">
                  <c:v>22.7</c:v>
                </c:pt>
                <c:pt idx="19">
                  <c:v>22.8</c:v>
                </c:pt>
                <c:pt idx="20">
                  <c:v>23.4</c:v>
                </c:pt>
              </c:numCache>
            </c:numRef>
          </c:val>
          <c:extLst>
            <c:ext xmlns:c16="http://schemas.microsoft.com/office/drawing/2014/chart" uri="{C3380CC4-5D6E-409C-BE32-E72D297353CC}">
              <c16:uniqueId val="{00000000-26B6-477D-8747-290D5EE442E1}"/>
            </c:ext>
          </c:extLst>
        </c:ser>
        <c:ser>
          <c:idx val="1"/>
          <c:order val="1"/>
          <c:spPr>
            <a:solidFill>
              <a:schemeClr val="accent1"/>
            </a:solidFill>
            <a:ln>
              <a:noFill/>
            </a:ln>
          </c:spPr>
          <c:invertIfNegative val="0"/>
          <c:val>
            <c:numRef>
              <c:f>Sheet1!$A$2:$U$2</c:f>
              <c:numCache>
                <c:formatCode>General</c:formatCode>
                <c:ptCount val="21"/>
                <c:pt idx="0">
                  <c:v>15.899999999999999</c:v>
                </c:pt>
                <c:pt idx="1">
                  <c:v>16.5</c:v>
                </c:pt>
                <c:pt idx="2">
                  <c:v>16.899999999999999</c:v>
                </c:pt>
                <c:pt idx="3">
                  <c:v>18.199999999999996</c:v>
                </c:pt>
                <c:pt idx="4">
                  <c:v>19.499999999999996</c:v>
                </c:pt>
                <c:pt idx="5">
                  <c:v>20.399999999999995</c:v>
                </c:pt>
                <c:pt idx="6">
                  <c:v>21.600000000000005</c:v>
                </c:pt>
                <c:pt idx="7">
                  <c:v>23.5</c:v>
                </c:pt>
                <c:pt idx="8">
                  <c:v>24.999999999999996</c:v>
                </c:pt>
                <c:pt idx="9">
                  <c:v>26.7</c:v>
                </c:pt>
                <c:pt idx="10">
                  <c:v>28.599999999999998</c:v>
                </c:pt>
                <c:pt idx="11">
                  <c:v>29.900000000000002</c:v>
                </c:pt>
                <c:pt idx="12">
                  <c:v>30.899999999999995</c:v>
                </c:pt>
                <c:pt idx="13">
                  <c:v>31.9</c:v>
                </c:pt>
                <c:pt idx="14">
                  <c:v>32.900000000000006</c:v>
                </c:pt>
                <c:pt idx="15">
                  <c:v>34.1</c:v>
                </c:pt>
                <c:pt idx="16">
                  <c:v>37.4</c:v>
                </c:pt>
                <c:pt idx="17">
                  <c:v>37.5</c:v>
                </c:pt>
                <c:pt idx="18">
                  <c:v>41.2</c:v>
                </c:pt>
                <c:pt idx="19">
                  <c:v>45.3</c:v>
                </c:pt>
                <c:pt idx="20">
                  <c:v>47.500000000000007</c:v>
                </c:pt>
              </c:numCache>
            </c:numRef>
          </c:val>
          <c:extLst>
            <c:ext xmlns:c16="http://schemas.microsoft.com/office/drawing/2014/chart" uri="{C3380CC4-5D6E-409C-BE32-E72D297353CC}">
              <c16:uniqueId val="{00000001-26B6-477D-8747-290D5EE442E1}"/>
            </c:ext>
          </c:extLst>
        </c:ser>
        <c:dLbls>
          <c:showLegendKey val="0"/>
          <c:showVal val="0"/>
          <c:showCatName val="0"/>
          <c:showSerName val="0"/>
          <c:showPercent val="0"/>
          <c:showBubbleSize val="0"/>
        </c:dLbls>
        <c:gapWidth val="80"/>
        <c:overlap val="100"/>
        <c:axId val="1992256480"/>
        <c:axId val="1"/>
      </c:barChart>
      <c:catAx>
        <c:axId val="199225648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0.900000000000006"/>
          <c:min val="0"/>
        </c:scaling>
        <c:delete val="0"/>
        <c:axPos val="l"/>
        <c:majorGridlines>
          <c:spPr>
            <a:ln>
              <a:noFill/>
            </a:ln>
          </c:spPr>
        </c:majorGridlines>
        <c:numFmt formatCode="General" sourceLinked="1"/>
        <c:majorTickMark val="none"/>
        <c:minorTickMark val="none"/>
        <c:tickLblPos val="none"/>
        <c:spPr>
          <a:ln>
            <a:noFill/>
          </a:ln>
        </c:spPr>
        <c:crossAx val="1992256480"/>
        <c:crosses val="min"/>
        <c:crossBetween val="between"/>
      </c:valAx>
    </c:plotArea>
    <c:plotVisOnly val="0"/>
    <c:dispBlanksAs val="gap"/>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50443" y="0"/>
            <a:ext cx="2945659" cy="495348"/>
          </a:xfrm>
          <a:prstGeom prst="rect">
            <a:avLst/>
          </a:prstGeom>
        </p:spPr>
        <p:txBody>
          <a:bodyPr vert="horz" lIns="91440" tIns="45720" rIns="91440" bIns="45720" rtlCol="0"/>
          <a:lstStyle>
            <a:lvl1pPr algn="r">
              <a:defRPr sz="1200"/>
            </a:lvl1pPr>
          </a:lstStyle>
          <a:p>
            <a:fld id="{EE7F8597-B1E4-49AD-A95C-94065B53F861}" type="datetimeFigureOut">
              <a:rPr lang="en-IE" smtClean="0"/>
              <a:t>01/06/2026</a:t>
            </a:fld>
            <a:endParaRPr lang="en-IE"/>
          </a:p>
        </p:txBody>
      </p:sp>
      <p:sp>
        <p:nvSpPr>
          <p:cNvPr id="4" name="Slide Image Placeholder 3"/>
          <p:cNvSpPr>
            <a:spLocks noGrp="1" noRot="1" noChangeAspect="1"/>
          </p:cNvSpPr>
          <p:nvPr>
            <p:ph type="sldImg" idx="2"/>
          </p:nvPr>
        </p:nvSpPr>
        <p:spPr>
          <a:xfrm>
            <a:off x="438150" y="1233488"/>
            <a:ext cx="5921375" cy="3332162"/>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79768" y="4751219"/>
            <a:ext cx="5438140" cy="388736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9377317"/>
            <a:ext cx="2945659" cy="49534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50443" y="9377317"/>
            <a:ext cx="2945659" cy="495347"/>
          </a:xfrm>
          <a:prstGeom prst="rect">
            <a:avLst/>
          </a:prstGeom>
        </p:spPr>
        <p:txBody>
          <a:bodyPr vert="horz" lIns="91440" tIns="45720" rIns="91440" bIns="45720" rtlCol="0" anchor="b"/>
          <a:lstStyle>
            <a:lvl1pPr algn="r">
              <a:defRPr sz="1200"/>
            </a:lvl1pPr>
          </a:lstStyle>
          <a:p>
            <a:fld id="{940EE279-CD73-46BE-AE40-F24D247F09B3}" type="slidenum">
              <a:rPr lang="en-IE" smtClean="0"/>
              <a:t>‹#›</a:t>
            </a:fld>
            <a:endParaRPr lang="en-IE"/>
          </a:p>
        </p:txBody>
      </p:sp>
    </p:spTree>
    <p:extLst>
      <p:ext uri="{BB962C8B-B14F-4D97-AF65-F5344CB8AC3E}">
        <p14:creationId xmlns:p14="http://schemas.microsoft.com/office/powerpoint/2010/main" val="137089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notes"/>
          <p:cNvSpPr txBox="1">
            <a:spLocks noGrp="1"/>
          </p:cNvSpPr>
          <p:nvPr>
            <p:ph type="body" idx="1"/>
          </p:nvPr>
        </p:nvSpPr>
        <p:spPr>
          <a:xfrm>
            <a:off x="679768" y="4751219"/>
            <a:ext cx="5438140" cy="38873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notes"/>
          <p:cNvSpPr>
            <a:spLocks noGrp="1" noRot="1" noChangeAspect="1"/>
          </p:cNvSpPr>
          <p:nvPr>
            <p:ph type="sldImg" idx="2"/>
          </p:nvPr>
        </p:nvSpPr>
        <p:spPr>
          <a:xfrm>
            <a:off x="438150" y="1233488"/>
            <a:ext cx="5921375" cy="33321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 page option 1">
    <p:bg>
      <p:bgPr>
        <a:solidFill>
          <a:srgbClr val="003399"/>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4675400-3E4A-4805-76D4-89E3DBA2294C}"/>
              </a:ext>
            </a:extLst>
          </p:cNvPr>
          <p:cNvSpPr>
            <a:spLocks noGrp="1"/>
          </p:cNvSpPr>
          <p:nvPr>
            <p:ph type="sldNum" sz="quarter" idx="4"/>
          </p:nvPr>
        </p:nvSpPr>
        <p:spPr>
          <a:xfrm>
            <a:off x="838200" y="6317486"/>
            <a:ext cx="2743200" cy="172523"/>
          </a:xfrm>
          <a:prstGeom prst="rect">
            <a:avLst/>
          </a:prstGeom>
          <a:noFill/>
        </p:spPr>
        <p:txBody>
          <a:bodyPr vert="horz" lIns="91440" tIns="45720" rIns="91440" bIns="45720" rtlCol="0" anchor="ctr"/>
          <a:lstStyle>
            <a:lvl1pPr algn="r">
              <a:defRPr sz="1200">
                <a:solidFill>
                  <a:schemeClr val="bg1"/>
                </a:solidFill>
                <a:latin typeface="+mn-lt"/>
              </a:defRPr>
            </a:lvl1pPr>
          </a:lstStyle>
          <a:p>
            <a:pPr algn="l"/>
            <a:r>
              <a:rPr lang="fr-BE"/>
              <a:t>DD/MM/YYYY</a:t>
            </a:r>
            <a:endParaRPr lang="en-IE"/>
          </a:p>
        </p:txBody>
      </p:sp>
      <p:sp>
        <p:nvSpPr>
          <p:cNvPr id="4" name="Title 1">
            <a:extLst>
              <a:ext uri="{FF2B5EF4-FFF2-40B4-BE49-F238E27FC236}">
                <a16:creationId xmlns:a16="http://schemas.microsoft.com/office/drawing/2014/main" id="{DB290A50-B43D-A2B6-515F-75425256ACB5}"/>
              </a:ext>
            </a:extLst>
          </p:cNvPr>
          <p:cNvSpPr>
            <a:spLocks noGrp="1"/>
          </p:cNvSpPr>
          <p:nvPr>
            <p:ph type="title" hasCustomPrompt="1"/>
          </p:nvPr>
        </p:nvSpPr>
        <p:spPr>
          <a:xfrm>
            <a:off x="838200" y="3040714"/>
            <a:ext cx="10515600" cy="1020337"/>
          </a:xfrm>
          <a:noFill/>
        </p:spPr>
        <p:txBody>
          <a:bodyPr>
            <a:noAutofit/>
          </a:bodyPr>
          <a:lstStyle>
            <a:lvl1pPr>
              <a:defRPr sz="8800">
                <a:solidFill>
                  <a:schemeClr val="bg1"/>
                </a:solidFill>
              </a:defRPr>
            </a:lvl1pPr>
          </a:lstStyle>
          <a:p>
            <a:r>
              <a:rPr lang="en-US"/>
              <a:t>Click to add a title</a:t>
            </a:r>
            <a:endParaRPr lang="en-IE"/>
          </a:p>
        </p:txBody>
      </p:sp>
      <p:sp>
        <p:nvSpPr>
          <p:cNvPr id="15" name="Content Placeholder 14">
            <a:extLst>
              <a:ext uri="{FF2B5EF4-FFF2-40B4-BE49-F238E27FC236}">
                <a16:creationId xmlns:a16="http://schemas.microsoft.com/office/drawing/2014/main" id="{69D02D42-BA7D-84CC-873F-80F08362B35A}"/>
              </a:ext>
            </a:extLst>
          </p:cNvPr>
          <p:cNvSpPr>
            <a:spLocks noGrp="1"/>
          </p:cNvSpPr>
          <p:nvPr>
            <p:ph sz="quarter" idx="11"/>
          </p:nvPr>
        </p:nvSpPr>
        <p:spPr>
          <a:xfrm>
            <a:off x="838200" y="4219575"/>
            <a:ext cx="4929188" cy="611188"/>
          </a:xfrm>
        </p:spPr>
        <p:txBody>
          <a:bodyPr/>
          <a:lstStyle>
            <a:lvl1pPr marL="0" indent="0">
              <a:buNone/>
              <a:defRPr>
                <a:solidFill>
                  <a:schemeClr val="bg1"/>
                </a:solidFill>
              </a:defRPr>
            </a:lvl1pPr>
          </a:lstStyle>
          <a:p>
            <a:pPr lvl="0"/>
            <a:r>
              <a:rPr lang="en-US"/>
              <a:t>Click to edit Master text styles</a:t>
            </a:r>
          </a:p>
        </p:txBody>
      </p:sp>
      <p:sp>
        <p:nvSpPr>
          <p:cNvPr id="11" name="Content Placeholder 2">
            <a:extLst>
              <a:ext uri="{FF2B5EF4-FFF2-40B4-BE49-F238E27FC236}">
                <a16:creationId xmlns:a16="http://schemas.microsoft.com/office/drawing/2014/main" id="{C600E4EF-7051-9AAC-2C78-0958FBC514BC}"/>
              </a:ext>
            </a:extLst>
          </p:cNvPr>
          <p:cNvSpPr>
            <a:spLocks noGrp="1"/>
          </p:cNvSpPr>
          <p:nvPr>
            <p:ph sz="half" idx="10"/>
          </p:nvPr>
        </p:nvSpPr>
        <p:spPr>
          <a:xfrm>
            <a:off x="838199" y="5243158"/>
            <a:ext cx="3176847" cy="304616"/>
          </a:xfrm>
          <a:solidFill>
            <a:schemeClr val="accent5"/>
          </a:solidFill>
          <a:ln w="12700" cap="rnd">
            <a:noFill/>
            <a:round/>
          </a:ln>
        </p:spPr>
        <p:style>
          <a:lnRef idx="2">
            <a:schemeClr val="accent1"/>
          </a:lnRef>
          <a:fillRef idx="1">
            <a:schemeClr val="lt1"/>
          </a:fillRef>
          <a:effectRef idx="0">
            <a:schemeClr val="accent1"/>
          </a:effectRef>
          <a:fontRef idx="minor">
            <a:schemeClr val="dk1"/>
          </a:fontRef>
        </p:style>
        <p:txBody>
          <a:bodyPr anchor="ctr">
            <a:noAutofit/>
          </a:bodyPr>
          <a:lstStyle>
            <a:lvl1pPr marL="0" indent="0">
              <a:buNone/>
              <a:defRPr sz="1600" b="0" i="1">
                <a:solidFill>
                  <a:schemeClr val="tx2"/>
                </a:solidFill>
              </a:defRPr>
            </a:lvl1pPr>
          </a:lstStyle>
          <a:p>
            <a:pPr lvl="0"/>
            <a:r>
              <a:rPr lang="en-US"/>
              <a:t>Click to edit Master text styles</a:t>
            </a:r>
          </a:p>
        </p:txBody>
      </p:sp>
      <p:pic>
        <p:nvPicPr>
          <p:cNvPr id="3" name="Picture 2" descr="European Commission">
            <a:extLst>
              <a:ext uri="{FF2B5EF4-FFF2-40B4-BE49-F238E27FC236}">
                <a16:creationId xmlns:a16="http://schemas.microsoft.com/office/drawing/2014/main" id="{85D80D5D-B11B-B8B1-1D33-81E7377D5953}"/>
              </a:ext>
              <a:ext uri="{C183D7F6-B498-43B3-948B-1728B52AA6E4}">
                <adec:decorative xmlns:adec="http://schemas.microsoft.com/office/drawing/2017/decorative" val="0"/>
              </a:ext>
            </a:extLst>
          </p:cNvPr>
          <p:cNvPicPr/>
          <p:nvPr userDrawn="1"/>
        </p:nvPicPr>
        <p:blipFill>
          <a:blip r:embed="rId2" cstate="print">
            <a:extLst>
              <a:ext uri="{28A0092B-C50C-407E-A947-70E740481C1C}">
                <a14:useLocalDpi xmlns:a14="http://schemas.microsoft.com/office/drawing/2010/main"/>
              </a:ext>
            </a:extLst>
          </a:blip>
          <a:stretch>
            <a:fillRect/>
          </a:stretch>
        </p:blipFill>
        <p:spPr>
          <a:xfrm>
            <a:off x="9463383" y="5738784"/>
            <a:ext cx="2544024" cy="941017"/>
          </a:xfrm>
          <a:prstGeom prst="rect">
            <a:avLst/>
          </a:prstGeom>
          <a:noFill/>
        </p:spPr>
      </p:pic>
    </p:spTree>
    <p:extLst>
      <p:ext uri="{BB962C8B-B14F-4D97-AF65-F5344CB8AC3E}">
        <p14:creationId xmlns:p14="http://schemas.microsoft.com/office/powerpoint/2010/main" val="25443964"/>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age option 2">
    <p:spTree>
      <p:nvGrpSpPr>
        <p:cNvPr id="1" name=""/>
        <p:cNvGrpSpPr/>
        <p:nvPr/>
      </p:nvGrpSpPr>
      <p:grpSpPr>
        <a:xfrm>
          <a:off x="0" y="0"/>
          <a:ext cx="0" cy="0"/>
          <a:chOff x="0" y="0"/>
          <a:chExt cx="0" cy="0"/>
        </a:xfrm>
      </p:grpSpPr>
      <p:sp>
        <p:nvSpPr>
          <p:cNvPr id="4" name="Google Shape;75;p31">
            <a:extLst>
              <a:ext uri="{FF2B5EF4-FFF2-40B4-BE49-F238E27FC236}">
                <a16:creationId xmlns:a16="http://schemas.microsoft.com/office/drawing/2014/main" id="{D3CADB7B-43FA-62FF-A4B3-5E073752114C}"/>
              </a:ext>
            </a:extLst>
          </p:cNvPr>
          <p:cNvSpPr>
            <a:spLocks noGrp="1"/>
          </p:cNvSpPr>
          <p:nvPr>
            <p:ph type="pic" idx="2"/>
          </p:nvPr>
        </p:nvSpPr>
        <p:spPr>
          <a:xfrm>
            <a:off x="0" y="1981200"/>
            <a:ext cx="12192000" cy="4876799"/>
          </a:xfrm>
          <a:prstGeom prst="rect">
            <a:avLst/>
          </a:prstGeom>
          <a:solidFill>
            <a:schemeClr val="lt2"/>
          </a:solidFill>
          <a:ln>
            <a:noFill/>
          </a:ln>
        </p:spPr>
        <p:txBody>
          <a:bodyPr/>
          <a:lstStyle>
            <a:lvl1pPr marL="0" indent="0">
              <a:buNone/>
              <a:defRPr>
                <a:solidFill>
                  <a:schemeClr val="tx2"/>
                </a:solidFill>
              </a:defRPr>
            </a:lvl1pPr>
          </a:lstStyle>
          <a:p>
            <a:r>
              <a:rPr lang="en-US"/>
              <a:t>Click icon to add picture</a:t>
            </a:r>
            <a:endParaRPr lang="en-IE"/>
          </a:p>
        </p:txBody>
      </p:sp>
      <p:sp>
        <p:nvSpPr>
          <p:cNvPr id="2" name="Title 1">
            <a:extLst>
              <a:ext uri="{FF2B5EF4-FFF2-40B4-BE49-F238E27FC236}">
                <a16:creationId xmlns:a16="http://schemas.microsoft.com/office/drawing/2014/main" id="{2910E61F-C8F9-4190-1EE4-9217CF0F1D1D}"/>
              </a:ext>
            </a:extLst>
          </p:cNvPr>
          <p:cNvSpPr>
            <a:spLocks noGrp="1"/>
          </p:cNvSpPr>
          <p:nvPr>
            <p:ph type="title" hasCustomPrompt="1"/>
          </p:nvPr>
        </p:nvSpPr>
        <p:spPr>
          <a:xfrm>
            <a:off x="838200" y="1594518"/>
            <a:ext cx="10515600" cy="1068400"/>
          </a:xfrm>
          <a:solidFill>
            <a:schemeClr val="bg1"/>
          </a:solidFill>
        </p:spPr>
        <p:txBody>
          <a:bodyPr lIns="144000" tIns="144000" rIns="144000" bIns="144000" anchor="b">
            <a:noAutofit/>
          </a:bodyPr>
          <a:lstStyle>
            <a:lvl1pPr>
              <a:defRPr sz="8800"/>
            </a:lvl1pPr>
          </a:lstStyle>
          <a:p>
            <a:r>
              <a:rPr lang="en-US"/>
              <a:t>Click to add a title</a:t>
            </a:r>
            <a:endParaRPr lang="en-IE"/>
          </a:p>
        </p:txBody>
      </p:sp>
      <p:sp>
        <p:nvSpPr>
          <p:cNvPr id="6" name="Content Placeholder 14">
            <a:extLst>
              <a:ext uri="{FF2B5EF4-FFF2-40B4-BE49-F238E27FC236}">
                <a16:creationId xmlns:a16="http://schemas.microsoft.com/office/drawing/2014/main" id="{F041A8C2-E23F-3F85-E8AE-2AEEB496419A}"/>
              </a:ext>
            </a:extLst>
          </p:cNvPr>
          <p:cNvSpPr>
            <a:spLocks noGrp="1"/>
          </p:cNvSpPr>
          <p:nvPr>
            <p:ph sz="quarter" idx="11"/>
          </p:nvPr>
        </p:nvSpPr>
        <p:spPr>
          <a:xfrm>
            <a:off x="838200" y="2942564"/>
            <a:ext cx="4929188" cy="611188"/>
          </a:xfrm>
        </p:spPr>
        <p:txBody>
          <a:bodyPr/>
          <a:lstStyle>
            <a:lvl1pPr marL="0" indent="0">
              <a:buNone/>
              <a:defRPr>
                <a:solidFill>
                  <a:schemeClr val="tx2"/>
                </a:solidFill>
              </a:defRPr>
            </a:lvl1pPr>
          </a:lstStyle>
          <a:p>
            <a:pPr lvl="0"/>
            <a:r>
              <a:rPr lang="en-US"/>
              <a:t>Click to edit Master text styles</a:t>
            </a:r>
          </a:p>
        </p:txBody>
      </p:sp>
      <p:pic>
        <p:nvPicPr>
          <p:cNvPr id="8" name="Picture 7" descr="A red dotted line with a couple of people&#10;&#10;Description automatically generated with medium confidence" hidden="1">
            <a:extLst>
              <a:ext uri="{FF2B5EF4-FFF2-40B4-BE49-F238E27FC236}">
                <a16:creationId xmlns:a16="http://schemas.microsoft.com/office/drawing/2014/main" id="{95398073-E69B-2867-360F-504F7007FD00}"/>
              </a:ext>
            </a:extLst>
          </p:cNvPr>
          <p:cNvPicPr>
            <a:picLocks noGrp="1" noRot="1" noChangeAspect="1" noMove="1" noResize="1" noEditPoints="1" noAdjustHandles="1" noChangeArrowheads="1" noChangeShapeType="1" noCrop="1"/>
          </p:cNvPicPr>
          <p:nvPr/>
        </p:nvPicPr>
        <p:blipFill>
          <a:blip r:embed="rId2" cstate="print">
            <a:alphaModFix amt="2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Picture 2" descr="A red dotted line with a couple of people&#10;&#10;Description automatically generated with medium confidence" hidden="1">
            <a:extLst>
              <a:ext uri="{FF2B5EF4-FFF2-40B4-BE49-F238E27FC236}">
                <a16:creationId xmlns:a16="http://schemas.microsoft.com/office/drawing/2014/main" id="{6437CF6F-3079-899D-F025-61C0BCD596A4}"/>
              </a:ext>
            </a:extLst>
          </p:cNvPr>
          <p:cNvPicPr/>
          <p:nvPr userDrawn="1"/>
        </p:nvPicPr>
        <p:blipFill>
          <a:blip r:embed="rId2" cstate="print">
            <a:alphaModFix amt="2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Picture 4" descr="European Commission">
            <a:extLst>
              <a:ext uri="{FF2B5EF4-FFF2-40B4-BE49-F238E27FC236}">
                <a16:creationId xmlns:a16="http://schemas.microsoft.com/office/drawing/2014/main" id="{97034CB8-2B4A-3519-77AF-1512D68F2797}"/>
              </a:ext>
            </a:extLst>
          </p:cNvPr>
          <p:cNvPicPr/>
          <p:nvPr userDrawn="1"/>
        </p:nvPicPr>
        <p:blipFill>
          <a:blip r:embed="rId3" cstate="print">
            <a:extLst>
              <a:ext uri="{28A0092B-C50C-407E-A947-70E740481C1C}">
                <a14:useLocalDpi xmlns:a14="http://schemas.microsoft.com/office/drawing/2010/main"/>
              </a:ext>
            </a:extLst>
          </a:blip>
          <a:srcRect/>
          <a:stretch/>
        </p:blipFill>
        <p:spPr>
          <a:xfrm>
            <a:off x="170664" y="174518"/>
            <a:ext cx="2544024" cy="915848"/>
          </a:xfrm>
          <a:prstGeom prst="rect">
            <a:avLst/>
          </a:prstGeom>
          <a:noFill/>
        </p:spPr>
      </p:pic>
    </p:spTree>
    <p:extLst>
      <p:ext uri="{BB962C8B-B14F-4D97-AF65-F5344CB8AC3E}">
        <p14:creationId xmlns:p14="http://schemas.microsoft.com/office/powerpoint/2010/main" val="1446842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page option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78779EA-6394-AAE5-959A-6BB82A7D90AE}"/>
              </a:ext>
            </a:extLst>
          </p:cNvPr>
          <p:cNvSpPr/>
          <p:nvPr/>
        </p:nvSpPr>
        <p:spPr>
          <a:xfrm>
            <a:off x="0" y="0"/>
            <a:ext cx="12192000" cy="3810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Google Shape;75;p31">
            <a:extLst>
              <a:ext uri="{FF2B5EF4-FFF2-40B4-BE49-F238E27FC236}">
                <a16:creationId xmlns:a16="http://schemas.microsoft.com/office/drawing/2014/main" id="{66DB0E40-389A-4ADF-E594-6BBAB29E7192}"/>
              </a:ext>
            </a:extLst>
          </p:cNvPr>
          <p:cNvSpPr>
            <a:spLocks noGrp="1"/>
          </p:cNvSpPr>
          <p:nvPr>
            <p:ph type="pic" idx="2"/>
          </p:nvPr>
        </p:nvSpPr>
        <p:spPr>
          <a:xfrm>
            <a:off x="0" y="0"/>
            <a:ext cx="12192000" cy="3810000"/>
          </a:xfrm>
          <a:prstGeom prst="rect">
            <a:avLst/>
          </a:prstGeom>
          <a:solidFill>
            <a:schemeClr val="lt2"/>
          </a:solidFill>
          <a:ln>
            <a:noFill/>
          </a:ln>
        </p:spPr>
        <p:txBody>
          <a:bodyPr/>
          <a:lstStyle>
            <a:lvl1pPr marL="0" indent="0">
              <a:buNone/>
              <a:defRPr>
                <a:solidFill>
                  <a:schemeClr val="tx2"/>
                </a:solidFill>
              </a:defRPr>
            </a:lvl1pPr>
          </a:lstStyle>
          <a:p>
            <a:r>
              <a:rPr lang="en-US"/>
              <a:t>Click icon to add picture</a:t>
            </a:r>
            <a:endParaRPr lang="en-IE"/>
          </a:p>
        </p:txBody>
      </p:sp>
      <p:sp>
        <p:nvSpPr>
          <p:cNvPr id="10" name="Title 1">
            <a:extLst>
              <a:ext uri="{FF2B5EF4-FFF2-40B4-BE49-F238E27FC236}">
                <a16:creationId xmlns:a16="http://schemas.microsoft.com/office/drawing/2014/main" id="{BD6BCEAD-64F8-A9C2-D826-FF1F037B20C7}"/>
              </a:ext>
            </a:extLst>
          </p:cNvPr>
          <p:cNvSpPr>
            <a:spLocks noGrp="1"/>
          </p:cNvSpPr>
          <p:nvPr>
            <p:ph type="title"/>
          </p:nvPr>
        </p:nvSpPr>
        <p:spPr>
          <a:xfrm>
            <a:off x="838200" y="3434898"/>
            <a:ext cx="10515600" cy="816904"/>
          </a:xfrm>
          <a:solidFill>
            <a:schemeClr val="bg1"/>
          </a:solidFill>
        </p:spPr>
        <p:txBody>
          <a:bodyPr lIns="180000"/>
          <a:lstStyle/>
          <a:p>
            <a:r>
              <a:rPr lang="en-US"/>
              <a:t>Click to edit Master title style</a:t>
            </a:r>
            <a:endParaRPr lang="en-IE"/>
          </a:p>
        </p:txBody>
      </p:sp>
      <p:sp>
        <p:nvSpPr>
          <p:cNvPr id="8" name="Content Placeholder 6">
            <a:extLst>
              <a:ext uri="{FF2B5EF4-FFF2-40B4-BE49-F238E27FC236}">
                <a16:creationId xmlns:a16="http://schemas.microsoft.com/office/drawing/2014/main" id="{A59C8E60-AD13-6DDB-15AD-A3F8E3F22A78}"/>
              </a:ext>
            </a:extLst>
          </p:cNvPr>
          <p:cNvSpPr>
            <a:spLocks noGrp="1"/>
          </p:cNvSpPr>
          <p:nvPr>
            <p:ph sz="quarter" idx="11"/>
          </p:nvPr>
        </p:nvSpPr>
        <p:spPr>
          <a:xfrm>
            <a:off x="838200" y="4441825"/>
            <a:ext cx="10515600" cy="587375"/>
          </a:xfrm>
        </p:spPr>
        <p:txBody>
          <a:bodyPr>
            <a:noAutofit/>
          </a:bodyPr>
          <a:lstStyle>
            <a:lvl1pPr marL="0" indent="0">
              <a:buNone/>
              <a:defRPr sz="2000"/>
            </a:lvl1pPr>
          </a:lstStyle>
          <a:p>
            <a:pPr lvl="0"/>
            <a:r>
              <a:rPr lang="en-US"/>
              <a:t>Click to edit Master text styles</a:t>
            </a:r>
          </a:p>
        </p:txBody>
      </p:sp>
      <p:sp>
        <p:nvSpPr>
          <p:cNvPr id="2" name="Slide Number Placeholder 5">
            <a:extLst>
              <a:ext uri="{FF2B5EF4-FFF2-40B4-BE49-F238E27FC236}">
                <a16:creationId xmlns:a16="http://schemas.microsoft.com/office/drawing/2014/main" id="{C239B419-47F7-2FF3-C377-FBB7B2DBA65C}"/>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4" name="Footer Placeholder 8">
            <a:extLst>
              <a:ext uri="{FF2B5EF4-FFF2-40B4-BE49-F238E27FC236}">
                <a16:creationId xmlns:a16="http://schemas.microsoft.com/office/drawing/2014/main" id="{D8C14CF6-6F1D-C458-1F86-A760F31FEEA9}"/>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2100056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pter page op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D5B256C-F848-9C9F-2A9C-E218DE9A1995}"/>
              </a:ext>
            </a:extLst>
          </p:cNvPr>
          <p:cNvSpPr/>
          <p:nvPr userDrawn="1"/>
        </p:nvSpPr>
        <p:spPr>
          <a:xfrm>
            <a:off x="0" y="0"/>
            <a:ext cx="12192000" cy="3810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solidFill>
                <a:schemeClr val="bg1"/>
              </a:solidFill>
            </a:endParaRPr>
          </a:p>
        </p:txBody>
      </p:sp>
      <p:sp>
        <p:nvSpPr>
          <p:cNvPr id="3" name="Slide Number Placeholder 2">
            <a:extLst>
              <a:ext uri="{FF2B5EF4-FFF2-40B4-BE49-F238E27FC236}">
                <a16:creationId xmlns:a16="http://schemas.microsoft.com/office/drawing/2014/main" id="{E92597A6-449C-FD56-6361-6B67C1420435}"/>
              </a:ext>
            </a:extLst>
          </p:cNvPr>
          <p:cNvSpPr>
            <a:spLocks noGrp="1"/>
          </p:cNvSpPr>
          <p:nvPr>
            <p:ph type="sldNum" sz="quarter" idx="10"/>
          </p:nvPr>
        </p:nvSpPr>
        <p:spPr/>
        <p:txBody>
          <a:bodyPr/>
          <a:lstStyle/>
          <a:p>
            <a:pPr algn="l"/>
            <a:fld id="{768364BB-9B21-4D29-A19C-C6410F652861}" type="slidenum">
              <a:rPr lang="en-IE" smtClean="0"/>
              <a:pPr algn="l"/>
              <a:t>‹#›</a:t>
            </a:fld>
            <a:endParaRPr lang="en-IE"/>
          </a:p>
        </p:txBody>
      </p:sp>
      <p:sp>
        <p:nvSpPr>
          <p:cNvPr id="4" name="Rectangle 3">
            <a:extLst>
              <a:ext uri="{FF2B5EF4-FFF2-40B4-BE49-F238E27FC236}">
                <a16:creationId xmlns:a16="http://schemas.microsoft.com/office/drawing/2014/main" id="{EE1DFA4B-D09C-D3C7-CF14-10151C0BAF5D}"/>
              </a:ext>
            </a:extLst>
          </p:cNvPr>
          <p:cNvSpPr/>
          <p:nvPr/>
        </p:nvSpPr>
        <p:spPr>
          <a:xfrm>
            <a:off x="0" y="0"/>
            <a:ext cx="12192000" cy="3810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solidFill>
                <a:schemeClr val="bg1"/>
              </a:solidFill>
            </a:endParaRPr>
          </a:p>
        </p:txBody>
      </p:sp>
      <p:sp>
        <p:nvSpPr>
          <p:cNvPr id="2" name="Title 1">
            <a:extLst>
              <a:ext uri="{FF2B5EF4-FFF2-40B4-BE49-F238E27FC236}">
                <a16:creationId xmlns:a16="http://schemas.microsoft.com/office/drawing/2014/main" id="{D922CA66-7408-CA5B-7EAD-6C36A01B53B5}"/>
              </a:ext>
            </a:extLst>
          </p:cNvPr>
          <p:cNvSpPr>
            <a:spLocks noGrp="1"/>
          </p:cNvSpPr>
          <p:nvPr>
            <p:ph type="title"/>
          </p:nvPr>
        </p:nvSpPr>
        <p:spPr>
          <a:xfrm>
            <a:off x="838200" y="3434898"/>
            <a:ext cx="10515600" cy="816904"/>
          </a:xfrm>
          <a:solidFill>
            <a:schemeClr val="bg1"/>
          </a:solidFill>
        </p:spPr>
        <p:txBody>
          <a:bodyPr lIns="180000"/>
          <a:lstStyle/>
          <a:p>
            <a:r>
              <a:rPr lang="en-US"/>
              <a:t>Click to edit Master title style</a:t>
            </a:r>
            <a:endParaRPr lang="en-IE"/>
          </a:p>
        </p:txBody>
      </p:sp>
      <p:sp>
        <p:nvSpPr>
          <p:cNvPr id="7" name="Content Placeholder 6">
            <a:extLst>
              <a:ext uri="{FF2B5EF4-FFF2-40B4-BE49-F238E27FC236}">
                <a16:creationId xmlns:a16="http://schemas.microsoft.com/office/drawing/2014/main" id="{CA90F452-4E6C-2A2B-2B9D-88A3D16A05C1}"/>
              </a:ext>
            </a:extLst>
          </p:cNvPr>
          <p:cNvSpPr>
            <a:spLocks noGrp="1"/>
          </p:cNvSpPr>
          <p:nvPr>
            <p:ph sz="quarter" idx="11"/>
          </p:nvPr>
        </p:nvSpPr>
        <p:spPr>
          <a:xfrm>
            <a:off x="838200" y="4441825"/>
            <a:ext cx="10515600" cy="587375"/>
          </a:xfrm>
        </p:spPr>
        <p:txBody>
          <a:bodyPr>
            <a:noAutofit/>
          </a:bodyPr>
          <a:lstStyle>
            <a:lvl1pPr marL="0" indent="0">
              <a:buNone/>
              <a:defRPr sz="2000"/>
            </a:lvl1pPr>
          </a:lstStyle>
          <a:p>
            <a:pPr lvl="0"/>
            <a:r>
              <a:rPr lang="en-US"/>
              <a:t>Click to edit Master text styles</a:t>
            </a:r>
          </a:p>
        </p:txBody>
      </p:sp>
      <p:sp>
        <p:nvSpPr>
          <p:cNvPr id="8" name="Footer Placeholder 8">
            <a:extLst>
              <a:ext uri="{FF2B5EF4-FFF2-40B4-BE49-F238E27FC236}">
                <a16:creationId xmlns:a16="http://schemas.microsoft.com/office/drawing/2014/main" id="{A1F22256-0B85-5AAD-C0B2-E8F5E3C500B3}"/>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2965662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apter page option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D58619-8012-9B7D-9C59-16671B374575}"/>
              </a:ext>
            </a:extLst>
          </p:cNvPr>
          <p:cNvSpPr/>
          <p:nvPr userDrawn="1"/>
        </p:nvSpPr>
        <p:spPr>
          <a:xfrm>
            <a:off x="0" y="0"/>
            <a:ext cx="12192000" cy="381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 name="Slide Number Placeholder 2">
            <a:extLst>
              <a:ext uri="{FF2B5EF4-FFF2-40B4-BE49-F238E27FC236}">
                <a16:creationId xmlns:a16="http://schemas.microsoft.com/office/drawing/2014/main" id="{E92597A6-449C-FD56-6361-6B67C1420435}"/>
              </a:ext>
            </a:extLst>
          </p:cNvPr>
          <p:cNvSpPr>
            <a:spLocks noGrp="1"/>
          </p:cNvSpPr>
          <p:nvPr>
            <p:ph type="sldNum" sz="quarter" idx="10"/>
          </p:nvPr>
        </p:nvSpPr>
        <p:spPr/>
        <p:txBody>
          <a:bodyPr/>
          <a:lstStyle/>
          <a:p>
            <a:pPr algn="l"/>
            <a:fld id="{768364BB-9B21-4D29-A19C-C6410F652861}" type="slidenum">
              <a:rPr lang="en-IE" smtClean="0"/>
              <a:pPr algn="l"/>
              <a:t>‹#›</a:t>
            </a:fld>
            <a:endParaRPr lang="en-IE"/>
          </a:p>
        </p:txBody>
      </p:sp>
      <p:sp>
        <p:nvSpPr>
          <p:cNvPr id="4" name="Rectangle 3">
            <a:extLst>
              <a:ext uri="{FF2B5EF4-FFF2-40B4-BE49-F238E27FC236}">
                <a16:creationId xmlns:a16="http://schemas.microsoft.com/office/drawing/2014/main" id="{EE1DFA4B-D09C-D3C7-CF14-10151C0BAF5D}"/>
              </a:ext>
            </a:extLst>
          </p:cNvPr>
          <p:cNvSpPr/>
          <p:nvPr/>
        </p:nvSpPr>
        <p:spPr>
          <a:xfrm>
            <a:off x="0" y="0"/>
            <a:ext cx="12192000" cy="381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D922CA66-7408-CA5B-7EAD-6C36A01B53B5}"/>
              </a:ext>
            </a:extLst>
          </p:cNvPr>
          <p:cNvSpPr>
            <a:spLocks noGrp="1"/>
          </p:cNvSpPr>
          <p:nvPr>
            <p:ph type="title"/>
          </p:nvPr>
        </p:nvSpPr>
        <p:spPr>
          <a:xfrm>
            <a:off x="838200" y="3434898"/>
            <a:ext cx="10515600" cy="816904"/>
          </a:xfrm>
          <a:solidFill>
            <a:schemeClr val="bg1"/>
          </a:solidFill>
        </p:spPr>
        <p:txBody>
          <a:bodyPr lIns="180000"/>
          <a:lstStyle/>
          <a:p>
            <a:r>
              <a:rPr lang="en-US"/>
              <a:t>Click to edit Master title style</a:t>
            </a:r>
            <a:endParaRPr lang="en-IE"/>
          </a:p>
        </p:txBody>
      </p:sp>
      <p:sp>
        <p:nvSpPr>
          <p:cNvPr id="7" name="Content Placeholder 6">
            <a:extLst>
              <a:ext uri="{FF2B5EF4-FFF2-40B4-BE49-F238E27FC236}">
                <a16:creationId xmlns:a16="http://schemas.microsoft.com/office/drawing/2014/main" id="{CA90F452-4E6C-2A2B-2B9D-88A3D16A05C1}"/>
              </a:ext>
            </a:extLst>
          </p:cNvPr>
          <p:cNvSpPr>
            <a:spLocks noGrp="1"/>
          </p:cNvSpPr>
          <p:nvPr>
            <p:ph sz="quarter" idx="11"/>
          </p:nvPr>
        </p:nvSpPr>
        <p:spPr>
          <a:xfrm>
            <a:off x="838200" y="4441825"/>
            <a:ext cx="10515600" cy="587375"/>
          </a:xfrm>
        </p:spPr>
        <p:txBody>
          <a:bodyPr>
            <a:noAutofit/>
          </a:bodyPr>
          <a:lstStyle>
            <a:lvl1pPr marL="0" indent="0">
              <a:buNone/>
              <a:defRPr sz="2000"/>
            </a:lvl1pPr>
          </a:lstStyle>
          <a:p>
            <a:pPr lvl="0"/>
            <a:r>
              <a:rPr lang="en-US"/>
              <a:t>Click to edit Master text styles</a:t>
            </a:r>
          </a:p>
        </p:txBody>
      </p:sp>
      <p:sp>
        <p:nvSpPr>
          <p:cNvPr id="8" name="Footer Placeholder 8">
            <a:extLst>
              <a:ext uri="{FF2B5EF4-FFF2-40B4-BE49-F238E27FC236}">
                <a16:creationId xmlns:a16="http://schemas.microsoft.com/office/drawing/2014/main" id="{A0835BD4-2C09-6FBA-FC30-3BD6A28667F2}"/>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2727280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pter page option 4">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145A3C0-5810-CECB-04D1-E370BADB2EE8}"/>
              </a:ext>
            </a:extLst>
          </p:cNvPr>
          <p:cNvSpPr/>
          <p:nvPr userDrawn="1"/>
        </p:nvSpPr>
        <p:spPr>
          <a:xfrm flipV="1">
            <a:off x="0" y="1861457"/>
            <a:ext cx="12192000" cy="4996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4" name="Rectangle 3">
            <a:extLst>
              <a:ext uri="{FF2B5EF4-FFF2-40B4-BE49-F238E27FC236}">
                <a16:creationId xmlns:a16="http://schemas.microsoft.com/office/drawing/2014/main" id="{EE1DFA4B-D09C-D3C7-CF14-10151C0BAF5D}"/>
              </a:ext>
            </a:extLst>
          </p:cNvPr>
          <p:cNvSpPr/>
          <p:nvPr/>
        </p:nvSpPr>
        <p:spPr>
          <a:xfrm flipV="1">
            <a:off x="0" y="1861457"/>
            <a:ext cx="12192000" cy="4996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 name="Slide Number Placeholder 2">
            <a:extLst>
              <a:ext uri="{FF2B5EF4-FFF2-40B4-BE49-F238E27FC236}">
                <a16:creationId xmlns:a16="http://schemas.microsoft.com/office/drawing/2014/main" id="{E92597A6-449C-FD56-6361-6B67C1420435}"/>
              </a:ext>
            </a:extLst>
          </p:cNvPr>
          <p:cNvSpPr>
            <a:spLocks noGrp="1"/>
          </p:cNvSpPr>
          <p:nvPr>
            <p:ph type="sldNum" sz="quarter" idx="10"/>
          </p:nvPr>
        </p:nvSpPr>
        <p:spPr/>
        <p:txBody>
          <a:bodyPr/>
          <a:lstStyle>
            <a:lvl1pPr>
              <a:defRPr>
                <a:solidFill>
                  <a:schemeClr val="bg1"/>
                </a:solidFill>
              </a:defRPr>
            </a:lvl1pPr>
          </a:lstStyle>
          <a:p>
            <a:pPr algn="l"/>
            <a:fld id="{768364BB-9B21-4D29-A19C-C6410F652861}" type="slidenum">
              <a:rPr lang="en-IE" smtClean="0"/>
              <a:pPr algn="l"/>
              <a:t>‹#›</a:t>
            </a:fld>
            <a:endParaRPr lang="en-IE"/>
          </a:p>
        </p:txBody>
      </p:sp>
      <p:sp>
        <p:nvSpPr>
          <p:cNvPr id="2" name="Title 1">
            <a:extLst>
              <a:ext uri="{FF2B5EF4-FFF2-40B4-BE49-F238E27FC236}">
                <a16:creationId xmlns:a16="http://schemas.microsoft.com/office/drawing/2014/main" id="{D922CA66-7408-CA5B-7EAD-6C36A01B53B5}"/>
              </a:ext>
            </a:extLst>
          </p:cNvPr>
          <p:cNvSpPr>
            <a:spLocks noGrp="1"/>
          </p:cNvSpPr>
          <p:nvPr>
            <p:ph type="title"/>
          </p:nvPr>
        </p:nvSpPr>
        <p:spPr>
          <a:xfrm>
            <a:off x="838200" y="1410155"/>
            <a:ext cx="10515600" cy="816904"/>
          </a:xfrm>
          <a:solidFill>
            <a:schemeClr val="bg1"/>
          </a:solidFill>
        </p:spPr>
        <p:txBody>
          <a:bodyPr lIns="180000" tIns="144000" rIns="144000" bIns="144000" anchor="ctr"/>
          <a:lstStyle/>
          <a:p>
            <a:r>
              <a:rPr lang="en-US"/>
              <a:t>Click to edit Master title style</a:t>
            </a:r>
            <a:endParaRPr lang="en-IE"/>
          </a:p>
        </p:txBody>
      </p:sp>
      <p:sp>
        <p:nvSpPr>
          <p:cNvPr id="7" name="Content Placeholder 6">
            <a:extLst>
              <a:ext uri="{FF2B5EF4-FFF2-40B4-BE49-F238E27FC236}">
                <a16:creationId xmlns:a16="http://schemas.microsoft.com/office/drawing/2014/main" id="{CA90F452-4E6C-2A2B-2B9D-88A3D16A05C1}"/>
              </a:ext>
            </a:extLst>
          </p:cNvPr>
          <p:cNvSpPr>
            <a:spLocks noGrp="1"/>
          </p:cNvSpPr>
          <p:nvPr>
            <p:ph sz="quarter" idx="11"/>
          </p:nvPr>
        </p:nvSpPr>
        <p:spPr>
          <a:xfrm>
            <a:off x="838200" y="2482397"/>
            <a:ext cx="10515600" cy="587375"/>
          </a:xfrm>
        </p:spPr>
        <p:txBody>
          <a:bodyPr>
            <a:noAutofit/>
          </a:bodyPr>
          <a:lstStyle>
            <a:lvl1pPr marL="0" indent="0">
              <a:buNone/>
              <a:defRPr sz="2000">
                <a:solidFill>
                  <a:schemeClr val="bg1"/>
                </a:solidFill>
              </a:defRPr>
            </a:lvl1pPr>
          </a:lstStyle>
          <a:p>
            <a:pPr lvl="0"/>
            <a:r>
              <a:rPr lang="en-US"/>
              <a:t>Click to edit Master text styles</a:t>
            </a:r>
          </a:p>
        </p:txBody>
      </p:sp>
      <p:pic>
        <p:nvPicPr>
          <p:cNvPr id="9" name="Picture 8" descr="A blue flag with yellow stars and stripes&#10;&#10;Description automatically generated">
            <a:extLst>
              <a:ext uri="{FF2B5EF4-FFF2-40B4-BE49-F238E27FC236}">
                <a16:creationId xmlns:a16="http://schemas.microsoft.com/office/drawing/2014/main" id="{9BD178DF-B2B3-E383-43AA-D54BBF22737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pic>
        <p:nvPicPr>
          <p:cNvPr id="6" name="Picture 5" descr="A blue flag with yellow stars and stripes&#10;&#10;Description automatically generated">
            <a:extLst>
              <a:ext uri="{FF2B5EF4-FFF2-40B4-BE49-F238E27FC236}">
                <a16:creationId xmlns:a16="http://schemas.microsoft.com/office/drawing/2014/main" id="{9C194F48-423C-93CB-1A61-CE12CAB5B44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10" name="Footer Placeholder 8">
            <a:extLst>
              <a:ext uri="{FF2B5EF4-FFF2-40B4-BE49-F238E27FC236}">
                <a16:creationId xmlns:a16="http://schemas.microsoft.com/office/drawing/2014/main" id="{5037411D-B917-4DD6-582A-69CDCB27DAAB}"/>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2549600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apter page option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9526B31-D383-5ABA-08B1-8097743DECE0}"/>
              </a:ext>
            </a:extLst>
          </p:cNvPr>
          <p:cNvSpPr/>
          <p:nvPr userDrawn="1"/>
        </p:nvSpPr>
        <p:spPr>
          <a:xfrm flipV="1">
            <a:off x="0" y="1861457"/>
            <a:ext cx="12192000" cy="499654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4" name="Rectangle 3">
            <a:extLst>
              <a:ext uri="{FF2B5EF4-FFF2-40B4-BE49-F238E27FC236}">
                <a16:creationId xmlns:a16="http://schemas.microsoft.com/office/drawing/2014/main" id="{EE1DFA4B-D09C-D3C7-CF14-10151C0BAF5D}"/>
              </a:ext>
            </a:extLst>
          </p:cNvPr>
          <p:cNvSpPr/>
          <p:nvPr/>
        </p:nvSpPr>
        <p:spPr>
          <a:xfrm flipV="1">
            <a:off x="0" y="1861457"/>
            <a:ext cx="12192000" cy="499654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 name="Slide Number Placeholder 2">
            <a:extLst>
              <a:ext uri="{FF2B5EF4-FFF2-40B4-BE49-F238E27FC236}">
                <a16:creationId xmlns:a16="http://schemas.microsoft.com/office/drawing/2014/main" id="{E92597A6-449C-FD56-6361-6B67C1420435}"/>
              </a:ext>
            </a:extLst>
          </p:cNvPr>
          <p:cNvSpPr>
            <a:spLocks noGrp="1"/>
          </p:cNvSpPr>
          <p:nvPr>
            <p:ph type="sldNum" sz="quarter" idx="10"/>
          </p:nvPr>
        </p:nvSpPr>
        <p:spPr/>
        <p:txBody>
          <a:bodyPr/>
          <a:lstStyle>
            <a:lvl1pPr>
              <a:defRPr>
                <a:solidFill>
                  <a:schemeClr val="tx1"/>
                </a:solidFill>
              </a:defRPr>
            </a:lvl1pPr>
          </a:lstStyle>
          <a:p>
            <a:pPr algn="l"/>
            <a:fld id="{768364BB-9B21-4D29-A19C-C6410F652861}" type="slidenum">
              <a:rPr lang="en-IE" smtClean="0"/>
              <a:pPr algn="l"/>
              <a:t>‹#›</a:t>
            </a:fld>
            <a:endParaRPr lang="en-IE"/>
          </a:p>
        </p:txBody>
      </p:sp>
      <p:sp>
        <p:nvSpPr>
          <p:cNvPr id="2" name="Title 1">
            <a:extLst>
              <a:ext uri="{FF2B5EF4-FFF2-40B4-BE49-F238E27FC236}">
                <a16:creationId xmlns:a16="http://schemas.microsoft.com/office/drawing/2014/main" id="{D922CA66-7408-CA5B-7EAD-6C36A01B53B5}"/>
              </a:ext>
            </a:extLst>
          </p:cNvPr>
          <p:cNvSpPr>
            <a:spLocks noGrp="1"/>
          </p:cNvSpPr>
          <p:nvPr>
            <p:ph type="title"/>
          </p:nvPr>
        </p:nvSpPr>
        <p:spPr>
          <a:xfrm>
            <a:off x="838200" y="1410155"/>
            <a:ext cx="10515600" cy="816904"/>
          </a:xfrm>
          <a:solidFill>
            <a:schemeClr val="bg1"/>
          </a:solidFill>
        </p:spPr>
        <p:txBody>
          <a:bodyPr lIns="180000"/>
          <a:lstStyle/>
          <a:p>
            <a:r>
              <a:rPr lang="en-US"/>
              <a:t>Click to edit Master title style</a:t>
            </a:r>
            <a:endParaRPr lang="en-IE"/>
          </a:p>
        </p:txBody>
      </p:sp>
      <p:sp>
        <p:nvSpPr>
          <p:cNvPr id="7" name="Content Placeholder 6">
            <a:extLst>
              <a:ext uri="{FF2B5EF4-FFF2-40B4-BE49-F238E27FC236}">
                <a16:creationId xmlns:a16="http://schemas.microsoft.com/office/drawing/2014/main" id="{CA90F452-4E6C-2A2B-2B9D-88A3D16A05C1}"/>
              </a:ext>
            </a:extLst>
          </p:cNvPr>
          <p:cNvSpPr>
            <a:spLocks noGrp="1"/>
          </p:cNvSpPr>
          <p:nvPr>
            <p:ph sz="quarter" idx="11"/>
          </p:nvPr>
        </p:nvSpPr>
        <p:spPr>
          <a:xfrm>
            <a:off x="838200" y="2482397"/>
            <a:ext cx="10515600" cy="587375"/>
          </a:xfrm>
        </p:spPr>
        <p:txBody>
          <a:bodyPr>
            <a:noAutofit/>
          </a:bodyPr>
          <a:lstStyle>
            <a:lvl1pPr marL="0" indent="0">
              <a:buNone/>
              <a:defRPr sz="2000">
                <a:solidFill>
                  <a:schemeClr val="tx2"/>
                </a:solidFill>
              </a:defRPr>
            </a:lvl1pPr>
          </a:lstStyle>
          <a:p>
            <a:pPr lvl="0"/>
            <a:r>
              <a:rPr lang="en-US"/>
              <a:t>Click to edit Master text styles</a:t>
            </a:r>
          </a:p>
        </p:txBody>
      </p:sp>
      <p:pic>
        <p:nvPicPr>
          <p:cNvPr id="5" name="Picture 4" descr="A blue flag with yellow stars&#10;&#10;Description automatically generated">
            <a:extLst>
              <a:ext uri="{FF2B5EF4-FFF2-40B4-BE49-F238E27FC236}">
                <a16:creationId xmlns:a16="http://schemas.microsoft.com/office/drawing/2014/main" id="{D7151F52-9DDF-CEC4-58EC-587B7A1D779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pic>
        <p:nvPicPr>
          <p:cNvPr id="8" name="Picture 7" descr="A blue flag with yellow stars&#10;&#10;Description automatically generated">
            <a:extLst>
              <a:ext uri="{FF2B5EF4-FFF2-40B4-BE49-F238E27FC236}">
                <a16:creationId xmlns:a16="http://schemas.microsoft.com/office/drawing/2014/main" id="{8B94F84F-1590-9DE6-C3AC-9FBA58E40EF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sp>
        <p:nvSpPr>
          <p:cNvPr id="10" name="Footer Placeholder 8">
            <a:extLst>
              <a:ext uri="{FF2B5EF4-FFF2-40B4-BE49-F238E27FC236}">
                <a16:creationId xmlns:a16="http://schemas.microsoft.com/office/drawing/2014/main" id="{6D8387C3-85B8-44CF-42FB-C414F5876B21}"/>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3964446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body text 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a:solidFill>
            <a:schemeClr val="bg1"/>
          </a:solidFill>
        </p:spPr>
        <p:txBody>
          <a:bodyPr/>
          <a:lstStyle/>
          <a:p>
            <a:r>
              <a:rPr lang="en-US"/>
              <a:t>Click to edit Master title style</a:t>
            </a:r>
            <a:endParaRPr lang="en-IE"/>
          </a:p>
        </p:txBody>
      </p:sp>
      <p:sp>
        <p:nvSpPr>
          <p:cNvPr id="7" name="Text Placeholder 2">
            <a:extLst>
              <a:ext uri="{FF2B5EF4-FFF2-40B4-BE49-F238E27FC236}">
                <a16:creationId xmlns:a16="http://schemas.microsoft.com/office/drawing/2014/main" id="{ABBD8A8F-01F7-069C-2D69-AFCA2F78DFC9}"/>
              </a:ext>
            </a:extLst>
          </p:cNvPr>
          <p:cNvSpPr>
            <a:spLocks noGrp="1"/>
          </p:cNvSpPr>
          <p:nvPr>
            <p:ph idx="1"/>
          </p:nvPr>
        </p:nvSpPr>
        <p:spPr>
          <a:xfrm>
            <a:off x="838200" y="1825625"/>
            <a:ext cx="10515600" cy="3638473"/>
          </a:xfrm>
          <a:prstGeom prst="rect">
            <a:avLst/>
          </a:prstGeom>
        </p:spPr>
        <p:txBody>
          <a:bodyPr vert="horz" lIns="144000" tIns="144000" rIns="144000" bIns="144000" rtlCol="0">
            <a:noAutofit/>
          </a:bodyPr>
          <a:lstStyle>
            <a:lvl1pPr marL="0" indent="0">
              <a:buNone/>
              <a:defRPr sz="2000"/>
            </a:lvl1pPr>
          </a:lstStyle>
          <a:p>
            <a:pPr lvl="0"/>
            <a:r>
              <a:rPr lang="en-US"/>
              <a:t>Click to edit Master text styles</a:t>
            </a:r>
          </a:p>
        </p:txBody>
      </p:sp>
      <p:sp>
        <p:nvSpPr>
          <p:cNvPr id="3" name="Slide Number Placeholder 5">
            <a:extLst>
              <a:ext uri="{FF2B5EF4-FFF2-40B4-BE49-F238E27FC236}">
                <a16:creationId xmlns:a16="http://schemas.microsoft.com/office/drawing/2014/main" id="{487499CD-21D1-84C4-7FD1-F33A396395B0}"/>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5" name="Footer Placeholder 8">
            <a:extLst>
              <a:ext uri="{FF2B5EF4-FFF2-40B4-BE49-F238E27FC236}">
                <a16:creationId xmlns:a16="http://schemas.microsoft.com/office/drawing/2014/main" id="{3A7104ED-A036-D2F4-B40F-5A65C505AC4E}"/>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2426260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body text and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p:txBody>
          <a:bodyPr/>
          <a:lstStyle/>
          <a:p>
            <a:r>
              <a:rPr lang="en-US"/>
              <a:t>Click to edit Master title style</a:t>
            </a:r>
            <a:endParaRPr lang="en-IE"/>
          </a:p>
        </p:txBody>
      </p:sp>
      <p:sp>
        <p:nvSpPr>
          <p:cNvPr id="6" name="Text Placeholder 2">
            <a:extLst>
              <a:ext uri="{FF2B5EF4-FFF2-40B4-BE49-F238E27FC236}">
                <a16:creationId xmlns:a16="http://schemas.microsoft.com/office/drawing/2014/main" id="{509BE7C2-2602-0313-8D83-EAB1C755A713}"/>
              </a:ext>
            </a:extLst>
          </p:cNvPr>
          <p:cNvSpPr>
            <a:spLocks noGrp="1"/>
          </p:cNvSpPr>
          <p:nvPr>
            <p:ph idx="1"/>
          </p:nvPr>
        </p:nvSpPr>
        <p:spPr>
          <a:xfrm>
            <a:off x="838200" y="1825625"/>
            <a:ext cx="10515600" cy="3638473"/>
          </a:xfrm>
          <a:prstGeom prst="rect">
            <a:avLst/>
          </a:prstGeom>
        </p:spPr>
        <p:txBody>
          <a:bodyPr vert="horz" lIns="144000" tIns="144000" rIns="144000" bIns="144000" rtlCol="0">
            <a:noAutofit/>
          </a:bodyPr>
          <a:lstStyle>
            <a:lvl1pPr marL="342900" indent="-342900">
              <a:buClr>
                <a:schemeClr val="tx2"/>
              </a:buClr>
              <a:buSzPct val="150000"/>
              <a:buFont typeface="Arial" panose="020B0604020202020204" pitchFamily="34" charset="0"/>
              <a:buChar char="•"/>
              <a:defRPr sz="2000"/>
            </a:lvl1pPr>
            <a:lvl2pPr>
              <a:buClr>
                <a:schemeClr val="tx2"/>
              </a:buClr>
              <a:buSzPct val="100000"/>
              <a:defRPr sz="1800"/>
            </a:lvl2pPr>
            <a:lvl3pPr>
              <a:buClr>
                <a:schemeClr val="tx2"/>
              </a:buClr>
              <a:defRPr sz="1600"/>
            </a:lvl3pPr>
            <a:lvl4pPr>
              <a:buClr>
                <a:schemeClr val="tx2"/>
              </a:buClr>
              <a:defRPr sz="1400"/>
            </a:lvl4pPr>
          </a:lstStyle>
          <a:p>
            <a:pPr lvl="0"/>
            <a:r>
              <a:rPr lang="en-US"/>
              <a:t>Click to edit Master text styles</a:t>
            </a:r>
          </a:p>
          <a:p>
            <a:pPr lvl="1"/>
            <a:r>
              <a:rPr lang="en-US"/>
              <a:t>Second level</a:t>
            </a:r>
          </a:p>
          <a:p>
            <a:pPr lvl="2"/>
            <a:r>
              <a:rPr lang="en-US"/>
              <a:t>Third level</a:t>
            </a:r>
          </a:p>
        </p:txBody>
      </p:sp>
      <p:sp>
        <p:nvSpPr>
          <p:cNvPr id="3" name="Slide Number Placeholder 5">
            <a:extLst>
              <a:ext uri="{FF2B5EF4-FFF2-40B4-BE49-F238E27FC236}">
                <a16:creationId xmlns:a16="http://schemas.microsoft.com/office/drawing/2014/main" id="{5D43C2E6-DFE0-78B7-AEF2-E94F28383CAA}"/>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5" name="Footer Placeholder 8">
            <a:extLst>
              <a:ext uri="{FF2B5EF4-FFF2-40B4-BE49-F238E27FC236}">
                <a16:creationId xmlns:a16="http://schemas.microsoft.com/office/drawing/2014/main" id="{2BE520F0-58F1-06F4-10C5-832EFDCE68DF}"/>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1970285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body text two columns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838199" y="1855706"/>
            <a:ext cx="5019675" cy="3271102"/>
          </a:xfrm>
          <a:noFill/>
        </p:spPr>
        <p:txBody>
          <a:bodyPr lIns="144000" tIns="144000" rIns="144000" bIns="144000">
            <a:noAutofit/>
          </a:bodyPr>
          <a:lstStyle>
            <a:lvl1pPr marL="0" indent="0">
              <a:buNone/>
              <a:defRPr sz="2000">
                <a:solidFill>
                  <a:schemeClr val="tx1"/>
                </a:solidFill>
              </a:defRPr>
            </a:lvl1pPr>
          </a:lstStyle>
          <a:p>
            <a:pPr lvl="0"/>
            <a:r>
              <a:rPr lang="en-US"/>
              <a:t>Click to edit Master text styles</a:t>
            </a:r>
          </a:p>
        </p:txBody>
      </p:sp>
      <p:sp>
        <p:nvSpPr>
          <p:cNvPr id="6" name="Content Placeholder 2">
            <a:extLst>
              <a:ext uri="{FF2B5EF4-FFF2-40B4-BE49-F238E27FC236}">
                <a16:creationId xmlns:a16="http://schemas.microsoft.com/office/drawing/2014/main" id="{5F39DED1-43B7-A54B-D3D7-54792E535D26}"/>
              </a:ext>
            </a:extLst>
          </p:cNvPr>
          <p:cNvSpPr>
            <a:spLocks noGrp="1"/>
          </p:cNvSpPr>
          <p:nvPr>
            <p:ph sz="half" idx="10"/>
          </p:nvPr>
        </p:nvSpPr>
        <p:spPr>
          <a:xfrm>
            <a:off x="6334125" y="1855706"/>
            <a:ext cx="5019675" cy="3271102"/>
          </a:xfrm>
          <a:noFill/>
        </p:spPr>
        <p:txBody>
          <a:bodyPr lIns="144000" tIns="144000" rIns="144000" bIns="144000">
            <a:noAutofit/>
          </a:bodyPr>
          <a:lstStyle>
            <a:lvl1pPr marL="0" indent="0">
              <a:buNone/>
              <a:defRPr sz="2000">
                <a:solidFill>
                  <a:schemeClr val="tx1"/>
                </a:solidFill>
              </a:defRPr>
            </a:lvl1pPr>
          </a:lstStyle>
          <a:p>
            <a:pPr lvl="0"/>
            <a:r>
              <a:rPr lang="en-US"/>
              <a:t>Click to edit Master text styles</a:t>
            </a:r>
          </a:p>
        </p:txBody>
      </p:sp>
      <p:sp>
        <p:nvSpPr>
          <p:cNvPr id="4" name="Slide Number Placeholder 5">
            <a:extLst>
              <a:ext uri="{FF2B5EF4-FFF2-40B4-BE49-F238E27FC236}">
                <a16:creationId xmlns:a16="http://schemas.microsoft.com/office/drawing/2014/main" id="{B9416748-3994-A02A-B7BD-AC8272883D95}"/>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7" name="Footer Placeholder 8">
            <a:extLst>
              <a:ext uri="{FF2B5EF4-FFF2-40B4-BE49-F238E27FC236}">
                <a16:creationId xmlns:a16="http://schemas.microsoft.com/office/drawing/2014/main" id="{6A56761B-AC86-49AF-4B3B-2CCCDB7A47B8}"/>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341692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body text two columns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838199" y="1855706"/>
            <a:ext cx="5019675" cy="3271102"/>
          </a:xfrm>
          <a:solidFill>
            <a:schemeClr val="tx2"/>
          </a:solidFill>
        </p:spPr>
        <p:txBody>
          <a:bodyPr lIns="144000" tIns="144000" rIns="144000" bIns="144000">
            <a:noAutofit/>
          </a:bodyPr>
          <a:lstStyle>
            <a:lvl1pPr marL="0" indent="0">
              <a:buNone/>
              <a:defRPr sz="2000">
                <a:solidFill>
                  <a:schemeClr val="bg1"/>
                </a:solidFill>
              </a:defRPr>
            </a:lvl1pPr>
          </a:lstStyle>
          <a:p>
            <a:pPr lvl="0"/>
            <a:r>
              <a:rPr lang="en-US"/>
              <a:t>Click to edit Master text styles</a:t>
            </a:r>
          </a:p>
        </p:txBody>
      </p:sp>
      <p:sp>
        <p:nvSpPr>
          <p:cNvPr id="5" name="Content Placeholder 2">
            <a:extLst>
              <a:ext uri="{FF2B5EF4-FFF2-40B4-BE49-F238E27FC236}">
                <a16:creationId xmlns:a16="http://schemas.microsoft.com/office/drawing/2014/main" id="{DC0E4D59-AF6A-8993-094A-5A4FED57EA37}"/>
              </a:ext>
            </a:extLst>
          </p:cNvPr>
          <p:cNvSpPr>
            <a:spLocks noGrp="1"/>
          </p:cNvSpPr>
          <p:nvPr>
            <p:ph sz="half" idx="10"/>
          </p:nvPr>
        </p:nvSpPr>
        <p:spPr>
          <a:xfrm>
            <a:off x="6334125" y="1855706"/>
            <a:ext cx="5019675" cy="3271102"/>
          </a:xfrm>
          <a:solidFill>
            <a:schemeClr val="tx2"/>
          </a:solidFill>
        </p:spPr>
        <p:txBody>
          <a:bodyPr lIns="144000" tIns="144000" rIns="144000" bIns="144000">
            <a:noAutofit/>
          </a:bodyPr>
          <a:lstStyle>
            <a:lvl1pPr marL="0" indent="0">
              <a:buNone/>
              <a:defRPr sz="2000">
                <a:solidFill>
                  <a:schemeClr val="bg1"/>
                </a:solidFill>
              </a:defRPr>
            </a:lvl1pPr>
          </a:lstStyle>
          <a:p>
            <a:pPr lvl="0"/>
            <a:r>
              <a:rPr lang="en-US"/>
              <a:t>Click to edit Master text styles</a:t>
            </a:r>
          </a:p>
        </p:txBody>
      </p:sp>
      <p:sp>
        <p:nvSpPr>
          <p:cNvPr id="4" name="Slide Number Placeholder 5">
            <a:extLst>
              <a:ext uri="{FF2B5EF4-FFF2-40B4-BE49-F238E27FC236}">
                <a16:creationId xmlns:a16="http://schemas.microsoft.com/office/drawing/2014/main" id="{8C3588F2-1E00-50BC-0820-CB663EE9719E}"/>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7" name="Footer Placeholder 8">
            <a:extLst>
              <a:ext uri="{FF2B5EF4-FFF2-40B4-BE49-F238E27FC236}">
                <a16:creationId xmlns:a16="http://schemas.microsoft.com/office/drawing/2014/main" id="{7575C568-2951-1529-11F7-C12F1B067788}"/>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4265909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body text two columns with sub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lstStyle/>
          <a:p>
            <a:r>
              <a:rPr lang="en-US"/>
              <a:t>Click to edit Master title style</a:t>
            </a:r>
            <a:endParaRPr lang="en-IE"/>
          </a:p>
        </p:txBody>
      </p:sp>
      <p:sp>
        <p:nvSpPr>
          <p:cNvPr id="4" name="Content Placeholder 2">
            <a:extLst>
              <a:ext uri="{FF2B5EF4-FFF2-40B4-BE49-F238E27FC236}">
                <a16:creationId xmlns:a16="http://schemas.microsoft.com/office/drawing/2014/main" id="{E0920A60-FD35-93DC-D952-15BAEF0C0BB5}"/>
              </a:ext>
            </a:extLst>
          </p:cNvPr>
          <p:cNvSpPr>
            <a:spLocks noGrp="1"/>
          </p:cNvSpPr>
          <p:nvPr>
            <p:ph sz="half" idx="15" hasCustomPrompt="1"/>
          </p:nvPr>
        </p:nvSpPr>
        <p:spPr>
          <a:xfrm>
            <a:off x="838200" y="2029022"/>
            <a:ext cx="5019674" cy="460375"/>
          </a:xfrm>
          <a:solidFill>
            <a:schemeClr val="tx2"/>
          </a:solidFill>
          <a:ln w="12700" cap="rnd">
            <a:noFill/>
            <a:round/>
          </a:ln>
        </p:spPr>
        <p:style>
          <a:lnRef idx="2">
            <a:schemeClr val="accent1"/>
          </a:lnRef>
          <a:fillRef idx="1">
            <a:schemeClr val="lt1"/>
          </a:fillRef>
          <a:effectRef idx="0">
            <a:schemeClr val="accent1"/>
          </a:effectRef>
          <a:fontRef idx="minor">
            <a:schemeClr val="dk1"/>
          </a:fontRef>
        </p:style>
        <p:txBody>
          <a:bodyPr lIns="72000" tIns="72000" rIns="72000" bIns="72000">
            <a:noAutofit/>
          </a:bodyPr>
          <a:lstStyle>
            <a:lvl1pPr marL="0" indent="0">
              <a:buNone/>
              <a:defRPr sz="2400" b="1">
                <a:solidFill>
                  <a:schemeClr val="bg1"/>
                </a:solidFill>
              </a:defRPr>
            </a:lvl1pPr>
          </a:lstStyle>
          <a:p>
            <a:pPr lvl="0"/>
            <a:r>
              <a:rPr lang="en-US"/>
              <a:t>Click to add subtitle</a:t>
            </a:r>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838199" y="2724150"/>
            <a:ext cx="5019675" cy="2536008"/>
          </a:xfrm>
          <a:noFill/>
        </p:spPr>
        <p:txBody>
          <a:bodyPr lIns="144000" tIns="144000" rIns="144000" bIns="144000">
            <a:noAutofit/>
          </a:bodyPr>
          <a:lstStyle>
            <a:lvl1pPr marL="0" indent="0">
              <a:buNone/>
              <a:defRPr sz="2000">
                <a:solidFill>
                  <a:schemeClr val="tx1"/>
                </a:solidFill>
              </a:defRPr>
            </a:lvl1pPr>
          </a:lstStyle>
          <a:p>
            <a:pPr lvl="0"/>
            <a:r>
              <a:rPr lang="en-US"/>
              <a:t>Click to edit Master text styles</a:t>
            </a:r>
          </a:p>
        </p:txBody>
      </p:sp>
      <p:sp>
        <p:nvSpPr>
          <p:cNvPr id="7" name="Content Placeholder 2">
            <a:extLst>
              <a:ext uri="{FF2B5EF4-FFF2-40B4-BE49-F238E27FC236}">
                <a16:creationId xmlns:a16="http://schemas.microsoft.com/office/drawing/2014/main" id="{26B8E071-31DF-2C06-04A9-3BC538CDA6CD}"/>
              </a:ext>
            </a:extLst>
          </p:cNvPr>
          <p:cNvSpPr>
            <a:spLocks noGrp="1"/>
          </p:cNvSpPr>
          <p:nvPr>
            <p:ph sz="half" idx="17" hasCustomPrompt="1"/>
          </p:nvPr>
        </p:nvSpPr>
        <p:spPr>
          <a:xfrm>
            <a:off x="6334126" y="2029022"/>
            <a:ext cx="5019674" cy="460375"/>
          </a:xfrm>
          <a:solidFill>
            <a:schemeClr val="tx2"/>
          </a:solidFill>
          <a:ln w="12700" cap="rnd">
            <a:noFill/>
            <a:round/>
          </a:ln>
        </p:spPr>
        <p:style>
          <a:lnRef idx="2">
            <a:schemeClr val="accent1"/>
          </a:lnRef>
          <a:fillRef idx="1">
            <a:schemeClr val="lt1"/>
          </a:fillRef>
          <a:effectRef idx="0">
            <a:schemeClr val="accent1"/>
          </a:effectRef>
          <a:fontRef idx="minor">
            <a:schemeClr val="dk1"/>
          </a:fontRef>
        </p:style>
        <p:txBody>
          <a:bodyPr lIns="72000" tIns="72000" rIns="72000" bIns="72000">
            <a:noAutofit/>
          </a:bodyPr>
          <a:lstStyle>
            <a:lvl1pPr marL="0" indent="0">
              <a:buNone/>
              <a:defRPr sz="2400" b="1">
                <a:solidFill>
                  <a:schemeClr val="bg1"/>
                </a:solidFill>
              </a:defRPr>
            </a:lvl1pPr>
          </a:lstStyle>
          <a:p>
            <a:pPr lvl="0"/>
            <a:r>
              <a:rPr lang="en-US"/>
              <a:t>Click to add subtitle</a:t>
            </a:r>
          </a:p>
        </p:txBody>
      </p:sp>
      <p:sp>
        <p:nvSpPr>
          <p:cNvPr id="5" name="Content Placeholder 2">
            <a:extLst>
              <a:ext uri="{FF2B5EF4-FFF2-40B4-BE49-F238E27FC236}">
                <a16:creationId xmlns:a16="http://schemas.microsoft.com/office/drawing/2014/main" id="{118A63BF-772E-9151-C37F-6751BC1781DA}"/>
              </a:ext>
            </a:extLst>
          </p:cNvPr>
          <p:cNvSpPr>
            <a:spLocks noGrp="1"/>
          </p:cNvSpPr>
          <p:nvPr>
            <p:ph sz="half" idx="16"/>
          </p:nvPr>
        </p:nvSpPr>
        <p:spPr>
          <a:xfrm>
            <a:off x="6334125" y="2724150"/>
            <a:ext cx="5019675" cy="2536008"/>
          </a:xfrm>
          <a:noFill/>
        </p:spPr>
        <p:txBody>
          <a:bodyPr lIns="144000" tIns="144000" rIns="144000" bIns="144000">
            <a:noAutofit/>
          </a:bodyPr>
          <a:lstStyle>
            <a:lvl1pPr marL="0" indent="0">
              <a:buNone/>
              <a:defRPr sz="2000">
                <a:solidFill>
                  <a:schemeClr val="tx1"/>
                </a:solidFill>
              </a:defRPr>
            </a:lvl1pPr>
          </a:lstStyle>
          <a:p>
            <a:pPr lvl="0"/>
            <a:r>
              <a:rPr lang="en-US"/>
              <a:t>Click to edit Master text styles</a:t>
            </a:r>
          </a:p>
        </p:txBody>
      </p:sp>
      <p:sp>
        <p:nvSpPr>
          <p:cNvPr id="6" name="Slide Number Placeholder 5">
            <a:extLst>
              <a:ext uri="{FF2B5EF4-FFF2-40B4-BE49-F238E27FC236}">
                <a16:creationId xmlns:a16="http://schemas.microsoft.com/office/drawing/2014/main" id="{A10AA9BB-29EC-79EA-02CA-8452ADF649A1}"/>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9" name="Footer Placeholder 8">
            <a:extLst>
              <a:ext uri="{FF2B5EF4-FFF2-40B4-BE49-F238E27FC236}">
                <a16:creationId xmlns:a16="http://schemas.microsoft.com/office/drawing/2014/main" id="{C1BA1A05-4F7E-D9F9-D094-9C9394F846EC}"/>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22067989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body text two columns with subtitles 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B8270BF-EE76-A46D-95E0-FB617042099B}"/>
              </a:ext>
            </a:extLst>
          </p:cNvPr>
          <p:cNvSpPr>
            <a:spLocks/>
          </p:cNvSpPr>
          <p:nvPr/>
        </p:nvSpPr>
        <p:spPr>
          <a:xfrm>
            <a:off x="0" y="1487978"/>
            <a:ext cx="12192000" cy="537002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solidFill>
                <a:schemeClr val="tx2"/>
              </a:solidFill>
            </a:endParaRPr>
          </a:p>
        </p:txBody>
      </p:sp>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lstStyle/>
          <a:p>
            <a:r>
              <a:rPr lang="en-US"/>
              <a:t>Click to edit Master title style</a:t>
            </a:r>
            <a:endParaRPr lang="en-IE"/>
          </a:p>
        </p:txBody>
      </p:sp>
      <p:sp>
        <p:nvSpPr>
          <p:cNvPr id="4" name="Content Placeholder 2">
            <a:extLst>
              <a:ext uri="{FF2B5EF4-FFF2-40B4-BE49-F238E27FC236}">
                <a16:creationId xmlns:a16="http://schemas.microsoft.com/office/drawing/2014/main" id="{E0920A60-FD35-93DC-D952-15BAEF0C0BB5}"/>
              </a:ext>
            </a:extLst>
          </p:cNvPr>
          <p:cNvSpPr>
            <a:spLocks noGrp="1"/>
          </p:cNvSpPr>
          <p:nvPr>
            <p:ph sz="half" idx="15" hasCustomPrompt="1"/>
          </p:nvPr>
        </p:nvSpPr>
        <p:spPr>
          <a:xfrm>
            <a:off x="838200" y="2029022"/>
            <a:ext cx="5019674" cy="460375"/>
          </a:xfrm>
          <a:solidFill>
            <a:schemeClr val="accent5"/>
          </a:solidFill>
          <a:ln w="12700" cap="rnd">
            <a:noFill/>
            <a:round/>
          </a:ln>
        </p:spPr>
        <p:style>
          <a:lnRef idx="2">
            <a:schemeClr val="accent1"/>
          </a:lnRef>
          <a:fillRef idx="1">
            <a:schemeClr val="lt1"/>
          </a:fillRef>
          <a:effectRef idx="0">
            <a:schemeClr val="accent1"/>
          </a:effectRef>
          <a:fontRef idx="minor">
            <a:schemeClr val="dk1"/>
          </a:fontRef>
        </p:style>
        <p:txBody>
          <a:bodyPr lIns="72000" tIns="72000" rIns="72000" bIns="72000">
            <a:noAutofit/>
          </a:bodyPr>
          <a:lstStyle>
            <a:lvl1pPr marL="0" indent="0">
              <a:buNone/>
              <a:defRPr sz="2400" b="1">
                <a:solidFill>
                  <a:schemeClr val="tx2"/>
                </a:solidFill>
              </a:defRPr>
            </a:lvl1pPr>
          </a:lstStyle>
          <a:p>
            <a:pPr lvl="0"/>
            <a:r>
              <a:rPr lang="en-US"/>
              <a:t>Click to add subtitle</a:t>
            </a:r>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838199" y="2724150"/>
            <a:ext cx="5019675" cy="2536008"/>
          </a:xfrm>
          <a:noFill/>
        </p:spPr>
        <p:txBody>
          <a:bodyPr lIns="144000" tIns="144000" rIns="144000" bIns="144000">
            <a:noAutofit/>
          </a:bodyPr>
          <a:lstStyle>
            <a:lvl1pPr marL="0" indent="0">
              <a:buNone/>
              <a:defRPr sz="2000">
                <a:solidFill>
                  <a:schemeClr val="bg1"/>
                </a:solidFill>
              </a:defRPr>
            </a:lvl1pPr>
          </a:lstStyle>
          <a:p>
            <a:pPr lvl="0"/>
            <a:r>
              <a:rPr lang="en-US"/>
              <a:t>Click to edit Master text styles</a:t>
            </a:r>
          </a:p>
        </p:txBody>
      </p:sp>
      <p:sp>
        <p:nvSpPr>
          <p:cNvPr id="7" name="Content Placeholder 2">
            <a:extLst>
              <a:ext uri="{FF2B5EF4-FFF2-40B4-BE49-F238E27FC236}">
                <a16:creationId xmlns:a16="http://schemas.microsoft.com/office/drawing/2014/main" id="{26B8E071-31DF-2C06-04A9-3BC538CDA6CD}"/>
              </a:ext>
            </a:extLst>
          </p:cNvPr>
          <p:cNvSpPr>
            <a:spLocks noGrp="1"/>
          </p:cNvSpPr>
          <p:nvPr>
            <p:ph sz="half" idx="17" hasCustomPrompt="1"/>
          </p:nvPr>
        </p:nvSpPr>
        <p:spPr>
          <a:xfrm>
            <a:off x="6334126" y="2029022"/>
            <a:ext cx="5019674" cy="460375"/>
          </a:xfrm>
          <a:solidFill>
            <a:schemeClr val="accent5"/>
          </a:solidFill>
          <a:ln w="12700" cap="rnd">
            <a:noFill/>
            <a:round/>
          </a:ln>
        </p:spPr>
        <p:style>
          <a:lnRef idx="2">
            <a:schemeClr val="accent1"/>
          </a:lnRef>
          <a:fillRef idx="1">
            <a:schemeClr val="lt1"/>
          </a:fillRef>
          <a:effectRef idx="0">
            <a:schemeClr val="accent1"/>
          </a:effectRef>
          <a:fontRef idx="minor">
            <a:schemeClr val="dk1"/>
          </a:fontRef>
        </p:style>
        <p:txBody>
          <a:bodyPr lIns="72000" tIns="72000" rIns="72000" bIns="72000">
            <a:noAutofit/>
          </a:bodyPr>
          <a:lstStyle>
            <a:lvl1pPr marL="0" indent="0">
              <a:buNone/>
              <a:defRPr sz="2400" b="1">
                <a:solidFill>
                  <a:schemeClr val="tx2"/>
                </a:solidFill>
              </a:defRPr>
            </a:lvl1pPr>
          </a:lstStyle>
          <a:p>
            <a:pPr lvl="0"/>
            <a:r>
              <a:rPr lang="en-US"/>
              <a:t>Click to add subtitle</a:t>
            </a:r>
          </a:p>
        </p:txBody>
      </p:sp>
      <p:sp>
        <p:nvSpPr>
          <p:cNvPr id="5" name="Content Placeholder 2">
            <a:extLst>
              <a:ext uri="{FF2B5EF4-FFF2-40B4-BE49-F238E27FC236}">
                <a16:creationId xmlns:a16="http://schemas.microsoft.com/office/drawing/2014/main" id="{118A63BF-772E-9151-C37F-6751BC1781DA}"/>
              </a:ext>
            </a:extLst>
          </p:cNvPr>
          <p:cNvSpPr>
            <a:spLocks noGrp="1"/>
          </p:cNvSpPr>
          <p:nvPr>
            <p:ph sz="half" idx="16"/>
          </p:nvPr>
        </p:nvSpPr>
        <p:spPr>
          <a:xfrm>
            <a:off x="6334125" y="2724150"/>
            <a:ext cx="5019675" cy="2536008"/>
          </a:xfrm>
          <a:noFill/>
        </p:spPr>
        <p:txBody>
          <a:bodyPr lIns="144000" tIns="144000" rIns="144000" bIns="144000">
            <a:noAutofit/>
          </a:bodyPr>
          <a:lstStyle>
            <a:lvl1pPr marL="0" indent="0">
              <a:buNone/>
              <a:defRPr sz="2000">
                <a:solidFill>
                  <a:schemeClr val="bg1"/>
                </a:solidFill>
              </a:defRPr>
            </a:lvl1pPr>
          </a:lstStyle>
          <a:p>
            <a:pPr lvl="0"/>
            <a:r>
              <a:rPr lang="en-US"/>
              <a:t>Click to edit Master text styles</a:t>
            </a:r>
          </a:p>
        </p:txBody>
      </p:sp>
      <p:pic>
        <p:nvPicPr>
          <p:cNvPr id="10" name="Picture 9" descr="A blue flag with yellow stars and stripes&#10;&#10;Description automatically generated">
            <a:extLst>
              <a:ext uri="{FF2B5EF4-FFF2-40B4-BE49-F238E27FC236}">
                <a16:creationId xmlns:a16="http://schemas.microsoft.com/office/drawing/2014/main" id="{7262511B-BA2E-7984-66D6-B5152DA09D7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pic>
        <p:nvPicPr>
          <p:cNvPr id="11" name="Picture 10" descr="A blue flag with yellow stars and stripes&#10;&#10;Description automatically generated">
            <a:extLst>
              <a:ext uri="{FF2B5EF4-FFF2-40B4-BE49-F238E27FC236}">
                <a16:creationId xmlns:a16="http://schemas.microsoft.com/office/drawing/2014/main" id="{DB557BE9-B8DC-E601-A0F8-16CD84F9181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9" name="Slide Number Placeholder 5">
            <a:extLst>
              <a:ext uri="{FF2B5EF4-FFF2-40B4-BE49-F238E27FC236}">
                <a16:creationId xmlns:a16="http://schemas.microsoft.com/office/drawing/2014/main" id="{BEFAC7B2-2467-A72A-9F8B-CBD0FB0D8C42}"/>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bg1"/>
                </a:solidFill>
                <a:latin typeface="+mn-lt"/>
              </a:defRPr>
            </a:lvl1pPr>
          </a:lstStyle>
          <a:p>
            <a:pPr algn="l"/>
            <a:fld id="{768364BB-9B21-4D29-A19C-C6410F652861}" type="slidenum">
              <a:rPr lang="en-IE" smtClean="0"/>
              <a:pPr algn="l"/>
              <a:t>‹#›</a:t>
            </a:fld>
            <a:endParaRPr lang="en-IE"/>
          </a:p>
        </p:txBody>
      </p:sp>
      <p:sp>
        <p:nvSpPr>
          <p:cNvPr id="12" name="Footer Placeholder 8">
            <a:extLst>
              <a:ext uri="{FF2B5EF4-FFF2-40B4-BE49-F238E27FC236}">
                <a16:creationId xmlns:a16="http://schemas.microsoft.com/office/drawing/2014/main" id="{D838E642-5C12-54DE-94A0-3EDA044A547F}"/>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8482530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body text two columns colured backgroun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ECCFB38-4E5F-126B-A212-3CBD911F9836}"/>
              </a:ext>
            </a:extLst>
          </p:cNvPr>
          <p:cNvSpPr>
            <a:spLocks noGrp="1" noRot="1" noMove="1" noResize="1" noEditPoints="1" noAdjustHandles="1" noChangeArrowheads="1" noChangeShapeType="1"/>
          </p:cNvSpPr>
          <p:nvPr/>
        </p:nvSpPr>
        <p:spPr>
          <a:xfrm>
            <a:off x="0" y="1487978"/>
            <a:ext cx="12192000" cy="537002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838200" y="2587083"/>
            <a:ext cx="4670502" cy="2899317"/>
          </a:xfrm>
          <a:noFill/>
        </p:spPr>
        <p:txBody>
          <a:bodyPr>
            <a:noAutofit/>
          </a:bodyPr>
          <a:lstStyle>
            <a:lvl1pPr marL="0" indent="0">
              <a:buNone/>
              <a:defRPr sz="2000">
                <a:solidFill>
                  <a:schemeClr val="bg1"/>
                </a:solidFill>
              </a:defRPr>
            </a:lvl1pPr>
          </a:lstStyle>
          <a:p>
            <a:pPr lvl="0"/>
            <a:r>
              <a:rPr lang="en-US"/>
              <a:t>Click to edit Master text styles</a:t>
            </a:r>
          </a:p>
        </p:txBody>
      </p:sp>
      <p:sp>
        <p:nvSpPr>
          <p:cNvPr id="4" name="Content Placeholder 3">
            <a:extLst>
              <a:ext uri="{FF2B5EF4-FFF2-40B4-BE49-F238E27FC236}">
                <a16:creationId xmlns:a16="http://schemas.microsoft.com/office/drawing/2014/main" id="{AE36259F-C7F8-D963-3DFD-92239B4D3FA2}"/>
              </a:ext>
            </a:extLst>
          </p:cNvPr>
          <p:cNvSpPr>
            <a:spLocks noGrp="1"/>
          </p:cNvSpPr>
          <p:nvPr>
            <p:ph sz="half" idx="2"/>
          </p:nvPr>
        </p:nvSpPr>
        <p:spPr>
          <a:xfrm>
            <a:off x="6172200" y="2587083"/>
            <a:ext cx="5181600" cy="2899317"/>
          </a:xfrm>
          <a:noFill/>
        </p:spPr>
        <p:txBody>
          <a:bodyPr>
            <a:noAutofit/>
          </a:bodyPr>
          <a:lstStyle>
            <a:lvl1pPr marL="0" indent="0">
              <a:buNone/>
              <a:defRPr sz="2000">
                <a:solidFill>
                  <a:schemeClr val="bg1"/>
                </a:solidFill>
              </a:defRPr>
            </a:lvl1pPr>
          </a:lstStyle>
          <a:p>
            <a:pPr lvl="0"/>
            <a:r>
              <a:rPr lang="en-US"/>
              <a:t>Click to edit Master text styles</a:t>
            </a:r>
          </a:p>
        </p:txBody>
      </p:sp>
      <p:pic>
        <p:nvPicPr>
          <p:cNvPr id="8" name="Picture 7" descr="A blue flag with yellow stars and stripes&#10;&#10;Description automatically generated">
            <a:extLst>
              <a:ext uri="{FF2B5EF4-FFF2-40B4-BE49-F238E27FC236}">
                <a16:creationId xmlns:a16="http://schemas.microsoft.com/office/drawing/2014/main" id="{02BBC44B-821F-21ED-8464-03E52169817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pic>
        <p:nvPicPr>
          <p:cNvPr id="9" name="Picture 8" descr="A blue flag with yellow stars and stripes&#10;&#10;Description automatically generated">
            <a:extLst>
              <a:ext uri="{FF2B5EF4-FFF2-40B4-BE49-F238E27FC236}">
                <a16:creationId xmlns:a16="http://schemas.microsoft.com/office/drawing/2014/main" id="{22B46DA4-CDDE-5119-2E5E-AD549E681C9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5" name="Slide Number Placeholder 5">
            <a:extLst>
              <a:ext uri="{FF2B5EF4-FFF2-40B4-BE49-F238E27FC236}">
                <a16:creationId xmlns:a16="http://schemas.microsoft.com/office/drawing/2014/main" id="{4A321162-C08B-5D98-4E1F-FE50C321D819}"/>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bg1"/>
                </a:solidFill>
                <a:latin typeface="+mn-lt"/>
              </a:defRPr>
            </a:lvl1pPr>
          </a:lstStyle>
          <a:p>
            <a:pPr algn="l"/>
            <a:fld id="{768364BB-9B21-4D29-A19C-C6410F652861}" type="slidenum">
              <a:rPr lang="en-IE" smtClean="0"/>
              <a:pPr algn="l"/>
              <a:t>‹#›</a:t>
            </a:fld>
            <a:endParaRPr lang="en-IE"/>
          </a:p>
        </p:txBody>
      </p:sp>
      <p:sp>
        <p:nvSpPr>
          <p:cNvPr id="10" name="Footer Placeholder 8">
            <a:extLst>
              <a:ext uri="{FF2B5EF4-FFF2-40B4-BE49-F238E27FC236}">
                <a16:creationId xmlns:a16="http://schemas.microsoft.com/office/drawing/2014/main" id="{75400899-1203-EA20-07C6-EFFB182F41FF}"/>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34322835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body text three columns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noAutofit/>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838200" y="1989056"/>
            <a:ext cx="3055070" cy="3299381"/>
          </a:xfrm>
          <a:solidFill>
            <a:schemeClr val="tx2"/>
          </a:solidFill>
        </p:spPr>
        <p:txBody>
          <a:bodyPr>
            <a:noAutofit/>
          </a:bodyPr>
          <a:lstStyle>
            <a:lvl1pPr marL="0" indent="0">
              <a:buNone/>
              <a:defRPr sz="2000">
                <a:solidFill>
                  <a:schemeClr val="bg1"/>
                </a:solidFill>
              </a:defRPr>
            </a:lvl1pPr>
          </a:lstStyle>
          <a:p>
            <a:pPr lvl="0"/>
            <a:r>
              <a:rPr lang="en-US"/>
              <a:t>Click to edit Master text styles</a:t>
            </a:r>
          </a:p>
        </p:txBody>
      </p:sp>
      <p:sp>
        <p:nvSpPr>
          <p:cNvPr id="7" name="Content Placeholder 2">
            <a:extLst>
              <a:ext uri="{FF2B5EF4-FFF2-40B4-BE49-F238E27FC236}">
                <a16:creationId xmlns:a16="http://schemas.microsoft.com/office/drawing/2014/main" id="{11A8786C-FCBD-3783-706E-0CBF5B0343E3}"/>
              </a:ext>
            </a:extLst>
          </p:cNvPr>
          <p:cNvSpPr>
            <a:spLocks noGrp="1"/>
          </p:cNvSpPr>
          <p:nvPr>
            <p:ph sz="half" idx="10"/>
          </p:nvPr>
        </p:nvSpPr>
        <p:spPr>
          <a:xfrm>
            <a:off x="4629467" y="1989056"/>
            <a:ext cx="3056400" cy="3299381"/>
          </a:xfrm>
          <a:solidFill>
            <a:schemeClr val="tx2"/>
          </a:solidFill>
        </p:spPr>
        <p:txBody>
          <a:bodyPr>
            <a:noAutofit/>
          </a:bodyPr>
          <a:lstStyle>
            <a:lvl1pPr marL="0" indent="0">
              <a:buNone/>
              <a:defRPr sz="2000">
                <a:solidFill>
                  <a:schemeClr val="bg1"/>
                </a:solidFill>
              </a:defRPr>
            </a:lvl1pPr>
          </a:lstStyle>
          <a:p>
            <a:pPr lvl="0"/>
            <a:r>
              <a:rPr lang="en-US"/>
              <a:t>Click to edit Master text styles</a:t>
            </a:r>
          </a:p>
        </p:txBody>
      </p:sp>
      <p:sp>
        <p:nvSpPr>
          <p:cNvPr id="12" name="Content Placeholder 2">
            <a:extLst>
              <a:ext uri="{FF2B5EF4-FFF2-40B4-BE49-F238E27FC236}">
                <a16:creationId xmlns:a16="http://schemas.microsoft.com/office/drawing/2014/main" id="{F4DC31AC-D39C-A8A3-ED76-D3399E224DE3}"/>
              </a:ext>
            </a:extLst>
          </p:cNvPr>
          <p:cNvSpPr>
            <a:spLocks noGrp="1"/>
          </p:cNvSpPr>
          <p:nvPr>
            <p:ph sz="half" idx="11"/>
          </p:nvPr>
        </p:nvSpPr>
        <p:spPr>
          <a:xfrm>
            <a:off x="8297400" y="1989056"/>
            <a:ext cx="3056400" cy="3299381"/>
          </a:xfrm>
          <a:solidFill>
            <a:schemeClr val="tx2"/>
          </a:solidFill>
        </p:spPr>
        <p:txBody>
          <a:bodyPr>
            <a:noAutofit/>
          </a:bodyPr>
          <a:lstStyle>
            <a:lvl1pPr marL="0" indent="0">
              <a:buNone/>
              <a:defRPr sz="2000">
                <a:solidFill>
                  <a:schemeClr val="bg1"/>
                </a:solidFill>
              </a:defRPr>
            </a:lvl1pPr>
          </a:lstStyle>
          <a:p>
            <a:pPr lvl="0"/>
            <a:r>
              <a:rPr lang="en-US"/>
              <a:t>Click to edit Master text styles</a:t>
            </a:r>
          </a:p>
        </p:txBody>
      </p:sp>
      <p:sp>
        <p:nvSpPr>
          <p:cNvPr id="5" name="Slide Number Placeholder 5">
            <a:extLst>
              <a:ext uri="{FF2B5EF4-FFF2-40B4-BE49-F238E27FC236}">
                <a16:creationId xmlns:a16="http://schemas.microsoft.com/office/drawing/2014/main" id="{6D635DEE-A882-2487-2337-D6BB66A7AF82}"/>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6" name="Footer Placeholder 8">
            <a:extLst>
              <a:ext uri="{FF2B5EF4-FFF2-40B4-BE49-F238E27FC236}">
                <a16:creationId xmlns:a16="http://schemas.microsoft.com/office/drawing/2014/main" id="{440D1373-D055-D2EC-8197-171DDBDADDD6}"/>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34020283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body text three columns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noAutofit/>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838200" y="1989056"/>
            <a:ext cx="3055070" cy="3299381"/>
          </a:xfrm>
        </p:spPr>
        <p:txBody>
          <a:bodyPr>
            <a:noAutofit/>
          </a:bodyPr>
          <a:lstStyle>
            <a:lvl1pPr marL="0" indent="0">
              <a:buClr>
                <a:schemeClr val="tx2"/>
              </a:buClr>
              <a:buSzPct val="150000"/>
              <a:buFont typeface="Arial" panose="020B0604020202020204" pitchFamily="34" charset="0"/>
              <a:buNone/>
              <a:defRPr sz="2000">
                <a:solidFill>
                  <a:schemeClr val="tx1"/>
                </a:solidFill>
              </a:defRPr>
            </a:lvl1pPr>
          </a:lstStyle>
          <a:p>
            <a:pPr lvl="0"/>
            <a:r>
              <a:rPr lang="en-US"/>
              <a:t>Click to edit Master text styles</a:t>
            </a:r>
          </a:p>
        </p:txBody>
      </p:sp>
      <p:sp>
        <p:nvSpPr>
          <p:cNvPr id="4" name="Content Placeholder 2">
            <a:extLst>
              <a:ext uri="{FF2B5EF4-FFF2-40B4-BE49-F238E27FC236}">
                <a16:creationId xmlns:a16="http://schemas.microsoft.com/office/drawing/2014/main" id="{AFF39438-760E-ED2B-8243-319A5EF04778}"/>
              </a:ext>
            </a:extLst>
          </p:cNvPr>
          <p:cNvSpPr>
            <a:spLocks noGrp="1"/>
          </p:cNvSpPr>
          <p:nvPr>
            <p:ph sz="half" idx="10"/>
          </p:nvPr>
        </p:nvSpPr>
        <p:spPr>
          <a:xfrm>
            <a:off x="4568465" y="1989055"/>
            <a:ext cx="3055070" cy="3299381"/>
          </a:xfrm>
        </p:spPr>
        <p:txBody>
          <a:bodyPr>
            <a:noAutofit/>
          </a:bodyPr>
          <a:lstStyle>
            <a:lvl1pPr marL="0" indent="0">
              <a:buClr>
                <a:schemeClr val="tx2"/>
              </a:buClr>
              <a:buSzPct val="150000"/>
              <a:buFont typeface="Arial" panose="020B0604020202020204" pitchFamily="34" charset="0"/>
              <a:buNone/>
              <a:defRPr sz="2000">
                <a:solidFill>
                  <a:schemeClr val="tx1"/>
                </a:solidFill>
              </a:defRPr>
            </a:lvl1pPr>
          </a:lstStyle>
          <a:p>
            <a:pPr lvl="0"/>
            <a:r>
              <a:rPr lang="en-US"/>
              <a:t>Click to edit Master text styles</a:t>
            </a:r>
          </a:p>
        </p:txBody>
      </p:sp>
      <p:sp>
        <p:nvSpPr>
          <p:cNvPr id="6" name="Slide Number Placeholder 5">
            <a:extLst>
              <a:ext uri="{FF2B5EF4-FFF2-40B4-BE49-F238E27FC236}">
                <a16:creationId xmlns:a16="http://schemas.microsoft.com/office/drawing/2014/main" id="{B6FA7DAD-79FF-9241-7523-B9F28613FBC3}"/>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5" name="Content Placeholder 2">
            <a:extLst>
              <a:ext uri="{FF2B5EF4-FFF2-40B4-BE49-F238E27FC236}">
                <a16:creationId xmlns:a16="http://schemas.microsoft.com/office/drawing/2014/main" id="{C2284C9D-0459-8584-A6B3-FFE83837141D}"/>
              </a:ext>
            </a:extLst>
          </p:cNvPr>
          <p:cNvSpPr>
            <a:spLocks noGrp="1"/>
          </p:cNvSpPr>
          <p:nvPr>
            <p:ph sz="half" idx="11"/>
          </p:nvPr>
        </p:nvSpPr>
        <p:spPr>
          <a:xfrm>
            <a:off x="8298730" y="1989055"/>
            <a:ext cx="3055070" cy="3299381"/>
          </a:xfrm>
        </p:spPr>
        <p:txBody>
          <a:bodyPr>
            <a:noAutofit/>
          </a:bodyPr>
          <a:lstStyle>
            <a:lvl1pPr marL="0" indent="0">
              <a:buClr>
                <a:schemeClr val="tx2"/>
              </a:buClr>
              <a:buSzPct val="150000"/>
              <a:buFont typeface="Arial" panose="020B0604020202020204" pitchFamily="34" charset="0"/>
              <a:buNone/>
              <a:defRPr sz="2000">
                <a:solidFill>
                  <a:schemeClr val="tx1"/>
                </a:solidFill>
              </a:defRPr>
            </a:lvl1pPr>
          </a:lstStyle>
          <a:p>
            <a:pPr lvl="0"/>
            <a:r>
              <a:rPr lang="en-US"/>
              <a:t>Click to edit Master text styles</a:t>
            </a:r>
          </a:p>
        </p:txBody>
      </p:sp>
      <p:sp>
        <p:nvSpPr>
          <p:cNvPr id="8" name="Footer Placeholder 8">
            <a:extLst>
              <a:ext uri="{FF2B5EF4-FFF2-40B4-BE49-F238E27FC236}">
                <a16:creationId xmlns:a16="http://schemas.microsoft.com/office/drawing/2014/main" id="{9454014D-FC40-DABB-5F97-62E05A376F6A}"/>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37515957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body text three columns with sub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noAutofit/>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389E2655-E9DF-246B-F4FD-D62B2B37A4B3}"/>
              </a:ext>
            </a:extLst>
          </p:cNvPr>
          <p:cNvSpPr>
            <a:spLocks noGrp="1"/>
          </p:cNvSpPr>
          <p:nvPr>
            <p:ph sz="half" idx="15" hasCustomPrompt="1"/>
          </p:nvPr>
        </p:nvSpPr>
        <p:spPr>
          <a:xfrm>
            <a:off x="838200" y="2029022"/>
            <a:ext cx="3045644" cy="460375"/>
          </a:xfrm>
          <a:solidFill>
            <a:schemeClr val="tx2"/>
          </a:solidFill>
          <a:ln w="12700" cap="rnd">
            <a:noFill/>
            <a:round/>
          </a:ln>
        </p:spPr>
        <p:style>
          <a:lnRef idx="2">
            <a:schemeClr val="accent1"/>
          </a:lnRef>
          <a:fillRef idx="1">
            <a:schemeClr val="lt1"/>
          </a:fillRef>
          <a:effectRef idx="0">
            <a:schemeClr val="accent1"/>
          </a:effectRef>
          <a:fontRef idx="minor">
            <a:schemeClr val="dk1"/>
          </a:fontRef>
        </p:style>
        <p:txBody>
          <a:bodyPr lIns="72000" tIns="72000" rIns="72000" bIns="72000">
            <a:noAutofit/>
          </a:bodyPr>
          <a:lstStyle>
            <a:lvl1pPr marL="0" indent="0">
              <a:buNone/>
              <a:defRPr sz="2400" b="1">
                <a:solidFill>
                  <a:schemeClr val="bg1"/>
                </a:solidFill>
              </a:defRPr>
            </a:lvl1pPr>
          </a:lstStyle>
          <a:p>
            <a:pPr lvl="0"/>
            <a:r>
              <a:rPr lang="en-US"/>
              <a:t>Click to add subtitle</a:t>
            </a:r>
          </a:p>
        </p:txBody>
      </p:sp>
      <p:sp>
        <p:nvSpPr>
          <p:cNvPr id="14" name="Content Placeholder 2">
            <a:extLst>
              <a:ext uri="{FF2B5EF4-FFF2-40B4-BE49-F238E27FC236}">
                <a16:creationId xmlns:a16="http://schemas.microsoft.com/office/drawing/2014/main" id="{A1C7A71E-B4AA-350C-C619-6CD926C5FB05}"/>
              </a:ext>
            </a:extLst>
          </p:cNvPr>
          <p:cNvSpPr>
            <a:spLocks noGrp="1"/>
          </p:cNvSpPr>
          <p:nvPr>
            <p:ph sz="half" idx="1"/>
          </p:nvPr>
        </p:nvSpPr>
        <p:spPr>
          <a:xfrm>
            <a:off x="838200" y="2690199"/>
            <a:ext cx="3045644" cy="2598238"/>
          </a:xfrm>
        </p:spPr>
        <p:txBody>
          <a:bodyPr>
            <a:noAutofit/>
          </a:bodyPr>
          <a:lstStyle>
            <a:lvl1pPr marL="0" indent="0">
              <a:buNone/>
              <a:defRPr sz="2000">
                <a:solidFill>
                  <a:schemeClr val="tx1"/>
                </a:solidFill>
              </a:defRPr>
            </a:lvl1pPr>
          </a:lstStyle>
          <a:p>
            <a:pPr lvl="0"/>
            <a:r>
              <a:rPr lang="en-US"/>
              <a:t>Click to edit Master text styles</a:t>
            </a:r>
          </a:p>
        </p:txBody>
      </p:sp>
      <p:sp>
        <p:nvSpPr>
          <p:cNvPr id="4" name="Content Placeholder 2">
            <a:extLst>
              <a:ext uri="{FF2B5EF4-FFF2-40B4-BE49-F238E27FC236}">
                <a16:creationId xmlns:a16="http://schemas.microsoft.com/office/drawing/2014/main" id="{0B64B145-4048-55E1-B2E9-6B27CC0E5870}"/>
              </a:ext>
            </a:extLst>
          </p:cNvPr>
          <p:cNvSpPr>
            <a:spLocks noGrp="1"/>
          </p:cNvSpPr>
          <p:nvPr>
            <p:ph sz="half" idx="16" hasCustomPrompt="1"/>
          </p:nvPr>
        </p:nvSpPr>
        <p:spPr>
          <a:xfrm>
            <a:off x="4586925" y="2010169"/>
            <a:ext cx="3132055" cy="460375"/>
          </a:xfrm>
          <a:solidFill>
            <a:schemeClr val="tx2"/>
          </a:solidFill>
          <a:ln w="12700" cap="rnd">
            <a:noFill/>
            <a:round/>
          </a:ln>
        </p:spPr>
        <p:style>
          <a:lnRef idx="2">
            <a:schemeClr val="accent1"/>
          </a:lnRef>
          <a:fillRef idx="1">
            <a:schemeClr val="lt1"/>
          </a:fillRef>
          <a:effectRef idx="0">
            <a:schemeClr val="accent1"/>
          </a:effectRef>
          <a:fontRef idx="minor">
            <a:schemeClr val="dk1"/>
          </a:fontRef>
        </p:style>
        <p:txBody>
          <a:bodyPr lIns="72000" tIns="72000" rIns="72000" bIns="72000">
            <a:noAutofit/>
          </a:bodyPr>
          <a:lstStyle>
            <a:lvl1pPr marL="0" indent="0">
              <a:buNone/>
              <a:defRPr sz="2400" b="1">
                <a:solidFill>
                  <a:schemeClr val="bg1"/>
                </a:solidFill>
              </a:defRPr>
            </a:lvl1pPr>
          </a:lstStyle>
          <a:p>
            <a:pPr lvl="0"/>
            <a:r>
              <a:rPr lang="en-US"/>
              <a:t>Click to add subtitle</a:t>
            </a:r>
          </a:p>
        </p:txBody>
      </p:sp>
      <p:sp>
        <p:nvSpPr>
          <p:cNvPr id="16" name="Content Placeholder 2">
            <a:extLst>
              <a:ext uri="{FF2B5EF4-FFF2-40B4-BE49-F238E27FC236}">
                <a16:creationId xmlns:a16="http://schemas.microsoft.com/office/drawing/2014/main" id="{56044468-6F92-BCD9-357B-E33281665606}"/>
              </a:ext>
            </a:extLst>
          </p:cNvPr>
          <p:cNvSpPr>
            <a:spLocks noGrp="1"/>
          </p:cNvSpPr>
          <p:nvPr>
            <p:ph sz="half" idx="10"/>
          </p:nvPr>
        </p:nvSpPr>
        <p:spPr>
          <a:xfrm>
            <a:off x="4586926" y="2690199"/>
            <a:ext cx="3132055" cy="2598238"/>
          </a:xfrm>
        </p:spPr>
        <p:txBody>
          <a:bodyPr>
            <a:noAutofit/>
          </a:bodyPr>
          <a:lstStyle>
            <a:lvl1pPr marL="0" indent="0">
              <a:buNone/>
              <a:defRPr sz="2000">
                <a:solidFill>
                  <a:schemeClr val="tx1"/>
                </a:solidFill>
              </a:defRPr>
            </a:lvl1pPr>
          </a:lstStyle>
          <a:p>
            <a:pPr lvl="0"/>
            <a:r>
              <a:rPr lang="en-US"/>
              <a:t>Click to edit Master text styles</a:t>
            </a:r>
          </a:p>
        </p:txBody>
      </p:sp>
      <p:sp>
        <p:nvSpPr>
          <p:cNvPr id="5" name="Content Placeholder 2">
            <a:extLst>
              <a:ext uri="{FF2B5EF4-FFF2-40B4-BE49-F238E27FC236}">
                <a16:creationId xmlns:a16="http://schemas.microsoft.com/office/drawing/2014/main" id="{AE2839C1-28EB-C84A-8FE0-1EB86DE1BDEE}"/>
              </a:ext>
            </a:extLst>
          </p:cNvPr>
          <p:cNvSpPr>
            <a:spLocks noGrp="1"/>
          </p:cNvSpPr>
          <p:nvPr>
            <p:ph sz="half" idx="17" hasCustomPrompt="1"/>
          </p:nvPr>
        </p:nvSpPr>
        <p:spPr>
          <a:xfrm>
            <a:off x="8422064" y="2029022"/>
            <a:ext cx="3045644" cy="460375"/>
          </a:xfrm>
          <a:solidFill>
            <a:schemeClr val="tx2"/>
          </a:solidFill>
          <a:ln w="12700" cap="rnd">
            <a:noFill/>
            <a:round/>
          </a:ln>
        </p:spPr>
        <p:style>
          <a:lnRef idx="2">
            <a:schemeClr val="accent1"/>
          </a:lnRef>
          <a:fillRef idx="1">
            <a:schemeClr val="lt1"/>
          </a:fillRef>
          <a:effectRef idx="0">
            <a:schemeClr val="accent1"/>
          </a:effectRef>
          <a:fontRef idx="minor">
            <a:schemeClr val="dk1"/>
          </a:fontRef>
        </p:style>
        <p:txBody>
          <a:bodyPr lIns="72000" tIns="72000" rIns="72000" bIns="72000">
            <a:noAutofit/>
          </a:bodyPr>
          <a:lstStyle>
            <a:lvl1pPr marL="0" indent="0">
              <a:buNone/>
              <a:defRPr sz="2400" b="1">
                <a:solidFill>
                  <a:schemeClr val="bg1"/>
                </a:solidFill>
              </a:defRPr>
            </a:lvl1pPr>
          </a:lstStyle>
          <a:p>
            <a:pPr lvl="0"/>
            <a:r>
              <a:rPr lang="en-US"/>
              <a:t>Click to add subtitle</a:t>
            </a:r>
          </a:p>
        </p:txBody>
      </p:sp>
      <p:sp>
        <p:nvSpPr>
          <p:cNvPr id="18" name="Content Placeholder 2">
            <a:extLst>
              <a:ext uri="{FF2B5EF4-FFF2-40B4-BE49-F238E27FC236}">
                <a16:creationId xmlns:a16="http://schemas.microsoft.com/office/drawing/2014/main" id="{A1E8E11D-2B2A-C5C5-EFFC-16D798510576}"/>
              </a:ext>
            </a:extLst>
          </p:cNvPr>
          <p:cNvSpPr>
            <a:spLocks noGrp="1"/>
          </p:cNvSpPr>
          <p:nvPr>
            <p:ph sz="half" idx="11"/>
          </p:nvPr>
        </p:nvSpPr>
        <p:spPr>
          <a:xfrm>
            <a:off x="8422064" y="2690199"/>
            <a:ext cx="3045644" cy="2598238"/>
          </a:xfrm>
        </p:spPr>
        <p:txBody>
          <a:bodyPr>
            <a:noAutofit/>
          </a:bodyPr>
          <a:lstStyle>
            <a:lvl1pPr>
              <a:defRPr sz="200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a:t>Click to edit Master text styles</a:t>
            </a:r>
          </a:p>
        </p:txBody>
      </p:sp>
      <p:sp>
        <p:nvSpPr>
          <p:cNvPr id="7" name="Slide Number Placeholder 5">
            <a:extLst>
              <a:ext uri="{FF2B5EF4-FFF2-40B4-BE49-F238E27FC236}">
                <a16:creationId xmlns:a16="http://schemas.microsoft.com/office/drawing/2014/main" id="{62761D88-1D18-A805-8D96-5BEBFEFE219D}"/>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8" name="Footer Placeholder 8">
            <a:extLst>
              <a:ext uri="{FF2B5EF4-FFF2-40B4-BE49-F238E27FC236}">
                <a16:creationId xmlns:a16="http://schemas.microsoft.com/office/drawing/2014/main" id="{C4BB2291-2147-D1C0-AB46-6D3DE9C2DA5F}"/>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14423233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ody text and image coloure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a:xfrm>
            <a:off x="838200" y="365126"/>
            <a:ext cx="10515602" cy="816904"/>
          </a:xfrm>
        </p:spPr>
        <p:txBody>
          <a:bodyPr>
            <a:noAutofit/>
          </a:bodyPr>
          <a:lstStyle>
            <a:lvl1pPr>
              <a:defRPr>
                <a:solidFill>
                  <a:schemeClr val="tx1"/>
                </a:solidFill>
              </a:defRPr>
            </a:lvl1pPr>
          </a:lstStyle>
          <a:p>
            <a:r>
              <a:rPr lang="en-US"/>
              <a:t>Click to edit Master title style</a:t>
            </a:r>
            <a:endParaRPr lang="en-IE"/>
          </a:p>
        </p:txBody>
      </p:sp>
      <p:sp>
        <p:nvSpPr>
          <p:cNvPr id="7" name="Content Placeholder 2">
            <a:extLst>
              <a:ext uri="{FF2B5EF4-FFF2-40B4-BE49-F238E27FC236}">
                <a16:creationId xmlns:a16="http://schemas.microsoft.com/office/drawing/2014/main" id="{4F9DE773-46A1-EE6A-D3DF-FC96DCA4C7CB}"/>
              </a:ext>
            </a:extLst>
          </p:cNvPr>
          <p:cNvSpPr>
            <a:spLocks noGrp="1"/>
          </p:cNvSpPr>
          <p:nvPr>
            <p:ph sz="half" idx="1"/>
          </p:nvPr>
        </p:nvSpPr>
        <p:spPr>
          <a:xfrm>
            <a:off x="838200" y="1847851"/>
            <a:ext cx="4670502" cy="3638549"/>
          </a:xfrm>
          <a:noFill/>
        </p:spPr>
        <p:txBody>
          <a:bodyPr>
            <a:noAutofit/>
          </a:bodyPr>
          <a:lstStyle>
            <a:lvl1pPr marL="0" indent="0">
              <a:buNone/>
              <a:defRPr sz="200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36CC71E5-FBEB-2751-9FF1-D81B32C5D665}"/>
              </a:ext>
            </a:extLst>
          </p:cNvPr>
          <p:cNvSpPr>
            <a:spLocks noGrp="1"/>
          </p:cNvSpPr>
          <p:nvPr>
            <p:ph type="pic" sz="quarter" idx="10"/>
          </p:nvPr>
        </p:nvSpPr>
        <p:spPr>
          <a:xfrm>
            <a:off x="6350002" y="1825625"/>
            <a:ext cx="5003800" cy="3638550"/>
          </a:xfrm>
          <a:solidFill>
            <a:schemeClr val="tx2"/>
          </a:solidFill>
          <a:ln w="76200">
            <a:noFill/>
          </a:ln>
          <a:effectLst/>
        </p:spPr>
        <p:txBody>
          <a:bodyPr/>
          <a:lstStyle>
            <a:lvl1pPr marL="0" indent="0">
              <a:buNone/>
              <a:defRPr>
                <a:solidFill>
                  <a:schemeClr val="bg2"/>
                </a:solidFill>
              </a:defRPr>
            </a:lvl1pPr>
          </a:lstStyle>
          <a:p>
            <a:r>
              <a:rPr lang="en-US"/>
              <a:t>Click icon to add picture</a:t>
            </a:r>
            <a:endParaRPr lang="en-IE"/>
          </a:p>
        </p:txBody>
      </p:sp>
      <p:pic>
        <p:nvPicPr>
          <p:cNvPr id="6" name="Picture 5" descr="A blue flag with yellow stars and stripes&#10;&#10;Description automatically generated">
            <a:extLst>
              <a:ext uri="{FF2B5EF4-FFF2-40B4-BE49-F238E27FC236}">
                <a16:creationId xmlns:a16="http://schemas.microsoft.com/office/drawing/2014/main" id="{93834467-B58A-08E2-AA0A-DB1D50F360B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pic>
        <p:nvPicPr>
          <p:cNvPr id="5" name="Picture 4" descr="A blue flag with yellow stars and stripes&#10;&#10;Description automatically generated">
            <a:extLst>
              <a:ext uri="{FF2B5EF4-FFF2-40B4-BE49-F238E27FC236}">
                <a16:creationId xmlns:a16="http://schemas.microsoft.com/office/drawing/2014/main" id="{570F0233-3DB4-DD9F-5F0F-396910702D8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8" name="Slide Number Placeholder 5">
            <a:extLst>
              <a:ext uri="{FF2B5EF4-FFF2-40B4-BE49-F238E27FC236}">
                <a16:creationId xmlns:a16="http://schemas.microsoft.com/office/drawing/2014/main" id="{4A4DF5A1-9706-DCB7-1601-51D0F26AEF16}"/>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9" name="Footer Placeholder 8">
            <a:extLst>
              <a:ext uri="{FF2B5EF4-FFF2-40B4-BE49-F238E27FC236}">
                <a16:creationId xmlns:a16="http://schemas.microsoft.com/office/drawing/2014/main" id="{EFB7DFF0-1C84-8F6C-0408-2B151512616E}"/>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2799251422"/>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ody text and image ">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a:xfrm>
            <a:off x="838200" y="365126"/>
            <a:ext cx="10515602" cy="816904"/>
          </a:xfrm>
        </p:spPr>
        <p:txBody>
          <a:bodyPr>
            <a:noAutofit/>
          </a:bodyPr>
          <a:lstStyle>
            <a:lvl1pPr>
              <a:defRPr>
                <a:solidFill>
                  <a:schemeClr val="bg2"/>
                </a:solidFill>
              </a:defRPr>
            </a:lvl1pPr>
          </a:lstStyle>
          <a:p>
            <a:r>
              <a:rPr lang="en-US"/>
              <a:t>Click to edit Master title style</a:t>
            </a:r>
            <a:endParaRPr lang="en-IE"/>
          </a:p>
        </p:txBody>
      </p:sp>
      <p:sp>
        <p:nvSpPr>
          <p:cNvPr id="5" name="Content Placeholder 2">
            <a:extLst>
              <a:ext uri="{FF2B5EF4-FFF2-40B4-BE49-F238E27FC236}">
                <a16:creationId xmlns:a16="http://schemas.microsoft.com/office/drawing/2014/main" id="{CA9BD169-F6A4-2E23-F2D4-B7DED1FC9941}"/>
              </a:ext>
            </a:extLst>
          </p:cNvPr>
          <p:cNvSpPr>
            <a:spLocks noGrp="1"/>
          </p:cNvSpPr>
          <p:nvPr>
            <p:ph sz="half" idx="1"/>
          </p:nvPr>
        </p:nvSpPr>
        <p:spPr>
          <a:xfrm>
            <a:off x="838200" y="1847851"/>
            <a:ext cx="4670502" cy="3638549"/>
          </a:xfrm>
          <a:noFill/>
        </p:spPr>
        <p:txBody>
          <a:bodyPr>
            <a:noAutofit/>
          </a:bodyPr>
          <a:lstStyle>
            <a:lvl1pPr marL="0" indent="0">
              <a:buNone/>
              <a:defRPr sz="2000">
                <a:solidFill>
                  <a:schemeClr val="bg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36CC71E5-FBEB-2751-9FF1-D81B32C5D665}"/>
              </a:ext>
            </a:extLst>
          </p:cNvPr>
          <p:cNvSpPr>
            <a:spLocks noGrp="1"/>
          </p:cNvSpPr>
          <p:nvPr>
            <p:ph type="pic" sz="quarter" idx="10"/>
          </p:nvPr>
        </p:nvSpPr>
        <p:spPr>
          <a:xfrm>
            <a:off x="6350002" y="1825625"/>
            <a:ext cx="5003800" cy="3638550"/>
          </a:xfrm>
          <a:solidFill>
            <a:schemeClr val="tx2"/>
          </a:solidFill>
          <a:ln w="76200">
            <a:noFill/>
          </a:ln>
          <a:effectLst/>
        </p:spPr>
        <p:txBody>
          <a:bodyPr/>
          <a:lstStyle>
            <a:lvl1pPr marL="0" indent="0">
              <a:buNone/>
              <a:defRPr>
                <a:solidFill>
                  <a:schemeClr val="bg2"/>
                </a:solidFill>
              </a:defRPr>
            </a:lvl1pPr>
          </a:lstStyle>
          <a:p>
            <a:r>
              <a:rPr lang="en-US"/>
              <a:t>Click icon to add picture</a:t>
            </a:r>
            <a:endParaRPr lang="en-IE"/>
          </a:p>
        </p:txBody>
      </p:sp>
      <p:sp>
        <p:nvSpPr>
          <p:cNvPr id="6" name="Slide Number Placeholder 5">
            <a:extLst>
              <a:ext uri="{FF2B5EF4-FFF2-40B4-BE49-F238E27FC236}">
                <a16:creationId xmlns:a16="http://schemas.microsoft.com/office/drawing/2014/main" id="{880C2FD4-3B80-FE70-83EA-C9956AF116F3}"/>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bg1"/>
                </a:solidFill>
                <a:latin typeface="+mn-lt"/>
              </a:defRPr>
            </a:lvl1pPr>
          </a:lstStyle>
          <a:p>
            <a:pPr algn="l"/>
            <a:fld id="{768364BB-9B21-4D29-A19C-C6410F652861}" type="slidenum">
              <a:rPr lang="en-IE" smtClean="0"/>
              <a:pPr algn="l"/>
              <a:t>‹#›</a:t>
            </a:fld>
            <a:endParaRPr lang="en-IE"/>
          </a:p>
        </p:txBody>
      </p:sp>
      <p:sp>
        <p:nvSpPr>
          <p:cNvPr id="7" name="Footer Placeholder 8">
            <a:extLst>
              <a:ext uri="{FF2B5EF4-FFF2-40B4-BE49-F238E27FC236}">
                <a16:creationId xmlns:a16="http://schemas.microsoft.com/office/drawing/2014/main" id="{B7624A9B-CC72-EEB9-2AE2-FDB9629A0998}"/>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bg1"/>
                </a:solidFill>
                <a:latin typeface="+mn-lt"/>
              </a:defRPr>
            </a:lvl1pPr>
          </a:lstStyle>
          <a:p>
            <a:endParaRPr lang="en-IE"/>
          </a:p>
        </p:txBody>
      </p:sp>
    </p:spTree>
    <p:extLst>
      <p:ext uri="{BB962C8B-B14F-4D97-AF65-F5344CB8AC3E}">
        <p14:creationId xmlns:p14="http://schemas.microsoft.com/office/powerpoint/2010/main" val="508536140"/>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ody text and 4 images ">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a:xfrm>
            <a:off x="838200" y="365126"/>
            <a:ext cx="10515602" cy="816904"/>
          </a:xfrm>
        </p:spPr>
        <p:txBody>
          <a:bodyPr/>
          <a:lstStyle>
            <a:lvl1pPr>
              <a:defRPr>
                <a:solidFill>
                  <a:schemeClr val="bg2"/>
                </a:solidFill>
              </a:defRPr>
            </a:lvl1pPr>
          </a:lstStyle>
          <a:p>
            <a:r>
              <a:rPr lang="en-US"/>
              <a:t>Click to edit Master title style</a:t>
            </a:r>
            <a:endParaRPr lang="en-IE"/>
          </a:p>
        </p:txBody>
      </p:sp>
      <p:sp>
        <p:nvSpPr>
          <p:cNvPr id="3" name="Google Shape;91;p33">
            <a:extLst>
              <a:ext uri="{FF2B5EF4-FFF2-40B4-BE49-F238E27FC236}">
                <a16:creationId xmlns:a16="http://schemas.microsoft.com/office/drawing/2014/main" id="{A9F38C94-2545-ED67-4909-C5A475FCF803}"/>
              </a:ext>
            </a:extLst>
          </p:cNvPr>
          <p:cNvSpPr>
            <a:spLocks noGrp="1"/>
          </p:cNvSpPr>
          <p:nvPr>
            <p:ph type="pic" idx="2"/>
          </p:nvPr>
        </p:nvSpPr>
        <p:spPr>
          <a:xfrm>
            <a:off x="3538332" y="2197664"/>
            <a:ext cx="2461591" cy="1638158"/>
          </a:xfrm>
          <a:prstGeom prst="rect">
            <a:avLst/>
          </a:prstGeom>
          <a:solidFill>
            <a:schemeClr val="lt2"/>
          </a:solidFill>
          <a:ln>
            <a:noFill/>
          </a:ln>
        </p:spPr>
        <p:txBody>
          <a:bodyPr/>
          <a:lstStyle>
            <a:lvl1pPr marL="0" indent="0">
              <a:buNone/>
              <a:defRPr>
                <a:solidFill>
                  <a:schemeClr val="bg2"/>
                </a:solidFill>
              </a:defRPr>
            </a:lvl1pPr>
          </a:lstStyle>
          <a:p>
            <a:r>
              <a:rPr lang="en-US"/>
              <a:t>Click icon to add picture</a:t>
            </a:r>
            <a:endParaRPr lang="en-IE"/>
          </a:p>
        </p:txBody>
      </p:sp>
      <p:sp>
        <p:nvSpPr>
          <p:cNvPr id="10" name="Google Shape;95;p33">
            <a:extLst>
              <a:ext uri="{FF2B5EF4-FFF2-40B4-BE49-F238E27FC236}">
                <a16:creationId xmlns:a16="http://schemas.microsoft.com/office/drawing/2014/main" id="{45EC68E1-18F5-04CB-00B3-F8948F3B4F18}"/>
              </a:ext>
            </a:extLst>
          </p:cNvPr>
          <p:cNvSpPr>
            <a:spLocks noGrp="1"/>
          </p:cNvSpPr>
          <p:nvPr>
            <p:ph type="pic" idx="5"/>
          </p:nvPr>
        </p:nvSpPr>
        <p:spPr>
          <a:xfrm>
            <a:off x="6161035" y="2197663"/>
            <a:ext cx="2461593" cy="1638159"/>
          </a:xfrm>
          <a:prstGeom prst="rect">
            <a:avLst/>
          </a:prstGeom>
          <a:solidFill>
            <a:schemeClr val="lt2"/>
          </a:solidFill>
          <a:ln>
            <a:noFill/>
          </a:ln>
        </p:spPr>
        <p:txBody>
          <a:bodyPr/>
          <a:lstStyle>
            <a:lvl1pPr marL="0" indent="0">
              <a:buNone/>
              <a:defRPr>
                <a:solidFill>
                  <a:schemeClr val="bg2"/>
                </a:solidFill>
              </a:defRPr>
            </a:lvl1pPr>
          </a:lstStyle>
          <a:p>
            <a:r>
              <a:rPr lang="en-US"/>
              <a:t>Click icon to add picture</a:t>
            </a:r>
            <a:endParaRPr lang="en-IE"/>
          </a:p>
        </p:txBody>
      </p:sp>
      <p:sp>
        <p:nvSpPr>
          <p:cNvPr id="13" name="Text Placeholder 12">
            <a:extLst>
              <a:ext uri="{FF2B5EF4-FFF2-40B4-BE49-F238E27FC236}">
                <a16:creationId xmlns:a16="http://schemas.microsoft.com/office/drawing/2014/main" id="{00A4763F-1C9A-B628-1609-DA5C75C90FC9}"/>
              </a:ext>
            </a:extLst>
          </p:cNvPr>
          <p:cNvSpPr>
            <a:spLocks noGrp="1"/>
          </p:cNvSpPr>
          <p:nvPr>
            <p:ph type="body" sz="quarter" idx="10"/>
          </p:nvPr>
        </p:nvSpPr>
        <p:spPr>
          <a:xfrm>
            <a:off x="8802758" y="2197100"/>
            <a:ext cx="2519363" cy="1638300"/>
          </a:xfrm>
        </p:spPr>
        <p:txBody>
          <a:bodyPr/>
          <a:lstStyle>
            <a:lvl1pPr marL="0" indent="0">
              <a:buNone/>
              <a:defRPr>
                <a:solidFill>
                  <a:schemeClr val="bg1"/>
                </a:solidFill>
              </a:defRPr>
            </a:lvl1pPr>
            <a:lvl2pPr marL="457200" indent="0">
              <a:buNone/>
              <a:defRPr/>
            </a:lvl2pPr>
          </a:lstStyle>
          <a:p>
            <a:pPr lvl="0"/>
            <a:r>
              <a:rPr lang="en-US"/>
              <a:t>Click to edit Master text styles</a:t>
            </a:r>
          </a:p>
          <a:p>
            <a:pPr lvl="1"/>
            <a:r>
              <a:rPr lang="en-US"/>
              <a:t>Second level</a:t>
            </a:r>
          </a:p>
        </p:txBody>
      </p:sp>
      <p:sp>
        <p:nvSpPr>
          <p:cNvPr id="15" name="Google Shape;91;p33">
            <a:extLst>
              <a:ext uri="{FF2B5EF4-FFF2-40B4-BE49-F238E27FC236}">
                <a16:creationId xmlns:a16="http://schemas.microsoft.com/office/drawing/2014/main" id="{0AB5F208-A96D-CEBC-874F-7B719FD86FEB}"/>
              </a:ext>
            </a:extLst>
          </p:cNvPr>
          <p:cNvSpPr>
            <a:spLocks noGrp="1"/>
          </p:cNvSpPr>
          <p:nvPr>
            <p:ph type="pic" idx="11"/>
          </p:nvPr>
        </p:nvSpPr>
        <p:spPr>
          <a:xfrm>
            <a:off x="3538332" y="4031391"/>
            <a:ext cx="2461591" cy="1638158"/>
          </a:xfrm>
          <a:prstGeom prst="rect">
            <a:avLst/>
          </a:prstGeom>
          <a:solidFill>
            <a:schemeClr val="lt2"/>
          </a:solidFill>
          <a:ln>
            <a:noFill/>
          </a:ln>
        </p:spPr>
        <p:txBody>
          <a:bodyPr/>
          <a:lstStyle>
            <a:lvl1pPr marL="0" indent="0">
              <a:buNone/>
              <a:defRPr>
                <a:solidFill>
                  <a:schemeClr val="bg2"/>
                </a:solidFill>
              </a:defRPr>
            </a:lvl1pPr>
          </a:lstStyle>
          <a:p>
            <a:r>
              <a:rPr lang="en-US"/>
              <a:t>Click icon to add picture</a:t>
            </a:r>
            <a:endParaRPr lang="en-IE"/>
          </a:p>
        </p:txBody>
      </p:sp>
      <p:sp>
        <p:nvSpPr>
          <p:cNvPr id="17" name="Google Shape;95;p33">
            <a:extLst>
              <a:ext uri="{FF2B5EF4-FFF2-40B4-BE49-F238E27FC236}">
                <a16:creationId xmlns:a16="http://schemas.microsoft.com/office/drawing/2014/main" id="{0AC28D44-5B34-89F9-D8AB-62E99E380E36}"/>
              </a:ext>
            </a:extLst>
          </p:cNvPr>
          <p:cNvSpPr>
            <a:spLocks noGrp="1"/>
          </p:cNvSpPr>
          <p:nvPr>
            <p:ph type="pic" idx="13"/>
          </p:nvPr>
        </p:nvSpPr>
        <p:spPr>
          <a:xfrm>
            <a:off x="6161035" y="4031390"/>
            <a:ext cx="2461593" cy="1638159"/>
          </a:xfrm>
          <a:prstGeom prst="rect">
            <a:avLst/>
          </a:prstGeom>
          <a:solidFill>
            <a:schemeClr val="lt2"/>
          </a:solidFill>
          <a:ln>
            <a:noFill/>
          </a:ln>
        </p:spPr>
        <p:txBody>
          <a:bodyPr/>
          <a:lstStyle>
            <a:lvl1pPr marL="0" indent="0">
              <a:buNone/>
              <a:defRPr>
                <a:solidFill>
                  <a:schemeClr val="bg2"/>
                </a:solidFill>
              </a:defRPr>
            </a:lvl1pPr>
          </a:lstStyle>
          <a:p>
            <a:r>
              <a:rPr lang="en-US"/>
              <a:t>Click icon to add picture</a:t>
            </a:r>
            <a:endParaRPr lang="en-IE"/>
          </a:p>
        </p:txBody>
      </p:sp>
      <p:sp>
        <p:nvSpPr>
          <p:cNvPr id="18" name="Text Placeholder 12">
            <a:extLst>
              <a:ext uri="{FF2B5EF4-FFF2-40B4-BE49-F238E27FC236}">
                <a16:creationId xmlns:a16="http://schemas.microsoft.com/office/drawing/2014/main" id="{14095A4F-385F-CF4A-5E10-E3628D85F6C8}"/>
              </a:ext>
            </a:extLst>
          </p:cNvPr>
          <p:cNvSpPr>
            <a:spLocks noGrp="1"/>
          </p:cNvSpPr>
          <p:nvPr>
            <p:ph type="body" sz="quarter" idx="14"/>
          </p:nvPr>
        </p:nvSpPr>
        <p:spPr>
          <a:xfrm>
            <a:off x="8802758" y="4030827"/>
            <a:ext cx="2519363" cy="1638300"/>
          </a:xfrm>
        </p:spPr>
        <p:txBody>
          <a:bodyPr/>
          <a:lstStyle>
            <a:lvl1pPr marL="0" indent="0">
              <a:buNone/>
              <a:defRPr>
                <a:solidFill>
                  <a:schemeClr val="bg1"/>
                </a:solidFill>
              </a:defRPr>
            </a:lvl1pPr>
            <a:lvl2pPr marL="457200" indent="0">
              <a:buNone/>
              <a:defRPr/>
            </a:lvl2pPr>
          </a:lstStyle>
          <a:p>
            <a:pPr lvl="0"/>
            <a:r>
              <a:rPr lang="en-US"/>
              <a:t>Click to edit Master text styles</a:t>
            </a:r>
          </a:p>
          <a:p>
            <a:pPr lvl="1"/>
            <a:r>
              <a:rPr lang="en-US"/>
              <a:t>Second level</a:t>
            </a:r>
          </a:p>
        </p:txBody>
      </p:sp>
      <p:sp>
        <p:nvSpPr>
          <p:cNvPr id="4" name="Text Placeholder 12">
            <a:extLst>
              <a:ext uri="{FF2B5EF4-FFF2-40B4-BE49-F238E27FC236}">
                <a16:creationId xmlns:a16="http://schemas.microsoft.com/office/drawing/2014/main" id="{092A6C90-A6CE-C107-4350-7906F5FDD7FC}"/>
              </a:ext>
            </a:extLst>
          </p:cNvPr>
          <p:cNvSpPr>
            <a:spLocks noGrp="1"/>
          </p:cNvSpPr>
          <p:nvPr>
            <p:ph type="body" sz="quarter" idx="15"/>
          </p:nvPr>
        </p:nvSpPr>
        <p:spPr>
          <a:xfrm>
            <a:off x="838839" y="2197100"/>
            <a:ext cx="2519363" cy="1638300"/>
          </a:xfrm>
        </p:spPr>
        <p:txBody>
          <a:bodyPr/>
          <a:lstStyle>
            <a:lvl1pPr marL="0" indent="0">
              <a:buNone/>
              <a:defRPr>
                <a:solidFill>
                  <a:schemeClr val="bg1"/>
                </a:solidFill>
              </a:defRPr>
            </a:lvl1pPr>
            <a:lvl2pPr marL="457200" indent="0">
              <a:buNone/>
              <a:defRPr/>
            </a:lvl2pPr>
          </a:lstStyle>
          <a:p>
            <a:pPr lvl="0"/>
            <a:r>
              <a:rPr lang="en-US"/>
              <a:t>Click to edit Master text styles</a:t>
            </a:r>
          </a:p>
          <a:p>
            <a:pPr lvl="1"/>
            <a:r>
              <a:rPr lang="en-US"/>
              <a:t>Second level</a:t>
            </a:r>
          </a:p>
        </p:txBody>
      </p:sp>
      <p:sp>
        <p:nvSpPr>
          <p:cNvPr id="6" name="Text Placeholder 12">
            <a:extLst>
              <a:ext uri="{FF2B5EF4-FFF2-40B4-BE49-F238E27FC236}">
                <a16:creationId xmlns:a16="http://schemas.microsoft.com/office/drawing/2014/main" id="{FA45C4F8-1803-A72B-10DF-5927ABF6E406}"/>
              </a:ext>
            </a:extLst>
          </p:cNvPr>
          <p:cNvSpPr>
            <a:spLocks noGrp="1"/>
          </p:cNvSpPr>
          <p:nvPr>
            <p:ph type="body" sz="quarter" idx="16"/>
          </p:nvPr>
        </p:nvSpPr>
        <p:spPr>
          <a:xfrm>
            <a:off x="838839" y="4030827"/>
            <a:ext cx="2519363" cy="1638300"/>
          </a:xfrm>
        </p:spPr>
        <p:txBody>
          <a:bodyPr/>
          <a:lstStyle>
            <a:lvl1pPr marL="0" indent="0">
              <a:buNone/>
              <a:defRPr>
                <a:solidFill>
                  <a:schemeClr val="bg1"/>
                </a:solidFill>
              </a:defRPr>
            </a:lvl1pPr>
            <a:lvl2pPr marL="457200" indent="0">
              <a:buNone/>
              <a:defRPr/>
            </a:lvl2pPr>
          </a:lstStyle>
          <a:p>
            <a:pPr lvl="0"/>
            <a:r>
              <a:rPr lang="en-US"/>
              <a:t>Click to edit Master text styles</a:t>
            </a:r>
          </a:p>
          <a:p>
            <a:pPr lvl="1"/>
            <a:r>
              <a:rPr lang="en-US"/>
              <a:t>Second level</a:t>
            </a:r>
          </a:p>
        </p:txBody>
      </p:sp>
      <p:sp>
        <p:nvSpPr>
          <p:cNvPr id="8" name="Slide Number Placeholder 5">
            <a:extLst>
              <a:ext uri="{FF2B5EF4-FFF2-40B4-BE49-F238E27FC236}">
                <a16:creationId xmlns:a16="http://schemas.microsoft.com/office/drawing/2014/main" id="{8F9C7B51-3F16-5ABF-3BE2-AA17BD10DB6C}"/>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bg1"/>
                </a:solidFill>
                <a:latin typeface="+mn-lt"/>
              </a:defRPr>
            </a:lvl1pPr>
          </a:lstStyle>
          <a:p>
            <a:pPr algn="l"/>
            <a:fld id="{768364BB-9B21-4D29-A19C-C6410F652861}" type="slidenum">
              <a:rPr lang="en-IE" smtClean="0"/>
              <a:pPr algn="l"/>
              <a:t>‹#›</a:t>
            </a:fld>
            <a:endParaRPr lang="en-IE"/>
          </a:p>
        </p:txBody>
      </p:sp>
      <p:sp>
        <p:nvSpPr>
          <p:cNvPr id="7" name="Footer Placeholder 8">
            <a:extLst>
              <a:ext uri="{FF2B5EF4-FFF2-40B4-BE49-F238E27FC236}">
                <a16:creationId xmlns:a16="http://schemas.microsoft.com/office/drawing/2014/main" id="{F256C38A-CD2B-89BF-A117-9ED92151C6AD}"/>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bg1"/>
                </a:solidFill>
                <a:latin typeface="+mn-lt"/>
              </a:defRPr>
            </a:lvl1pPr>
          </a:lstStyle>
          <a:p>
            <a:endParaRPr lang="en-IE"/>
          </a:p>
        </p:txBody>
      </p:sp>
    </p:spTree>
    <p:extLst>
      <p:ext uri="{BB962C8B-B14F-4D97-AF65-F5344CB8AC3E}">
        <p14:creationId xmlns:p14="http://schemas.microsoft.com/office/powerpoint/2010/main" val="2439722741"/>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ext and big photo">
    <p:spTree>
      <p:nvGrpSpPr>
        <p:cNvPr id="1" name=""/>
        <p:cNvGrpSpPr/>
        <p:nvPr/>
      </p:nvGrpSpPr>
      <p:grpSpPr>
        <a:xfrm>
          <a:off x="0" y="0"/>
          <a:ext cx="0" cy="0"/>
          <a:chOff x="0" y="0"/>
          <a:chExt cx="0" cy="0"/>
        </a:xfrm>
      </p:grpSpPr>
      <p:sp>
        <p:nvSpPr>
          <p:cNvPr id="3" name="Google Shape;72;p30">
            <a:extLst>
              <a:ext uri="{FF2B5EF4-FFF2-40B4-BE49-F238E27FC236}">
                <a16:creationId xmlns:a16="http://schemas.microsoft.com/office/drawing/2014/main" id="{252B282C-4F3C-02C6-86A1-F51B8A650847}"/>
              </a:ext>
            </a:extLst>
          </p:cNvPr>
          <p:cNvSpPr>
            <a:spLocks noGrp="1"/>
          </p:cNvSpPr>
          <p:nvPr>
            <p:ph type="pic" idx="2"/>
          </p:nvPr>
        </p:nvSpPr>
        <p:spPr>
          <a:xfrm>
            <a:off x="0" y="1"/>
            <a:ext cx="5388429" cy="6857999"/>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a:p>
        </p:txBody>
      </p:sp>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a:xfrm>
            <a:off x="3766457" y="589047"/>
            <a:ext cx="7587343" cy="717240"/>
          </a:xfrm>
          <a:solidFill>
            <a:schemeClr val="bg1"/>
          </a:solidFill>
        </p:spPr>
        <p:txBody>
          <a:bodyPr>
            <a:noAutofit/>
          </a:bodyPr>
          <a:lstStyle>
            <a:lvl1pPr>
              <a:defRPr sz="4400"/>
            </a:lvl1pPr>
          </a:lstStyle>
          <a:p>
            <a:r>
              <a:rPr lang="en-US"/>
              <a:t>Click to edit Master title style</a:t>
            </a:r>
            <a:endParaRPr lang="en-IE"/>
          </a:p>
        </p:txBody>
      </p:sp>
      <p:sp>
        <p:nvSpPr>
          <p:cNvPr id="5" name="Content Placeholder 2">
            <a:extLst>
              <a:ext uri="{FF2B5EF4-FFF2-40B4-BE49-F238E27FC236}">
                <a16:creationId xmlns:a16="http://schemas.microsoft.com/office/drawing/2014/main" id="{303EC882-6BB1-D514-72D9-A7D3FAE8C698}"/>
              </a:ext>
            </a:extLst>
          </p:cNvPr>
          <p:cNvSpPr>
            <a:spLocks noGrp="1"/>
          </p:cNvSpPr>
          <p:nvPr>
            <p:ph sz="half" idx="15"/>
          </p:nvPr>
        </p:nvSpPr>
        <p:spPr>
          <a:xfrm>
            <a:off x="3766457" y="1895333"/>
            <a:ext cx="7587342" cy="3845577"/>
          </a:xfrm>
          <a:solidFill>
            <a:schemeClr val="bg1"/>
          </a:solidFill>
        </p:spPr>
        <p:txBody>
          <a:bodyPr>
            <a:noAutofit/>
          </a:bodyPr>
          <a:lstStyle>
            <a:lvl1pPr>
              <a:defRPr sz="2000"/>
            </a:lvl1pPr>
          </a:lstStyle>
          <a:p>
            <a:pPr lvl="0"/>
            <a:r>
              <a:rPr lang="en-US"/>
              <a:t>Click to edit Master text styles</a:t>
            </a:r>
          </a:p>
        </p:txBody>
      </p:sp>
      <p:sp>
        <p:nvSpPr>
          <p:cNvPr id="6" name="Footer Placeholder 8">
            <a:extLst>
              <a:ext uri="{FF2B5EF4-FFF2-40B4-BE49-F238E27FC236}">
                <a16:creationId xmlns:a16="http://schemas.microsoft.com/office/drawing/2014/main" id="{E7AFEC3F-1C21-3132-B967-9F0F25A5601F}"/>
              </a:ext>
            </a:extLst>
          </p:cNvPr>
          <p:cNvSpPr>
            <a:spLocks noGrp="1"/>
          </p:cNvSpPr>
          <p:nvPr>
            <p:ph type="ftr" sz="quarter" idx="3"/>
          </p:nvPr>
        </p:nvSpPr>
        <p:spPr>
          <a:xfrm>
            <a:off x="5502728" y="6268953"/>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27571655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xt and big photo coloured title 1">
    <p:spTree>
      <p:nvGrpSpPr>
        <p:cNvPr id="1" name=""/>
        <p:cNvGrpSpPr/>
        <p:nvPr/>
      </p:nvGrpSpPr>
      <p:grpSpPr>
        <a:xfrm>
          <a:off x="0" y="0"/>
          <a:ext cx="0" cy="0"/>
          <a:chOff x="0" y="0"/>
          <a:chExt cx="0" cy="0"/>
        </a:xfrm>
      </p:grpSpPr>
      <p:sp>
        <p:nvSpPr>
          <p:cNvPr id="3" name="Google Shape;72;p30">
            <a:extLst>
              <a:ext uri="{FF2B5EF4-FFF2-40B4-BE49-F238E27FC236}">
                <a16:creationId xmlns:a16="http://schemas.microsoft.com/office/drawing/2014/main" id="{252B282C-4F3C-02C6-86A1-F51B8A650847}"/>
              </a:ext>
            </a:extLst>
          </p:cNvPr>
          <p:cNvSpPr>
            <a:spLocks noGrp="1"/>
          </p:cNvSpPr>
          <p:nvPr>
            <p:ph type="pic" idx="2"/>
          </p:nvPr>
        </p:nvSpPr>
        <p:spPr>
          <a:xfrm>
            <a:off x="0" y="1"/>
            <a:ext cx="5388429" cy="6857999"/>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a:p>
        </p:txBody>
      </p:sp>
      <p:sp>
        <p:nvSpPr>
          <p:cNvPr id="6" name="Content Placeholder 2">
            <a:extLst>
              <a:ext uri="{FF2B5EF4-FFF2-40B4-BE49-F238E27FC236}">
                <a16:creationId xmlns:a16="http://schemas.microsoft.com/office/drawing/2014/main" id="{E2F83483-47D9-4712-A8D7-6CBF61775821}"/>
              </a:ext>
            </a:extLst>
          </p:cNvPr>
          <p:cNvSpPr>
            <a:spLocks noGrp="1"/>
          </p:cNvSpPr>
          <p:nvPr>
            <p:ph sz="half" idx="16" hasCustomPrompt="1"/>
          </p:nvPr>
        </p:nvSpPr>
        <p:spPr>
          <a:xfrm>
            <a:off x="125185" y="6162533"/>
            <a:ext cx="6090558" cy="390667"/>
          </a:xfrm>
          <a:solidFill>
            <a:schemeClr val="bg1"/>
          </a:solidFill>
        </p:spPr>
        <p:txBody>
          <a:bodyPr anchor="ctr">
            <a:noAutofit/>
          </a:bodyPr>
          <a:lstStyle>
            <a:lvl1pPr marL="0" indent="0">
              <a:buNone/>
              <a:defRPr sz="1800" i="1"/>
            </a:lvl1pPr>
          </a:lstStyle>
          <a:p>
            <a:pPr lvl="0"/>
            <a:r>
              <a:rPr lang="en-US"/>
              <a:t>Click to edit Master text styles (caption)</a:t>
            </a:r>
          </a:p>
        </p:txBody>
      </p:sp>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a:xfrm>
            <a:off x="6215743" y="589047"/>
            <a:ext cx="5138057" cy="717240"/>
          </a:xfrm>
          <a:solidFill>
            <a:schemeClr val="bg1"/>
          </a:solidFill>
        </p:spPr>
        <p:txBody>
          <a:bodyPr lIns="72000" tIns="72000" rIns="72000" bIns="72000">
            <a:noAutofit/>
          </a:bodyPr>
          <a:lstStyle>
            <a:lvl1pPr>
              <a:defRPr sz="4400">
                <a:solidFill>
                  <a:schemeClr val="bg1"/>
                </a:solidFill>
                <a:highlight>
                  <a:srgbClr val="003399"/>
                </a:highlight>
              </a:defRPr>
            </a:lvl1pPr>
          </a:lstStyle>
          <a:p>
            <a:r>
              <a:rPr lang="en-US"/>
              <a:t>Click to edit Master title style</a:t>
            </a:r>
            <a:endParaRPr lang="en-IE"/>
          </a:p>
        </p:txBody>
      </p:sp>
      <p:sp>
        <p:nvSpPr>
          <p:cNvPr id="5" name="Content Placeholder 2">
            <a:extLst>
              <a:ext uri="{FF2B5EF4-FFF2-40B4-BE49-F238E27FC236}">
                <a16:creationId xmlns:a16="http://schemas.microsoft.com/office/drawing/2014/main" id="{303EC882-6BB1-D514-72D9-A7D3FAE8C698}"/>
              </a:ext>
            </a:extLst>
          </p:cNvPr>
          <p:cNvSpPr>
            <a:spLocks noGrp="1"/>
          </p:cNvSpPr>
          <p:nvPr>
            <p:ph sz="half" idx="15"/>
          </p:nvPr>
        </p:nvSpPr>
        <p:spPr>
          <a:xfrm>
            <a:off x="6215743" y="1895333"/>
            <a:ext cx="5138056" cy="3845577"/>
          </a:xfrm>
          <a:solidFill>
            <a:schemeClr val="bg1"/>
          </a:solidFill>
        </p:spPr>
        <p:txBody>
          <a:bodyPr>
            <a:noAutofit/>
          </a:bodyPr>
          <a:lstStyle>
            <a:lvl1pPr marL="0" indent="0">
              <a:buClr>
                <a:schemeClr val="tx2"/>
              </a:buClr>
              <a:buSzPct val="150000"/>
              <a:buFont typeface="Arial" panose="020B0604020202020204" pitchFamily="34" charset="0"/>
              <a:buNone/>
              <a:defRPr sz="20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7873866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xt and big photo coloured titl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2F035CA-6728-7746-C9FC-81382094BF06}"/>
              </a:ext>
            </a:extLst>
          </p:cNvPr>
          <p:cNvSpPr/>
          <p:nvPr/>
        </p:nvSpPr>
        <p:spPr>
          <a:xfrm>
            <a:off x="5388429" y="0"/>
            <a:ext cx="6803571" cy="685799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 name="Google Shape;72;p30">
            <a:extLst>
              <a:ext uri="{FF2B5EF4-FFF2-40B4-BE49-F238E27FC236}">
                <a16:creationId xmlns:a16="http://schemas.microsoft.com/office/drawing/2014/main" id="{252B282C-4F3C-02C6-86A1-F51B8A650847}"/>
              </a:ext>
            </a:extLst>
          </p:cNvPr>
          <p:cNvSpPr>
            <a:spLocks noGrp="1"/>
          </p:cNvSpPr>
          <p:nvPr>
            <p:ph type="pic" idx="2"/>
          </p:nvPr>
        </p:nvSpPr>
        <p:spPr>
          <a:xfrm>
            <a:off x="0" y="1"/>
            <a:ext cx="5388429" cy="6857999"/>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a:p>
        </p:txBody>
      </p:sp>
      <p:sp>
        <p:nvSpPr>
          <p:cNvPr id="8" name="Content Placeholder 2">
            <a:extLst>
              <a:ext uri="{FF2B5EF4-FFF2-40B4-BE49-F238E27FC236}">
                <a16:creationId xmlns:a16="http://schemas.microsoft.com/office/drawing/2014/main" id="{4DE701F0-97E6-7792-DA18-AD6E08BC874A}"/>
              </a:ext>
            </a:extLst>
          </p:cNvPr>
          <p:cNvSpPr>
            <a:spLocks noGrp="1"/>
          </p:cNvSpPr>
          <p:nvPr>
            <p:ph sz="half" idx="16" hasCustomPrompt="1"/>
          </p:nvPr>
        </p:nvSpPr>
        <p:spPr>
          <a:xfrm>
            <a:off x="125185" y="6162533"/>
            <a:ext cx="6090558" cy="390667"/>
          </a:xfrm>
          <a:solidFill>
            <a:schemeClr val="bg1"/>
          </a:solidFill>
        </p:spPr>
        <p:txBody>
          <a:bodyPr anchor="ctr">
            <a:noAutofit/>
          </a:bodyPr>
          <a:lstStyle>
            <a:lvl1pPr marL="0" indent="0">
              <a:buNone/>
              <a:defRPr sz="1800" i="1"/>
            </a:lvl1pPr>
          </a:lstStyle>
          <a:p>
            <a:pPr lvl="0"/>
            <a:r>
              <a:rPr lang="en-US"/>
              <a:t>Click to edit Master text styles (caption)</a:t>
            </a:r>
          </a:p>
        </p:txBody>
      </p:sp>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a:xfrm>
            <a:off x="6215743" y="589046"/>
            <a:ext cx="5138057" cy="1000267"/>
          </a:xfrm>
          <a:noFill/>
        </p:spPr>
        <p:txBody>
          <a:bodyPr lIns="72000" tIns="72000" rIns="72000" bIns="72000">
            <a:noAutofit/>
          </a:bodyPr>
          <a:lstStyle>
            <a:lvl1pPr>
              <a:defRPr sz="4400">
                <a:solidFill>
                  <a:schemeClr val="tx2"/>
                </a:solidFill>
                <a:highlight>
                  <a:srgbClr val="FFD34E"/>
                </a:highlight>
              </a:defRPr>
            </a:lvl1pPr>
          </a:lstStyle>
          <a:p>
            <a:r>
              <a:rPr lang="en-US"/>
              <a:t>Click to edit Master title style</a:t>
            </a:r>
            <a:endParaRPr lang="en-IE"/>
          </a:p>
        </p:txBody>
      </p:sp>
      <p:sp>
        <p:nvSpPr>
          <p:cNvPr id="5" name="Content Placeholder 2">
            <a:extLst>
              <a:ext uri="{FF2B5EF4-FFF2-40B4-BE49-F238E27FC236}">
                <a16:creationId xmlns:a16="http://schemas.microsoft.com/office/drawing/2014/main" id="{303EC882-6BB1-D514-72D9-A7D3FAE8C698}"/>
              </a:ext>
            </a:extLst>
          </p:cNvPr>
          <p:cNvSpPr>
            <a:spLocks noGrp="1"/>
          </p:cNvSpPr>
          <p:nvPr>
            <p:ph sz="half" idx="15"/>
          </p:nvPr>
        </p:nvSpPr>
        <p:spPr>
          <a:xfrm>
            <a:off x="6215743" y="1895333"/>
            <a:ext cx="5138056" cy="3845577"/>
          </a:xfrm>
          <a:noFill/>
        </p:spPr>
        <p:txBody>
          <a:bodyPr>
            <a:noAutofit/>
          </a:bodyPr>
          <a:lstStyle>
            <a:lvl1pPr marL="0" indent="0">
              <a:buClr>
                <a:schemeClr val="bg1"/>
              </a:buClr>
              <a:buSzPct val="150000"/>
              <a:buFont typeface="Arial" panose="020B0604020202020204" pitchFamily="34" charset="0"/>
              <a:buNone/>
              <a:defRPr sz="2000">
                <a:solidFill>
                  <a:schemeClr val="bg1"/>
                </a:solidFill>
              </a:defRPr>
            </a:lvl1pPr>
          </a:lstStyle>
          <a:p>
            <a:pPr lvl="0"/>
            <a:r>
              <a:rPr lang="en-US"/>
              <a:t>Click to edit Master text styles</a:t>
            </a:r>
          </a:p>
        </p:txBody>
      </p:sp>
      <p:pic>
        <p:nvPicPr>
          <p:cNvPr id="6" name="Picture 5" descr="A blue flag with yellow stars and stripes&#10;&#10;Description automatically generated">
            <a:extLst>
              <a:ext uri="{FF2B5EF4-FFF2-40B4-BE49-F238E27FC236}">
                <a16:creationId xmlns:a16="http://schemas.microsoft.com/office/drawing/2014/main" id="{F07C9B7E-A9F7-E74E-8B7F-3BB737CA398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pic>
        <p:nvPicPr>
          <p:cNvPr id="9" name="Picture 8" descr="A blue flag with yellow stars and stripes&#10;&#10;Description automatically generated">
            <a:extLst>
              <a:ext uri="{FF2B5EF4-FFF2-40B4-BE49-F238E27FC236}">
                <a16:creationId xmlns:a16="http://schemas.microsoft.com/office/drawing/2014/main" id="{B7786630-3DC2-B1C3-65DD-397E4461975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Tree>
    <p:extLst>
      <p:ext uri="{BB962C8B-B14F-4D97-AF65-F5344CB8AC3E}">
        <p14:creationId xmlns:p14="http://schemas.microsoft.com/office/powerpoint/2010/main" val="7242970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in 2 columns and big photo">
    <p:spTree>
      <p:nvGrpSpPr>
        <p:cNvPr id="1" name=""/>
        <p:cNvGrpSpPr/>
        <p:nvPr/>
      </p:nvGrpSpPr>
      <p:grpSpPr>
        <a:xfrm>
          <a:off x="0" y="0"/>
          <a:ext cx="0" cy="0"/>
          <a:chOff x="0" y="0"/>
          <a:chExt cx="0" cy="0"/>
        </a:xfrm>
      </p:grpSpPr>
      <p:sp>
        <p:nvSpPr>
          <p:cNvPr id="3" name="Google Shape;72;p30">
            <a:extLst>
              <a:ext uri="{FF2B5EF4-FFF2-40B4-BE49-F238E27FC236}">
                <a16:creationId xmlns:a16="http://schemas.microsoft.com/office/drawing/2014/main" id="{252B282C-4F3C-02C6-86A1-F51B8A650847}"/>
              </a:ext>
            </a:extLst>
          </p:cNvPr>
          <p:cNvSpPr>
            <a:spLocks noGrp="1"/>
          </p:cNvSpPr>
          <p:nvPr>
            <p:ph type="pic" idx="2"/>
          </p:nvPr>
        </p:nvSpPr>
        <p:spPr>
          <a:xfrm>
            <a:off x="7773642" y="0"/>
            <a:ext cx="4418358" cy="6857999"/>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a:p>
        </p:txBody>
      </p:sp>
      <p:sp>
        <p:nvSpPr>
          <p:cNvPr id="9" name="Title 1">
            <a:extLst>
              <a:ext uri="{FF2B5EF4-FFF2-40B4-BE49-F238E27FC236}">
                <a16:creationId xmlns:a16="http://schemas.microsoft.com/office/drawing/2014/main" id="{278936A4-CDCB-C345-F71F-92F2A35F2AF4}"/>
              </a:ext>
            </a:extLst>
          </p:cNvPr>
          <p:cNvSpPr>
            <a:spLocks noGrp="1"/>
          </p:cNvSpPr>
          <p:nvPr>
            <p:ph type="title"/>
          </p:nvPr>
        </p:nvSpPr>
        <p:spPr>
          <a:xfrm>
            <a:off x="838200" y="461067"/>
            <a:ext cx="7915275" cy="717240"/>
          </a:xfrm>
          <a:solidFill>
            <a:schemeClr val="bg1"/>
          </a:solidFill>
        </p:spPr>
        <p:txBody>
          <a:bodyPr>
            <a:noAutofit/>
          </a:bodyPr>
          <a:lstStyle>
            <a:lvl1pPr>
              <a:defRPr sz="4400"/>
            </a:lvl1pPr>
          </a:lstStyle>
          <a:p>
            <a:r>
              <a:rPr lang="en-US"/>
              <a:t>Click to edit Master title style</a:t>
            </a:r>
            <a:endParaRPr lang="en-IE"/>
          </a:p>
        </p:txBody>
      </p:sp>
      <p:sp>
        <p:nvSpPr>
          <p:cNvPr id="6" name="Content Placeholder 2">
            <a:extLst>
              <a:ext uri="{FF2B5EF4-FFF2-40B4-BE49-F238E27FC236}">
                <a16:creationId xmlns:a16="http://schemas.microsoft.com/office/drawing/2014/main" id="{BFE590DB-1C31-60F0-D6F8-A1706796115D}"/>
              </a:ext>
            </a:extLst>
          </p:cNvPr>
          <p:cNvSpPr>
            <a:spLocks noGrp="1"/>
          </p:cNvSpPr>
          <p:nvPr>
            <p:ph sz="half" idx="13"/>
          </p:nvPr>
        </p:nvSpPr>
        <p:spPr>
          <a:xfrm>
            <a:off x="838200" y="1833753"/>
            <a:ext cx="2974761" cy="3638550"/>
          </a:xfrm>
          <a:noFill/>
        </p:spPr>
        <p:txBody>
          <a:bodyPr>
            <a:noAutofit/>
          </a:bodyPr>
          <a:lstStyle>
            <a:lvl1pPr marL="0" indent="0">
              <a:buNone/>
              <a:defRPr sz="2000">
                <a:solidFill>
                  <a:schemeClr val="tx1"/>
                </a:solidFill>
              </a:defRPr>
            </a:lvl1pPr>
          </a:lstStyle>
          <a:p>
            <a:pPr lvl="0"/>
            <a:r>
              <a:rPr lang="en-US"/>
              <a:t>Click to edit Master text styles</a:t>
            </a:r>
          </a:p>
        </p:txBody>
      </p:sp>
      <p:sp>
        <p:nvSpPr>
          <p:cNvPr id="4" name="Content Placeholder 2">
            <a:extLst>
              <a:ext uri="{FF2B5EF4-FFF2-40B4-BE49-F238E27FC236}">
                <a16:creationId xmlns:a16="http://schemas.microsoft.com/office/drawing/2014/main" id="{094C5D68-6EAE-4A7A-7185-241C6CF3B9BB}"/>
              </a:ext>
            </a:extLst>
          </p:cNvPr>
          <p:cNvSpPr>
            <a:spLocks noGrp="1"/>
          </p:cNvSpPr>
          <p:nvPr>
            <p:ph sz="half" idx="12"/>
          </p:nvPr>
        </p:nvSpPr>
        <p:spPr>
          <a:xfrm>
            <a:off x="4305921" y="1833753"/>
            <a:ext cx="2974761" cy="3638550"/>
          </a:xfrm>
          <a:noFill/>
        </p:spPr>
        <p:txBody>
          <a:bodyPr>
            <a:noAutofit/>
          </a:bodyPr>
          <a:lstStyle>
            <a:lvl1pPr marL="0" indent="0">
              <a:buNone/>
              <a:defRPr sz="2000">
                <a:solidFill>
                  <a:schemeClr val="tx1"/>
                </a:solidFill>
              </a:defRPr>
            </a:lvl1pPr>
          </a:lstStyle>
          <a:p>
            <a:pPr lvl="0"/>
            <a:r>
              <a:rPr lang="en-US"/>
              <a:t>Click to edit Master text styles</a:t>
            </a:r>
          </a:p>
        </p:txBody>
      </p:sp>
      <p:pic>
        <p:nvPicPr>
          <p:cNvPr id="2" name="Picture 1" descr="A blue flag with yellow stars&#10;&#10;Description automatically generated">
            <a:extLst>
              <a:ext uri="{FF2B5EF4-FFF2-40B4-BE49-F238E27FC236}">
                <a16:creationId xmlns:a16="http://schemas.microsoft.com/office/drawing/2014/main" id="{901A7271-B7CF-4C49-1423-D7CA7ECEF27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pic>
        <p:nvPicPr>
          <p:cNvPr id="5" name="Picture 4" descr="A blue flag with yellow stars&#10;&#10;Description automatically generated">
            <a:extLst>
              <a:ext uri="{FF2B5EF4-FFF2-40B4-BE49-F238E27FC236}">
                <a16:creationId xmlns:a16="http://schemas.microsoft.com/office/drawing/2014/main" id="{C0DCEE1B-27AC-37B6-7683-71F823E43E9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sp>
        <p:nvSpPr>
          <p:cNvPr id="7" name="Slide Number Placeholder 5">
            <a:extLst>
              <a:ext uri="{FF2B5EF4-FFF2-40B4-BE49-F238E27FC236}">
                <a16:creationId xmlns:a16="http://schemas.microsoft.com/office/drawing/2014/main" id="{6397D846-EECB-7092-C88A-21E2250BDEB7}"/>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8" name="Footer Placeholder 8">
            <a:extLst>
              <a:ext uri="{FF2B5EF4-FFF2-40B4-BE49-F238E27FC236}">
                <a16:creationId xmlns:a16="http://schemas.microsoft.com/office/drawing/2014/main" id="{296A4E82-A1A1-EFC7-7768-E6DDC71C4345}"/>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32231656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photos and three text boxes">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41187F8-6993-4E2B-6622-C25429339D60}"/>
              </a:ext>
            </a:extLst>
          </p:cNvPr>
          <p:cNvSpPr>
            <a:spLocks noGrp="1"/>
          </p:cNvSpPr>
          <p:nvPr>
            <p:ph type="title"/>
          </p:nvPr>
        </p:nvSpPr>
        <p:spPr>
          <a:xfrm>
            <a:off x="838200" y="365126"/>
            <a:ext cx="10515602" cy="816904"/>
          </a:xfrm>
        </p:spPr>
        <p:txBody>
          <a:bodyPr>
            <a:noAutofit/>
          </a:bodyPr>
          <a:lstStyle>
            <a:lvl1pPr algn="l" defTabSz="914400" rtl="0" eaLnBrk="1" latinLnBrk="0" hangingPunct="1">
              <a:lnSpc>
                <a:spcPct val="90000"/>
              </a:lnSpc>
              <a:spcBef>
                <a:spcPct val="0"/>
              </a:spcBef>
              <a:buNone/>
              <a:defRPr lang="en-IE" sz="4400" kern="1200" dirty="0">
                <a:solidFill>
                  <a:schemeClr val="tx2"/>
                </a:solidFill>
                <a:latin typeface="+mj-lt"/>
                <a:ea typeface="+mj-ea"/>
                <a:cs typeface="+mj-cs"/>
              </a:defRPr>
            </a:lvl1pPr>
          </a:lstStyle>
          <a:p>
            <a:r>
              <a:rPr lang="en-US"/>
              <a:t>Click to edit Master title style</a:t>
            </a:r>
            <a:endParaRPr lang="en-IE"/>
          </a:p>
        </p:txBody>
      </p:sp>
      <p:sp>
        <p:nvSpPr>
          <p:cNvPr id="3" name="Google Shape;72;p30">
            <a:extLst>
              <a:ext uri="{FF2B5EF4-FFF2-40B4-BE49-F238E27FC236}">
                <a16:creationId xmlns:a16="http://schemas.microsoft.com/office/drawing/2014/main" id="{252B282C-4F3C-02C6-86A1-F51B8A650847}"/>
              </a:ext>
            </a:extLst>
          </p:cNvPr>
          <p:cNvSpPr>
            <a:spLocks noGrp="1"/>
          </p:cNvSpPr>
          <p:nvPr>
            <p:ph type="pic" idx="2"/>
          </p:nvPr>
        </p:nvSpPr>
        <p:spPr>
          <a:xfrm>
            <a:off x="872591" y="1571394"/>
            <a:ext cx="3008502" cy="2763002"/>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a:p>
        </p:txBody>
      </p:sp>
      <p:sp>
        <p:nvSpPr>
          <p:cNvPr id="5" name="Text Placeholder 4">
            <a:extLst>
              <a:ext uri="{FF2B5EF4-FFF2-40B4-BE49-F238E27FC236}">
                <a16:creationId xmlns:a16="http://schemas.microsoft.com/office/drawing/2014/main" id="{953FA7EE-FB05-1C4E-138A-F50BCF45EECE}"/>
              </a:ext>
            </a:extLst>
          </p:cNvPr>
          <p:cNvSpPr>
            <a:spLocks noGrp="1"/>
          </p:cNvSpPr>
          <p:nvPr>
            <p:ph type="body" sz="quarter" idx="29"/>
          </p:nvPr>
        </p:nvSpPr>
        <p:spPr>
          <a:xfrm>
            <a:off x="873125" y="4591050"/>
            <a:ext cx="3008313" cy="1103313"/>
          </a:xfrm>
        </p:spPr>
        <p:txBody>
          <a:bodyPr>
            <a:noAutofit/>
          </a:bodyPr>
          <a:lstStyle>
            <a:lvl1pPr marL="0" indent="0">
              <a:buNone/>
              <a:defRPr/>
            </a:lvl1pPr>
          </a:lstStyle>
          <a:p>
            <a:pPr lvl="0"/>
            <a:r>
              <a:rPr lang="en-US"/>
              <a:t>Click to edit Master text styles</a:t>
            </a:r>
          </a:p>
        </p:txBody>
      </p:sp>
      <p:sp>
        <p:nvSpPr>
          <p:cNvPr id="7" name="Google Shape;72;p30">
            <a:extLst>
              <a:ext uri="{FF2B5EF4-FFF2-40B4-BE49-F238E27FC236}">
                <a16:creationId xmlns:a16="http://schemas.microsoft.com/office/drawing/2014/main" id="{463AB235-233D-D0DB-E16C-CB9366541FFD}"/>
              </a:ext>
            </a:extLst>
          </p:cNvPr>
          <p:cNvSpPr>
            <a:spLocks noGrp="1"/>
          </p:cNvSpPr>
          <p:nvPr>
            <p:ph type="pic" idx="27"/>
          </p:nvPr>
        </p:nvSpPr>
        <p:spPr>
          <a:xfrm>
            <a:off x="4608944" y="1571394"/>
            <a:ext cx="3008502" cy="2763002"/>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a:p>
        </p:txBody>
      </p:sp>
      <p:sp>
        <p:nvSpPr>
          <p:cNvPr id="9" name="Text Placeholder 4">
            <a:extLst>
              <a:ext uri="{FF2B5EF4-FFF2-40B4-BE49-F238E27FC236}">
                <a16:creationId xmlns:a16="http://schemas.microsoft.com/office/drawing/2014/main" id="{321AD6DD-14BD-E044-8AD7-2881DB891822}"/>
              </a:ext>
            </a:extLst>
          </p:cNvPr>
          <p:cNvSpPr>
            <a:spLocks noGrp="1"/>
          </p:cNvSpPr>
          <p:nvPr>
            <p:ph type="body" sz="quarter" idx="30"/>
          </p:nvPr>
        </p:nvSpPr>
        <p:spPr>
          <a:xfrm>
            <a:off x="4609133" y="4611671"/>
            <a:ext cx="3008313" cy="1103313"/>
          </a:xfrm>
        </p:spPr>
        <p:txBody>
          <a:bodyPr>
            <a:noAutofit/>
          </a:bodyPr>
          <a:lstStyle>
            <a:lvl1pPr marL="0" indent="0">
              <a:buNone/>
              <a:defRPr/>
            </a:lvl1pPr>
          </a:lstStyle>
          <a:p>
            <a:pPr lvl="0"/>
            <a:r>
              <a:rPr lang="en-US"/>
              <a:t>Click to edit Master text styles</a:t>
            </a:r>
          </a:p>
        </p:txBody>
      </p:sp>
      <p:sp>
        <p:nvSpPr>
          <p:cNvPr id="8" name="Google Shape;72;p30">
            <a:extLst>
              <a:ext uri="{FF2B5EF4-FFF2-40B4-BE49-F238E27FC236}">
                <a16:creationId xmlns:a16="http://schemas.microsoft.com/office/drawing/2014/main" id="{18BFCAC6-D624-8622-7879-6E32A21B7DBA}"/>
              </a:ext>
            </a:extLst>
          </p:cNvPr>
          <p:cNvSpPr>
            <a:spLocks noGrp="1"/>
          </p:cNvSpPr>
          <p:nvPr>
            <p:ph type="pic" idx="28"/>
          </p:nvPr>
        </p:nvSpPr>
        <p:spPr>
          <a:xfrm>
            <a:off x="8345298" y="1571394"/>
            <a:ext cx="3008502" cy="2763002"/>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a:p>
        </p:txBody>
      </p:sp>
      <p:sp>
        <p:nvSpPr>
          <p:cNvPr id="10" name="Text Placeholder 4">
            <a:extLst>
              <a:ext uri="{FF2B5EF4-FFF2-40B4-BE49-F238E27FC236}">
                <a16:creationId xmlns:a16="http://schemas.microsoft.com/office/drawing/2014/main" id="{12415A3E-5C31-4007-8208-34FF613FDA4D}"/>
              </a:ext>
            </a:extLst>
          </p:cNvPr>
          <p:cNvSpPr>
            <a:spLocks noGrp="1"/>
          </p:cNvSpPr>
          <p:nvPr>
            <p:ph type="body" sz="quarter" idx="31"/>
          </p:nvPr>
        </p:nvSpPr>
        <p:spPr>
          <a:xfrm>
            <a:off x="8345487" y="4611671"/>
            <a:ext cx="3008313" cy="1103313"/>
          </a:xfrm>
        </p:spPr>
        <p:txBody>
          <a:bodyPr>
            <a:noAutofit/>
          </a:bodyPr>
          <a:lstStyle>
            <a:lvl1pPr marL="0" indent="0">
              <a:buNone/>
              <a:defRPr/>
            </a:lvl1pPr>
          </a:lstStyle>
          <a:p>
            <a:pPr lvl="0"/>
            <a:r>
              <a:rPr lang="en-US"/>
              <a:t>Click to edit Master text styles</a:t>
            </a:r>
          </a:p>
        </p:txBody>
      </p:sp>
      <p:sp>
        <p:nvSpPr>
          <p:cNvPr id="2" name="Slide Number Placeholder 5">
            <a:extLst>
              <a:ext uri="{FF2B5EF4-FFF2-40B4-BE49-F238E27FC236}">
                <a16:creationId xmlns:a16="http://schemas.microsoft.com/office/drawing/2014/main" id="{3314E959-31F1-870D-FAE7-99D8E6333021}"/>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6" name="Footer Placeholder 8">
            <a:extLst>
              <a:ext uri="{FF2B5EF4-FFF2-40B4-BE49-F238E27FC236}">
                <a16:creationId xmlns:a16="http://schemas.microsoft.com/office/drawing/2014/main" id="{F6ADE38F-D638-BFB1-E702-D0F6D0CB0164}"/>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15772923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hotos and three coloured text boxes">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41187F8-6993-4E2B-6622-C25429339D60}"/>
              </a:ext>
            </a:extLst>
          </p:cNvPr>
          <p:cNvSpPr>
            <a:spLocks noGrp="1"/>
          </p:cNvSpPr>
          <p:nvPr>
            <p:ph type="title"/>
          </p:nvPr>
        </p:nvSpPr>
        <p:spPr>
          <a:xfrm>
            <a:off x="838200" y="365126"/>
            <a:ext cx="10515602" cy="816904"/>
          </a:xfrm>
        </p:spPr>
        <p:txBody>
          <a:bodyPr>
            <a:noAutofit/>
          </a:bodyPr>
          <a:lstStyle>
            <a:lvl1pPr algn="l" defTabSz="914400" rtl="0" eaLnBrk="1" latinLnBrk="0" hangingPunct="1">
              <a:lnSpc>
                <a:spcPct val="90000"/>
              </a:lnSpc>
              <a:spcBef>
                <a:spcPct val="0"/>
              </a:spcBef>
              <a:buNone/>
              <a:defRPr lang="en-IE" sz="4400" kern="1200" dirty="0">
                <a:solidFill>
                  <a:schemeClr val="tx2"/>
                </a:solidFill>
                <a:latin typeface="+mj-lt"/>
                <a:ea typeface="+mj-ea"/>
                <a:cs typeface="+mj-cs"/>
              </a:defRPr>
            </a:lvl1pPr>
          </a:lstStyle>
          <a:p>
            <a:r>
              <a:rPr lang="en-US"/>
              <a:t>Click to edit Master title style</a:t>
            </a:r>
            <a:endParaRPr lang="en-IE"/>
          </a:p>
        </p:txBody>
      </p:sp>
      <p:sp>
        <p:nvSpPr>
          <p:cNvPr id="3" name="Google Shape;72;p30">
            <a:extLst>
              <a:ext uri="{FF2B5EF4-FFF2-40B4-BE49-F238E27FC236}">
                <a16:creationId xmlns:a16="http://schemas.microsoft.com/office/drawing/2014/main" id="{252B282C-4F3C-02C6-86A1-F51B8A650847}"/>
              </a:ext>
            </a:extLst>
          </p:cNvPr>
          <p:cNvSpPr>
            <a:spLocks noGrp="1"/>
          </p:cNvSpPr>
          <p:nvPr>
            <p:ph type="pic" idx="2"/>
          </p:nvPr>
        </p:nvSpPr>
        <p:spPr>
          <a:xfrm>
            <a:off x="872591" y="1571394"/>
            <a:ext cx="3008502" cy="2763002"/>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a:p>
        </p:txBody>
      </p:sp>
      <p:sp>
        <p:nvSpPr>
          <p:cNvPr id="5" name="Text Placeholder 4">
            <a:extLst>
              <a:ext uri="{FF2B5EF4-FFF2-40B4-BE49-F238E27FC236}">
                <a16:creationId xmlns:a16="http://schemas.microsoft.com/office/drawing/2014/main" id="{953FA7EE-FB05-1C4E-138A-F50BCF45EECE}"/>
              </a:ext>
            </a:extLst>
          </p:cNvPr>
          <p:cNvSpPr>
            <a:spLocks noGrp="1"/>
          </p:cNvSpPr>
          <p:nvPr>
            <p:ph type="body" sz="quarter" idx="29"/>
          </p:nvPr>
        </p:nvSpPr>
        <p:spPr>
          <a:xfrm>
            <a:off x="873125" y="4591050"/>
            <a:ext cx="3008313" cy="1103313"/>
          </a:xfrm>
          <a:solidFill>
            <a:schemeClr val="tx2"/>
          </a:solidFill>
        </p:spPr>
        <p:txBody>
          <a:bodyPr>
            <a:noAutofit/>
          </a:bodyPr>
          <a:lstStyle>
            <a:lvl1pPr marL="0" indent="0">
              <a:buNone/>
              <a:defRPr>
                <a:solidFill>
                  <a:schemeClr val="bg1"/>
                </a:solidFill>
              </a:defRPr>
            </a:lvl1pPr>
          </a:lstStyle>
          <a:p>
            <a:pPr lvl="0"/>
            <a:r>
              <a:rPr lang="en-US"/>
              <a:t>Click to edit Master text styles</a:t>
            </a:r>
          </a:p>
        </p:txBody>
      </p:sp>
      <p:sp>
        <p:nvSpPr>
          <p:cNvPr id="7" name="Google Shape;72;p30">
            <a:extLst>
              <a:ext uri="{FF2B5EF4-FFF2-40B4-BE49-F238E27FC236}">
                <a16:creationId xmlns:a16="http://schemas.microsoft.com/office/drawing/2014/main" id="{463AB235-233D-D0DB-E16C-CB9366541FFD}"/>
              </a:ext>
            </a:extLst>
          </p:cNvPr>
          <p:cNvSpPr>
            <a:spLocks noGrp="1"/>
          </p:cNvSpPr>
          <p:nvPr>
            <p:ph type="pic" idx="27"/>
          </p:nvPr>
        </p:nvSpPr>
        <p:spPr>
          <a:xfrm>
            <a:off x="4608944" y="1571394"/>
            <a:ext cx="3008502" cy="2763002"/>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a:p>
        </p:txBody>
      </p:sp>
      <p:sp>
        <p:nvSpPr>
          <p:cNvPr id="9" name="Text Placeholder 4">
            <a:extLst>
              <a:ext uri="{FF2B5EF4-FFF2-40B4-BE49-F238E27FC236}">
                <a16:creationId xmlns:a16="http://schemas.microsoft.com/office/drawing/2014/main" id="{321AD6DD-14BD-E044-8AD7-2881DB891822}"/>
              </a:ext>
            </a:extLst>
          </p:cNvPr>
          <p:cNvSpPr>
            <a:spLocks noGrp="1"/>
          </p:cNvSpPr>
          <p:nvPr>
            <p:ph type="body" sz="quarter" idx="30"/>
          </p:nvPr>
        </p:nvSpPr>
        <p:spPr>
          <a:xfrm>
            <a:off x="4609133" y="4611671"/>
            <a:ext cx="3008313" cy="1103313"/>
          </a:xfrm>
          <a:solidFill>
            <a:schemeClr val="tx2"/>
          </a:solidFill>
        </p:spPr>
        <p:txBody>
          <a:bodyPr>
            <a:noAutofit/>
          </a:bodyPr>
          <a:lstStyle>
            <a:lvl1pPr marL="0" indent="0">
              <a:buNone/>
              <a:defRPr>
                <a:solidFill>
                  <a:schemeClr val="bg1"/>
                </a:solidFill>
              </a:defRPr>
            </a:lvl1pPr>
          </a:lstStyle>
          <a:p>
            <a:pPr lvl="0"/>
            <a:r>
              <a:rPr lang="en-US"/>
              <a:t>Click to edit Master text styles</a:t>
            </a:r>
          </a:p>
        </p:txBody>
      </p:sp>
      <p:sp>
        <p:nvSpPr>
          <p:cNvPr id="8" name="Google Shape;72;p30">
            <a:extLst>
              <a:ext uri="{FF2B5EF4-FFF2-40B4-BE49-F238E27FC236}">
                <a16:creationId xmlns:a16="http://schemas.microsoft.com/office/drawing/2014/main" id="{18BFCAC6-D624-8622-7879-6E32A21B7DBA}"/>
              </a:ext>
            </a:extLst>
          </p:cNvPr>
          <p:cNvSpPr>
            <a:spLocks noGrp="1"/>
          </p:cNvSpPr>
          <p:nvPr>
            <p:ph type="pic" idx="28"/>
          </p:nvPr>
        </p:nvSpPr>
        <p:spPr>
          <a:xfrm>
            <a:off x="8345298" y="1571394"/>
            <a:ext cx="3008502" cy="2763002"/>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a:p>
        </p:txBody>
      </p:sp>
      <p:sp>
        <p:nvSpPr>
          <p:cNvPr id="10" name="Text Placeholder 4">
            <a:extLst>
              <a:ext uri="{FF2B5EF4-FFF2-40B4-BE49-F238E27FC236}">
                <a16:creationId xmlns:a16="http://schemas.microsoft.com/office/drawing/2014/main" id="{12415A3E-5C31-4007-8208-34FF613FDA4D}"/>
              </a:ext>
            </a:extLst>
          </p:cNvPr>
          <p:cNvSpPr>
            <a:spLocks noGrp="1"/>
          </p:cNvSpPr>
          <p:nvPr>
            <p:ph type="body" sz="quarter" idx="31"/>
          </p:nvPr>
        </p:nvSpPr>
        <p:spPr>
          <a:xfrm>
            <a:off x="8345487" y="4611671"/>
            <a:ext cx="3008313" cy="1103313"/>
          </a:xfrm>
          <a:solidFill>
            <a:schemeClr val="tx2"/>
          </a:solidFill>
        </p:spPr>
        <p:txBody>
          <a:bodyPr>
            <a:noAutofit/>
          </a:bodyPr>
          <a:lstStyle>
            <a:lvl1pPr marL="0" indent="0">
              <a:buNone/>
              <a:defRPr>
                <a:solidFill>
                  <a:schemeClr val="bg1"/>
                </a:solidFill>
              </a:defRPr>
            </a:lvl1pPr>
          </a:lstStyle>
          <a:p>
            <a:pPr lvl="0"/>
            <a:r>
              <a:rPr lang="en-US"/>
              <a:t>Click to edit Master text styles</a:t>
            </a:r>
          </a:p>
        </p:txBody>
      </p:sp>
      <p:sp>
        <p:nvSpPr>
          <p:cNvPr id="6" name="Slide Number Placeholder 5">
            <a:extLst>
              <a:ext uri="{FF2B5EF4-FFF2-40B4-BE49-F238E27FC236}">
                <a16:creationId xmlns:a16="http://schemas.microsoft.com/office/drawing/2014/main" id="{0E52517C-B46F-A98F-0643-A97107DEC79E}"/>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2" name="Footer Placeholder 8">
            <a:extLst>
              <a:ext uri="{FF2B5EF4-FFF2-40B4-BE49-F238E27FC236}">
                <a16:creationId xmlns:a16="http://schemas.microsoft.com/office/drawing/2014/main" id="{2D6F6E54-ED8F-C9DE-9355-5B2E347C244D}"/>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3366326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and a coloured text box">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30C1291-4A16-4E7F-D6F2-0662C6CCE1C1}"/>
              </a:ext>
            </a:extLst>
          </p:cNvPr>
          <p:cNvSpPr>
            <a:spLocks noGrp="1"/>
          </p:cNvSpPr>
          <p:nvPr>
            <p:ph type="title"/>
          </p:nvPr>
        </p:nvSpPr>
        <p:spPr>
          <a:xfrm>
            <a:off x="838200" y="365126"/>
            <a:ext cx="10515600" cy="816904"/>
          </a:xfrm>
        </p:spPr>
        <p:txBody>
          <a:bodyPr>
            <a:noAutofit/>
          </a:bodyPr>
          <a:lstStyle>
            <a:lvl1pPr>
              <a:defRPr/>
            </a:lvl1pPr>
          </a:lstStyle>
          <a:p>
            <a:r>
              <a:rPr lang="en-US"/>
              <a:t>Click to edit Master title style</a:t>
            </a:r>
            <a:endParaRPr lang="en-IE"/>
          </a:p>
        </p:txBody>
      </p:sp>
      <p:sp>
        <p:nvSpPr>
          <p:cNvPr id="3" name="Google Shape;72;p30">
            <a:extLst>
              <a:ext uri="{FF2B5EF4-FFF2-40B4-BE49-F238E27FC236}">
                <a16:creationId xmlns:a16="http://schemas.microsoft.com/office/drawing/2014/main" id="{252B282C-4F3C-02C6-86A1-F51B8A650847}"/>
              </a:ext>
            </a:extLst>
          </p:cNvPr>
          <p:cNvSpPr>
            <a:spLocks noGrp="1"/>
          </p:cNvSpPr>
          <p:nvPr>
            <p:ph type="pic" idx="2"/>
          </p:nvPr>
        </p:nvSpPr>
        <p:spPr>
          <a:xfrm>
            <a:off x="838200" y="1706136"/>
            <a:ext cx="4840275" cy="3463179"/>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a:p>
        </p:txBody>
      </p:sp>
      <p:sp>
        <p:nvSpPr>
          <p:cNvPr id="8" name="Content Placeholder 2">
            <a:extLst>
              <a:ext uri="{FF2B5EF4-FFF2-40B4-BE49-F238E27FC236}">
                <a16:creationId xmlns:a16="http://schemas.microsoft.com/office/drawing/2014/main" id="{621CCFCC-12CB-E276-21C2-DAA2C8D36EC9}"/>
              </a:ext>
            </a:extLst>
          </p:cNvPr>
          <p:cNvSpPr>
            <a:spLocks noGrp="1"/>
          </p:cNvSpPr>
          <p:nvPr>
            <p:ph sz="half" idx="19"/>
          </p:nvPr>
        </p:nvSpPr>
        <p:spPr>
          <a:xfrm>
            <a:off x="6393779" y="1706137"/>
            <a:ext cx="4960021" cy="3463178"/>
          </a:xfrm>
          <a:solidFill>
            <a:schemeClr val="tx2"/>
          </a:solidFill>
        </p:spPr>
        <p:txBody>
          <a:bodyPr>
            <a:noAutofit/>
          </a:bodyPr>
          <a:lstStyle>
            <a:lvl1pPr marL="0" indent="0">
              <a:buNone/>
              <a:defRPr sz="2000">
                <a:solidFill>
                  <a:schemeClr val="bg1"/>
                </a:solidFill>
              </a:defRPr>
            </a:lvl1pPr>
          </a:lstStyle>
          <a:p>
            <a:pPr lvl="0"/>
            <a:r>
              <a:rPr lang="en-US"/>
              <a:t>Click to edit Master text styles</a:t>
            </a:r>
          </a:p>
        </p:txBody>
      </p:sp>
      <p:sp>
        <p:nvSpPr>
          <p:cNvPr id="2" name="Slide Number Placeholder 5">
            <a:extLst>
              <a:ext uri="{FF2B5EF4-FFF2-40B4-BE49-F238E27FC236}">
                <a16:creationId xmlns:a16="http://schemas.microsoft.com/office/drawing/2014/main" id="{9240A71C-FBDC-ABE7-AF08-221E5E629542}"/>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5" name="Footer Placeholder 8">
            <a:extLst>
              <a:ext uri="{FF2B5EF4-FFF2-40B4-BE49-F238E27FC236}">
                <a16:creationId xmlns:a16="http://schemas.microsoft.com/office/drawing/2014/main" id="{C1FACF7A-9967-0A10-F75B-7E70FCAB2B76}"/>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E"/>
          </a:p>
        </p:txBody>
      </p:sp>
    </p:spTree>
    <p:extLst>
      <p:ext uri="{BB962C8B-B14F-4D97-AF65-F5344CB8AC3E}">
        <p14:creationId xmlns:p14="http://schemas.microsoft.com/office/powerpoint/2010/main" val="17624829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Quote positive logo">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3559404-34AB-2AB1-76B4-CB85000D699F}"/>
              </a:ext>
            </a:extLst>
          </p:cNvPr>
          <p:cNvSpPr>
            <a:spLocks noGrp="1"/>
          </p:cNvSpPr>
          <p:nvPr>
            <p:ph type="title"/>
          </p:nvPr>
        </p:nvSpPr>
        <p:spPr>
          <a:xfrm>
            <a:off x="0" y="-816904"/>
            <a:ext cx="10515600" cy="816904"/>
          </a:xfrm>
        </p:spPr>
        <p:txBody>
          <a:bodyPr/>
          <a:lstStyle>
            <a:lvl1pPr>
              <a:defRPr>
                <a:solidFill>
                  <a:schemeClr val="tx1">
                    <a:lumMod val="65000"/>
                    <a:lumOff val="35000"/>
                  </a:schemeClr>
                </a:solidFill>
              </a:defRPr>
            </a:lvl1pPr>
          </a:lstStyle>
          <a:p>
            <a:r>
              <a:rPr lang="en-US"/>
              <a:t>Click to edit Master title style</a:t>
            </a:r>
            <a:endParaRPr lang="en-IE"/>
          </a:p>
        </p:txBody>
      </p:sp>
      <p:sp>
        <p:nvSpPr>
          <p:cNvPr id="6" name="Picture Placeholder 5">
            <a:extLst>
              <a:ext uri="{FF2B5EF4-FFF2-40B4-BE49-F238E27FC236}">
                <a16:creationId xmlns:a16="http://schemas.microsoft.com/office/drawing/2014/main" id="{A012AF7B-3A7E-8763-817E-DD321C64A6B1}"/>
              </a:ext>
            </a:extLst>
          </p:cNvPr>
          <p:cNvSpPr>
            <a:spLocks noGrp="1"/>
          </p:cNvSpPr>
          <p:nvPr>
            <p:ph type="pic" sz="quarter" idx="11"/>
          </p:nvPr>
        </p:nvSpPr>
        <p:spPr>
          <a:xfrm>
            <a:off x="0" y="0"/>
            <a:ext cx="12238038" cy="6858000"/>
          </a:xfrm>
          <a:solidFill>
            <a:schemeClr val="bg2"/>
          </a:solidFill>
        </p:spPr>
        <p:txBody>
          <a:bodyPr/>
          <a:lstStyle>
            <a:lvl1pPr marL="0" indent="0">
              <a:buNone/>
              <a:defRPr>
                <a:solidFill>
                  <a:schemeClr val="tx2"/>
                </a:solidFill>
              </a:defRPr>
            </a:lvl1pPr>
          </a:lstStyle>
          <a:p>
            <a:r>
              <a:rPr lang="en-US"/>
              <a:t>Click icon to add picture</a:t>
            </a:r>
            <a:endParaRPr lang="en-IE"/>
          </a:p>
        </p:txBody>
      </p:sp>
      <p:sp>
        <p:nvSpPr>
          <p:cNvPr id="8" name="Content Placeholder 7">
            <a:extLst>
              <a:ext uri="{FF2B5EF4-FFF2-40B4-BE49-F238E27FC236}">
                <a16:creationId xmlns:a16="http://schemas.microsoft.com/office/drawing/2014/main" id="{68A2B82B-3461-6DA2-3E41-F3AC81391822}"/>
              </a:ext>
            </a:extLst>
          </p:cNvPr>
          <p:cNvSpPr>
            <a:spLocks noGrp="1"/>
          </p:cNvSpPr>
          <p:nvPr>
            <p:ph sz="quarter" idx="12"/>
          </p:nvPr>
        </p:nvSpPr>
        <p:spPr>
          <a:xfrm>
            <a:off x="0" y="994438"/>
            <a:ext cx="6096000" cy="4521200"/>
          </a:xfrm>
          <a:solidFill>
            <a:schemeClr val="tx2"/>
          </a:solidFill>
        </p:spPr>
        <p:txBody>
          <a:bodyPr lIns="504000" anchor="ctr">
            <a:noAutofit/>
          </a:bodyPr>
          <a:lstStyle>
            <a:lvl1pPr marL="0" indent="0">
              <a:buNone/>
              <a:defRPr/>
            </a:lvl1pPr>
            <a:lvl2pPr marL="457200" indent="0">
              <a:buNone/>
              <a:defRPr lang="en-US" sz="2400" b="1" i="1" kern="1200" dirty="0">
                <a:solidFill>
                  <a:schemeClr val="bg1"/>
                </a:solidFill>
                <a:latin typeface="+mn-lt"/>
                <a:ea typeface="+mn-ea"/>
                <a:cs typeface="+mn-cs"/>
              </a:defRPr>
            </a:lvl2pPr>
          </a:lstStyle>
          <a:p>
            <a:pPr lvl="0"/>
            <a:r>
              <a:rPr lang="en-US"/>
              <a:t>Click to edit Master text styles</a:t>
            </a:r>
          </a:p>
        </p:txBody>
      </p:sp>
      <p:pic>
        <p:nvPicPr>
          <p:cNvPr id="13" name="Google Shape;66;p29" descr="Quote">
            <a:extLst>
              <a:ext uri="{FF2B5EF4-FFF2-40B4-BE49-F238E27FC236}">
                <a16:creationId xmlns:a16="http://schemas.microsoft.com/office/drawing/2014/main" id="{2BA61D73-E039-6C69-A4A9-27D86CB30D1D}"/>
              </a:ext>
            </a:extLst>
          </p:cNvPr>
          <p:cNvPicPr preferRelativeResize="0"/>
          <p:nvPr/>
        </p:nvPicPr>
        <p:blipFill rotWithShape="1">
          <a:blip r:embed="rId2">
            <a:alphaModFix/>
            <a:biLevel thresh="50000"/>
          </a:blip>
          <a:srcRect/>
          <a:stretch/>
        </p:blipFill>
        <p:spPr>
          <a:xfrm rot="10800000">
            <a:off x="5349220" y="5138020"/>
            <a:ext cx="989729" cy="989729"/>
          </a:xfrm>
          <a:prstGeom prst="rect">
            <a:avLst/>
          </a:prstGeom>
          <a:noFill/>
          <a:ln>
            <a:noFill/>
          </a:ln>
        </p:spPr>
      </p:pic>
      <p:pic>
        <p:nvPicPr>
          <p:cNvPr id="3" name="Picture 2" descr="A blue flag with yellow stars&#10;&#10;Description automatically generated">
            <a:extLst>
              <a:ext uri="{FF2B5EF4-FFF2-40B4-BE49-F238E27FC236}">
                <a16:creationId xmlns:a16="http://schemas.microsoft.com/office/drawing/2014/main" id="{BE2FFB7F-6A6F-E203-E2CE-AAC503E40FF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pic>
        <p:nvPicPr>
          <p:cNvPr id="5" name="Google Shape;66;p29" descr="Quote">
            <a:extLst>
              <a:ext uri="{FF2B5EF4-FFF2-40B4-BE49-F238E27FC236}">
                <a16:creationId xmlns:a16="http://schemas.microsoft.com/office/drawing/2014/main" id="{D61A7912-F509-F977-C8A3-05B55096DDA4}"/>
              </a:ext>
            </a:extLst>
          </p:cNvPr>
          <p:cNvPicPr preferRelativeResize="0"/>
          <p:nvPr userDrawn="1"/>
        </p:nvPicPr>
        <p:blipFill rotWithShape="1">
          <a:blip r:embed="rId2">
            <a:alphaModFix/>
            <a:biLevel thresh="50000"/>
          </a:blip>
          <a:srcRect/>
          <a:stretch/>
        </p:blipFill>
        <p:spPr>
          <a:xfrm rot="10800000">
            <a:off x="5349220" y="5138020"/>
            <a:ext cx="989729" cy="989729"/>
          </a:xfrm>
          <a:prstGeom prst="rect">
            <a:avLst/>
          </a:prstGeom>
          <a:noFill/>
          <a:ln>
            <a:noFill/>
          </a:ln>
        </p:spPr>
      </p:pic>
      <p:pic>
        <p:nvPicPr>
          <p:cNvPr id="7" name="Picture 6" descr="A blue flag with yellow stars&#10;&#10;Description automatically generated">
            <a:extLst>
              <a:ext uri="{FF2B5EF4-FFF2-40B4-BE49-F238E27FC236}">
                <a16:creationId xmlns:a16="http://schemas.microsoft.com/office/drawing/2014/main" id="{519F3A2E-810F-F3DF-534B-DFE8563EDCFA}"/>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sp>
        <p:nvSpPr>
          <p:cNvPr id="9" name="Slide Number Placeholder 5">
            <a:extLst>
              <a:ext uri="{FF2B5EF4-FFF2-40B4-BE49-F238E27FC236}">
                <a16:creationId xmlns:a16="http://schemas.microsoft.com/office/drawing/2014/main" id="{AC0BD146-26A9-B2E3-790A-137432E6994D}"/>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2" name="Footer Placeholder 8">
            <a:extLst>
              <a:ext uri="{FF2B5EF4-FFF2-40B4-BE49-F238E27FC236}">
                <a16:creationId xmlns:a16="http://schemas.microsoft.com/office/drawing/2014/main" id="{3E557AF9-465E-61C3-8C33-29231AE45BB4}"/>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759670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egative logo">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16039EEF-B8E6-4383-4827-068F0611752D}"/>
              </a:ext>
            </a:extLst>
          </p:cNvPr>
          <p:cNvSpPr>
            <a:spLocks noGrp="1"/>
          </p:cNvSpPr>
          <p:nvPr>
            <p:ph type="pic" sz="quarter" idx="11"/>
          </p:nvPr>
        </p:nvSpPr>
        <p:spPr>
          <a:xfrm>
            <a:off x="0" y="0"/>
            <a:ext cx="12238038" cy="6858000"/>
          </a:xfrm>
          <a:solidFill>
            <a:schemeClr val="tx2"/>
          </a:solidFill>
        </p:spPr>
        <p:txBody>
          <a:bodyPr/>
          <a:lstStyle>
            <a:lvl1pPr marL="0" indent="0">
              <a:buNone/>
              <a:defRPr>
                <a:solidFill>
                  <a:schemeClr val="bg1"/>
                </a:solidFill>
              </a:defRPr>
            </a:lvl1pPr>
          </a:lstStyle>
          <a:p>
            <a:r>
              <a:rPr lang="en-US"/>
              <a:t>Click icon to add picture</a:t>
            </a:r>
            <a:endParaRPr lang="en-IE"/>
          </a:p>
        </p:txBody>
      </p:sp>
      <p:sp>
        <p:nvSpPr>
          <p:cNvPr id="7" name="Content Placeholder 7">
            <a:extLst>
              <a:ext uri="{FF2B5EF4-FFF2-40B4-BE49-F238E27FC236}">
                <a16:creationId xmlns:a16="http://schemas.microsoft.com/office/drawing/2014/main" id="{1BE876A1-64BE-0A6D-B28E-A01C8883D1FD}"/>
              </a:ext>
            </a:extLst>
          </p:cNvPr>
          <p:cNvSpPr>
            <a:spLocks noGrp="1"/>
          </p:cNvSpPr>
          <p:nvPr>
            <p:ph sz="quarter" idx="12"/>
          </p:nvPr>
        </p:nvSpPr>
        <p:spPr>
          <a:xfrm>
            <a:off x="0" y="994438"/>
            <a:ext cx="6096000" cy="4521200"/>
          </a:xfrm>
          <a:solidFill>
            <a:schemeClr val="bg2"/>
          </a:solidFill>
        </p:spPr>
        <p:txBody>
          <a:bodyPr lIns="504000" anchor="ctr">
            <a:noAutofit/>
          </a:bodyPr>
          <a:lstStyle>
            <a:lvl1pPr marL="0" indent="0">
              <a:buNone/>
              <a:defRPr/>
            </a:lvl1pPr>
            <a:lvl2pPr marL="457200" indent="0">
              <a:buNone/>
              <a:defRPr lang="en-US" sz="2400" b="1" i="1" kern="1200" dirty="0">
                <a:solidFill>
                  <a:schemeClr val="tx2"/>
                </a:solidFill>
                <a:latin typeface="+mn-lt"/>
                <a:ea typeface="+mn-ea"/>
                <a:cs typeface="+mn-cs"/>
              </a:defRPr>
            </a:lvl2pPr>
          </a:lstStyle>
          <a:p>
            <a:pPr lvl="0"/>
            <a:r>
              <a:rPr lang="en-US"/>
              <a:t>Click to edit Master text styles</a:t>
            </a:r>
          </a:p>
        </p:txBody>
      </p:sp>
      <p:pic>
        <p:nvPicPr>
          <p:cNvPr id="8" name="Google Shape;66;p29" descr="Quote">
            <a:extLst>
              <a:ext uri="{FF2B5EF4-FFF2-40B4-BE49-F238E27FC236}">
                <a16:creationId xmlns:a16="http://schemas.microsoft.com/office/drawing/2014/main" id="{E1B4A183-929D-5431-B365-FECE6A72A484}"/>
              </a:ext>
            </a:extLst>
          </p:cNvPr>
          <p:cNvPicPr preferRelativeResize="0"/>
          <p:nvPr/>
        </p:nvPicPr>
        <p:blipFill rotWithShape="1">
          <a:blip r:embed="rId2">
            <a:alphaModFix/>
            <a:biLevel thresh="50000"/>
          </a:blip>
          <a:srcRect/>
          <a:stretch/>
        </p:blipFill>
        <p:spPr>
          <a:xfrm rot="10800000">
            <a:off x="5349220" y="5138020"/>
            <a:ext cx="989729" cy="989729"/>
          </a:xfrm>
          <a:prstGeom prst="rect">
            <a:avLst/>
          </a:prstGeom>
          <a:noFill/>
          <a:ln>
            <a:noFill/>
          </a:ln>
        </p:spPr>
      </p:pic>
      <p:pic>
        <p:nvPicPr>
          <p:cNvPr id="9" name="Picture 8" descr="A blue flag with yellow stars and stripes&#10;&#10;Description automatically generated">
            <a:extLst>
              <a:ext uri="{FF2B5EF4-FFF2-40B4-BE49-F238E27FC236}">
                <a16:creationId xmlns:a16="http://schemas.microsoft.com/office/drawing/2014/main" id="{E6CD1AA0-BE2D-038C-5423-E271CF1636D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2" name="Title 1">
            <a:extLst>
              <a:ext uri="{FF2B5EF4-FFF2-40B4-BE49-F238E27FC236}">
                <a16:creationId xmlns:a16="http://schemas.microsoft.com/office/drawing/2014/main" id="{51148383-BBA9-7909-CFDF-60BEA0FE957B}"/>
              </a:ext>
            </a:extLst>
          </p:cNvPr>
          <p:cNvSpPr>
            <a:spLocks noGrp="1"/>
          </p:cNvSpPr>
          <p:nvPr>
            <p:ph type="title"/>
          </p:nvPr>
        </p:nvSpPr>
        <p:spPr>
          <a:xfrm>
            <a:off x="0" y="-803511"/>
            <a:ext cx="10515600" cy="816904"/>
          </a:xfrm>
        </p:spPr>
        <p:txBody>
          <a:bodyPr/>
          <a:lstStyle>
            <a:lvl1pPr>
              <a:defRPr>
                <a:solidFill>
                  <a:schemeClr val="bg1">
                    <a:lumMod val="65000"/>
                  </a:schemeClr>
                </a:solidFill>
              </a:defRPr>
            </a:lvl1pPr>
          </a:lstStyle>
          <a:p>
            <a:r>
              <a:rPr lang="en-US"/>
              <a:t>Click to edit Master title style</a:t>
            </a:r>
            <a:endParaRPr lang="en-IE"/>
          </a:p>
        </p:txBody>
      </p:sp>
      <p:pic>
        <p:nvPicPr>
          <p:cNvPr id="6" name="Google Shape;66;p29" descr="Quote">
            <a:extLst>
              <a:ext uri="{FF2B5EF4-FFF2-40B4-BE49-F238E27FC236}">
                <a16:creationId xmlns:a16="http://schemas.microsoft.com/office/drawing/2014/main" id="{DE2EBF53-76CE-6C8F-0861-C3A5D384E180}"/>
              </a:ext>
            </a:extLst>
          </p:cNvPr>
          <p:cNvPicPr preferRelativeResize="0"/>
          <p:nvPr userDrawn="1"/>
        </p:nvPicPr>
        <p:blipFill rotWithShape="1">
          <a:blip r:embed="rId2">
            <a:alphaModFix/>
            <a:biLevel thresh="50000"/>
          </a:blip>
          <a:srcRect/>
          <a:stretch/>
        </p:blipFill>
        <p:spPr>
          <a:xfrm rot="10800000">
            <a:off x="5349220" y="5138020"/>
            <a:ext cx="989729" cy="989729"/>
          </a:xfrm>
          <a:prstGeom prst="rect">
            <a:avLst/>
          </a:prstGeom>
          <a:noFill/>
          <a:ln>
            <a:noFill/>
          </a:ln>
        </p:spPr>
      </p:pic>
      <p:pic>
        <p:nvPicPr>
          <p:cNvPr id="10" name="Picture 9" descr="A blue flag with yellow stars and stripes&#10;&#10;Description automatically generated">
            <a:extLst>
              <a:ext uri="{FF2B5EF4-FFF2-40B4-BE49-F238E27FC236}">
                <a16:creationId xmlns:a16="http://schemas.microsoft.com/office/drawing/2014/main" id="{AB87E6E1-A561-866F-CE99-26D96476848A}"/>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11" name="Slide Number Placeholder 5">
            <a:extLst>
              <a:ext uri="{FF2B5EF4-FFF2-40B4-BE49-F238E27FC236}">
                <a16:creationId xmlns:a16="http://schemas.microsoft.com/office/drawing/2014/main" id="{7765A446-C679-3C21-6DB2-E6E244E9DB91}"/>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bg1"/>
                </a:solidFill>
                <a:latin typeface="+mn-lt"/>
              </a:defRPr>
            </a:lvl1pPr>
          </a:lstStyle>
          <a:p>
            <a:pPr algn="l"/>
            <a:fld id="{768364BB-9B21-4D29-A19C-C6410F652861}" type="slidenum">
              <a:rPr lang="en-IE" smtClean="0"/>
              <a:pPr algn="l"/>
              <a:t>‹#›</a:t>
            </a:fld>
            <a:endParaRPr lang="en-IE"/>
          </a:p>
        </p:txBody>
      </p:sp>
      <p:sp>
        <p:nvSpPr>
          <p:cNvPr id="3" name="Footer Placeholder 8">
            <a:extLst>
              <a:ext uri="{FF2B5EF4-FFF2-40B4-BE49-F238E27FC236}">
                <a16:creationId xmlns:a16="http://schemas.microsoft.com/office/drawing/2014/main" id="{11C79F0A-B650-EE29-9ABF-AC09E7753516}"/>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37859363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ircle picture coloured background">
    <p:bg>
      <p:bgPr>
        <a:solidFill>
          <a:srgbClr val="00339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noAutofit/>
          </a:bodyPr>
          <a:lstStyle>
            <a:lvl1pPr>
              <a:defRPr>
                <a:solidFill>
                  <a:schemeClr val="bg1"/>
                </a:solidFill>
              </a:defRPr>
            </a:lvl1pPr>
          </a:lstStyle>
          <a:p>
            <a:r>
              <a:rPr lang="en-US"/>
              <a:t>Click to edit Master title style</a:t>
            </a:r>
            <a:endParaRPr lang="en-IE"/>
          </a:p>
        </p:txBody>
      </p:sp>
      <p:sp>
        <p:nvSpPr>
          <p:cNvPr id="5" name="Google Shape;128;p36">
            <a:extLst>
              <a:ext uri="{FF2B5EF4-FFF2-40B4-BE49-F238E27FC236}">
                <a16:creationId xmlns:a16="http://schemas.microsoft.com/office/drawing/2014/main" id="{A266CAEF-D60F-6624-41DB-56608F2B46A5}"/>
              </a:ext>
            </a:extLst>
          </p:cNvPr>
          <p:cNvSpPr>
            <a:spLocks noGrp="1"/>
          </p:cNvSpPr>
          <p:nvPr>
            <p:ph type="pic" idx="10"/>
          </p:nvPr>
        </p:nvSpPr>
        <p:spPr>
          <a:xfrm>
            <a:off x="4152718" y="1683033"/>
            <a:ext cx="3886563" cy="3886563"/>
          </a:xfrm>
          <a:prstGeom prst="ellipse">
            <a:avLst/>
          </a:prstGeom>
          <a:solidFill>
            <a:schemeClr val="lt2"/>
          </a:solidFill>
          <a:ln w="76200">
            <a:noFill/>
          </a:ln>
        </p:spPr>
        <p:txBody>
          <a:bodyPr/>
          <a:lstStyle>
            <a:lvl1pPr marL="0" indent="0">
              <a:buNone/>
              <a:defRPr sz="2000">
                <a:solidFill>
                  <a:schemeClr val="tx2"/>
                </a:solidFill>
              </a:defRPr>
            </a:lvl1pPr>
          </a:lstStyle>
          <a:p>
            <a:r>
              <a:rPr lang="en-US"/>
              <a:t>Click icon to add picture</a:t>
            </a:r>
            <a:endParaRPr lang="en-IE"/>
          </a:p>
        </p:txBody>
      </p:sp>
      <p:pic>
        <p:nvPicPr>
          <p:cNvPr id="6" name="Picture 5" descr="A blue flag with yellow stars and stripes&#10;&#10;Description automatically generated">
            <a:extLst>
              <a:ext uri="{FF2B5EF4-FFF2-40B4-BE49-F238E27FC236}">
                <a16:creationId xmlns:a16="http://schemas.microsoft.com/office/drawing/2014/main" id="{43A5598A-C2EA-5505-BEB5-E80CA68AEDA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pic>
        <p:nvPicPr>
          <p:cNvPr id="4" name="Picture 3" descr="A blue flag with yellow stars and stripes&#10;&#10;Description automatically generated">
            <a:extLst>
              <a:ext uri="{FF2B5EF4-FFF2-40B4-BE49-F238E27FC236}">
                <a16:creationId xmlns:a16="http://schemas.microsoft.com/office/drawing/2014/main" id="{3D5D7A7A-28D1-BC55-7F75-53B9E5FBC53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7" name="Slide Number Placeholder 5">
            <a:extLst>
              <a:ext uri="{FF2B5EF4-FFF2-40B4-BE49-F238E27FC236}">
                <a16:creationId xmlns:a16="http://schemas.microsoft.com/office/drawing/2014/main" id="{32B7D111-DE2E-9994-A799-F62F38E83DB4}"/>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bg1"/>
                </a:solidFill>
                <a:latin typeface="+mn-lt"/>
              </a:defRPr>
            </a:lvl1pPr>
          </a:lstStyle>
          <a:p>
            <a:pPr algn="l"/>
            <a:fld id="{768364BB-9B21-4D29-A19C-C6410F652861}" type="slidenum">
              <a:rPr lang="en-IE" smtClean="0"/>
              <a:pPr algn="l"/>
              <a:t>‹#›</a:t>
            </a:fld>
            <a:endParaRPr lang="en-IE"/>
          </a:p>
        </p:txBody>
      </p:sp>
      <p:sp>
        <p:nvSpPr>
          <p:cNvPr id="3" name="Footer Placeholder 8">
            <a:extLst>
              <a:ext uri="{FF2B5EF4-FFF2-40B4-BE49-F238E27FC236}">
                <a16:creationId xmlns:a16="http://schemas.microsoft.com/office/drawing/2014/main" id="{33A6EEA9-52B7-550C-7CFD-E465C8DB4F84}"/>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791408631"/>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ircles pictures coloured background">
    <p:bg>
      <p:bgPr>
        <a:solidFill>
          <a:srgbClr val="00339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noAutofit/>
          </a:bodyPr>
          <a:lstStyle>
            <a:lvl1pPr>
              <a:defRPr>
                <a:solidFill>
                  <a:schemeClr val="bg1"/>
                </a:solidFill>
              </a:defRPr>
            </a:lvl1pPr>
          </a:lstStyle>
          <a:p>
            <a:r>
              <a:rPr lang="en-US"/>
              <a:t>Click to edit Master title style</a:t>
            </a:r>
            <a:endParaRPr lang="en-IE"/>
          </a:p>
        </p:txBody>
      </p:sp>
      <p:sp>
        <p:nvSpPr>
          <p:cNvPr id="5" name="Google Shape;128;p36">
            <a:extLst>
              <a:ext uri="{FF2B5EF4-FFF2-40B4-BE49-F238E27FC236}">
                <a16:creationId xmlns:a16="http://schemas.microsoft.com/office/drawing/2014/main" id="{A266CAEF-D60F-6624-41DB-56608F2B46A5}"/>
              </a:ext>
            </a:extLst>
          </p:cNvPr>
          <p:cNvSpPr>
            <a:spLocks noGrp="1"/>
          </p:cNvSpPr>
          <p:nvPr>
            <p:ph type="pic" idx="10"/>
          </p:nvPr>
        </p:nvSpPr>
        <p:spPr>
          <a:xfrm>
            <a:off x="838200" y="1923896"/>
            <a:ext cx="3010207" cy="3010207"/>
          </a:xfrm>
          <a:prstGeom prst="ellipse">
            <a:avLst/>
          </a:prstGeom>
          <a:solidFill>
            <a:schemeClr val="lt2"/>
          </a:solidFill>
          <a:ln w="76200">
            <a:noFill/>
          </a:ln>
        </p:spPr>
        <p:txBody>
          <a:bodyPr/>
          <a:lstStyle>
            <a:lvl1pPr marL="0" indent="0">
              <a:buNone/>
              <a:defRPr sz="2000">
                <a:solidFill>
                  <a:schemeClr val="tx2"/>
                </a:solidFill>
              </a:defRPr>
            </a:lvl1pPr>
          </a:lstStyle>
          <a:p>
            <a:r>
              <a:rPr lang="en-US"/>
              <a:t>Click icon to add picture</a:t>
            </a:r>
            <a:endParaRPr lang="en-IE"/>
          </a:p>
        </p:txBody>
      </p:sp>
      <p:sp>
        <p:nvSpPr>
          <p:cNvPr id="8" name="Google Shape;128;p36">
            <a:extLst>
              <a:ext uri="{FF2B5EF4-FFF2-40B4-BE49-F238E27FC236}">
                <a16:creationId xmlns:a16="http://schemas.microsoft.com/office/drawing/2014/main" id="{7DC5575C-474B-C81C-6517-E882E9E5246B}"/>
              </a:ext>
            </a:extLst>
          </p:cNvPr>
          <p:cNvSpPr>
            <a:spLocks noGrp="1"/>
          </p:cNvSpPr>
          <p:nvPr>
            <p:ph type="pic" idx="11"/>
          </p:nvPr>
        </p:nvSpPr>
        <p:spPr>
          <a:xfrm>
            <a:off x="4590896" y="1923896"/>
            <a:ext cx="3010207" cy="3010207"/>
          </a:xfrm>
          <a:prstGeom prst="ellipse">
            <a:avLst/>
          </a:prstGeom>
          <a:solidFill>
            <a:schemeClr val="lt2"/>
          </a:solidFill>
          <a:ln w="76200">
            <a:noFill/>
          </a:ln>
        </p:spPr>
        <p:txBody>
          <a:bodyPr/>
          <a:lstStyle>
            <a:lvl1pPr marL="0" indent="0">
              <a:buNone/>
              <a:defRPr sz="2000">
                <a:solidFill>
                  <a:schemeClr val="tx2"/>
                </a:solidFill>
              </a:defRPr>
            </a:lvl1pPr>
          </a:lstStyle>
          <a:p>
            <a:r>
              <a:rPr lang="en-US"/>
              <a:t>Click icon to add picture</a:t>
            </a:r>
            <a:endParaRPr lang="en-IE"/>
          </a:p>
        </p:txBody>
      </p:sp>
      <p:sp>
        <p:nvSpPr>
          <p:cNvPr id="10" name="Google Shape;128;p36">
            <a:extLst>
              <a:ext uri="{FF2B5EF4-FFF2-40B4-BE49-F238E27FC236}">
                <a16:creationId xmlns:a16="http://schemas.microsoft.com/office/drawing/2014/main" id="{948E1B30-A652-44AE-9B5E-AC9365965BF4}"/>
              </a:ext>
            </a:extLst>
          </p:cNvPr>
          <p:cNvSpPr>
            <a:spLocks noGrp="1"/>
          </p:cNvSpPr>
          <p:nvPr>
            <p:ph type="pic" idx="12"/>
          </p:nvPr>
        </p:nvSpPr>
        <p:spPr>
          <a:xfrm>
            <a:off x="8343593" y="1923896"/>
            <a:ext cx="3010207" cy="3010207"/>
          </a:xfrm>
          <a:prstGeom prst="ellipse">
            <a:avLst/>
          </a:prstGeom>
          <a:solidFill>
            <a:schemeClr val="lt2"/>
          </a:solidFill>
          <a:ln w="76200">
            <a:noFill/>
          </a:ln>
        </p:spPr>
        <p:txBody>
          <a:bodyPr/>
          <a:lstStyle>
            <a:lvl1pPr marL="0" indent="0">
              <a:buNone/>
              <a:defRPr sz="2000">
                <a:solidFill>
                  <a:schemeClr val="tx2"/>
                </a:solidFill>
              </a:defRPr>
            </a:lvl1pPr>
          </a:lstStyle>
          <a:p>
            <a:r>
              <a:rPr lang="en-US"/>
              <a:t>Click icon to add picture</a:t>
            </a:r>
            <a:endParaRPr lang="en-IE"/>
          </a:p>
        </p:txBody>
      </p:sp>
      <p:pic>
        <p:nvPicPr>
          <p:cNvPr id="6" name="Picture 5" descr="A blue flag with yellow stars and stripes&#10;&#10;Description automatically generated">
            <a:extLst>
              <a:ext uri="{FF2B5EF4-FFF2-40B4-BE49-F238E27FC236}">
                <a16:creationId xmlns:a16="http://schemas.microsoft.com/office/drawing/2014/main" id="{D4D01C79-8E51-7320-51B2-6B4D1CD158E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pic>
        <p:nvPicPr>
          <p:cNvPr id="3" name="Picture 2" descr="A blue flag with yellow stars and stripes&#10;&#10;Description automatically generated">
            <a:extLst>
              <a:ext uri="{FF2B5EF4-FFF2-40B4-BE49-F238E27FC236}">
                <a16:creationId xmlns:a16="http://schemas.microsoft.com/office/drawing/2014/main" id="{D6200794-8F7F-E0F0-3735-90CCC24A8AC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7" name="Slide Number Placeholder 5">
            <a:extLst>
              <a:ext uri="{FF2B5EF4-FFF2-40B4-BE49-F238E27FC236}">
                <a16:creationId xmlns:a16="http://schemas.microsoft.com/office/drawing/2014/main" id="{C6271D99-21D4-ED76-0E54-1ECA6FD71E4F}"/>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bg1"/>
                </a:solidFill>
                <a:latin typeface="+mn-lt"/>
              </a:defRPr>
            </a:lvl1pPr>
          </a:lstStyle>
          <a:p>
            <a:pPr algn="l"/>
            <a:fld id="{768364BB-9B21-4D29-A19C-C6410F652861}" type="slidenum">
              <a:rPr lang="en-IE" smtClean="0"/>
              <a:pPr algn="l"/>
              <a:t>‹#›</a:t>
            </a:fld>
            <a:endParaRPr lang="en-IE"/>
          </a:p>
        </p:txBody>
      </p:sp>
      <p:sp>
        <p:nvSpPr>
          <p:cNvPr id="4" name="Footer Placeholder 8">
            <a:extLst>
              <a:ext uri="{FF2B5EF4-FFF2-40B4-BE49-F238E27FC236}">
                <a16:creationId xmlns:a16="http://schemas.microsoft.com/office/drawing/2014/main" id="{36249086-331D-49C8-6F5E-1FD73ADA2347}"/>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11605771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ircles pictures white backgroun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noAutofit/>
          </a:bodyPr>
          <a:lstStyle>
            <a:lvl1pPr>
              <a:defRPr>
                <a:solidFill>
                  <a:srgbClr val="003399"/>
                </a:solidFill>
              </a:defRPr>
            </a:lvl1pPr>
          </a:lstStyle>
          <a:p>
            <a:r>
              <a:rPr lang="en-US"/>
              <a:t>Click to edit Master title style</a:t>
            </a:r>
            <a:endParaRPr lang="en-IE"/>
          </a:p>
        </p:txBody>
      </p:sp>
      <p:sp>
        <p:nvSpPr>
          <p:cNvPr id="5" name="Google Shape;128;p36">
            <a:extLst>
              <a:ext uri="{FF2B5EF4-FFF2-40B4-BE49-F238E27FC236}">
                <a16:creationId xmlns:a16="http://schemas.microsoft.com/office/drawing/2014/main" id="{A266CAEF-D60F-6624-41DB-56608F2B46A5}"/>
              </a:ext>
            </a:extLst>
          </p:cNvPr>
          <p:cNvSpPr>
            <a:spLocks noGrp="1"/>
          </p:cNvSpPr>
          <p:nvPr>
            <p:ph type="pic" idx="10"/>
          </p:nvPr>
        </p:nvSpPr>
        <p:spPr>
          <a:xfrm>
            <a:off x="838200" y="1923896"/>
            <a:ext cx="3010207" cy="3010207"/>
          </a:xfrm>
          <a:prstGeom prst="ellipse">
            <a:avLst/>
          </a:prstGeom>
          <a:solidFill>
            <a:schemeClr val="lt2"/>
          </a:solidFill>
          <a:ln w="76200">
            <a:noFill/>
          </a:ln>
        </p:spPr>
        <p:txBody>
          <a:bodyPr/>
          <a:lstStyle>
            <a:lvl1pPr marL="0" indent="0">
              <a:buNone/>
              <a:defRPr sz="2000">
                <a:solidFill>
                  <a:schemeClr val="tx2"/>
                </a:solidFill>
              </a:defRPr>
            </a:lvl1pPr>
          </a:lstStyle>
          <a:p>
            <a:r>
              <a:rPr lang="en-US"/>
              <a:t>Click icon to add picture</a:t>
            </a:r>
            <a:endParaRPr lang="en-IE"/>
          </a:p>
        </p:txBody>
      </p:sp>
      <p:sp>
        <p:nvSpPr>
          <p:cNvPr id="8" name="Google Shape;128;p36">
            <a:extLst>
              <a:ext uri="{FF2B5EF4-FFF2-40B4-BE49-F238E27FC236}">
                <a16:creationId xmlns:a16="http://schemas.microsoft.com/office/drawing/2014/main" id="{7DC5575C-474B-C81C-6517-E882E9E5246B}"/>
              </a:ext>
            </a:extLst>
          </p:cNvPr>
          <p:cNvSpPr>
            <a:spLocks noGrp="1"/>
          </p:cNvSpPr>
          <p:nvPr>
            <p:ph type="pic" idx="11"/>
          </p:nvPr>
        </p:nvSpPr>
        <p:spPr>
          <a:xfrm>
            <a:off x="4590896" y="1923896"/>
            <a:ext cx="3010207" cy="3010207"/>
          </a:xfrm>
          <a:prstGeom prst="ellipse">
            <a:avLst/>
          </a:prstGeom>
          <a:solidFill>
            <a:schemeClr val="lt2"/>
          </a:solidFill>
          <a:ln w="76200">
            <a:noFill/>
          </a:ln>
        </p:spPr>
        <p:txBody>
          <a:bodyPr/>
          <a:lstStyle>
            <a:lvl1pPr marL="0" indent="0">
              <a:buNone/>
              <a:defRPr sz="2000">
                <a:solidFill>
                  <a:schemeClr val="tx2"/>
                </a:solidFill>
              </a:defRPr>
            </a:lvl1pPr>
          </a:lstStyle>
          <a:p>
            <a:r>
              <a:rPr lang="en-US"/>
              <a:t>Click icon to add picture</a:t>
            </a:r>
            <a:endParaRPr lang="en-IE"/>
          </a:p>
        </p:txBody>
      </p:sp>
      <p:sp>
        <p:nvSpPr>
          <p:cNvPr id="10" name="Google Shape;128;p36">
            <a:extLst>
              <a:ext uri="{FF2B5EF4-FFF2-40B4-BE49-F238E27FC236}">
                <a16:creationId xmlns:a16="http://schemas.microsoft.com/office/drawing/2014/main" id="{948E1B30-A652-44AE-9B5E-AC9365965BF4}"/>
              </a:ext>
            </a:extLst>
          </p:cNvPr>
          <p:cNvSpPr>
            <a:spLocks noGrp="1"/>
          </p:cNvSpPr>
          <p:nvPr>
            <p:ph type="pic" idx="12"/>
          </p:nvPr>
        </p:nvSpPr>
        <p:spPr>
          <a:xfrm>
            <a:off x="8343593" y="1923896"/>
            <a:ext cx="3010207" cy="3010207"/>
          </a:xfrm>
          <a:prstGeom prst="ellipse">
            <a:avLst/>
          </a:prstGeom>
          <a:solidFill>
            <a:schemeClr val="lt2"/>
          </a:solidFill>
          <a:ln w="76200">
            <a:noFill/>
          </a:ln>
        </p:spPr>
        <p:txBody>
          <a:bodyPr/>
          <a:lstStyle>
            <a:lvl1pPr marL="0" indent="0">
              <a:buNone/>
              <a:defRPr sz="2000">
                <a:solidFill>
                  <a:schemeClr val="tx2"/>
                </a:solidFill>
              </a:defRPr>
            </a:lvl1pPr>
          </a:lstStyle>
          <a:p>
            <a:r>
              <a:rPr lang="en-US"/>
              <a:t>Click icon to add picture</a:t>
            </a:r>
            <a:endParaRPr lang="en-IE"/>
          </a:p>
        </p:txBody>
      </p:sp>
      <p:sp>
        <p:nvSpPr>
          <p:cNvPr id="4" name="Slide Number Placeholder 5">
            <a:extLst>
              <a:ext uri="{FF2B5EF4-FFF2-40B4-BE49-F238E27FC236}">
                <a16:creationId xmlns:a16="http://schemas.microsoft.com/office/drawing/2014/main" id="{F37EF38B-E8AF-66F2-44F8-7A5DA7FF345C}"/>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3" name="Footer Placeholder 8">
            <a:extLst>
              <a:ext uri="{FF2B5EF4-FFF2-40B4-BE49-F238E27FC236}">
                <a16:creationId xmlns:a16="http://schemas.microsoft.com/office/drawing/2014/main" id="{0850E44D-CF7B-5CF4-6BF7-5B2F65007AD4}"/>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733579582"/>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4 Circles pictures 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noAutofit/>
          </a:bodyPr>
          <a:lstStyle/>
          <a:p>
            <a:r>
              <a:rPr lang="en-US"/>
              <a:t>Click to edit Master title style</a:t>
            </a:r>
            <a:endParaRPr lang="en-IE"/>
          </a:p>
        </p:txBody>
      </p:sp>
      <p:sp>
        <p:nvSpPr>
          <p:cNvPr id="4" name="Google Shape;128;p36">
            <a:extLst>
              <a:ext uri="{FF2B5EF4-FFF2-40B4-BE49-F238E27FC236}">
                <a16:creationId xmlns:a16="http://schemas.microsoft.com/office/drawing/2014/main" id="{C6066961-5253-C2E8-C59C-7D3AEA190748}"/>
              </a:ext>
            </a:extLst>
          </p:cNvPr>
          <p:cNvSpPr>
            <a:spLocks noGrp="1"/>
          </p:cNvSpPr>
          <p:nvPr>
            <p:ph type="pic" idx="2"/>
          </p:nvPr>
        </p:nvSpPr>
        <p:spPr>
          <a:xfrm>
            <a:off x="838200" y="1644073"/>
            <a:ext cx="1784927" cy="1784927"/>
          </a:xfrm>
          <a:prstGeom prst="ellipse">
            <a:avLst/>
          </a:prstGeom>
          <a:solidFill>
            <a:schemeClr val="lt2"/>
          </a:solidFill>
          <a:ln w="57150">
            <a:noFill/>
          </a:ln>
        </p:spPr>
        <p:txBody>
          <a:bodyPr/>
          <a:lstStyle>
            <a:lvl1pPr marL="0" indent="0">
              <a:buNone/>
              <a:defRPr sz="2000">
                <a:solidFill>
                  <a:schemeClr val="tx2"/>
                </a:solidFill>
              </a:defRPr>
            </a:lvl1pPr>
          </a:lstStyle>
          <a:p>
            <a:r>
              <a:rPr lang="en-US"/>
              <a:t>Click icon to add picture</a:t>
            </a:r>
            <a:endParaRPr lang="en-IE"/>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2887354" y="1792421"/>
            <a:ext cx="2881850" cy="1488229"/>
          </a:xfrm>
        </p:spPr>
        <p:txBody>
          <a:bodyPr>
            <a:noAutofit/>
          </a:bodyPr>
          <a:lstStyle>
            <a:lvl1pPr marL="0" indent="0">
              <a:buNone/>
              <a:defRPr sz="2000"/>
            </a:lvl1pPr>
          </a:lstStyle>
          <a:p>
            <a:pPr lvl="0"/>
            <a:r>
              <a:rPr lang="en-US"/>
              <a:t>Click to edit Master text styles</a:t>
            </a:r>
          </a:p>
        </p:txBody>
      </p:sp>
      <p:sp>
        <p:nvSpPr>
          <p:cNvPr id="22" name="Google Shape;128;p36">
            <a:extLst>
              <a:ext uri="{FF2B5EF4-FFF2-40B4-BE49-F238E27FC236}">
                <a16:creationId xmlns:a16="http://schemas.microsoft.com/office/drawing/2014/main" id="{530B519E-B8E9-0851-34A7-4EBCABDB1F24}"/>
              </a:ext>
            </a:extLst>
          </p:cNvPr>
          <p:cNvSpPr>
            <a:spLocks noGrp="1"/>
          </p:cNvSpPr>
          <p:nvPr>
            <p:ph type="pic" idx="19"/>
          </p:nvPr>
        </p:nvSpPr>
        <p:spPr>
          <a:xfrm>
            <a:off x="838198" y="3793520"/>
            <a:ext cx="1784927" cy="1784927"/>
          </a:xfrm>
          <a:prstGeom prst="ellipse">
            <a:avLst/>
          </a:prstGeom>
          <a:solidFill>
            <a:schemeClr val="lt2"/>
          </a:solidFill>
          <a:ln w="57150">
            <a:noFill/>
          </a:ln>
        </p:spPr>
        <p:txBody>
          <a:bodyPr/>
          <a:lstStyle>
            <a:lvl1pPr marL="0" indent="0">
              <a:buNone/>
              <a:defRPr sz="2000">
                <a:solidFill>
                  <a:schemeClr val="tx2"/>
                </a:solidFill>
              </a:defRPr>
            </a:lvl1pPr>
          </a:lstStyle>
          <a:p>
            <a:r>
              <a:rPr lang="en-US"/>
              <a:t>Click icon to add picture</a:t>
            </a:r>
            <a:endParaRPr lang="en-IE"/>
          </a:p>
        </p:txBody>
      </p:sp>
      <p:sp>
        <p:nvSpPr>
          <p:cNvPr id="21" name="Content Placeholder 2">
            <a:extLst>
              <a:ext uri="{FF2B5EF4-FFF2-40B4-BE49-F238E27FC236}">
                <a16:creationId xmlns:a16="http://schemas.microsoft.com/office/drawing/2014/main" id="{B7CC6BA2-60D9-1664-3253-8468AB06B3BA}"/>
              </a:ext>
            </a:extLst>
          </p:cNvPr>
          <p:cNvSpPr>
            <a:spLocks noGrp="1"/>
          </p:cNvSpPr>
          <p:nvPr>
            <p:ph sz="half" idx="18"/>
          </p:nvPr>
        </p:nvSpPr>
        <p:spPr>
          <a:xfrm>
            <a:off x="2887352" y="3941868"/>
            <a:ext cx="2881850" cy="1488229"/>
          </a:xfrm>
        </p:spPr>
        <p:txBody>
          <a:bodyPr>
            <a:noAutofit/>
          </a:bodyPr>
          <a:lstStyle>
            <a:lvl1pPr marL="0" indent="0">
              <a:buNone/>
              <a:defRPr sz="2000"/>
            </a:lvl1pPr>
          </a:lstStyle>
          <a:p>
            <a:pPr lvl="0"/>
            <a:r>
              <a:rPr lang="en-US"/>
              <a:t>Click to edit Master text styles</a:t>
            </a:r>
          </a:p>
        </p:txBody>
      </p:sp>
      <p:sp>
        <p:nvSpPr>
          <p:cNvPr id="6" name="Google Shape;128;p36">
            <a:extLst>
              <a:ext uri="{FF2B5EF4-FFF2-40B4-BE49-F238E27FC236}">
                <a16:creationId xmlns:a16="http://schemas.microsoft.com/office/drawing/2014/main" id="{B0466037-50F3-96B3-1B0E-06D3D18B8BCE}"/>
              </a:ext>
            </a:extLst>
          </p:cNvPr>
          <p:cNvSpPr>
            <a:spLocks noGrp="1"/>
          </p:cNvSpPr>
          <p:nvPr>
            <p:ph type="pic" idx="21"/>
          </p:nvPr>
        </p:nvSpPr>
        <p:spPr>
          <a:xfrm>
            <a:off x="6422796" y="1679603"/>
            <a:ext cx="1784927" cy="1784927"/>
          </a:xfrm>
          <a:prstGeom prst="ellipse">
            <a:avLst/>
          </a:prstGeom>
          <a:solidFill>
            <a:schemeClr val="lt2"/>
          </a:solidFill>
          <a:ln w="57150">
            <a:noFill/>
          </a:ln>
        </p:spPr>
        <p:txBody>
          <a:bodyPr/>
          <a:lstStyle>
            <a:lvl1pPr marL="0" indent="0">
              <a:buNone/>
              <a:defRPr sz="2000">
                <a:solidFill>
                  <a:schemeClr val="tx2"/>
                </a:solidFill>
              </a:defRPr>
            </a:lvl1pPr>
          </a:lstStyle>
          <a:p>
            <a:r>
              <a:rPr lang="en-US"/>
              <a:t>Click icon to add picture</a:t>
            </a:r>
            <a:endParaRPr lang="en-IE"/>
          </a:p>
        </p:txBody>
      </p:sp>
      <p:sp>
        <p:nvSpPr>
          <p:cNvPr id="5" name="Content Placeholder 2">
            <a:extLst>
              <a:ext uri="{FF2B5EF4-FFF2-40B4-BE49-F238E27FC236}">
                <a16:creationId xmlns:a16="http://schemas.microsoft.com/office/drawing/2014/main" id="{6BC1C8BB-B6BF-EFC9-4FB7-FE68ADABF649}"/>
              </a:ext>
            </a:extLst>
          </p:cNvPr>
          <p:cNvSpPr>
            <a:spLocks noGrp="1"/>
          </p:cNvSpPr>
          <p:nvPr>
            <p:ph sz="half" idx="20"/>
          </p:nvPr>
        </p:nvSpPr>
        <p:spPr>
          <a:xfrm>
            <a:off x="8471950" y="1827951"/>
            <a:ext cx="2881850" cy="1488229"/>
          </a:xfrm>
        </p:spPr>
        <p:txBody>
          <a:bodyPr>
            <a:noAutofit/>
          </a:bodyPr>
          <a:lstStyle>
            <a:lvl1pPr marL="0" indent="0">
              <a:buNone/>
              <a:defRPr sz="2000"/>
            </a:lvl1pPr>
          </a:lstStyle>
          <a:p>
            <a:pPr lvl="0"/>
            <a:r>
              <a:rPr lang="en-US"/>
              <a:t>Click to edit Master text styles</a:t>
            </a:r>
          </a:p>
        </p:txBody>
      </p:sp>
      <p:sp>
        <p:nvSpPr>
          <p:cNvPr id="8" name="Google Shape;128;p36">
            <a:extLst>
              <a:ext uri="{FF2B5EF4-FFF2-40B4-BE49-F238E27FC236}">
                <a16:creationId xmlns:a16="http://schemas.microsoft.com/office/drawing/2014/main" id="{2B2D1DEC-353D-0530-46BD-FAC7D81DC42A}"/>
              </a:ext>
            </a:extLst>
          </p:cNvPr>
          <p:cNvSpPr>
            <a:spLocks noGrp="1"/>
          </p:cNvSpPr>
          <p:nvPr>
            <p:ph type="pic" idx="23"/>
          </p:nvPr>
        </p:nvSpPr>
        <p:spPr>
          <a:xfrm>
            <a:off x="6422794" y="3829050"/>
            <a:ext cx="1784927" cy="1784927"/>
          </a:xfrm>
          <a:prstGeom prst="ellipse">
            <a:avLst/>
          </a:prstGeom>
          <a:solidFill>
            <a:schemeClr val="lt2"/>
          </a:solidFill>
          <a:ln w="57150">
            <a:noFill/>
          </a:ln>
        </p:spPr>
        <p:txBody>
          <a:bodyPr/>
          <a:lstStyle>
            <a:lvl1pPr marL="0" indent="0">
              <a:buNone/>
              <a:defRPr sz="2000">
                <a:solidFill>
                  <a:schemeClr val="tx2"/>
                </a:solidFill>
              </a:defRPr>
            </a:lvl1pPr>
          </a:lstStyle>
          <a:p>
            <a:r>
              <a:rPr lang="en-US"/>
              <a:t>Click icon to add picture</a:t>
            </a:r>
            <a:endParaRPr lang="en-IE"/>
          </a:p>
        </p:txBody>
      </p:sp>
      <p:sp>
        <p:nvSpPr>
          <p:cNvPr id="7" name="Content Placeholder 2">
            <a:extLst>
              <a:ext uri="{FF2B5EF4-FFF2-40B4-BE49-F238E27FC236}">
                <a16:creationId xmlns:a16="http://schemas.microsoft.com/office/drawing/2014/main" id="{DEC01048-C2DE-CFE9-C353-8ED3741099B7}"/>
              </a:ext>
            </a:extLst>
          </p:cNvPr>
          <p:cNvSpPr>
            <a:spLocks noGrp="1"/>
          </p:cNvSpPr>
          <p:nvPr>
            <p:ph sz="half" idx="22"/>
          </p:nvPr>
        </p:nvSpPr>
        <p:spPr>
          <a:xfrm>
            <a:off x="8471948" y="3977398"/>
            <a:ext cx="2881850" cy="1488229"/>
          </a:xfrm>
        </p:spPr>
        <p:txBody>
          <a:bodyPr>
            <a:noAutofit/>
          </a:bodyPr>
          <a:lstStyle>
            <a:lvl1pPr marL="0" indent="0">
              <a:buNone/>
              <a:defRPr sz="2000"/>
            </a:lvl1pPr>
          </a:lstStyle>
          <a:p>
            <a:pPr lvl="0"/>
            <a:r>
              <a:rPr lang="en-US"/>
              <a:t>Click to edit Master text styles</a:t>
            </a:r>
          </a:p>
        </p:txBody>
      </p:sp>
      <p:sp>
        <p:nvSpPr>
          <p:cNvPr id="9" name="Slide Number Placeholder 5">
            <a:extLst>
              <a:ext uri="{FF2B5EF4-FFF2-40B4-BE49-F238E27FC236}">
                <a16:creationId xmlns:a16="http://schemas.microsoft.com/office/drawing/2014/main" id="{C67E4CCE-C35C-C711-24D0-0F4BCA80C282}"/>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10" name="Footer Placeholder 8">
            <a:extLst>
              <a:ext uri="{FF2B5EF4-FFF2-40B4-BE49-F238E27FC236}">
                <a16:creationId xmlns:a16="http://schemas.microsoft.com/office/drawing/2014/main" id="{3B38F9D4-3EE2-3396-18AD-F87E42190088}"/>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21400237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4 rectangles pictures white background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noAutofit/>
          </a:bodyPr>
          <a:lstStyle/>
          <a:p>
            <a:r>
              <a:rPr lang="en-US"/>
              <a:t>Click to edit Master title style</a:t>
            </a:r>
            <a:endParaRPr lang="en-IE"/>
          </a:p>
        </p:txBody>
      </p:sp>
      <p:sp>
        <p:nvSpPr>
          <p:cNvPr id="15" name="Google Shape;97;p33">
            <a:extLst>
              <a:ext uri="{FF2B5EF4-FFF2-40B4-BE49-F238E27FC236}">
                <a16:creationId xmlns:a16="http://schemas.microsoft.com/office/drawing/2014/main" id="{51CBB8A7-3E08-DCAC-14AF-878AC33CDC30}"/>
              </a:ext>
            </a:extLst>
          </p:cNvPr>
          <p:cNvSpPr>
            <a:spLocks noGrp="1"/>
          </p:cNvSpPr>
          <p:nvPr>
            <p:ph type="pic" idx="17"/>
          </p:nvPr>
        </p:nvSpPr>
        <p:spPr>
          <a:xfrm>
            <a:off x="838200" y="1931348"/>
            <a:ext cx="2461591" cy="1638158"/>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10" name="Text Placeholder 9">
            <a:extLst>
              <a:ext uri="{FF2B5EF4-FFF2-40B4-BE49-F238E27FC236}">
                <a16:creationId xmlns:a16="http://schemas.microsoft.com/office/drawing/2014/main" id="{83438DF5-CCC4-87AD-037A-C14F79B6266F}"/>
              </a:ext>
            </a:extLst>
          </p:cNvPr>
          <p:cNvSpPr>
            <a:spLocks noGrp="1"/>
          </p:cNvSpPr>
          <p:nvPr>
            <p:ph type="body" sz="quarter" idx="13"/>
          </p:nvPr>
        </p:nvSpPr>
        <p:spPr>
          <a:xfrm>
            <a:off x="3508868" y="1931348"/>
            <a:ext cx="2462213" cy="1638300"/>
          </a:xfrm>
        </p:spPr>
        <p:txBody>
          <a:bodyPr>
            <a:noAutofit/>
          </a:bodyPr>
          <a:lstStyle>
            <a:lvl1pPr marL="0" indent="0">
              <a:buNone/>
              <a:defRPr/>
            </a:lvl1pPr>
          </a:lstStyle>
          <a:p>
            <a:pPr lvl="0"/>
            <a:r>
              <a:rPr lang="en-US"/>
              <a:t>Click to edit Master text styles</a:t>
            </a:r>
          </a:p>
        </p:txBody>
      </p:sp>
      <p:sp>
        <p:nvSpPr>
          <p:cNvPr id="18" name="Google Shape;97;p33">
            <a:extLst>
              <a:ext uri="{FF2B5EF4-FFF2-40B4-BE49-F238E27FC236}">
                <a16:creationId xmlns:a16="http://schemas.microsoft.com/office/drawing/2014/main" id="{BFE9E99F-07A9-26A1-106E-78351E5222CA}"/>
              </a:ext>
            </a:extLst>
          </p:cNvPr>
          <p:cNvSpPr>
            <a:spLocks noGrp="1"/>
          </p:cNvSpPr>
          <p:nvPr>
            <p:ph type="pic" idx="7"/>
          </p:nvPr>
        </p:nvSpPr>
        <p:spPr>
          <a:xfrm>
            <a:off x="838202" y="3740272"/>
            <a:ext cx="2461591" cy="1638158"/>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12" name="Text Placeholder 9">
            <a:extLst>
              <a:ext uri="{FF2B5EF4-FFF2-40B4-BE49-F238E27FC236}">
                <a16:creationId xmlns:a16="http://schemas.microsoft.com/office/drawing/2014/main" id="{8A6A52A8-BCDE-0058-03FA-48265F58CC4D}"/>
              </a:ext>
            </a:extLst>
          </p:cNvPr>
          <p:cNvSpPr>
            <a:spLocks noGrp="1"/>
          </p:cNvSpPr>
          <p:nvPr>
            <p:ph type="body" sz="quarter" idx="15"/>
          </p:nvPr>
        </p:nvSpPr>
        <p:spPr>
          <a:xfrm>
            <a:off x="3508868" y="3740131"/>
            <a:ext cx="2462213" cy="1638300"/>
          </a:xfrm>
        </p:spPr>
        <p:txBody>
          <a:bodyPr>
            <a:noAutofit/>
          </a:bodyPr>
          <a:lstStyle>
            <a:lvl1pPr marL="0" indent="0">
              <a:buNone/>
              <a:defRPr/>
            </a:lvl1pPr>
          </a:lstStyle>
          <a:p>
            <a:pPr lvl="0"/>
            <a:r>
              <a:rPr lang="en-US"/>
              <a:t>Click to edit Master text styles</a:t>
            </a:r>
          </a:p>
        </p:txBody>
      </p:sp>
      <p:sp>
        <p:nvSpPr>
          <p:cNvPr id="3" name="Google Shape;95;p33">
            <a:extLst>
              <a:ext uri="{FF2B5EF4-FFF2-40B4-BE49-F238E27FC236}">
                <a16:creationId xmlns:a16="http://schemas.microsoft.com/office/drawing/2014/main" id="{A15E4B72-6400-86B0-FD40-4FCA9F38655E}"/>
              </a:ext>
            </a:extLst>
          </p:cNvPr>
          <p:cNvSpPr>
            <a:spLocks noGrp="1"/>
          </p:cNvSpPr>
          <p:nvPr>
            <p:ph type="pic" idx="10"/>
          </p:nvPr>
        </p:nvSpPr>
        <p:spPr>
          <a:xfrm>
            <a:off x="6180157" y="1931348"/>
            <a:ext cx="2461593" cy="163815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11" name="Text Placeholder 9">
            <a:extLst>
              <a:ext uri="{FF2B5EF4-FFF2-40B4-BE49-F238E27FC236}">
                <a16:creationId xmlns:a16="http://schemas.microsoft.com/office/drawing/2014/main" id="{76022ECE-0EE9-F2CA-72F3-353CAD2AB488}"/>
              </a:ext>
            </a:extLst>
          </p:cNvPr>
          <p:cNvSpPr>
            <a:spLocks noGrp="1"/>
          </p:cNvSpPr>
          <p:nvPr>
            <p:ph type="body" sz="quarter" idx="14"/>
          </p:nvPr>
        </p:nvSpPr>
        <p:spPr>
          <a:xfrm>
            <a:off x="8891587" y="1931348"/>
            <a:ext cx="2462213" cy="1638300"/>
          </a:xfrm>
        </p:spPr>
        <p:txBody>
          <a:bodyPr>
            <a:noAutofit/>
          </a:bodyPr>
          <a:lstStyle>
            <a:lvl1pPr marL="0" indent="0">
              <a:buNone/>
              <a:defRPr/>
            </a:lvl1pPr>
          </a:lstStyle>
          <a:p>
            <a:pPr lvl="0"/>
            <a:r>
              <a:rPr lang="en-US"/>
              <a:t>Click to edit Master text styles</a:t>
            </a:r>
          </a:p>
        </p:txBody>
      </p:sp>
      <p:sp>
        <p:nvSpPr>
          <p:cNvPr id="8" name="Google Shape;97;p33">
            <a:extLst>
              <a:ext uri="{FF2B5EF4-FFF2-40B4-BE49-F238E27FC236}">
                <a16:creationId xmlns:a16="http://schemas.microsoft.com/office/drawing/2014/main" id="{0D3E0C88-3573-7B0F-D8F7-5AAD283A42F2}"/>
              </a:ext>
            </a:extLst>
          </p:cNvPr>
          <p:cNvSpPr>
            <a:spLocks noGrp="1"/>
          </p:cNvSpPr>
          <p:nvPr>
            <p:ph type="pic" idx="12"/>
          </p:nvPr>
        </p:nvSpPr>
        <p:spPr>
          <a:xfrm>
            <a:off x="6180157" y="3740272"/>
            <a:ext cx="2461591" cy="1638158"/>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13" name="Text Placeholder 9">
            <a:extLst>
              <a:ext uri="{FF2B5EF4-FFF2-40B4-BE49-F238E27FC236}">
                <a16:creationId xmlns:a16="http://schemas.microsoft.com/office/drawing/2014/main" id="{5F2FF4C0-B8CC-5E9A-7FF2-0BA1FD86664D}"/>
              </a:ext>
            </a:extLst>
          </p:cNvPr>
          <p:cNvSpPr>
            <a:spLocks noGrp="1"/>
          </p:cNvSpPr>
          <p:nvPr>
            <p:ph type="body" sz="quarter" idx="16"/>
          </p:nvPr>
        </p:nvSpPr>
        <p:spPr>
          <a:xfrm>
            <a:off x="8891587" y="3740131"/>
            <a:ext cx="2462213" cy="1638300"/>
          </a:xfrm>
        </p:spPr>
        <p:txBody>
          <a:bodyPr>
            <a:noAutofit/>
          </a:bodyPr>
          <a:lstStyle>
            <a:lvl1pPr marL="0" indent="0">
              <a:buNone/>
              <a:defRPr/>
            </a:lvl1pPr>
          </a:lstStyle>
          <a:p>
            <a:pPr lvl="0"/>
            <a:r>
              <a:rPr lang="en-US"/>
              <a:t>Click to edit Master text styles</a:t>
            </a:r>
          </a:p>
        </p:txBody>
      </p:sp>
      <p:sp>
        <p:nvSpPr>
          <p:cNvPr id="4" name="Slide Number Placeholder 5">
            <a:extLst>
              <a:ext uri="{FF2B5EF4-FFF2-40B4-BE49-F238E27FC236}">
                <a16:creationId xmlns:a16="http://schemas.microsoft.com/office/drawing/2014/main" id="{73F815C1-0113-F490-4A53-0227959CF68C}"/>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5" name="Footer Placeholder 8">
            <a:extLst>
              <a:ext uri="{FF2B5EF4-FFF2-40B4-BE49-F238E27FC236}">
                <a16:creationId xmlns:a16="http://schemas.microsoft.com/office/drawing/2014/main" id="{40C61561-6F08-5417-8327-52799F6125C1}"/>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29083080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0 squared pictures ">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p:txBody>
          <a:bodyPr/>
          <a:lstStyle/>
          <a:p>
            <a:r>
              <a:rPr lang="en-US"/>
              <a:t>Click to edit Master title style</a:t>
            </a:r>
            <a:endParaRPr lang="en-IE"/>
          </a:p>
        </p:txBody>
      </p:sp>
      <p:sp>
        <p:nvSpPr>
          <p:cNvPr id="3" name="Google Shape;114;p35">
            <a:extLst>
              <a:ext uri="{FF2B5EF4-FFF2-40B4-BE49-F238E27FC236}">
                <a16:creationId xmlns:a16="http://schemas.microsoft.com/office/drawing/2014/main" id="{28399EF8-5B4D-A564-C46D-6AC3EE3700F1}"/>
              </a:ext>
            </a:extLst>
          </p:cNvPr>
          <p:cNvSpPr>
            <a:spLocks noGrp="1"/>
          </p:cNvSpPr>
          <p:nvPr>
            <p:ph type="pic" idx="2"/>
          </p:nvPr>
        </p:nvSpPr>
        <p:spPr>
          <a:xfrm>
            <a:off x="838200" y="1613730"/>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4" name="Google Shape;115;p35">
            <a:extLst>
              <a:ext uri="{FF2B5EF4-FFF2-40B4-BE49-F238E27FC236}">
                <a16:creationId xmlns:a16="http://schemas.microsoft.com/office/drawing/2014/main" id="{1DB67F50-B209-813A-55E2-A45CCD6BCAE1}"/>
              </a:ext>
            </a:extLst>
          </p:cNvPr>
          <p:cNvSpPr>
            <a:spLocks noGrp="1"/>
          </p:cNvSpPr>
          <p:nvPr>
            <p:ph type="pic" idx="3"/>
          </p:nvPr>
        </p:nvSpPr>
        <p:spPr>
          <a:xfrm>
            <a:off x="2993028" y="1613730"/>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5" name="Google Shape;116;p35">
            <a:extLst>
              <a:ext uri="{FF2B5EF4-FFF2-40B4-BE49-F238E27FC236}">
                <a16:creationId xmlns:a16="http://schemas.microsoft.com/office/drawing/2014/main" id="{80AA888C-2660-9749-11E6-8A96DD56EACF}"/>
              </a:ext>
            </a:extLst>
          </p:cNvPr>
          <p:cNvSpPr>
            <a:spLocks noGrp="1"/>
          </p:cNvSpPr>
          <p:nvPr>
            <p:ph type="pic" idx="10"/>
          </p:nvPr>
        </p:nvSpPr>
        <p:spPr>
          <a:xfrm>
            <a:off x="5147856" y="1613729"/>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8" name="Google Shape;117;p35">
            <a:extLst>
              <a:ext uri="{FF2B5EF4-FFF2-40B4-BE49-F238E27FC236}">
                <a16:creationId xmlns:a16="http://schemas.microsoft.com/office/drawing/2014/main" id="{95752BFF-4A6F-68EA-E048-C405D776F6A9}"/>
              </a:ext>
            </a:extLst>
          </p:cNvPr>
          <p:cNvSpPr>
            <a:spLocks noGrp="1"/>
          </p:cNvSpPr>
          <p:nvPr>
            <p:ph type="pic" idx="5"/>
          </p:nvPr>
        </p:nvSpPr>
        <p:spPr>
          <a:xfrm>
            <a:off x="7302684" y="1613728"/>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9" name="Google Shape;118;p35">
            <a:extLst>
              <a:ext uri="{FF2B5EF4-FFF2-40B4-BE49-F238E27FC236}">
                <a16:creationId xmlns:a16="http://schemas.microsoft.com/office/drawing/2014/main" id="{69A61CD2-9393-897F-4851-B55A256B6577}"/>
              </a:ext>
            </a:extLst>
          </p:cNvPr>
          <p:cNvSpPr>
            <a:spLocks noGrp="1"/>
          </p:cNvSpPr>
          <p:nvPr>
            <p:ph type="pic" idx="6"/>
          </p:nvPr>
        </p:nvSpPr>
        <p:spPr>
          <a:xfrm>
            <a:off x="9457512" y="1613728"/>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15" name="Google Shape;114;p35">
            <a:extLst>
              <a:ext uri="{FF2B5EF4-FFF2-40B4-BE49-F238E27FC236}">
                <a16:creationId xmlns:a16="http://schemas.microsoft.com/office/drawing/2014/main" id="{5BBBB0BA-17D9-1A2A-5573-A96E32CB11C7}"/>
              </a:ext>
            </a:extLst>
          </p:cNvPr>
          <p:cNvSpPr>
            <a:spLocks noGrp="1"/>
          </p:cNvSpPr>
          <p:nvPr>
            <p:ph type="pic" idx="11"/>
          </p:nvPr>
        </p:nvSpPr>
        <p:spPr>
          <a:xfrm>
            <a:off x="838200" y="3799760"/>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16" name="Google Shape;115;p35">
            <a:extLst>
              <a:ext uri="{FF2B5EF4-FFF2-40B4-BE49-F238E27FC236}">
                <a16:creationId xmlns:a16="http://schemas.microsoft.com/office/drawing/2014/main" id="{E234676C-5503-D335-7C9F-8EBF756F24A7}"/>
              </a:ext>
            </a:extLst>
          </p:cNvPr>
          <p:cNvSpPr>
            <a:spLocks noGrp="1"/>
          </p:cNvSpPr>
          <p:nvPr>
            <p:ph type="pic" idx="12"/>
          </p:nvPr>
        </p:nvSpPr>
        <p:spPr>
          <a:xfrm>
            <a:off x="2993028" y="3799760"/>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17" name="Google Shape;116;p35">
            <a:extLst>
              <a:ext uri="{FF2B5EF4-FFF2-40B4-BE49-F238E27FC236}">
                <a16:creationId xmlns:a16="http://schemas.microsoft.com/office/drawing/2014/main" id="{8C059826-5CA9-F193-6C89-8B0DECF9ACE5}"/>
              </a:ext>
            </a:extLst>
          </p:cNvPr>
          <p:cNvSpPr>
            <a:spLocks noGrp="1"/>
          </p:cNvSpPr>
          <p:nvPr>
            <p:ph type="pic" idx="13"/>
          </p:nvPr>
        </p:nvSpPr>
        <p:spPr>
          <a:xfrm>
            <a:off x="5147856" y="3799759"/>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18" name="Google Shape;117;p35">
            <a:extLst>
              <a:ext uri="{FF2B5EF4-FFF2-40B4-BE49-F238E27FC236}">
                <a16:creationId xmlns:a16="http://schemas.microsoft.com/office/drawing/2014/main" id="{E57729DD-0495-06CF-3D2B-B8EC5F7D6EF2}"/>
              </a:ext>
            </a:extLst>
          </p:cNvPr>
          <p:cNvSpPr>
            <a:spLocks noGrp="1"/>
          </p:cNvSpPr>
          <p:nvPr>
            <p:ph type="pic" idx="14"/>
          </p:nvPr>
        </p:nvSpPr>
        <p:spPr>
          <a:xfrm>
            <a:off x="7302684" y="3799758"/>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19" name="Google Shape;118;p35">
            <a:extLst>
              <a:ext uri="{FF2B5EF4-FFF2-40B4-BE49-F238E27FC236}">
                <a16:creationId xmlns:a16="http://schemas.microsoft.com/office/drawing/2014/main" id="{DDFD3960-357B-A667-2997-F567232AE448}"/>
              </a:ext>
            </a:extLst>
          </p:cNvPr>
          <p:cNvSpPr>
            <a:spLocks noGrp="1"/>
          </p:cNvSpPr>
          <p:nvPr>
            <p:ph type="pic" idx="15"/>
          </p:nvPr>
        </p:nvSpPr>
        <p:spPr>
          <a:xfrm>
            <a:off x="9457512" y="3799758"/>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6" name="Slide Number Placeholder 5">
            <a:extLst>
              <a:ext uri="{FF2B5EF4-FFF2-40B4-BE49-F238E27FC236}">
                <a16:creationId xmlns:a16="http://schemas.microsoft.com/office/drawing/2014/main" id="{9594EF7B-6FA5-122A-260D-E885CDDAA587}"/>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7" name="Footer Placeholder 8">
            <a:extLst>
              <a:ext uri="{FF2B5EF4-FFF2-40B4-BE49-F238E27FC236}">
                <a16:creationId xmlns:a16="http://schemas.microsoft.com/office/drawing/2014/main" id="{2F8295BB-BABD-70B5-D58D-1DF08E62A283}"/>
              </a:ext>
            </a:extLst>
          </p:cNvPr>
          <p:cNvSpPr>
            <a:spLocks noGrp="1"/>
          </p:cNvSpPr>
          <p:nvPr>
            <p:ph type="ftr" sz="quarter" idx="16"/>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4286259569"/>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squared pictures 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p:txBody>
          <a:bodyPr>
            <a:noAutofit/>
          </a:bodyPr>
          <a:lstStyle/>
          <a:p>
            <a:r>
              <a:rPr lang="en-US"/>
              <a:t>Click to edit Master title style</a:t>
            </a:r>
            <a:endParaRPr lang="en-IE"/>
          </a:p>
        </p:txBody>
      </p:sp>
      <p:sp>
        <p:nvSpPr>
          <p:cNvPr id="3" name="Google Shape;114;p35">
            <a:extLst>
              <a:ext uri="{FF2B5EF4-FFF2-40B4-BE49-F238E27FC236}">
                <a16:creationId xmlns:a16="http://schemas.microsoft.com/office/drawing/2014/main" id="{28399EF8-5B4D-A564-C46D-6AC3EE3700F1}"/>
              </a:ext>
            </a:extLst>
          </p:cNvPr>
          <p:cNvSpPr>
            <a:spLocks noGrp="1"/>
          </p:cNvSpPr>
          <p:nvPr>
            <p:ph type="pic" idx="2"/>
          </p:nvPr>
        </p:nvSpPr>
        <p:spPr>
          <a:xfrm>
            <a:off x="882651" y="2079625"/>
            <a:ext cx="2698749" cy="269874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4" name="Google Shape;115;p35">
            <a:extLst>
              <a:ext uri="{FF2B5EF4-FFF2-40B4-BE49-F238E27FC236}">
                <a16:creationId xmlns:a16="http://schemas.microsoft.com/office/drawing/2014/main" id="{1DB67F50-B209-813A-55E2-A45CCD6BCAE1}"/>
              </a:ext>
            </a:extLst>
          </p:cNvPr>
          <p:cNvSpPr>
            <a:spLocks noGrp="1"/>
          </p:cNvSpPr>
          <p:nvPr>
            <p:ph type="pic" idx="3"/>
          </p:nvPr>
        </p:nvSpPr>
        <p:spPr>
          <a:xfrm>
            <a:off x="4746625" y="2079624"/>
            <a:ext cx="2698749" cy="269874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12" name="Google Shape;121;p35">
            <a:extLst>
              <a:ext uri="{FF2B5EF4-FFF2-40B4-BE49-F238E27FC236}">
                <a16:creationId xmlns:a16="http://schemas.microsoft.com/office/drawing/2014/main" id="{2EA4C09F-A3D0-2FDF-C8EF-EDEF2FCF78CE}"/>
              </a:ext>
            </a:extLst>
          </p:cNvPr>
          <p:cNvSpPr>
            <a:spLocks noGrp="1"/>
          </p:cNvSpPr>
          <p:nvPr>
            <p:ph type="pic" idx="9"/>
          </p:nvPr>
        </p:nvSpPr>
        <p:spPr>
          <a:xfrm>
            <a:off x="8655051" y="2079623"/>
            <a:ext cx="2698749" cy="269874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a:p>
        </p:txBody>
      </p:sp>
      <p:sp>
        <p:nvSpPr>
          <p:cNvPr id="6" name="Slide Number Placeholder 5">
            <a:extLst>
              <a:ext uri="{FF2B5EF4-FFF2-40B4-BE49-F238E27FC236}">
                <a16:creationId xmlns:a16="http://schemas.microsoft.com/office/drawing/2014/main" id="{A50CC5C1-4287-4FC9-8450-3D86D951FE12}"/>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5" name="Footer Placeholder 8">
            <a:extLst>
              <a:ext uri="{FF2B5EF4-FFF2-40B4-BE49-F238E27FC236}">
                <a16:creationId xmlns:a16="http://schemas.microsoft.com/office/drawing/2014/main" id="{F95AF122-27C1-57B4-2A7C-54A134842A05}"/>
              </a:ext>
            </a:extLst>
          </p:cNvPr>
          <p:cNvSpPr>
            <a:spLocks noGrp="1"/>
          </p:cNvSpPr>
          <p:nvPr>
            <p:ph type="ftr" sz="quarter" idx="10"/>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16411214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squared pictures coloure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p:txBody>
          <a:bodyPr>
            <a:noAutofit/>
          </a:bodyPr>
          <a:lstStyle>
            <a:lvl1pPr>
              <a:defRPr>
                <a:solidFill>
                  <a:schemeClr val="tx1"/>
                </a:solidFill>
              </a:defRPr>
            </a:lvl1pPr>
          </a:lstStyle>
          <a:p>
            <a:r>
              <a:rPr lang="en-US"/>
              <a:t>Click to edit Master title style</a:t>
            </a:r>
            <a:endParaRPr lang="en-IE"/>
          </a:p>
        </p:txBody>
      </p:sp>
      <p:sp>
        <p:nvSpPr>
          <p:cNvPr id="8" name="Google Shape;114;p35">
            <a:extLst>
              <a:ext uri="{FF2B5EF4-FFF2-40B4-BE49-F238E27FC236}">
                <a16:creationId xmlns:a16="http://schemas.microsoft.com/office/drawing/2014/main" id="{F38470BA-1066-4059-A16D-B9EE9722C73D}"/>
              </a:ext>
            </a:extLst>
          </p:cNvPr>
          <p:cNvSpPr>
            <a:spLocks noGrp="1"/>
          </p:cNvSpPr>
          <p:nvPr>
            <p:ph type="pic" idx="2"/>
          </p:nvPr>
        </p:nvSpPr>
        <p:spPr>
          <a:xfrm>
            <a:off x="882651" y="2079625"/>
            <a:ext cx="2698749" cy="2698749"/>
          </a:xfrm>
          <a:prstGeom prst="rect">
            <a:avLst/>
          </a:prstGeom>
          <a:solidFill>
            <a:schemeClr val="lt2"/>
          </a:solidFill>
          <a:ln w="57150">
            <a:noFill/>
          </a:ln>
        </p:spPr>
        <p:txBody>
          <a:bodyPr/>
          <a:lstStyle>
            <a:lvl1pPr marL="0" indent="0">
              <a:buNone/>
              <a:defRPr>
                <a:solidFill>
                  <a:schemeClr val="bg2"/>
                </a:solidFill>
              </a:defRPr>
            </a:lvl1pPr>
          </a:lstStyle>
          <a:p>
            <a:r>
              <a:rPr lang="en-US"/>
              <a:t>Click icon to add picture</a:t>
            </a:r>
            <a:endParaRPr lang="en-IE"/>
          </a:p>
        </p:txBody>
      </p:sp>
      <p:sp>
        <p:nvSpPr>
          <p:cNvPr id="10" name="Google Shape;115;p35">
            <a:extLst>
              <a:ext uri="{FF2B5EF4-FFF2-40B4-BE49-F238E27FC236}">
                <a16:creationId xmlns:a16="http://schemas.microsoft.com/office/drawing/2014/main" id="{4C5EDD4B-6148-8C81-CEE4-C4C5BFE4E787}"/>
              </a:ext>
            </a:extLst>
          </p:cNvPr>
          <p:cNvSpPr>
            <a:spLocks noGrp="1"/>
          </p:cNvSpPr>
          <p:nvPr>
            <p:ph type="pic" idx="3"/>
          </p:nvPr>
        </p:nvSpPr>
        <p:spPr>
          <a:xfrm>
            <a:off x="4746625" y="2079624"/>
            <a:ext cx="2698749" cy="2698749"/>
          </a:xfrm>
          <a:prstGeom prst="rect">
            <a:avLst/>
          </a:prstGeom>
          <a:solidFill>
            <a:schemeClr val="lt2"/>
          </a:solidFill>
          <a:ln w="57150">
            <a:noFill/>
          </a:ln>
        </p:spPr>
        <p:txBody>
          <a:bodyPr/>
          <a:lstStyle>
            <a:lvl1pPr marL="0" indent="0">
              <a:buNone/>
              <a:defRPr>
                <a:solidFill>
                  <a:schemeClr val="bg2"/>
                </a:solidFill>
              </a:defRPr>
            </a:lvl1pPr>
          </a:lstStyle>
          <a:p>
            <a:r>
              <a:rPr lang="en-US"/>
              <a:t>Click icon to add picture</a:t>
            </a:r>
            <a:endParaRPr lang="en-IE"/>
          </a:p>
        </p:txBody>
      </p:sp>
      <p:sp>
        <p:nvSpPr>
          <p:cNvPr id="9" name="Google Shape;121;p35">
            <a:extLst>
              <a:ext uri="{FF2B5EF4-FFF2-40B4-BE49-F238E27FC236}">
                <a16:creationId xmlns:a16="http://schemas.microsoft.com/office/drawing/2014/main" id="{85A61031-57E6-E855-38A1-FA502D6C575D}"/>
              </a:ext>
            </a:extLst>
          </p:cNvPr>
          <p:cNvSpPr>
            <a:spLocks noGrp="1"/>
          </p:cNvSpPr>
          <p:nvPr>
            <p:ph type="pic" idx="9"/>
          </p:nvPr>
        </p:nvSpPr>
        <p:spPr>
          <a:xfrm>
            <a:off x="8655051" y="2079623"/>
            <a:ext cx="2698749" cy="2698749"/>
          </a:xfrm>
          <a:prstGeom prst="rect">
            <a:avLst/>
          </a:prstGeom>
          <a:solidFill>
            <a:schemeClr val="lt2"/>
          </a:solidFill>
          <a:ln w="57150">
            <a:noFill/>
          </a:ln>
        </p:spPr>
        <p:txBody>
          <a:bodyPr/>
          <a:lstStyle>
            <a:lvl1pPr marL="0" indent="0">
              <a:buNone/>
              <a:defRPr>
                <a:solidFill>
                  <a:schemeClr val="bg2"/>
                </a:solidFill>
              </a:defRPr>
            </a:lvl1pPr>
          </a:lstStyle>
          <a:p>
            <a:r>
              <a:rPr lang="en-US"/>
              <a:t>Click icon to add picture</a:t>
            </a:r>
            <a:endParaRPr lang="en-IE"/>
          </a:p>
        </p:txBody>
      </p:sp>
      <p:pic>
        <p:nvPicPr>
          <p:cNvPr id="3" name="Picture 2" descr="A blue flag with yellow stars and stripes&#10;&#10;Description automatically generated">
            <a:extLst>
              <a:ext uri="{FF2B5EF4-FFF2-40B4-BE49-F238E27FC236}">
                <a16:creationId xmlns:a16="http://schemas.microsoft.com/office/drawing/2014/main" id="{EC730096-D3D5-78FF-DEE5-BE9525C4DBC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pic>
        <p:nvPicPr>
          <p:cNvPr id="4" name="Picture 3" descr="A blue flag with yellow stars and stripes&#10;&#10;Description automatically generated">
            <a:extLst>
              <a:ext uri="{FF2B5EF4-FFF2-40B4-BE49-F238E27FC236}">
                <a16:creationId xmlns:a16="http://schemas.microsoft.com/office/drawing/2014/main" id="{F9F566B8-5CFB-8DB0-6A67-925C39BEFB8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6" name="Slide Number Placeholder 5">
            <a:extLst>
              <a:ext uri="{FF2B5EF4-FFF2-40B4-BE49-F238E27FC236}">
                <a16:creationId xmlns:a16="http://schemas.microsoft.com/office/drawing/2014/main" id="{C27800A1-1EE4-975A-7B55-1404DB41F071}"/>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5" name="Footer Placeholder 8">
            <a:extLst>
              <a:ext uri="{FF2B5EF4-FFF2-40B4-BE49-F238E27FC236}">
                <a16:creationId xmlns:a16="http://schemas.microsoft.com/office/drawing/2014/main" id="{D39D4F72-AD6A-6B47-A2FF-9CFB1C55FFAF}"/>
              </a:ext>
            </a:extLst>
          </p:cNvPr>
          <p:cNvSpPr>
            <a:spLocks noGrp="1"/>
          </p:cNvSpPr>
          <p:nvPr>
            <p:ph type="ftr" sz="quarter" idx="10"/>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161831734"/>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Last page with credits">
    <p:bg>
      <p:bgPr>
        <a:solidFill>
          <a:schemeClr val="bg2"/>
        </a:solidFill>
        <a:effectLst/>
      </p:bgPr>
    </p:bg>
    <p:spTree>
      <p:nvGrpSpPr>
        <p:cNvPr id="1" name=""/>
        <p:cNvGrpSpPr/>
        <p:nvPr/>
      </p:nvGrpSpPr>
      <p:grpSpPr>
        <a:xfrm>
          <a:off x="0" y="0"/>
          <a:ext cx="0" cy="0"/>
          <a:chOff x="0" y="0"/>
          <a:chExt cx="0" cy="0"/>
        </a:xfrm>
      </p:grpSpPr>
      <p:pic>
        <p:nvPicPr>
          <p:cNvPr id="4" name="Google Shape;444;p20">
            <a:extLst>
              <a:ext uri="{FF2B5EF4-FFF2-40B4-BE49-F238E27FC236}">
                <a16:creationId xmlns:a16="http://schemas.microsoft.com/office/drawing/2014/main" id="{DA7E9652-CF81-1788-7674-E1FA25BFE314}"/>
              </a:ext>
              <a:ext uri="{C183D7F6-B498-43B3-948B-1728B52AA6E4}">
                <adec:decorative xmlns:adec="http://schemas.microsoft.com/office/drawing/2017/decorative" val="1"/>
              </a:ext>
            </a:extLst>
          </p:cNvPr>
          <p:cNvPicPr preferRelativeResize="0"/>
          <p:nvPr/>
        </p:nvPicPr>
        <p:blipFill rotWithShape="1">
          <a:blip r:embed="rId2">
            <a:alphaModFix/>
          </a:blip>
          <a:srcRect/>
          <a:stretch/>
        </p:blipFill>
        <p:spPr>
          <a:xfrm>
            <a:off x="838200" y="3471269"/>
            <a:ext cx="1023496" cy="358097"/>
          </a:xfrm>
          <a:prstGeom prst="rect">
            <a:avLst/>
          </a:prstGeom>
          <a:noFill/>
          <a:ln>
            <a:noFill/>
          </a:ln>
        </p:spPr>
      </p:pic>
      <p:sp>
        <p:nvSpPr>
          <p:cNvPr id="5" name="Text Placeholder 4">
            <a:extLst>
              <a:ext uri="{FF2B5EF4-FFF2-40B4-BE49-F238E27FC236}">
                <a16:creationId xmlns:a16="http://schemas.microsoft.com/office/drawing/2014/main" id="{EA144BEB-A192-AF1A-3CE0-A12C2705D835}"/>
              </a:ext>
            </a:extLst>
          </p:cNvPr>
          <p:cNvSpPr>
            <a:spLocks noGrp="1"/>
          </p:cNvSpPr>
          <p:nvPr>
            <p:ph type="body" sz="quarter" idx="10"/>
          </p:nvPr>
        </p:nvSpPr>
        <p:spPr>
          <a:xfrm>
            <a:off x="838200" y="3996499"/>
            <a:ext cx="10515600" cy="1666875"/>
          </a:xfrm>
        </p:spPr>
        <p:txBody>
          <a:bodyPr>
            <a:noAutofit/>
          </a:bodyPr>
          <a:lstStyle>
            <a:lvl1pPr marL="0" indent="0">
              <a:buNone/>
              <a:defRPr sz="2000">
                <a:solidFill>
                  <a:schemeClr val="tx2"/>
                </a:solidFill>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lvl="0"/>
            <a:r>
              <a:rPr lang="en-US"/>
              <a:t>Click to edit Master text styles</a:t>
            </a:r>
          </a:p>
        </p:txBody>
      </p:sp>
      <p:pic>
        <p:nvPicPr>
          <p:cNvPr id="3" name="Google Shape;444;p20">
            <a:extLst>
              <a:ext uri="{FF2B5EF4-FFF2-40B4-BE49-F238E27FC236}">
                <a16:creationId xmlns:a16="http://schemas.microsoft.com/office/drawing/2014/main" id="{8A55753B-1E31-7005-E76C-7A1B520A3A05}"/>
              </a:ext>
              <a:ext uri="{C183D7F6-B498-43B3-948B-1728B52AA6E4}">
                <adec:decorative xmlns:adec="http://schemas.microsoft.com/office/drawing/2017/decorative" val="1"/>
              </a:ext>
            </a:extLst>
          </p:cNvPr>
          <p:cNvPicPr preferRelativeResize="0"/>
          <p:nvPr userDrawn="1"/>
        </p:nvPicPr>
        <p:blipFill rotWithShape="1">
          <a:blip r:embed="rId2">
            <a:alphaModFix/>
          </a:blip>
          <a:srcRect/>
          <a:stretch/>
        </p:blipFill>
        <p:spPr>
          <a:xfrm>
            <a:off x="838200" y="3471269"/>
            <a:ext cx="1023496" cy="358097"/>
          </a:xfrm>
          <a:prstGeom prst="rect">
            <a:avLst/>
          </a:prstGeom>
          <a:noFill/>
          <a:ln>
            <a:noFill/>
          </a:ln>
        </p:spPr>
      </p:pic>
      <p:pic>
        <p:nvPicPr>
          <p:cNvPr id="6" name="Picture 5">
            <a:extLst>
              <a:ext uri="{FF2B5EF4-FFF2-40B4-BE49-F238E27FC236}">
                <a16:creationId xmlns:a16="http://schemas.microsoft.com/office/drawing/2014/main" id="{F0FE782E-88D7-720D-47B0-E5C4BDBFE050}"/>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spTree>
    <p:extLst>
      <p:ext uri="{BB962C8B-B14F-4D97-AF65-F5344CB8AC3E}">
        <p14:creationId xmlns:p14="http://schemas.microsoft.com/office/powerpoint/2010/main" val="397311641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F0FE374-A678-A684-FA4B-26330CF65FB3}"/>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a:p>
        </p:txBody>
      </p:sp>
      <p:sp>
        <p:nvSpPr>
          <p:cNvPr id="2" name="Title Placeholder 1">
            <a:extLst>
              <a:ext uri="{FF2B5EF4-FFF2-40B4-BE49-F238E27FC236}">
                <a16:creationId xmlns:a16="http://schemas.microsoft.com/office/drawing/2014/main" id="{2D4A1E0C-386D-FF7A-6872-1942CD433577}"/>
              </a:ext>
            </a:extLst>
          </p:cNvPr>
          <p:cNvSpPr>
            <a:spLocks noGrp="1" noRot="1" noMove="1" noResize="1" noEditPoints="1" noAdjustHandles="1" noChangeArrowheads="1" noChangeShapeType="1"/>
          </p:cNvSpPr>
          <p:nvPr>
            <p:ph type="title"/>
          </p:nvPr>
        </p:nvSpPr>
        <p:spPr>
          <a:xfrm>
            <a:off x="838200" y="365126"/>
            <a:ext cx="10515600" cy="816904"/>
          </a:xfrm>
          <a:prstGeom prst="rect">
            <a:avLst/>
          </a:prstGeom>
        </p:spPr>
        <p:txBody>
          <a:bodyPr vert="horz" lIns="91440" tIns="45720" rIns="91440" bIns="45720" rtlCol="0" anchor="ctr">
            <a:no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30EE66B9-5E84-94E6-4EDD-A9E25FB078A4}"/>
              </a:ext>
            </a:extLst>
          </p:cNvPr>
          <p:cNvSpPr>
            <a:spLocks noGrp="1"/>
          </p:cNvSpPr>
          <p:nvPr>
            <p:ph type="body" idx="1"/>
          </p:nvPr>
        </p:nvSpPr>
        <p:spPr>
          <a:xfrm>
            <a:off x="838200" y="1825625"/>
            <a:ext cx="10515600" cy="3942619"/>
          </a:xfrm>
          <a:prstGeom prst="rect">
            <a:avLst/>
          </a:prstGeom>
        </p:spPr>
        <p:txBody>
          <a:bodyPr vert="horz" lIns="144000" tIns="144000" rIns="144000" bIns="144000" rtlCol="0">
            <a:noAutofit/>
          </a:bodyPr>
          <a:lstStyle/>
          <a:p>
            <a:pPr lvl="0"/>
            <a:r>
              <a:rPr lang="en-US"/>
              <a:t>Click to edit Master text styles</a:t>
            </a:r>
          </a:p>
          <a:p>
            <a:pPr lvl="1"/>
            <a:endParaRPr lang="en-US"/>
          </a:p>
          <a:p>
            <a:pPr lvl="1"/>
            <a:endParaRPr lang="en-US"/>
          </a:p>
          <a:p>
            <a:pPr lvl="1"/>
            <a:endParaRPr lang="en-US"/>
          </a:p>
          <a:p>
            <a:pPr lvl="0"/>
            <a:endParaRPr lang="en-US"/>
          </a:p>
          <a:p>
            <a:pPr lvl="1"/>
            <a:endParaRPr lang="en-US"/>
          </a:p>
        </p:txBody>
      </p:sp>
      <p:pic>
        <p:nvPicPr>
          <p:cNvPr id="7" name="Picture 6">
            <a:extLst>
              <a:ext uri="{FF2B5EF4-FFF2-40B4-BE49-F238E27FC236}">
                <a16:creationId xmlns:a16="http://schemas.microsoft.com/office/drawing/2014/main" id="{9F653097-A9FD-84E7-4EFA-47C8DA485037}"/>
              </a:ext>
              <a:ext uri="{C183D7F6-B498-43B3-948B-1728B52AA6E4}">
                <adec:decorative xmlns:adec="http://schemas.microsoft.com/office/drawing/2017/decorative" val="1"/>
              </a:ext>
            </a:extLst>
          </p:cNvPr>
          <p:cNvPicPr>
            <a:picLocks noChangeAspect="1"/>
          </p:cNvPicPr>
          <p:nvPr/>
        </p:nvPicPr>
        <p:blipFill>
          <a:blip r:embed="rId40"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pic>
        <p:nvPicPr>
          <p:cNvPr id="5" name="Picture 4" descr="A close-up of a line&#10;&#10;Description automatically generated" hidden="1">
            <a:extLst>
              <a:ext uri="{FF2B5EF4-FFF2-40B4-BE49-F238E27FC236}">
                <a16:creationId xmlns:a16="http://schemas.microsoft.com/office/drawing/2014/main" id="{CE57FDCE-6642-0FA5-3739-FA81457769C2}"/>
              </a:ext>
            </a:extLst>
          </p:cNvPr>
          <p:cNvPicPr>
            <a:picLocks noGrp="1" noRot="1" noChangeAspect="1" noMove="1" noResize="1" noEditPoints="1" noAdjustHandles="1" noChangeArrowheads="1" noChangeShapeType="1" noCrop="1"/>
          </p:cNvPicPr>
          <p:nvPr/>
        </p:nvPicPr>
        <p:blipFill>
          <a:blip r:embed="rId41" cstate="print">
            <a:alphaModFix amt="2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7D640C55-B1A0-5DE0-B0E4-F05DE5506E17}"/>
              </a:ext>
              <a:ext uri="{C183D7F6-B498-43B3-948B-1728B52AA6E4}">
                <adec:decorative xmlns:adec="http://schemas.microsoft.com/office/drawing/2017/decorative" val="1"/>
              </a:ext>
            </a:extLst>
          </p:cNvPr>
          <p:cNvPicPr>
            <a:picLocks noChangeAspect="1"/>
          </p:cNvPicPr>
          <p:nvPr userDrawn="1"/>
        </p:nvPicPr>
        <p:blipFill>
          <a:blip r:embed="rId40"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pic>
        <p:nvPicPr>
          <p:cNvPr id="8" name="Picture 7" descr="A close-up of a line&#10;&#10;Description automatically generated" hidden="1">
            <a:extLst>
              <a:ext uri="{FF2B5EF4-FFF2-40B4-BE49-F238E27FC236}">
                <a16:creationId xmlns:a16="http://schemas.microsoft.com/office/drawing/2014/main" id="{A12B438D-C839-BF7B-253A-401802D9F2AC}"/>
              </a:ext>
            </a:extLst>
          </p:cNvPr>
          <p:cNvPicPr/>
          <p:nvPr userDrawn="1"/>
        </p:nvPicPr>
        <p:blipFill>
          <a:blip r:embed="rId41" cstate="print">
            <a:alphaModFix amt="2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9" name="Footer Placeholder 8">
            <a:extLst>
              <a:ext uri="{FF2B5EF4-FFF2-40B4-BE49-F238E27FC236}">
                <a16:creationId xmlns:a16="http://schemas.microsoft.com/office/drawing/2014/main" id="{2756ABFE-DCB4-5FCC-525D-A462F5BB02E5}"/>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a:p>
        </p:txBody>
      </p:sp>
    </p:spTree>
    <p:extLst>
      <p:ext uri="{BB962C8B-B14F-4D97-AF65-F5344CB8AC3E}">
        <p14:creationId xmlns:p14="http://schemas.microsoft.com/office/powerpoint/2010/main" val="5878746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Lst>
  <p:hf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slideLayout" Target="../slideLayouts/slideLayout9.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chart" Target="../charts/chart1.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image" Target="../media/image10.emf"/><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oleObject" Target="../embeddings/oleObject1.bin"/><Relationship Id="rId30"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hyperlink" Target="https://europa.eu/eurobarometer/surveys/detail/3472" TargetMode="Externa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33B26-7353-8821-9262-5570FE018C74}"/>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83E46901-FDDD-D823-06C8-F40B1F58D6F2}"/>
              </a:ext>
            </a:extLst>
          </p:cNvPr>
          <p:cNvSpPr>
            <a:spLocks noGrp="1"/>
          </p:cNvSpPr>
          <p:nvPr>
            <p:ph sz="half" idx="10"/>
          </p:nvPr>
        </p:nvSpPr>
        <p:spPr>
          <a:xfrm>
            <a:off x="4568465" y="1989055"/>
            <a:ext cx="3055070" cy="3299381"/>
          </a:xfrm>
        </p:spPr>
        <p:txBody>
          <a:bodyPr vert="horz" lIns="144000" tIns="144000" rIns="144000" bIns="144000" rtlCol="0">
            <a:normAutofit/>
          </a:bodyPr>
          <a:lstStyle/>
          <a:p>
            <a:pPr fontAlgn="base"/>
            <a:r>
              <a:rPr lang="en-US" kern="1200">
                <a:latin typeface="+mn-lt"/>
                <a:ea typeface="+mn-ea"/>
                <a:cs typeface="+mn-cs"/>
              </a:rPr>
              <a:t>​</a:t>
            </a:r>
          </a:p>
          <a:p>
            <a:pPr fontAlgn="base"/>
            <a:endParaRPr lang="en-US" kern="1200">
              <a:latin typeface="+mn-lt"/>
              <a:ea typeface="+mn-ea"/>
              <a:cs typeface="+mn-cs"/>
            </a:endParaRPr>
          </a:p>
          <a:p>
            <a:pPr fontAlgn="base"/>
            <a:endParaRPr lang="en-US" kern="1200">
              <a:latin typeface="+mn-lt"/>
              <a:ea typeface="+mn-ea"/>
              <a:cs typeface="+mn-cs"/>
            </a:endParaRPr>
          </a:p>
        </p:txBody>
      </p:sp>
      <p:sp>
        <p:nvSpPr>
          <p:cNvPr id="3" name="Slide Number Placeholder 2">
            <a:extLst>
              <a:ext uri="{FF2B5EF4-FFF2-40B4-BE49-F238E27FC236}">
                <a16:creationId xmlns:a16="http://schemas.microsoft.com/office/drawing/2014/main" id="{46A1FEDC-2AFD-B515-6CF5-2BE8024E1DB5}"/>
              </a:ext>
            </a:extLst>
          </p:cNvPr>
          <p:cNvSpPr>
            <a:spLocks noGrp="1"/>
          </p:cNvSpPr>
          <p:nvPr>
            <p:ph type="sldNum" sz="quarter" idx="4"/>
          </p:nvPr>
        </p:nvSpPr>
        <p:spPr>
          <a:xfrm>
            <a:off x="376188" y="6282069"/>
            <a:ext cx="2743200" cy="365125"/>
          </a:xfrm>
        </p:spPr>
        <p:txBody>
          <a:bodyPr vert="horz" lIns="91440" tIns="45720" rIns="91440" bIns="45720" rtlCol="0" anchor="b">
            <a:normAutofit/>
          </a:bodyPr>
          <a:lstStyle/>
          <a:p>
            <a:pPr algn="l">
              <a:spcAft>
                <a:spcPts val="600"/>
              </a:spcAft>
            </a:pPr>
            <a:fld id="{768364BB-9B21-4D29-A19C-C6410F652861}" type="slidenum">
              <a:rPr lang="en-IE" smtClean="0"/>
              <a:pPr algn="l">
                <a:spcAft>
                  <a:spcPts val="600"/>
                </a:spcAft>
              </a:pPr>
              <a:t>1</a:t>
            </a:fld>
            <a:endParaRPr lang="en-IE"/>
          </a:p>
        </p:txBody>
      </p:sp>
      <p:sp>
        <p:nvSpPr>
          <p:cNvPr id="7" name="TextBox 6">
            <a:extLst>
              <a:ext uri="{FF2B5EF4-FFF2-40B4-BE49-F238E27FC236}">
                <a16:creationId xmlns:a16="http://schemas.microsoft.com/office/drawing/2014/main" id="{143DF491-12F8-71DA-567E-A1E1EBDF9A60}"/>
              </a:ext>
            </a:extLst>
          </p:cNvPr>
          <p:cNvSpPr txBox="1"/>
          <p:nvPr/>
        </p:nvSpPr>
        <p:spPr>
          <a:xfrm>
            <a:off x="1524000" y="914175"/>
            <a:ext cx="9531928" cy="4440896"/>
          </a:xfrm>
          <a:prstGeom prst="rect">
            <a:avLst/>
          </a:prstGeom>
          <a:noFill/>
        </p:spPr>
        <p:txBody>
          <a:bodyPr wrap="square">
            <a:spAutoFit/>
          </a:bodyPr>
          <a:lstStyle/>
          <a:p>
            <a:pPr>
              <a:lnSpc>
                <a:spcPct val="115000"/>
              </a:lnSpc>
              <a:spcAft>
                <a:spcPts val="800"/>
              </a:spcAft>
              <a:buNone/>
            </a:pPr>
            <a:r>
              <a:rPr lang="en-IE" sz="3000" b="1" kern="100" dirty="0">
                <a:solidFill>
                  <a:schemeClr val="tx2"/>
                </a:solidFill>
                <a:effectLst/>
                <a:ea typeface="Aptos" panose="020B0004020202020204" pitchFamily="34" charset="0"/>
                <a:cs typeface="Times New Roman" panose="02020603050405020304" pitchFamily="18" charset="0"/>
              </a:rPr>
              <a:t>European Council Conclusions March 2026</a:t>
            </a:r>
            <a:endParaRPr lang="et-EE" sz="3000" b="1" kern="100" dirty="0">
              <a:solidFill>
                <a:schemeClr val="tx2"/>
              </a:solidFill>
              <a:effectLst/>
              <a:ea typeface="Aptos" panose="020B0004020202020204" pitchFamily="34" charset="0"/>
              <a:cs typeface="Times New Roman" panose="02020603050405020304" pitchFamily="18" charset="0"/>
            </a:endParaRPr>
          </a:p>
          <a:p>
            <a:pPr>
              <a:lnSpc>
                <a:spcPct val="115000"/>
              </a:lnSpc>
              <a:spcAft>
                <a:spcPts val="800"/>
              </a:spcAft>
              <a:buNone/>
            </a:pPr>
            <a:endParaRPr lang="en-IE" sz="3000" kern="100" dirty="0">
              <a:solidFill>
                <a:schemeClr val="tx2"/>
              </a:solidFill>
              <a:effectLst/>
              <a:ea typeface="Aptos" panose="020B0004020202020204" pitchFamily="34" charset="0"/>
              <a:cs typeface="Times New Roman" panose="02020603050405020304" pitchFamily="18" charset="0"/>
            </a:endParaRPr>
          </a:p>
          <a:p>
            <a:pPr>
              <a:lnSpc>
                <a:spcPct val="115000"/>
              </a:lnSpc>
              <a:spcAft>
                <a:spcPts val="800"/>
              </a:spcAft>
              <a:buNone/>
            </a:pPr>
            <a:r>
              <a:rPr lang="en-IE" sz="2200" kern="100" dirty="0">
                <a:effectLst/>
                <a:ea typeface="Aptos" panose="020B0004020202020204" pitchFamily="34" charset="0"/>
                <a:cs typeface="Times New Roman" panose="02020603050405020304" pitchFamily="18" charset="0"/>
              </a:rPr>
              <a:t>[…] The recent spikes in the prices of imported fossil fuels demonstrate that the energy transition remains the most effective strategy for achieving Europe’s strategic autonomy, strengthening resilience, structurally lowering energy prices, and delivering the clean, abundant and homegrown energy needed to power the economy of the future. Accelerating the deployment and integration of renewable and low-carbon energy sources and energy storage is essential to reduce dependence on volatile fossil fuel markets and enhance security of supply. […]</a:t>
            </a:r>
          </a:p>
        </p:txBody>
      </p:sp>
    </p:spTree>
    <p:extLst>
      <p:ext uri="{BB962C8B-B14F-4D97-AF65-F5344CB8AC3E}">
        <p14:creationId xmlns:p14="http://schemas.microsoft.com/office/powerpoint/2010/main" val="1510388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5C308-41F5-B956-C174-A71C974C1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957B54-0294-A84A-15B6-164617D003F2}"/>
              </a:ext>
            </a:extLst>
          </p:cNvPr>
          <p:cNvSpPr>
            <a:spLocks noGrp="1"/>
          </p:cNvSpPr>
          <p:nvPr>
            <p:ph type="title"/>
          </p:nvPr>
        </p:nvSpPr>
        <p:spPr>
          <a:xfrm>
            <a:off x="838200" y="365126"/>
            <a:ext cx="10515600" cy="816904"/>
          </a:xfrm>
        </p:spPr>
        <p:txBody>
          <a:bodyPr vert="horz" lIns="91440" tIns="45720" rIns="91440" bIns="45720" rtlCol="0" anchor="ctr">
            <a:normAutofit/>
          </a:bodyPr>
          <a:lstStyle/>
          <a:p>
            <a:r>
              <a:rPr lang="et-EE" sz="3200" b="1" dirty="0"/>
              <a:t>The </a:t>
            </a:r>
            <a:r>
              <a:rPr lang="et-EE" sz="3200" b="1" dirty="0" err="1"/>
              <a:t>price</a:t>
            </a:r>
            <a:r>
              <a:rPr lang="et-EE" sz="3200" b="1" dirty="0"/>
              <a:t> of </a:t>
            </a:r>
            <a:r>
              <a:rPr lang="et-EE" sz="3200" b="1" dirty="0" err="1"/>
              <a:t>EU’s</a:t>
            </a:r>
            <a:r>
              <a:rPr lang="et-EE" sz="3200" b="1" dirty="0"/>
              <a:t> </a:t>
            </a:r>
            <a:r>
              <a:rPr lang="et-EE" sz="3200" b="1" dirty="0" err="1"/>
              <a:t>fossil</a:t>
            </a:r>
            <a:r>
              <a:rPr lang="et-EE" sz="3200" b="1" dirty="0"/>
              <a:t> </a:t>
            </a:r>
            <a:r>
              <a:rPr lang="et-EE" sz="3200" b="1" dirty="0" err="1"/>
              <a:t>fuel</a:t>
            </a:r>
            <a:r>
              <a:rPr lang="et-EE" sz="3200" b="1" dirty="0"/>
              <a:t> </a:t>
            </a:r>
            <a:r>
              <a:rPr lang="et-EE" sz="3200" b="1" dirty="0" err="1"/>
              <a:t>dependence</a:t>
            </a:r>
            <a:endParaRPr lang="en-IE" sz="3200" b="1" dirty="0"/>
          </a:p>
        </p:txBody>
      </p:sp>
      <p:sp>
        <p:nvSpPr>
          <p:cNvPr id="12" name="Content Placeholder 11">
            <a:extLst>
              <a:ext uri="{FF2B5EF4-FFF2-40B4-BE49-F238E27FC236}">
                <a16:creationId xmlns:a16="http://schemas.microsoft.com/office/drawing/2014/main" id="{80DA764D-2C70-8F6D-E18F-F0B21FDD27F7}"/>
              </a:ext>
            </a:extLst>
          </p:cNvPr>
          <p:cNvSpPr>
            <a:spLocks noGrp="1"/>
          </p:cNvSpPr>
          <p:nvPr>
            <p:ph sz="half" idx="10"/>
          </p:nvPr>
        </p:nvSpPr>
        <p:spPr>
          <a:xfrm>
            <a:off x="4568465" y="1989055"/>
            <a:ext cx="3055070" cy="3299381"/>
          </a:xfrm>
        </p:spPr>
        <p:txBody>
          <a:bodyPr vert="horz" lIns="144000" tIns="144000" rIns="144000" bIns="144000" rtlCol="0">
            <a:normAutofit/>
          </a:bodyPr>
          <a:lstStyle/>
          <a:p>
            <a:pPr fontAlgn="base"/>
            <a:r>
              <a:rPr lang="en-US" kern="1200">
                <a:latin typeface="+mn-lt"/>
                <a:ea typeface="+mn-ea"/>
                <a:cs typeface="+mn-cs"/>
              </a:rPr>
              <a:t>​</a:t>
            </a:r>
          </a:p>
          <a:p>
            <a:pPr fontAlgn="base"/>
            <a:endParaRPr lang="en-US" kern="1200">
              <a:latin typeface="+mn-lt"/>
              <a:ea typeface="+mn-ea"/>
              <a:cs typeface="+mn-cs"/>
            </a:endParaRPr>
          </a:p>
          <a:p>
            <a:pPr fontAlgn="base"/>
            <a:endParaRPr lang="en-US" kern="1200">
              <a:latin typeface="+mn-lt"/>
              <a:ea typeface="+mn-ea"/>
              <a:cs typeface="+mn-cs"/>
            </a:endParaRPr>
          </a:p>
        </p:txBody>
      </p:sp>
      <p:sp>
        <p:nvSpPr>
          <p:cNvPr id="3" name="Slide Number Placeholder 2">
            <a:extLst>
              <a:ext uri="{FF2B5EF4-FFF2-40B4-BE49-F238E27FC236}">
                <a16:creationId xmlns:a16="http://schemas.microsoft.com/office/drawing/2014/main" id="{7D5F88E7-C4B7-359F-3D24-98BE2E391F1F}"/>
              </a:ext>
            </a:extLst>
          </p:cNvPr>
          <p:cNvSpPr>
            <a:spLocks noGrp="1"/>
          </p:cNvSpPr>
          <p:nvPr>
            <p:ph type="sldNum" sz="quarter" idx="4"/>
          </p:nvPr>
        </p:nvSpPr>
        <p:spPr>
          <a:xfrm>
            <a:off x="376188" y="6282069"/>
            <a:ext cx="2743200" cy="365125"/>
          </a:xfrm>
        </p:spPr>
        <p:txBody>
          <a:bodyPr vert="horz" lIns="91440" tIns="45720" rIns="91440" bIns="45720" rtlCol="0" anchor="b">
            <a:normAutofit/>
          </a:bodyPr>
          <a:lstStyle/>
          <a:p>
            <a:pPr algn="l">
              <a:spcAft>
                <a:spcPts val="600"/>
              </a:spcAft>
            </a:pPr>
            <a:fld id="{768364BB-9B21-4D29-A19C-C6410F652861}" type="slidenum">
              <a:rPr lang="en-IE" smtClean="0"/>
              <a:pPr algn="l">
                <a:spcAft>
                  <a:spcPts val="600"/>
                </a:spcAft>
              </a:pPr>
              <a:t>2</a:t>
            </a:fld>
            <a:endParaRPr lang="en-IE"/>
          </a:p>
        </p:txBody>
      </p:sp>
      <p:sp>
        <p:nvSpPr>
          <p:cNvPr id="4" name="Content Placeholder 2">
            <a:extLst>
              <a:ext uri="{FF2B5EF4-FFF2-40B4-BE49-F238E27FC236}">
                <a16:creationId xmlns:a16="http://schemas.microsoft.com/office/drawing/2014/main" id="{871BCB53-68C6-24A2-FDAE-CEC96250C814}"/>
              </a:ext>
            </a:extLst>
          </p:cNvPr>
          <p:cNvSpPr txBox="1">
            <a:spLocks/>
          </p:cNvSpPr>
          <p:nvPr/>
        </p:nvSpPr>
        <p:spPr>
          <a:xfrm>
            <a:off x="511538" y="1322193"/>
            <a:ext cx="11168923" cy="4959876"/>
          </a:xfrm>
          <a:prstGeom prst="rect">
            <a:avLst/>
          </a:prstGeom>
          <a:noFill/>
        </p:spPr>
        <p:txBody>
          <a:bodyPr vert="horz" lIns="144000" tIns="144000" rIns="144000" bIns="144000" rtlCol="0" anchor="t">
            <a:norm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2000" kern="1200">
                <a:solidFill>
                  <a:schemeClr val="tx1"/>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IE" b="1" dirty="0"/>
          </a:p>
          <a:p>
            <a:pPr marL="342900" indent="-342900">
              <a:buFont typeface="Arial" panose="020B0604020202020204" pitchFamily="34" charset="0"/>
              <a:buChar char="•"/>
            </a:pPr>
            <a:r>
              <a:rPr lang="en-IE" dirty="0"/>
              <a:t>EU still </a:t>
            </a:r>
            <a:r>
              <a:rPr lang="et-EE" dirty="0"/>
              <a:t>sits </a:t>
            </a:r>
            <a:r>
              <a:rPr lang="en-IE" dirty="0"/>
              <a:t>at the mercy of others</a:t>
            </a:r>
            <a:r>
              <a:rPr lang="et-EE" dirty="0"/>
              <a:t>,</a:t>
            </a:r>
            <a:r>
              <a:rPr lang="en-IE" dirty="0"/>
              <a:t> import</a:t>
            </a:r>
            <a:r>
              <a:rPr lang="et-EE" dirty="0" err="1"/>
              <a:t>ing</a:t>
            </a:r>
            <a:r>
              <a:rPr lang="en-IE" dirty="0"/>
              <a:t> around 60% of</a:t>
            </a:r>
            <a:r>
              <a:rPr lang="et-EE" dirty="0"/>
              <a:t> </a:t>
            </a:r>
            <a:r>
              <a:rPr lang="et-EE" dirty="0" err="1"/>
              <a:t>its</a:t>
            </a:r>
            <a:r>
              <a:rPr lang="en-IE" dirty="0"/>
              <a:t> energy — almost all of it fossil fuels. More than 80% of gas. More than 95% of oil. </a:t>
            </a:r>
            <a:endParaRPr lang="et-EE" dirty="0"/>
          </a:p>
          <a:p>
            <a:pPr marL="342900" indent="-342900">
              <a:buFont typeface="Arial" panose="020B0604020202020204" pitchFamily="34" charset="0"/>
              <a:buChar char="•"/>
            </a:pPr>
            <a:endParaRPr lang="et-EE" dirty="0"/>
          </a:p>
          <a:p>
            <a:pPr marL="342900" indent="-342900">
              <a:buFont typeface="Arial" panose="020B0604020202020204" pitchFamily="34" charset="0"/>
              <a:buChar char="•"/>
            </a:pPr>
            <a:r>
              <a:rPr lang="et-EE" dirty="0"/>
              <a:t>The </a:t>
            </a:r>
            <a:r>
              <a:rPr lang="et-EE" dirty="0" err="1"/>
              <a:t>cost</a:t>
            </a:r>
            <a:r>
              <a:rPr lang="et-EE" dirty="0"/>
              <a:t> of </a:t>
            </a:r>
            <a:r>
              <a:rPr lang="et-EE" dirty="0" err="1"/>
              <a:t>most</a:t>
            </a:r>
            <a:r>
              <a:rPr lang="et-EE" dirty="0"/>
              <a:t> </a:t>
            </a:r>
            <a:r>
              <a:rPr lang="et-EE" dirty="0" err="1"/>
              <a:t>recent</a:t>
            </a:r>
            <a:r>
              <a:rPr lang="et-EE" dirty="0"/>
              <a:t> </a:t>
            </a:r>
            <a:r>
              <a:rPr lang="et-EE" dirty="0" err="1"/>
              <a:t>examples</a:t>
            </a:r>
            <a:r>
              <a:rPr lang="et-EE" dirty="0"/>
              <a:t>:</a:t>
            </a:r>
          </a:p>
          <a:p>
            <a:endParaRPr lang="et-EE" dirty="0"/>
          </a:p>
          <a:p>
            <a:pPr marL="1085850" lvl="1" indent="-342900"/>
            <a:r>
              <a:rPr lang="et-EE" sz="2000" dirty="0"/>
              <a:t>2022 </a:t>
            </a:r>
            <a:r>
              <a:rPr lang="et-EE" sz="2000" dirty="0" err="1"/>
              <a:t>Russian</a:t>
            </a:r>
            <a:r>
              <a:rPr lang="et-EE" sz="2000" dirty="0"/>
              <a:t> </a:t>
            </a:r>
            <a:r>
              <a:rPr lang="et-EE" sz="2000" dirty="0" err="1"/>
              <a:t>weaponisation</a:t>
            </a:r>
            <a:r>
              <a:rPr lang="et-EE" sz="2000" dirty="0"/>
              <a:t> of </a:t>
            </a:r>
            <a:r>
              <a:rPr lang="et-EE" sz="2000" dirty="0" err="1"/>
              <a:t>fossil</a:t>
            </a:r>
            <a:r>
              <a:rPr lang="et-EE" sz="2000" dirty="0"/>
              <a:t> </a:t>
            </a:r>
            <a:r>
              <a:rPr lang="et-EE" sz="2000" dirty="0" err="1"/>
              <a:t>fuel</a:t>
            </a:r>
            <a:r>
              <a:rPr lang="et-EE" sz="2000" dirty="0"/>
              <a:t> </a:t>
            </a:r>
            <a:r>
              <a:rPr lang="et-EE" sz="2000" dirty="0" err="1"/>
              <a:t>export</a:t>
            </a:r>
            <a:r>
              <a:rPr lang="et-EE" sz="2000" dirty="0"/>
              <a:t> – „</a:t>
            </a:r>
            <a:r>
              <a:rPr lang="et-EE" sz="2000" dirty="0" err="1"/>
              <a:t>fossilflation</a:t>
            </a:r>
            <a:r>
              <a:rPr lang="et-EE" sz="2000" dirty="0"/>
              <a:t>“. </a:t>
            </a:r>
            <a:r>
              <a:rPr lang="et-EE" sz="2000" dirty="0" err="1"/>
              <a:t>Eurozone</a:t>
            </a:r>
            <a:r>
              <a:rPr lang="et-EE" sz="2000" dirty="0"/>
              <a:t> </a:t>
            </a:r>
            <a:r>
              <a:rPr lang="et-EE" sz="2000" dirty="0" err="1"/>
              <a:t>inflation</a:t>
            </a:r>
            <a:r>
              <a:rPr lang="et-EE" sz="2000" dirty="0"/>
              <a:t> </a:t>
            </a:r>
            <a:r>
              <a:rPr lang="et-EE" sz="2000" dirty="0" err="1"/>
              <a:t>hit</a:t>
            </a:r>
            <a:r>
              <a:rPr lang="et-EE" sz="2000" dirty="0"/>
              <a:t> 10,6%. </a:t>
            </a:r>
            <a:r>
              <a:rPr lang="et-EE" sz="2000" dirty="0" err="1"/>
              <a:t>Annual</a:t>
            </a:r>
            <a:r>
              <a:rPr lang="et-EE" sz="2000" dirty="0"/>
              <a:t> bill </a:t>
            </a:r>
            <a:r>
              <a:rPr lang="et-EE" sz="2000" dirty="0" err="1"/>
              <a:t>for</a:t>
            </a:r>
            <a:r>
              <a:rPr lang="et-EE" sz="2000" dirty="0"/>
              <a:t> </a:t>
            </a:r>
            <a:r>
              <a:rPr lang="et-EE" sz="2000" dirty="0" err="1"/>
              <a:t>fossil</a:t>
            </a:r>
            <a:r>
              <a:rPr lang="et-EE" sz="2000" dirty="0"/>
              <a:t> </a:t>
            </a:r>
            <a:r>
              <a:rPr lang="et-EE" sz="2000" dirty="0" err="1"/>
              <a:t>fuel</a:t>
            </a:r>
            <a:r>
              <a:rPr lang="et-EE" sz="2000" dirty="0"/>
              <a:t> </a:t>
            </a:r>
            <a:r>
              <a:rPr lang="et-EE" sz="2000" dirty="0" err="1"/>
              <a:t>imports</a:t>
            </a:r>
            <a:r>
              <a:rPr lang="et-EE" sz="2000" dirty="0"/>
              <a:t>: 604 </a:t>
            </a:r>
            <a:r>
              <a:rPr lang="et-EE" sz="2000" dirty="0" err="1"/>
              <a:t>bn</a:t>
            </a:r>
            <a:r>
              <a:rPr lang="et-EE" sz="2000" dirty="0"/>
              <a:t> euros (</a:t>
            </a:r>
            <a:r>
              <a:rPr lang="et-EE" sz="2000" i="1" dirty="0"/>
              <a:t>in 2024 - 427 </a:t>
            </a:r>
            <a:r>
              <a:rPr lang="et-EE" sz="2000" i="1" dirty="0" err="1"/>
              <a:t>bn</a:t>
            </a:r>
            <a:r>
              <a:rPr lang="et-EE" sz="2000" dirty="0"/>
              <a:t>).</a:t>
            </a:r>
          </a:p>
          <a:p>
            <a:pPr marL="1085850" lvl="1" indent="-342900"/>
            <a:endParaRPr lang="et-EE" sz="2000" dirty="0"/>
          </a:p>
          <a:p>
            <a:pPr marL="1085850" lvl="1" indent="-342900"/>
            <a:r>
              <a:rPr lang="et-EE" sz="2000" dirty="0"/>
              <a:t>2026 </a:t>
            </a:r>
            <a:r>
              <a:rPr lang="et-EE" sz="2000" dirty="0" err="1"/>
              <a:t>war</a:t>
            </a:r>
            <a:r>
              <a:rPr lang="et-EE" sz="2000" dirty="0"/>
              <a:t> in Iran – 60 </a:t>
            </a:r>
            <a:r>
              <a:rPr lang="et-EE" sz="2000" dirty="0" err="1"/>
              <a:t>days</a:t>
            </a:r>
            <a:r>
              <a:rPr lang="et-EE" sz="2000" dirty="0"/>
              <a:t> of </a:t>
            </a:r>
            <a:r>
              <a:rPr lang="et-EE" sz="2000" dirty="0" err="1"/>
              <a:t>crises</a:t>
            </a:r>
            <a:r>
              <a:rPr lang="et-EE" sz="2000" dirty="0"/>
              <a:t> </a:t>
            </a:r>
            <a:r>
              <a:rPr lang="et-EE" sz="2000" dirty="0" err="1"/>
              <a:t>added</a:t>
            </a:r>
            <a:r>
              <a:rPr lang="et-EE" sz="2000" dirty="0"/>
              <a:t> 27 </a:t>
            </a:r>
            <a:r>
              <a:rPr lang="et-EE" sz="2000" dirty="0" err="1"/>
              <a:t>bn</a:t>
            </a:r>
            <a:r>
              <a:rPr lang="et-EE" sz="2000" dirty="0"/>
              <a:t> to </a:t>
            </a:r>
            <a:r>
              <a:rPr lang="et-EE" sz="2000" dirty="0" err="1"/>
              <a:t>EU’s</a:t>
            </a:r>
            <a:r>
              <a:rPr lang="et-EE" sz="2000" dirty="0"/>
              <a:t> </a:t>
            </a:r>
            <a:r>
              <a:rPr lang="et-EE" sz="2000" dirty="0" err="1"/>
              <a:t>energy</a:t>
            </a:r>
            <a:r>
              <a:rPr lang="et-EE" sz="2000" dirty="0"/>
              <a:t> bill </a:t>
            </a:r>
            <a:r>
              <a:rPr lang="et-EE" sz="2000" dirty="0" err="1"/>
              <a:t>with</a:t>
            </a:r>
            <a:r>
              <a:rPr lang="et-EE" sz="2000" dirty="0"/>
              <a:t> no </a:t>
            </a:r>
            <a:r>
              <a:rPr lang="et-EE" sz="2000" dirty="0" err="1"/>
              <a:t>extra</a:t>
            </a:r>
            <a:r>
              <a:rPr lang="et-EE" sz="2000" dirty="0"/>
              <a:t> </a:t>
            </a:r>
            <a:r>
              <a:rPr lang="et-EE" sz="2000" dirty="0" err="1"/>
              <a:t>unit</a:t>
            </a:r>
            <a:r>
              <a:rPr lang="et-EE" sz="2000" dirty="0"/>
              <a:t> of </a:t>
            </a:r>
            <a:r>
              <a:rPr lang="et-EE" sz="2000" dirty="0" err="1"/>
              <a:t>energy</a:t>
            </a:r>
            <a:r>
              <a:rPr lang="et-EE" sz="2000" dirty="0"/>
              <a:t>. </a:t>
            </a:r>
            <a:endParaRPr lang="en-IE" sz="2000" dirty="0"/>
          </a:p>
        </p:txBody>
      </p:sp>
    </p:spTree>
    <p:extLst>
      <p:ext uri="{BB962C8B-B14F-4D97-AF65-F5344CB8AC3E}">
        <p14:creationId xmlns:p14="http://schemas.microsoft.com/office/powerpoint/2010/main" val="1401397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7926C-6C41-4E48-BCB3-ADF2BAB86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39451-4518-E281-F1E3-CE725177FBFB}"/>
              </a:ext>
            </a:extLst>
          </p:cNvPr>
          <p:cNvSpPr>
            <a:spLocks noGrp="1"/>
          </p:cNvSpPr>
          <p:nvPr>
            <p:ph type="title"/>
          </p:nvPr>
        </p:nvSpPr>
        <p:spPr>
          <a:xfrm>
            <a:off x="838200" y="365126"/>
            <a:ext cx="10515600" cy="816904"/>
          </a:xfrm>
        </p:spPr>
        <p:txBody>
          <a:bodyPr vert="horz" lIns="91440" tIns="45720" rIns="91440" bIns="45720" rtlCol="0" anchor="ctr">
            <a:normAutofit/>
          </a:bodyPr>
          <a:lstStyle/>
          <a:p>
            <a:r>
              <a:rPr lang="et-EE" sz="3200" b="1" dirty="0"/>
              <a:t>2026: </a:t>
            </a:r>
            <a:r>
              <a:rPr lang="et-EE" sz="3200" b="1" dirty="0" err="1"/>
              <a:t>better</a:t>
            </a:r>
            <a:r>
              <a:rPr lang="et-EE" sz="3200" b="1" dirty="0"/>
              <a:t> </a:t>
            </a:r>
            <a:r>
              <a:rPr lang="et-EE" sz="3200" b="1" dirty="0" err="1"/>
              <a:t>prepared</a:t>
            </a:r>
            <a:r>
              <a:rPr lang="et-EE" sz="3200" b="1" dirty="0"/>
              <a:t> </a:t>
            </a:r>
            <a:r>
              <a:rPr lang="et-EE" sz="3200" b="1" dirty="0" err="1"/>
              <a:t>than</a:t>
            </a:r>
            <a:r>
              <a:rPr lang="et-EE" sz="3200" b="1" dirty="0"/>
              <a:t> in 2022</a:t>
            </a:r>
            <a:endParaRPr lang="en-IE" sz="3200" b="1" dirty="0"/>
          </a:p>
        </p:txBody>
      </p:sp>
      <p:pic>
        <p:nvPicPr>
          <p:cNvPr id="5" name="Picture 4">
            <a:extLst>
              <a:ext uri="{FF2B5EF4-FFF2-40B4-BE49-F238E27FC236}">
                <a16:creationId xmlns:a16="http://schemas.microsoft.com/office/drawing/2014/main" id="{AF9DCCC0-FFA4-E880-9833-AF35BAA508F9}"/>
              </a:ext>
            </a:extLst>
          </p:cNvPr>
          <p:cNvPicPr>
            <a:picLocks noChangeAspect="1"/>
          </p:cNvPicPr>
          <p:nvPr/>
        </p:nvPicPr>
        <p:blipFill>
          <a:blip r:embed="rId2"/>
          <a:stretch>
            <a:fillRect/>
          </a:stretch>
        </p:blipFill>
        <p:spPr>
          <a:xfrm>
            <a:off x="376188" y="1468469"/>
            <a:ext cx="11608117" cy="4527160"/>
          </a:xfrm>
          <a:prstGeom prst="rect">
            <a:avLst/>
          </a:prstGeom>
          <a:noFill/>
        </p:spPr>
      </p:pic>
      <p:sp>
        <p:nvSpPr>
          <p:cNvPr id="12" name="Content Placeholder 11">
            <a:extLst>
              <a:ext uri="{FF2B5EF4-FFF2-40B4-BE49-F238E27FC236}">
                <a16:creationId xmlns:a16="http://schemas.microsoft.com/office/drawing/2014/main" id="{D8E6992D-DEBF-DD58-92E8-C07FD51FC86F}"/>
              </a:ext>
            </a:extLst>
          </p:cNvPr>
          <p:cNvSpPr>
            <a:spLocks noGrp="1"/>
          </p:cNvSpPr>
          <p:nvPr>
            <p:ph sz="half" idx="10"/>
          </p:nvPr>
        </p:nvSpPr>
        <p:spPr>
          <a:xfrm>
            <a:off x="4568465" y="1989055"/>
            <a:ext cx="3055070" cy="3299381"/>
          </a:xfrm>
        </p:spPr>
        <p:txBody>
          <a:bodyPr vert="horz" lIns="144000" tIns="144000" rIns="144000" bIns="144000" rtlCol="0">
            <a:normAutofit/>
          </a:bodyPr>
          <a:lstStyle/>
          <a:p>
            <a:pPr fontAlgn="base"/>
            <a:r>
              <a:rPr lang="en-US" kern="1200">
                <a:latin typeface="+mn-lt"/>
                <a:ea typeface="+mn-ea"/>
                <a:cs typeface="+mn-cs"/>
              </a:rPr>
              <a:t>​</a:t>
            </a:r>
          </a:p>
          <a:p>
            <a:pPr fontAlgn="base"/>
            <a:endParaRPr lang="en-US" kern="1200">
              <a:latin typeface="+mn-lt"/>
              <a:ea typeface="+mn-ea"/>
              <a:cs typeface="+mn-cs"/>
            </a:endParaRPr>
          </a:p>
          <a:p>
            <a:pPr fontAlgn="base"/>
            <a:endParaRPr lang="en-US" kern="1200">
              <a:latin typeface="+mn-lt"/>
              <a:ea typeface="+mn-ea"/>
              <a:cs typeface="+mn-cs"/>
            </a:endParaRPr>
          </a:p>
        </p:txBody>
      </p:sp>
      <p:sp>
        <p:nvSpPr>
          <p:cNvPr id="3" name="Slide Number Placeholder 2">
            <a:extLst>
              <a:ext uri="{FF2B5EF4-FFF2-40B4-BE49-F238E27FC236}">
                <a16:creationId xmlns:a16="http://schemas.microsoft.com/office/drawing/2014/main" id="{BF0B11AD-FC49-1BC7-205F-1B2EBEA4B351}"/>
              </a:ext>
            </a:extLst>
          </p:cNvPr>
          <p:cNvSpPr>
            <a:spLocks noGrp="1"/>
          </p:cNvSpPr>
          <p:nvPr>
            <p:ph type="sldNum" sz="quarter" idx="4"/>
          </p:nvPr>
        </p:nvSpPr>
        <p:spPr>
          <a:xfrm>
            <a:off x="376188" y="6282069"/>
            <a:ext cx="2743200" cy="365125"/>
          </a:xfrm>
        </p:spPr>
        <p:txBody>
          <a:bodyPr vert="horz" lIns="91440" tIns="45720" rIns="91440" bIns="45720" rtlCol="0" anchor="b">
            <a:normAutofit/>
          </a:bodyPr>
          <a:lstStyle/>
          <a:p>
            <a:pPr algn="l">
              <a:spcAft>
                <a:spcPts val="600"/>
              </a:spcAft>
            </a:pPr>
            <a:fld id="{768364BB-9B21-4D29-A19C-C6410F652861}" type="slidenum">
              <a:rPr lang="en-IE" smtClean="0"/>
              <a:pPr algn="l">
                <a:spcAft>
                  <a:spcPts val="600"/>
                </a:spcAft>
              </a:pPr>
              <a:t>3</a:t>
            </a:fld>
            <a:endParaRPr lang="en-IE"/>
          </a:p>
        </p:txBody>
      </p:sp>
    </p:spTree>
    <p:extLst>
      <p:ext uri="{BB962C8B-B14F-4D97-AF65-F5344CB8AC3E}">
        <p14:creationId xmlns:p14="http://schemas.microsoft.com/office/powerpoint/2010/main" val="3990662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B0E00-556D-ABAE-8AFA-3536E107E417}"/>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D89995A0-C746-3915-5DFA-EB69F3DA17E4}"/>
              </a:ext>
            </a:extLst>
          </p:cNvPr>
          <p:cNvSpPr>
            <a:spLocks noGrp="1"/>
          </p:cNvSpPr>
          <p:nvPr>
            <p:ph sz="half" idx="1"/>
          </p:nvPr>
        </p:nvSpPr>
        <p:spPr>
          <a:xfrm>
            <a:off x="838199" y="1687318"/>
            <a:ext cx="10475795" cy="4599296"/>
          </a:xfrm>
        </p:spPr>
        <p:txBody>
          <a:bodyPr vert="horz" lIns="144000" tIns="144000" rIns="144000" bIns="144000" rtlCol="0" anchor="t">
            <a:noAutofit/>
          </a:bodyPr>
          <a:lstStyle/>
          <a:p>
            <a:pPr fontAlgn="base"/>
            <a:r>
              <a:rPr lang="en-GB" dirty="0"/>
              <a:t>​</a:t>
            </a:r>
            <a:endParaRPr lang="en-US" dirty="0"/>
          </a:p>
          <a:p>
            <a:pPr fontAlgn="base"/>
            <a:endParaRPr lang="en-US" dirty="0"/>
          </a:p>
          <a:p>
            <a:pPr fontAlgn="base"/>
            <a:endParaRPr lang="en-GB" dirty="0"/>
          </a:p>
        </p:txBody>
      </p:sp>
      <p:sp>
        <p:nvSpPr>
          <p:cNvPr id="3" name="Slide Number Placeholder 2">
            <a:extLst>
              <a:ext uri="{FF2B5EF4-FFF2-40B4-BE49-F238E27FC236}">
                <a16:creationId xmlns:a16="http://schemas.microsoft.com/office/drawing/2014/main" id="{D7F67EE4-501D-8977-FF60-EFFB5CA25CF6}"/>
              </a:ext>
            </a:extLst>
          </p:cNvPr>
          <p:cNvSpPr>
            <a:spLocks noGrp="1"/>
          </p:cNvSpPr>
          <p:nvPr>
            <p:ph type="sldNum" sz="quarter" idx="4"/>
          </p:nvPr>
        </p:nvSpPr>
        <p:spPr/>
        <p:txBody>
          <a:bodyPr/>
          <a:lstStyle/>
          <a:p>
            <a:pPr algn="l"/>
            <a:fld id="{768364BB-9B21-4D29-A19C-C6410F652861}" type="slidenum">
              <a:rPr lang="en-IE" smtClean="0"/>
              <a:pPr algn="l"/>
              <a:t>4</a:t>
            </a:fld>
            <a:endParaRPr lang="en-IE"/>
          </a:p>
        </p:txBody>
      </p:sp>
      <p:sp>
        <p:nvSpPr>
          <p:cNvPr id="2" name="Title 1">
            <a:extLst>
              <a:ext uri="{FF2B5EF4-FFF2-40B4-BE49-F238E27FC236}">
                <a16:creationId xmlns:a16="http://schemas.microsoft.com/office/drawing/2014/main" id="{876CC59C-6E14-E64F-32E6-A4C4B8CFC2ED}"/>
              </a:ext>
            </a:extLst>
          </p:cNvPr>
          <p:cNvSpPr>
            <a:spLocks noGrp="1"/>
          </p:cNvSpPr>
          <p:nvPr>
            <p:ph type="title"/>
          </p:nvPr>
        </p:nvSpPr>
        <p:spPr>
          <a:xfrm>
            <a:off x="838199" y="377887"/>
            <a:ext cx="9951720" cy="1045012"/>
          </a:xfrm>
        </p:spPr>
        <p:txBody>
          <a:bodyPr anchor="ctr">
            <a:normAutofit/>
          </a:bodyPr>
          <a:lstStyle/>
          <a:p>
            <a:r>
              <a:rPr lang="et-EE" sz="3200" b="1" dirty="0"/>
              <a:t>2026: </a:t>
            </a:r>
            <a:r>
              <a:rPr lang="et-EE" sz="3200" b="1" dirty="0" err="1"/>
              <a:t>better</a:t>
            </a:r>
            <a:r>
              <a:rPr lang="et-EE" sz="3200" b="1" dirty="0"/>
              <a:t> </a:t>
            </a:r>
            <a:r>
              <a:rPr lang="et-EE" sz="3200" b="1" dirty="0" err="1"/>
              <a:t>prepared</a:t>
            </a:r>
            <a:r>
              <a:rPr lang="et-EE" sz="3200" b="1" dirty="0"/>
              <a:t> </a:t>
            </a:r>
            <a:r>
              <a:rPr lang="et-EE" sz="3200" b="1" dirty="0" err="1"/>
              <a:t>than</a:t>
            </a:r>
            <a:r>
              <a:rPr lang="et-EE" sz="3200" b="1" dirty="0"/>
              <a:t> in 2022 (2)</a:t>
            </a:r>
            <a:endParaRPr lang="en-IE" sz="3200" b="1" dirty="0"/>
          </a:p>
        </p:txBody>
      </p:sp>
      <p:sp>
        <p:nvSpPr>
          <p:cNvPr id="4" name="Content Placeholder 2">
            <a:extLst>
              <a:ext uri="{FF2B5EF4-FFF2-40B4-BE49-F238E27FC236}">
                <a16:creationId xmlns:a16="http://schemas.microsoft.com/office/drawing/2014/main" id="{30EF751E-868E-20E3-C7D5-762CB0488E97}"/>
              </a:ext>
            </a:extLst>
          </p:cNvPr>
          <p:cNvSpPr txBox="1">
            <a:spLocks/>
          </p:cNvSpPr>
          <p:nvPr/>
        </p:nvSpPr>
        <p:spPr>
          <a:xfrm>
            <a:off x="543450" y="1687318"/>
            <a:ext cx="11168923" cy="4959876"/>
          </a:xfrm>
          <a:prstGeom prst="rect">
            <a:avLst/>
          </a:prstGeom>
          <a:noFill/>
        </p:spPr>
        <p:txBody>
          <a:bodyPr vert="horz" lIns="144000" tIns="144000" rIns="144000" bIns="144000" rtlCol="0" anchor="t">
            <a:norm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2000" kern="1200">
                <a:solidFill>
                  <a:schemeClr val="tx1"/>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IE" b="1" dirty="0"/>
          </a:p>
          <a:p>
            <a:pPr marL="342900" lvl="0" indent="-342900">
              <a:buFont typeface="Arial" panose="020B0604020202020204" pitchFamily="34" charset="0"/>
              <a:buChar char="•"/>
            </a:pPr>
            <a:r>
              <a:rPr lang="en-IE" dirty="0"/>
              <a:t>In 2025, renewables </a:t>
            </a:r>
            <a:r>
              <a:rPr lang="en-IE" dirty="0" err="1"/>
              <a:t>supplie</a:t>
            </a:r>
            <a:r>
              <a:rPr lang="et-EE" dirty="0"/>
              <a:t>d</a:t>
            </a:r>
            <a:r>
              <a:rPr lang="en-IE" dirty="0"/>
              <a:t> 47.3% of EU electricity — driven by wind, and increasingly solar. </a:t>
            </a:r>
          </a:p>
          <a:p>
            <a:pPr marL="342900" indent="-342900">
              <a:buFont typeface="Arial" panose="020B0604020202020204" pitchFamily="34" charset="0"/>
              <a:buChar char="•"/>
            </a:pPr>
            <a:endParaRPr lang="en-IE" dirty="0"/>
          </a:p>
          <a:p>
            <a:pPr marL="342900" lvl="0" indent="-342900">
              <a:buFont typeface="Arial" panose="020B0604020202020204" pitchFamily="34" charset="0"/>
              <a:buChar char="•"/>
            </a:pPr>
            <a:r>
              <a:rPr lang="en-IE" dirty="0"/>
              <a:t>IEA estimates</a:t>
            </a:r>
            <a:r>
              <a:rPr lang="et-EE" dirty="0"/>
              <a:t>: </a:t>
            </a:r>
            <a:r>
              <a:rPr lang="et-EE" dirty="0" err="1"/>
              <a:t>the</a:t>
            </a:r>
            <a:r>
              <a:rPr lang="en-IE" dirty="0"/>
              <a:t> EU saved €51.4 billion in 2025 through lower fossil fuel imports. </a:t>
            </a:r>
          </a:p>
          <a:p>
            <a:r>
              <a:rPr lang="en-IE" dirty="0"/>
              <a:t> </a:t>
            </a:r>
          </a:p>
          <a:p>
            <a:pPr marL="342900" lvl="0" indent="-342900">
              <a:buFont typeface="Arial" panose="020B0604020202020204" pitchFamily="34" charset="0"/>
              <a:buChar char="•"/>
            </a:pPr>
            <a:r>
              <a:rPr lang="en-IE" dirty="0"/>
              <a:t>Since </a:t>
            </a:r>
            <a:r>
              <a:rPr lang="et-EE" dirty="0" err="1"/>
              <a:t>war</a:t>
            </a:r>
            <a:r>
              <a:rPr lang="et-EE" dirty="0"/>
              <a:t> in Iran</a:t>
            </a:r>
            <a:r>
              <a:rPr lang="en-IE" dirty="0"/>
              <a:t>, EU solar alone has saved €110 million every single day in avoided gas. </a:t>
            </a:r>
          </a:p>
          <a:p>
            <a:r>
              <a:rPr lang="en-IE" dirty="0"/>
              <a:t> </a:t>
            </a:r>
          </a:p>
          <a:p>
            <a:pPr marL="342900" lvl="0" indent="-342900">
              <a:buFont typeface="Arial" panose="020B0604020202020204" pitchFamily="34" charset="0"/>
              <a:buChar char="•"/>
            </a:pPr>
            <a:r>
              <a:rPr lang="en-IE" dirty="0"/>
              <a:t>Energy efficiency </a:t>
            </a:r>
            <a:r>
              <a:rPr lang="et-EE" dirty="0" err="1"/>
              <a:t>gains</a:t>
            </a:r>
            <a:r>
              <a:rPr lang="et-EE" dirty="0"/>
              <a:t>, </a:t>
            </a:r>
            <a:r>
              <a:rPr lang="et-EE" dirty="0" err="1"/>
              <a:t>from</a:t>
            </a:r>
            <a:r>
              <a:rPr lang="et-EE" dirty="0"/>
              <a:t> </a:t>
            </a:r>
            <a:r>
              <a:rPr lang="en-IE" dirty="0"/>
              <a:t>building renovations to </a:t>
            </a:r>
            <a:r>
              <a:rPr lang="en-IE" dirty="0" err="1"/>
              <a:t>ecodesign</a:t>
            </a:r>
            <a:r>
              <a:rPr lang="en-IE" dirty="0"/>
              <a:t> rules.</a:t>
            </a:r>
          </a:p>
        </p:txBody>
      </p:sp>
    </p:spTree>
    <p:extLst>
      <p:ext uri="{BB962C8B-B14F-4D97-AF65-F5344CB8AC3E}">
        <p14:creationId xmlns:p14="http://schemas.microsoft.com/office/powerpoint/2010/main" val="2742069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78F39-FACE-BD26-607A-4BCAB3CCBCC9}"/>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87121B3-EFC9-AA06-235E-5C2EF076A8D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404" imgH="405" progId="TCLayout.ActiveDocument.1">
                  <p:embed/>
                </p:oleObj>
              </mc:Choice>
              <mc:Fallback>
                <p:oleObj name="think-cell Slide" r:id="rId27" imgW="404" imgH="405" progId="TCLayout.ActiveDocument.1">
                  <p:embed/>
                  <p:pic>
                    <p:nvPicPr>
                      <p:cNvPr id="4" name="think-cell data - do not delete" hidden="1">
                        <a:extLst>
                          <a:ext uri="{FF2B5EF4-FFF2-40B4-BE49-F238E27FC236}">
                            <a16:creationId xmlns:a16="http://schemas.microsoft.com/office/drawing/2014/main" id="{F87121B3-EFC9-AA06-235E-5C2EF076A8D2}"/>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EE410D0E-E568-C91A-87E8-4B69F78B84CB}"/>
              </a:ext>
            </a:extLst>
          </p:cNvPr>
          <p:cNvSpPr>
            <a:spLocks noGrp="1"/>
          </p:cNvSpPr>
          <p:nvPr>
            <p:ph type="title"/>
          </p:nvPr>
        </p:nvSpPr>
        <p:spPr>
          <a:xfrm>
            <a:off x="470483" y="386750"/>
            <a:ext cx="11340517" cy="816904"/>
          </a:xfrm>
        </p:spPr>
        <p:txBody>
          <a:bodyPr vert="horz" rIns="91440"/>
          <a:lstStyle/>
          <a:p>
            <a:r>
              <a:rPr lang="en-GB" sz="3200" b="1" dirty="0"/>
              <a:t>We are pushing fossil fuels out of electricity production</a:t>
            </a:r>
          </a:p>
        </p:txBody>
      </p:sp>
      <p:sp>
        <p:nvSpPr>
          <p:cNvPr id="11" name="Text Placeholder 3">
            <a:extLst>
              <a:ext uri="{FF2B5EF4-FFF2-40B4-BE49-F238E27FC236}">
                <a16:creationId xmlns:a16="http://schemas.microsoft.com/office/drawing/2014/main" id="{D5D87027-1791-6A5A-CBD9-00E247378315}"/>
              </a:ext>
            </a:extLst>
          </p:cNvPr>
          <p:cNvSpPr txBox="1">
            <a:spLocks/>
          </p:cNvSpPr>
          <p:nvPr/>
        </p:nvSpPr>
        <p:spPr>
          <a:xfrm>
            <a:off x="503734" y="1117773"/>
            <a:ext cx="10670592" cy="403051"/>
          </a:xfrm>
          <a:prstGeom prst="rect">
            <a:avLst/>
          </a:prstGeom>
        </p:spPr>
        <p:txBody>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tx2"/>
                </a:solidFill>
              </a:rPr>
              <a:t>Fuel share of energy demand and of electricity generation (%)</a:t>
            </a:r>
            <a:endParaRPr lang="en-GB" dirty="0">
              <a:solidFill>
                <a:schemeClr val="tx2"/>
              </a:solidFill>
            </a:endParaRPr>
          </a:p>
        </p:txBody>
      </p:sp>
      <p:sp>
        <p:nvSpPr>
          <p:cNvPr id="35" name="Text Placeholder 3">
            <a:extLst>
              <a:ext uri="{FF2B5EF4-FFF2-40B4-BE49-F238E27FC236}">
                <a16:creationId xmlns:a16="http://schemas.microsoft.com/office/drawing/2014/main" id="{34E30D05-F233-00DC-F6CB-07321AA613F5}"/>
              </a:ext>
            </a:extLst>
          </p:cNvPr>
          <p:cNvSpPr txBox="1">
            <a:spLocks/>
          </p:cNvSpPr>
          <p:nvPr/>
        </p:nvSpPr>
        <p:spPr>
          <a:xfrm>
            <a:off x="3367180" y="4735801"/>
            <a:ext cx="1383426" cy="379160"/>
          </a:xfrm>
          <a:prstGeom prst="rect">
            <a:avLst/>
          </a:prstGeom>
        </p:spPr>
        <p:txBody>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600">
                <a:solidFill>
                  <a:schemeClr val="tx1"/>
                </a:solidFill>
              </a:rPr>
              <a:t>Nuclear</a:t>
            </a:r>
            <a:endParaRPr lang="en-GB" sz="1600">
              <a:solidFill>
                <a:schemeClr val="tx1"/>
              </a:solidFill>
            </a:endParaRPr>
          </a:p>
        </p:txBody>
      </p:sp>
      <p:sp>
        <p:nvSpPr>
          <p:cNvPr id="36" name="Text Placeholder 3">
            <a:extLst>
              <a:ext uri="{FF2B5EF4-FFF2-40B4-BE49-F238E27FC236}">
                <a16:creationId xmlns:a16="http://schemas.microsoft.com/office/drawing/2014/main" id="{BBC852CF-2233-D1B0-BEBC-C7200BD88680}"/>
              </a:ext>
            </a:extLst>
          </p:cNvPr>
          <p:cNvSpPr txBox="1">
            <a:spLocks/>
          </p:cNvSpPr>
          <p:nvPr/>
        </p:nvSpPr>
        <p:spPr>
          <a:xfrm>
            <a:off x="3367180" y="3549056"/>
            <a:ext cx="1383426" cy="379160"/>
          </a:xfrm>
          <a:prstGeom prst="rect">
            <a:avLst/>
          </a:prstGeom>
        </p:spPr>
        <p:txBody>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600">
                <a:solidFill>
                  <a:schemeClr val="tx1"/>
                </a:solidFill>
              </a:rPr>
              <a:t>Renewables</a:t>
            </a:r>
            <a:endParaRPr lang="en-GB" sz="1600">
              <a:solidFill>
                <a:schemeClr val="tx1"/>
              </a:solidFill>
            </a:endParaRPr>
          </a:p>
        </p:txBody>
      </p:sp>
      <p:graphicFrame>
        <p:nvGraphicFramePr>
          <p:cNvPr id="45" name="Chart 44">
            <a:extLst>
              <a:ext uri="{FF2B5EF4-FFF2-40B4-BE49-F238E27FC236}">
                <a16:creationId xmlns:a16="http://schemas.microsoft.com/office/drawing/2014/main" id="{A2E22B9A-1B1C-8D56-3E1A-6ED34F922BEA}"/>
              </a:ext>
            </a:extLst>
          </p:cNvPr>
          <p:cNvGraphicFramePr/>
          <p:nvPr>
            <p:custDataLst>
              <p:tags r:id="rId2"/>
            </p:custDataLst>
            <p:extLst>
              <p:ext uri="{D42A27DB-BD31-4B8C-83A1-F6EECF244321}">
                <p14:modId xmlns:p14="http://schemas.microsoft.com/office/powerpoint/2010/main" val="1861384459"/>
              </p:ext>
            </p:extLst>
          </p:nvPr>
        </p:nvGraphicFramePr>
        <p:xfrm>
          <a:off x="-39688" y="2479675"/>
          <a:ext cx="2935287" cy="2508250"/>
        </p:xfrm>
        <a:graphic>
          <a:graphicData uri="http://schemas.openxmlformats.org/drawingml/2006/chart">
            <c:chart xmlns:c="http://schemas.openxmlformats.org/drawingml/2006/chart" xmlns:r="http://schemas.openxmlformats.org/officeDocument/2006/relationships" r:id="rId29"/>
          </a:graphicData>
        </a:graphic>
      </p:graphicFrame>
      <p:sp>
        <p:nvSpPr>
          <p:cNvPr id="102" name="Text Placeholder 2">
            <a:extLst>
              <a:ext uri="{FF2B5EF4-FFF2-40B4-BE49-F238E27FC236}">
                <a16:creationId xmlns:a16="http://schemas.microsoft.com/office/drawing/2014/main" id="{D80E09A0-F438-459B-EF16-0EDB31972400}"/>
              </a:ext>
            </a:extLst>
          </p:cNvPr>
          <p:cNvSpPr>
            <a:spLocks/>
          </p:cNvSpPr>
          <p:nvPr>
            <p:custDataLst>
              <p:tags r:id="rId3"/>
            </p:custDataLst>
          </p:nvPr>
        </p:nvSpPr>
        <p:spPr bwMode="auto">
          <a:xfrm>
            <a:off x="2339501" y="4118538"/>
            <a:ext cx="868363"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1C3FAC10-E869-48FC-9168-8D9E04877286}" type="datetime'''''''''''''''''''E''''''''l''''''''''e''''''c''tri''''''city'">
              <a:rPr lang="en-IE" altLang="en-US" sz="1600" b="1" smtClean="0">
                <a:solidFill>
                  <a:schemeClr val="tx2">
                    <a:lumMod val="40000"/>
                    <a:lumOff val="60000"/>
                  </a:schemeClr>
                </a:solidFill>
              </a:rPr>
              <a:pPr marL="0" indent="0">
                <a:spcBef>
                  <a:spcPct val="0"/>
                </a:spcBef>
                <a:spcAft>
                  <a:spcPct val="0"/>
                </a:spcAft>
                <a:buNone/>
              </a:pPr>
              <a:t>Electricity</a:t>
            </a:fld>
            <a:endParaRPr lang="en-IE" sz="1600" b="1" dirty="0">
              <a:solidFill>
                <a:schemeClr val="tx2">
                  <a:lumMod val="40000"/>
                  <a:lumOff val="60000"/>
                </a:schemeClr>
              </a:solidFill>
            </a:endParaRPr>
          </a:p>
        </p:txBody>
      </p:sp>
      <p:sp>
        <p:nvSpPr>
          <p:cNvPr id="103" name="Text Placeholder 2">
            <a:extLst>
              <a:ext uri="{FF2B5EF4-FFF2-40B4-BE49-F238E27FC236}">
                <a16:creationId xmlns:a16="http://schemas.microsoft.com/office/drawing/2014/main" id="{8604D83B-B05F-4734-13D0-FFB0150D853D}"/>
              </a:ext>
            </a:extLst>
          </p:cNvPr>
          <p:cNvSpPr>
            <a:spLocks/>
          </p:cNvSpPr>
          <p:nvPr>
            <p:custDataLst>
              <p:tags r:id="rId4"/>
            </p:custDataLst>
          </p:nvPr>
        </p:nvSpPr>
        <p:spPr bwMode="auto">
          <a:xfrm>
            <a:off x="692566" y="4706306"/>
            <a:ext cx="1230313"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ct val="0"/>
              </a:spcBef>
              <a:spcAft>
                <a:spcPct val="0"/>
              </a:spcAft>
              <a:buNone/>
            </a:pPr>
            <a:fld id="{8CFBD8F5-3D7A-4131-876C-E6F581D70526}" type="datetime'''''''''Al''''l'' o''''t''''''h''''''e''''''r'''' f''''uels'">
              <a:rPr lang="en-IE" altLang="en-US" sz="1600" b="1" smtClean="0">
                <a:solidFill>
                  <a:schemeClr val="tx1">
                    <a:lumMod val="50000"/>
                    <a:lumOff val="50000"/>
                  </a:schemeClr>
                </a:solidFill>
              </a:rPr>
              <a:pPr marL="0" indent="0" algn="r">
                <a:spcBef>
                  <a:spcPct val="0"/>
                </a:spcBef>
                <a:spcAft>
                  <a:spcPct val="0"/>
                </a:spcAft>
                <a:buNone/>
              </a:pPr>
              <a:t>All other fuels</a:t>
            </a:fld>
            <a:endParaRPr lang="en-IE" sz="1600" b="1" dirty="0">
              <a:solidFill>
                <a:schemeClr val="tx1">
                  <a:lumMod val="50000"/>
                  <a:lumOff val="50000"/>
                </a:schemeClr>
              </a:solidFill>
            </a:endParaRPr>
          </a:p>
        </p:txBody>
      </p:sp>
      <p:cxnSp>
        <p:nvCxnSpPr>
          <p:cNvPr id="41" name="Straight Connector 40">
            <a:extLst>
              <a:ext uri="{FF2B5EF4-FFF2-40B4-BE49-F238E27FC236}">
                <a16:creationId xmlns:a16="http://schemas.microsoft.com/office/drawing/2014/main" id="{1D612BB7-4C76-118A-03BD-57D308AF4F7F}"/>
              </a:ext>
            </a:extLst>
          </p:cNvPr>
          <p:cNvCxnSpPr>
            <a:cxnSpLocks/>
          </p:cNvCxnSpPr>
          <p:nvPr/>
        </p:nvCxnSpPr>
        <p:spPr>
          <a:xfrm>
            <a:off x="1520520" y="3733800"/>
            <a:ext cx="2867972" cy="2548269"/>
          </a:xfrm>
          <a:prstGeom prst="line">
            <a:avLst/>
          </a:prstGeom>
          <a:ln w="2857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26C075A-664E-B9BC-FB6D-AFE074D945DA}"/>
              </a:ext>
            </a:extLst>
          </p:cNvPr>
          <p:cNvCxnSpPr>
            <a:cxnSpLocks/>
          </p:cNvCxnSpPr>
          <p:nvPr/>
        </p:nvCxnSpPr>
        <p:spPr>
          <a:xfrm flipV="1">
            <a:off x="1520520" y="1705384"/>
            <a:ext cx="2327814" cy="2028416"/>
          </a:xfrm>
          <a:prstGeom prst="line">
            <a:avLst/>
          </a:prstGeom>
          <a:ln w="2857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29" name="Chart 128">
            <a:extLst>
              <a:ext uri="{FF2B5EF4-FFF2-40B4-BE49-F238E27FC236}">
                <a16:creationId xmlns:a16="http://schemas.microsoft.com/office/drawing/2014/main" id="{8A047B3C-3124-81A6-A00E-D27C2F719E3C}"/>
              </a:ext>
            </a:extLst>
          </p:cNvPr>
          <p:cNvGraphicFramePr/>
          <p:nvPr>
            <p:custDataLst>
              <p:tags r:id="rId5"/>
            </p:custDataLst>
          </p:nvPr>
        </p:nvGraphicFramePr>
        <p:xfrm>
          <a:off x="4686300" y="2038350"/>
          <a:ext cx="6837363" cy="3729038"/>
        </p:xfrm>
        <a:graphic>
          <a:graphicData uri="http://schemas.openxmlformats.org/drawingml/2006/chart">
            <c:chart xmlns:c="http://schemas.openxmlformats.org/drawingml/2006/chart" xmlns:r="http://schemas.openxmlformats.org/officeDocument/2006/relationships" r:id="rId30"/>
          </a:graphicData>
        </a:graphic>
      </p:graphicFrame>
      <p:sp>
        <p:nvSpPr>
          <p:cNvPr id="61" name="Text Placeholder 2">
            <a:extLst>
              <a:ext uri="{FF2B5EF4-FFF2-40B4-BE49-F238E27FC236}">
                <a16:creationId xmlns:a16="http://schemas.microsoft.com/office/drawing/2014/main" id="{E79A9827-9508-4FD0-E187-963AF52F0395}"/>
              </a:ext>
            </a:extLst>
          </p:cNvPr>
          <p:cNvSpPr>
            <a:spLocks/>
          </p:cNvSpPr>
          <p:nvPr>
            <p:custDataLst>
              <p:tags r:id="rId6"/>
            </p:custDataLst>
          </p:nvPr>
        </p:nvSpPr>
        <p:spPr bwMode="gray">
          <a:xfrm>
            <a:off x="4786313" y="3613150"/>
            <a:ext cx="282575" cy="219075"/>
          </a:xfrm>
          <a:prstGeom prst="rect">
            <a:avLst/>
          </a:prstGeom>
          <a:solidFill>
            <a:schemeClr val="accent1"/>
          </a:solidFill>
          <a:ln>
            <a:noFill/>
          </a:ln>
          <a:effectLst/>
        </p:spPr>
        <p:txBody>
          <a:bodyPr vert="horz" wrap="none" lIns="28575" tIns="0" rIns="28575" bIns="0" rtlCol="0" anchor="ctr">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534A8377-0145-4191-808A-31F538FAEB33}" type="datetime'''''''''''''''''''''''''''''''''''''1''''''''''''''''''6'">
              <a:rPr lang="en-IE" altLang="en-US" sz="1600" smtClean="0">
                <a:solidFill>
                  <a:schemeClr val="bg1"/>
                </a:solidFill>
                <a:effectLst/>
              </a:rPr>
              <a:pPr marL="0" indent="0" algn="ctr">
                <a:spcBef>
                  <a:spcPct val="0"/>
                </a:spcBef>
                <a:spcAft>
                  <a:spcPct val="0"/>
                </a:spcAft>
                <a:buNone/>
              </a:pPr>
              <a:t>16</a:t>
            </a:fld>
            <a:endParaRPr lang="en-IE" sz="1600">
              <a:solidFill>
                <a:schemeClr val="bg1"/>
              </a:solidFill>
            </a:endParaRPr>
          </a:p>
        </p:txBody>
      </p:sp>
      <p:sp>
        <p:nvSpPr>
          <p:cNvPr id="62" name="Text Placeholder 2">
            <a:extLst>
              <a:ext uri="{FF2B5EF4-FFF2-40B4-BE49-F238E27FC236}">
                <a16:creationId xmlns:a16="http://schemas.microsoft.com/office/drawing/2014/main" id="{1F22E6AD-6624-737E-ACF4-AF60AF1CE007}"/>
              </a:ext>
            </a:extLst>
          </p:cNvPr>
          <p:cNvSpPr>
            <a:spLocks/>
          </p:cNvSpPr>
          <p:nvPr>
            <p:custDataLst>
              <p:tags r:id="rId7"/>
            </p:custDataLst>
          </p:nvPr>
        </p:nvSpPr>
        <p:spPr bwMode="gray">
          <a:xfrm>
            <a:off x="4786313" y="4789488"/>
            <a:ext cx="282575" cy="219075"/>
          </a:xfrm>
          <a:prstGeom prst="rect">
            <a:avLst/>
          </a:prstGeom>
          <a:solidFill>
            <a:schemeClr val="accent3"/>
          </a:solidFill>
          <a:ln>
            <a:noFill/>
          </a:ln>
          <a:effectLst/>
        </p:spPr>
        <p:txBody>
          <a:bodyPr vert="horz" wrap="none" lIns="28575" tIns="0" rIns="28575" bIns="0" rtlCol="0" anchor="ctr">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1E2471EA-25D0-4877-89E1-EB195286C18A}" type="datetime'''''''''''''''''''''''''''''''''3''1'''''''''''''''''''''''''">
              <a:rPr lang="en-IE" altLang="en-US" sz="1600" smtClean="0">
                <a:solidFill>
                  <a:schemeClr val="bg1"/>
                </a:solidFill>
                <a:effectLst/>
              </a:rPr>
              <a:pPr marL="0" indent="0" algn="ctr">
                <a:spcBef>
                  <a:spcPct val="0"/>
                </a:spcBef>
                <a:spcAft>
                  <a:spcPct val="0"/>
                </a:spcAft>
                <a:buNone/>
              </a:pPr>
              <a:t>31</a:t>
            </a:fld>
            <a:endParaRPr lang="en-IE" sz="1600">
              <a:solidFill>
                <a:schemeClr val="bg1"/>
              </a:solidFill>
            </a:endParaRPr>
          </a:p>
        </p:txBody>
      </p:sp>
      <p:sp>
        <p:nvSpPr>
          <p:cNvPr id="88" name="Text Placeholder 2">
            <a:extLst>
              <a:ext uri="{FF2B5EF4-FFF2-40B4-BE49-F238E27FC236}">
                <a16:creationId xmlns:a16="http://schemas.microsoft.com/office/drawing/2014/main" id="{345F6CAA-018A-7588-D091-E9CA6E956EEF}"/>
              </a:ext>
            </a:extLst>
          </p:cNvPr>
          <p:cNvSpPr>
            <a:spLocks/>
          </p:cNvSpPr>
          <p:nvPr>
            <p:custDataLst>
              <p:tags r:id="rId8"/>
            </p:custDataLst>
          </p:nvPr>
        </p:nvSpPr>
        <p:spPr bwMode="auto">
          <a:xfrm>
            <a:off x="4695825" y="5745163"/>
            <a:ext cx="463550"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79083117-3440-4815-8C83-60A59A91CE31}" type="datetime'''''''''''''''''''2''''0''''0''''''''''''''''''''4'''''''''">
              <a:rPr lang="en-IE" altLang="en-US" sz="1600" smtClean="0"/>
              <a:pPr marL="0" indent="0" algn="ctr">
                <a:spcBef>
                  <a:spcPct val="0"/>
                </a:spcBef>
                <a:spcAft>
                  <a:spcPct val="0"/>
                </a:spcAft>
                <a:buNone/>
              </a:pPr>
              <a:t>2004</a:t>
            </a:fld>
            <a:endParaRPr lang="en-IE" sz="1600"/>
          </a:p>
        </p:txBody>
      </p:sp>
      <p:sp>
        <p:nvSpPr>
          <p:cNvPr id="74" name="Text Placeholder 2">
            <a:extLst>
              <a:ext uri="{FF2B5EF4-FFF2-40B4-BE49-F238E27FC236}">
                <a16:creationId xmlns:a16="http://schemas.microsoft.com/office/drawing/2014/main" id="{3AF403D9-E503-5955-C05D-E5DA98633D85}"/>
              </a:ext>
            </a:extLst>
          </p:cNvPr>
          <p:cNvSpPr>
            <a:spLocks/>
          </p:cNvSpPr>
          <p:nvPr>
            <p:custDataLst>
              <p:tags r:id="rId9"/>
            </p:custDataLst>
          </p:nvPr>
        </p:nvSpPr>
        <p:spPr bwMode="gray">
          <a:xfrm>
            <a:off x="6692900" y="3630613"/>
            <a:ext cx="282575" cy="219075"/>
          </a:xfrm>
          <a:prstGeom prst="rect">
            <a:avLst/>
          </a:prstGeom>
          <a:solidFill>
            <a:schemeClr val="accent1"/>
          </a:solidFill>
          <a:ln>
            <a:noFill/>
          </a:ln>
          <a:effectLst/>
        </p:spPr>
        <p:txBody>
          <a:bodyPr vert="horz" wrap="none" lIns="28575" tIns="0" rIns="28575" bIns="0" rtlCol="0" anchor="ctr">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16822950-9920-433A-BF2D-5681D19AEFC4}" type="datetime'''''''''''''''2''''''2'''''''''''''''''''''''">
              <a:rPr lang="en-IE" altLang="en-US" sz="1600" smtClean="0">
                <a:solidFill>
                  <a:schemeClr val="bg1"/>
                </a:solidFill>
                <a:effectLst/>
              </a:rPr>
              <a:pPr marL="0" indent="0" algn="ctr">
                <a:spcBef>
                  <a:spcPct val="0"/>
                </a:spcBef>
                <a:spcAft>
                  <a:spcPct val="0"/>
                </a:spcAft>
                <a:buNone/>
              </a:pPr>
              <a:t>22</a:t>
            </a:fld>
            <a:endParaRPr lang="en-IE" sz="1600">
              <a:solidFill>
                <a:schemeClr val="bg1"/>
              </a:solidFill>
            </a:endParaRPr>
          </a:p>
        </p:txBody>
      </p:sp>
      <p:sp>
        <p:nvSpPr>
          <p:cNvPr id="75" name="Text Placeholder 2">
            <a:extLst>
              <a:ext uri="{FF2B5EF4-FFF2-40B4-BE49-F238E27FC236}">
                <a16:creationId xmlns:a16="http://schemas.microsoft.com/office/drawing/2014/main" id="{3D7D2E89-80A8-4DEA-B3A5-6889433AB232}"/>
              </a:ext>
            </a:extLst>
          </p:cNvPr>
          <p:cNvSpPr>
            <a:spLocks/>
          </p:cNvSpPr>
          <p:nvPr>
            <p:custDataLst>
              <p:tags r:id="rId10"/>
            </p:custDataLst>
          </p:nvPr>
        </p:nvSpPr>
        <p:spPr bwMode="gray">
          <a:xfrm>
            <a:off x="6692900" y="4870450"/>
            <a:ext cx="282575" cy="219075"/>
          </a:xfrm>
          <a:prstGeom prst="rect">
            <a:avLst/>
          </a:prstGeom>
          <a:solidFill>
            <a:schemeClr val="accent3"/>
          </a:solidFill>
          <a:ln>
            <a:noFill/>
          </a:ln>
          <a:effectLst/>
        </p:spPr>
        <p:txBody>
          <a:bodyPr vert="horz" wrap="none" lIns="28575" tIns="0" rIns="28575" bIns="0" rtlCol="0" anchor="ctr">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972C7744-AED6-4745-8204-F1210A72D113}" type="datetime'''2''''''''''8'''''''''''''''''''''''">
              <a:rPr lang="en-IE" altLang="en-US" sz="1600" smtClean="0">
                <a:solidFill>
                  <a:schemeClr val="bg1"/>
                </a:solidFill>
                <a:effectLst/>
              </a:rPr>
              <a:pPr marL="0" indent="0" algn="ctr">
                <a:spcBef>
                  <a:spcPct val="0"/>
                </a:spcBef>
                <a:spcAft>
                  <a:spcPct val="0"/>
                </a:spcAft>
                <a:buNone/>
              </a:pPr>
              <a:t>28</a:t>
            </a:fld>
            <a:endParaRPr lang="en-IE" sz="1600">
              <a:solidFill>
                <a:schemeClr val="bg1"/>
              </a:solidFill>
            </a:endParaRPr>
          </a:p>
        </p:txBody>
      </p:sp>
      <p:sp>
        <p:nvSpPr>
          <p:cNvPr id="28" name="Text Placeholder 2">
            <a:extLst>
              <a:ext uri="{FF2B5EF4-FFF2-40B4-BE49-F238E27FC236}">
                <a16:creationId xmlns:a16="http://schemas.microsoft.com/office/drawing/2014/main" id="{908D2246-BF5E-19C7-B013-755F5C5E8025}"/>
              </a:ext>
            </a:extLst>
          </p:cNvPr>
          <p:cNvSpPr>
            <a:spLocks/>
          </p:cNvSpPr>
          <p:nvPr>
            <p:custDataLst>
              <p:tags r:id="rId11"/>
            </p:custDataLst>
          </p:nvPr>
        </p:nvSpPr>
        <p:spPr bwMode="auto">
          <a:xfrm>
            <a:off x="6602413" y="5745163"/>
            <a:ext cx="463550"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E0EB470A-C4DE-460E-9D72-165DB1ABBCDA}" type="datetime'''''''''''''''''''2''''''''''''0''''1''''''''''''''''''0'">
              <a:rPr lang="en-IE" altLang="en-US" sz="1600" smtClean="0"/>
              <a:pPr marL="0" indent="0" algn="ctr">
                <a:spcBef>
                  <a:spcPct val="0"/>
                </a:spcBef>
                <a:spcAft>
                  <a:spcPct val="0"/>
                </a:spcAft>
                <a:buNone/>
              </a:pPr>
              <a:t>2010</a:t>
            </a:fld>
            <a:endParaRPr lang="en-IE" sz="1600"/>
          </a:p>
        </p:txBody>
      </p:sp>
      <p:sp>
        <p:nvSpPr>
          <p:cNvPr id="84" name="Text Placeholder 2">
            <a:extLst>
              <a:ext uri="{FF2B5EF4-FFF2-40B4-BE49-F238E27FC236}">
                <a16:creationId xmlns:a16="http://schemas.microsoft.com/office/drawing/2014/main" id="{25D47DEF-8386-4257-F418-248B45E961DD}"/>
              </a:ext>
            </a:extLst>
          </p:cNvPr>
          <p:cNvSpPr>
            <a:spLocks/>
          </p:cNvSpPr>
          <p:nvPr>
            <p:custDataLst>
              <p:tags r:id="rId12"/>
            </p:custDataLst>
          </p:nvPr>
        </p:nvSpPr>
        <p:spPr bwMode="gray">
          <a:xfrm>
            <a:off x="8281988" y="3498850"/>
            <a:ext cx="282575" cy="219075"/>
          </a:xfrm>
          <a:prstGeom prst="rect">
            <a:avLst/>
          </a:prstGeom>
          <a:solidFill>
            <a:schemeClr val="accent1"/>
          </a:solidFill>
          <a:ln>
            <a:noFill/>
          </a:ln>
          <a:effectLst/>
        </p:spPr>
        <p:txBody>
          <a:bodyPr vert="horz" wrap="none" lIns="28575" tIns="0" rIns="28575" bIns="0" rtlCol="0" anchor="ctr">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BA26309D-C0AC-466A-B59E-DD421B04EC73}" type="datetime'''''''''''''''''''''''''''''3''''''''''''''''0'''''">
              <a:rPr lang="en-IE" altLang="en-US" sz="1600" smtClean="0">
                <a:solidFill>
                  <a:schemeClr val="bg1"/>
                </a:solidFill>
                <a:effectLst/>
              </a:rPr>
              <a:pPr marL="0" indent="0" algn="ctr">
                <a:spcBef>
                  <a:spcPct val="0"/>
                </a:spcBef>
                <a:spcAft>
                  <a:spcPct val="0"/>
                </a:spcAft>
                <a:buNone/>
              </a:pPr>
              <a:t>30</a:t>
            </a:fld>
            <a:endParaRPr lang="en-IE" sz="1600">
              <a:solidFill>
                <a:schemeClr val="bg1"/>
              </a:solidFill>
            </a:endParaRPr>
          </a:p>
        </p:txBody>
      </p:sp>
      <p:sp>
        <p:nvSpPr>
          <p:cNvPr id="85" name="Text Placeholder 2">
            <a:extLst>
              <a:ext uri="{FF2B5EF4-FFF2-40B4-BE49-F238E27FC236}">
                <a16:creationId xmlns:a16="http://schemas.microsoft.com/office/drawing/2014/main" id="{F21DA26E-B295-399D-285C-05DD2F42C626}"/>
              </a:ext>
            </a:extLst>
          </p:cNvPr>
          <p:cNvSpPr>
            <a:spLocks/>
          </p:cNvSpPr>
          <p:nvPr>
            <p:custDataLst>
              <p:tags r:id="rId13"/>
            </p:custDataLst>
          </p:nvPr>
        </p:nvSpPr>
        <p:spPr bwMode="gray">
          <a:xfrm>
            <a:off x="8281988" y="4906963"/>
            <a:ext cx="282575" cy="219075"/>
          </a:xfrm>
          <a:prstGeom prst="rect">
            <a:avLst/>
          </a:prstGeom>
          <a:solidFill>
            <a:schemeClr val="accent3"/>
          </a:solidFill>
          <a:ln>
            <a:noFill/>
          </a:ln>
          <a:effectLst/>
        </p:spPr>
        <p:txBody>
          <a:bodyPr vert="horz" wrap="none" lIns="28575" tIns="0" rIns="28575" bIns="0" rtlCol="0" anchor="ctr">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55FB93D6-444E-4767-B8A4-DCE3434EDEAC}" type="datetime'''''''''''''''''''2''''''''6'''''''''''''''''''">
              <a:rPr lang="en-IE" altLang="en-US" sz="1600" smtClean="0">
                <a:solidFill>
                  <a:schemeClr val="bg1"/>
                </a:solidFill>
                <a:effectLst/>
              </a:rPr>
              <a:pPr marL="0" indent="0" algn="ctr">
                <a:spcBef>
                  <a:spcPct val="0"/>
                </a:spcBef>
                <a:spcAft>
                  <a:spcPct val="0"/>
                </a:spcAft>
                <a:buNone/>
              </a:pPr>
              <a:t>26</a:t>
            </a:fld>
            <a:endParaRPr lang="en-IE" sz="1600">
              <a:solidFill>
                <a:schemeClr val="bg1"/>
              </a:solidFill>
            </a:endParaRPr>
          </a:p>
        </p:txBody>
      </p:sp>
      <p:sp>
        <p:nvSpPr>
          <p:cNvPr id="29" name="Text Placeholder 2">
            <a:extLst>
              <a:ext uri="{FF2B5EF4-FFF2-40B4-BE49-F238E27FC236}">
                <a16:creationId xmlns:a16="http://schemas.microsoft.com/office/drawing/2014/main" id="{F31607A4-6811-5007-69E8-EE8A24B9B72D}"/>
              </a:ext>
            </a:extLst>
          </p:cNvPr>
          <p:cNvSpPr>
            <a:spLocks/>
          </p:cNvSpPr>
          <p:nvPr>
            <p:custDataLst>
              <p:tags r:id="rId14"/>
            </p:custDataLst>
          </p:nvPr>
        </p:nvSpPr>
        <p:spPr bwMode="auto">
          <a:xfrm>
            <a:off x="8191500" y="5745163"/>
            <a:ext cx="463550"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3526F256-B937-439C-9DAE-6472247F4D58}" type="datetime'''''''''''''''''''''''''''2''''''''''''''''''01''''''5'''''">
              <a:rPr lang="en-IE" altLang="en-US" sz="1600" smtClean="0"/>
              <a:pPr marL="0" indent="0" algn="ctr">
                <a:spcBef>
                  <a:spcPct val="0"/>
                </a:spcBef>
                <a:spcAft>
                  <a:spcPct val="0"/>
                </a:spcAft>
                <a:buNone/>
              </a:pPr>
              <a:t>2015</a:t>
            </a:fld>
            <a:endParaRPr lang="en-IE" sz="1600"/>
          </a:p>
        </p:txBody>
      </p:sp>
      <p:sp>
        <p:nvSpPr>
          <p:cNvPr id="94" name="Text Placeholder 2">
            <a:extLst>
              <a:ext uri="{FF2B5EF4-FFF2-40B4-BE49-F238E27FC236}">
                <a16:creationId xmlns:a16="http://schemas.microsoft.com/office/drawing/2014/main" id="{94A78701-ABEF-F863-F74C-2F92CE154C7B}"/>
              </a:ext>
            </a:extLst>
          </p:cNvPr>
          <p:cNvSpPr>
            <a:spLocks/>
          </p:cNvSpPr>
          <p:nvPr>
            <p:custDataLst>
              <p:tags r:id="rId15"/>
            </p:custDataLst>
          </p:nvPr>
        </p:nvSpPr>
        <p:spPr bwMode="gray">
          <a:xfrm>
            <a:off x="9869488" y="3370263"/>
            <a:ext cx="282575" cy="219075"/>
          </a:xfrm>
          <a:prstGeom prst="rect">
            <a:avLst/>
          </a:prstGeom>
          <a:solidFill>
            <a:schemeClr val="accent1"/>
          </a:solidFill>
          <a:ln>
            <a:noFill/>
          </a:ln>
          <a:effectLst/>
        </p:spPr>
        <p:txBody>
          <a:bodyPr vert="horz" wrap="none" lIns="28575" tIns="0" rIns="28575" bIns="0" rtlCol="0" anchor="ctr">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6885638F-1BCD-42C0-B26F-EBB7C2918AA6}" type="datetime'''''''''''''''''''''''''''''''37'''''''''''''''''''''">
              <a:rPr lang="en-IE" altLang="en-US" sz="1600" smtClean="0">
                <a:solidFill>
                  <a:schemeClr val="bg1"/>
                </a:solidFill>
                <a:effectLst/>
              </a:rPr>
              <a:pPr marL="0" indent="0" algn="ctr">
                <a:spcBef>
                  <a:spcPct val="0"/>
                </a:spcBef>
                <a:spcAft>
                  <a:spcPct val="0"/>
                </a:spcAft>
                <a:buNone/>
              </a:pPr>
              <a:t>37</a:t>
            </a:fld>
            <a:endParaRPr lang="en-IE" sz="1600">
              <a:solidFill>
                <a:schemeClr val="bg1"/>
              </a:solidFill>
            </a:endParaRPr>
          </a:p>
        </p:txBody>
      </p:sp>
      <p:sp>
        <p:nvSpPr>
          <p:cNvPr id="95" name="Text Placeholder 2">
            <a:extLst>
              <a:ext uri="{FF2B5EF4-FFF2-40B4-BE49-F238E27FC236}">
                <a16:creationId xmlns:a16="http://schemas.microsoft.com/office/drawing/2014/main" id="{CEB9BDCE-7B60-39B4-8DFA-F3A9CE527E91}"/>
              </a:ext>
            </a:extLst>
          </p:cNvPr>
          <p:cNvSpPr>
            <a:spLocks/>
          </p:cNvSpPr>
          <p:nvPr>
            <p:custDataLst>
              <p:tags r:id="rId16"/>
            </p:custDataLst>
          </p:nvPr>
        </p:nvSpPr>
        <p:spPr bwMode="gray">
          <a:xfrm>
            <a:off x="9869488" y="4937125"/>
            <a:ext cx="282575" cy="219075"/>
          </a:xfrm>
          <a:prstGeom prst="rect">
            <a:avLst/>
          </a:prstGeom>
          <a:solidFill>
            <a:schemeClr val="accent3"/>
          </a:solidFill>
          <a:ln>
            <a:noFill/>
          </a:ln>
          <a:effectLst/>
        </p:spPr>
        <p:txBody>
          <a:bodyPr vert="horz" wrap="none" lIns="28575" tIns="0" rIns="28575" bIns="0" rtlCol="0" anchor="ctr">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1B335A91-5064-45EA-AAE3-A8C4E3821EB9}" type="datetime'''''''2''''''''''''''''''''''''''''''''''''''''5'''''">
              <a:rPr lang="en-IE" altLang="en-US" sz="1600" smtClean="0">
                <a:solidFill>
                  <a:schemeClr val="bg1"/>
                </a:solidFill>
                <a:effectLst/>
              </a:rPr>
              <a:pPr marL="0" indent="0" algn="ctr">
                <a:spcBef>
                  <a:spcPct val="0"/>
                </a:spcBef>
                <a:spcAft>
                  <a:spcPct val="0"/>
                </a:spcAft>
                <a:buNone/>
              </a:pPr>
              <a:t>25</a:t>
            </a:fld>
            <a:endParaRPr lang="en-IE" sz="1600">
              <a:solidFill>
                <a:schemeClr val="bg1"/>
              </a:solidFill>
            </a:endParaRPr>
          </a:p>
        </p:txBody>
      </p:sp>
      <p:sp>
        <p:nvSpPr>
          <p:cNvPr id="30" name="Text Placeholder 2">
            <a:extLst>
              <a:ext uri="{FF2B5EF4-FFF2-40B4-BE49-F238E27FC236}">
                <a16:creationId xmlns:a16="http://schemas.microsoft.com/office/drawing/2014/main" id="{9CD4C1CB-EA1F-468E-4817-C3082DD1CC85}"/>
              </a:ext>
            </a:extLst>
          </p:cNvPr>
          <p:cNvSpPr>
            <a:spLocks/>
          </p:cNvSpPr>
          <p:nvPr>
            <p:custDataLst>
              <p:tags r:id="rId17"/>
            </p:custDataLst>
          </p:nvPr>
        </p:nvSpPr>
        <p:spPr bwMode="auto">
          <a:xfrm>
            <a:off x="9779000" y="5745163"/>
            <a:ext cx="463550"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7A5AA02D-6104-45DB-A147-A8D32DAA22B2}" type="datetime'''''''''''''2''''0''''''''''''''''''''''2''''''0'''''''''''">
              <a:rPr lang="en-IE" altLang="en-US" sz="1600" smtClean="0"/>
              <a:pPr marL="0" indent="0" algn="ctr">
                <a:spcBef>
                  <a:spcPct val="0"/>
                </a:spcBef>
                <a:spcAft>
                  <a:spcPct val="0"/>
                </a:spcAft>
                <a:buNone/>
              </a:pPr>
              <a:t>2020</a:t>
            </a:fld>
            <a:endParaRPr lang="en-IE" sz="1600"/>
          </a:p>
        </p:txBody>
      </p:sp>
      <p:sp>
        <p:nvSpPr>
          <p:cNvPr id="104" name="Text Placeholder 2">
            <a:extLst>
              <a:ext uri="{FF2B5EF4-FFF2-40B4-BE49-F238E27FC236}">
                <a16:creationId xmlns:a16="http://schemas.microsoft.com/office/drawing/2014/main" id="{B457CC36-E87D-19B7-4639-5EFEE6F77748}"/>
              </a:ext>
            </a:extLst>
          </p:cNvPr>
          <p:cNvSpPr>
            <a:spLocks/>
          </p:cNvSpPr>
          <p:nvPr>
            <p:custDataLst>
              <p:tags r:id="rId18"/>
            </p:custDataLst>
          </p:nvPr>
        </p:nvSpPr>
        <p:spPr bwMode="gray">
          <a:xfrm>
            <a:off x="11141075" y="3201988"/>
            <a:ext cx="282575" cy="219075"/>
          </a:xfrm>
          <a:prstGeom prst="rect">
            <a:avLst/>
          </a:prstGeom>
          <a:solidFill>
            <a:schemeClr val="accent1"/>
          </a:solidFill>
          <a:ln>
            <a:noFill/>
          </a:ln>
          <a:effectLst/>
        </p:spPr>
        <p:txBody>
          <a:bodyPr vert="horz" wrap="none" lIns="28575" tIns="0" rIns="28575" bIns="0" rtlCol="0" anchor="ctr">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D5A7C5C9-6CE2-4733-B52C-925E1753D954}" type="datetime'''''4''''''''''''''''''''''''''''''''''''''''''''''8'''">
              <a:rPr lang="en-IE" altLang="en-US" sz="1600" smtClean="0">
                <a:solidFill>
                  <a:schemeClr val="bg1"/>
                </a:solidFill>
                <a:effectLst/>
              </a:rPr>
              <a:pPr marL="0" indent="0" algn="ctr">
                <a:spcBef>
                  <a:spcPct val="0"/>
                </a:spcBef>
                <a:spcAft>
                  <a:spcPct val="0"/>
                </a:spcAft>
                <a:buNone/>
              </a:pPr>
              <a:t>48</a:t>
            </a:fld>
            <a:endParaRPr lang="en-IE" sz="1600">
              <a:solidFill>
                <a:schemeClr val="bg1"/>
              </a:solidFill>
            </a:endParaRPr>
          </a:p>
        </p:txBody>
      </p:sp>
      <p:sp>
        <p:nvSpPr>
          <p:cNvPr id="105" name="Text Placeholder 2">
            <a:extLst>
              <a:ext uri="{FF2B5EF4-FFF2-40B4-BE49-F238E27FC236}">
                <a16:creationId xmlns:a16="http://schemas.microsoft.com/office/drawing/2014/main" id="{0C40BA96-83FB-2D0C-CD0F-898806444ED2}"/>
              </a:ext>
            </a:extLst>
          </p:cNvPr>
          <p:cNvSpPr>
            <a:spLocks/>
          </p:cNvSpPr>
          <p:nvPr>
            <p:custDataLst>
              <p:tags r:id="rId19"/>
            </p:custDataLst>
          </p:nvPr>
        </p:nvSpPr>
        <p:spPr bwMode="gray">
          <a:xfrm>
            <a:off x="11141075" y="4979988"/>
            <a:ext cx="282575" cy="219075"/>
          </a:xfrm>
          <a:prstGeom prst="rect">
            <a:avLst/>
          </a:prstGeom>
          <a:solidFill>
            <a:schemeClr val="accent3"/>
          </a:solidFill>
          <a:ln>
            <a:noFill/>
          </a:ln>
          <a:effectLst/>
        </p:spPr>
        <p:txBody>
          <a:bodyPr vert="horz" wrap="none" lIns="28575" tIns="0" rIns="28575" bIns="0" rtlCol="0" anchor="ctr">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2C30A155-28FC-4F03-807B-B5796CBCD8EF}" type="datetime'''''''''2''''''''''''''''''''''''''''3'''''''''''''''''''">
              <a:rPr lang="en-IE" altLang="en-US" sz="1600" smtClean="0">
                <a:solidFill>
                  <a:schemeClr val="bg1"/>
                </a:solidFill>
                <a:effectLst/>
              </a:rPr>
              <a:pPr marL="0" indent="0" algn="ctr">
                <a:spcBef>
                  <a:spcPct val="0"/>
                </a:spcBef>
                <a:spcAft>
                  <a:spcPct val="0"/>
                </a:spcAft>
                <a:buNone/>
              </a:pPr>
              <a:t>23</a:t>
            </a:fld>
            <a:endParaRPr lang="en-IE" sz="1600">
              <a:solidFill>
                <a:schemeClr val="bg1"/>
              </a:solidFill>
            </a:endParaRPr>
          </a:p>
        </p:txBody>
      </p:sp>
      <p:sp>
        <p:nvSpPr>
          <p:cNvPr id="31" name="Text Placeholder 2">
            <a:extLst>
              <a:ext uri="{FF2B5EF4-FFF2-40B4-BE49-F238E27FC236}">
                <a16:creationId xmlns:a16="http://schemas.microsoft.com/office/drawing/2014/main" id="{12A85104-4A97-1986-9627-7D9A536A1EB3}"/>
              </a:ext>
            </a:extLst>
          </p:cNvPr>
          <p:cNvSpPr>
            <a:spLocks/>
          </p:cNvSpPr>
          <p:nvPr>
            <p:custDataLst>
              <p:tags r:id="rId20"/>
            </p:custDataLst>
          </p:nvPr>
        </p:nvSpPr>
        <p:spPr bwMode="auto">
          <a:xfrm>
            <a:off x="11050588" y="5745163"/>
            <a:ext cx="463550"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18C458C4-96A3-4E52-B0E9-7C8AA9E5FC18}" type="datetime'''2''''0''''''''''''''''''''''''''2''''''''''''''''4'''''">
              <a:rPr lang="en-IE" altLang="en-US" sz="1600" smtClean="0"/>
              <a:pPr marL="0" indent="0" algn="ctr">
                <a:spcBef>
                  <a:spcPct val="0"/>
                </a:spcBef>
                <a:spcAft>
                  <a:spcPct val="0"/>
                </a:spcAft>
                <a:buNone/>
              </a:pPr>
              <a:t>2024</a:t>
            </a:fld>
            <a:endParaRPr lang="en-IE" sz="1600"/>
          </a:p>
        </p:txBody>
      </p:sp>
      <p:sp>
        <p:nvSpPr>
          <p:cNvPr id="34" name="Text Placeholder 2">
            <a:extLst>
              <a:ext uri="{FF2B5EF4-FFF2-40B4-BE49-F238E27FC236}">
                <a16:creationId xmlns:a16="http://schemas.microsoft.com/office/drawing/2014/main" id="{4B4466B0-4F6C-4114-0AB8-7340A7D97BC7}"/>
              </a:ext>
            </a:extLst>
          </p:cNvPr>
          <p:cNvSpPr>
            <a:spLocks/>
          </p:cNvSpPr>
          <p:nvPr>
            <p:custDataLst>
              <p:tags r:id="rId21"/>
            </p:custDataLst>
          </p:nvPr>
        </p:nvSpPr>
        <p:spPr bwMode="gray">
          <a:xfrm>
            <a:off x="4695825" y="3079750"/>
            <a:ext cx="463550"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8575" tIns="0" rIns="28575" bIns="0" rtlCol="0" anchor="b">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r>
              <a:rPr lang="en-IE" altLang="en-US" sz="1600"/>
              <a:t>47%</a:t>
            </a:r>
            <a:endParaRPr lang="en-IE" sz="1600"/>
          </a:p>
        </p:txBody>
      </p:sp>
      <p:sp>
        <p:nvSpPr>
          <p:cNvPr id="46" name="Text Placeholder 2">
            <a:extLst>
              <a:ext uri="{FF2B5EF4-FFF2-40B4-BE49-F238E27FC236}">
                <a16:creationId xmlns:a16="http://schemas.microsoft.com/office/drawing/2014/main" id="{AD87EECB-3392-41BA-DA70-85A1C2BFFB25}"/>
              </a:ext>
            </a:extLst>
          </p:cNvPr>
          <p:cNvSpPr>
            <a:spLocks/>
          </p:cNvSpPr>
          <p:nvPr>
            <p:custDataLst>
              <p:tags r:id="rId22"/>
            </p:custDataLst>
          </p:nvPr>
        </p:nvSpPr>
        <p:spPr bwMode="gray">
          <a:xfrm>
            <a:off x="6602413" y="2954338"/>
            <a:ext cx="463550"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8575" tIns="0" rIns="28575" bIns="0" rtlCol="0" anchor="b">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r>
              <a:rPr lang="en-IE" altLang="en-US" sz="1600"/>
              <a:t>49%</a:t>
            </a:r>
            <a:endParaRPr lang="en-IE" sz="1600"/>
          </a:p>
        </p:txBody>
      </p:sp>
      <p:sp>
        <p:nvSpPr>
          <p:cNvPr id="51" name="Text Placeholder 2">
            <a:extLst>
              <a:ext uri="{FF2B5EF4-FFF2-40B4-BE49-F238E27FC236}">
                <a16:creationId xmlns:a16="http://schemas.microsoft.com/office/drawing/2014/main" id="{C45B78E7-13AC-918D-EC04-9127ED2C1590}"/>
              </a:ext>
            </a:extLst>
          </p:cNvPr>
          <p:cNvSpPr>
            <a:spLocks/>
          </p:cNvSpPr>
          <p:nvPr>
            <p:custDataLst>
              <p:tags r:id="rId23"/>
            </p:custDataLst>
          </p:nvPr>
        </p:nvSpPr>
        <p:spPr bwMode="gray">
          <a:xfrm>
            <a:off x="8191500" y="2614613"/>
            <a:ext cx="463550"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8575" tIns="0" rIns="28575" bIns="0" rtlCol="0" anchor="b">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r>
              <a:rPr lang="en-IE" altLang="en-US" sz="1600"/>
              <a:t>56%</a:t>
            </a:r>
            <a:endParaRPr lang="en-IE" sz="1600"/>
          </a:p>
        </p:txBody>
      </p:sp>
      <p:sp>
        <p:nvSpPr>
          <p:cNvPr id="56" name="Text Placeholder 2">
            <a:extLst>
              <a:ext uri="{FF2B5EF4-FFF2-40B4-BE49-F238E27FC236}">
                <a16:creationId xmlns:a16="http://schemas.microsoft.com/office/drawing/2014/main" id="{C6A70B2A-832C-6CA7-2EE4-31D27EA5C889}"/>
              </a:ext>
            </a:extLst>
          </p:cNvPr>
          <p:cNvSpPr>
            <a:spLocks/>
          </p:cNvSpPr>
          <p:nvPr>
            <p:custDataLst>
              <p:tags r:id="rId24"/>
            </p:custDataLst>
          </p:nvPr>
        </p:nvSpPr>
        <p:spPr bwMode="gray">
          <a:xfrm>
            <a:off x="9779000" y="2298700"/>
            <a:ext cx="463550"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8575" tIns="0" rIns="28575" bIns="0" rtlCol="0" anchor="b">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r>
              <a:rPr lang="en-IE" altLang="en-US" sz="1600"/>
              <a:t>63%</a:t>
            </a:r>
            <a:endParaRPr lang="en-IE" sz="1600"/>
          </a:p>
        </p:txBody>
      </p:sp>
      <p:sp>
        <p:nvSpPr>
          <p:cNvPr id="60" name="Text Placeholder 2">
            <a:extLst>
              <a:ext uri="{FF2B5EF4-FFF2-40B4-BE49-F238E27FC236}">
                <a16:creationId xmlns:a16="http://schemas.microsoft.com/office/drawing/2014/main" id="{A645A39B-B1B9-69B5-68A3-4263A61E0AD5}"/>
              </a:ext>
            </a:extLst>
          </p:cNvPr>
          <p:cNvSpPr>
            <a:spLocks/>
          </p:cNvSpPr>
          <p:nvPr>
            <p:custDataLst>
              <p:tags r:id="rId25"/>
            </p:custDataLst>
          </p:nvPr>
        </p:nvSpPr>
        <p:spPr bwMode="gray">
          <a:xfrm>
            <a:off x="11050588" y="1876425"/>
            <a:ext cx="463550"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8575" tIns="0" rIns="28575" bIns="0" rtlCol="0" anchor="b">
            <a:noAutofit/>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r>
              <a:rPr lang="en-IE" altLang="en-US" sz="1600"/>
              <a:t>71%</a:t>
            </a:r>
            <a:endParaRPr lang="en-IE" sz="1600"/>
          </a:p>
        </p:txBody>
      </p:sp>
      <p:cxnSp>
        <p:nvCxnSpPr>
          <p:cNvPr id="120" name="Straight Arrow Connector 119">
            <a:extLst>
              <a:ext uri="{FF2B5EF4-FFF2-40B4-BE49-F238E27FC236}">
                <a16:creationId xmlns:a16="http://schemas.microsoft.com/office/drawing/2014/main" id="{DFCF23E4-FED4-4E09-33B2-DD1D03041AF3}"/>
              </a:ext>
            </a:extLst>
          </p:cNvPr>
          <p:cNvCxnSpPr>
            <a:cxnSpLocks/>
          </p:cNvCxnSpPr>
          <p:nvPr/>
        </p:nvCxnSpPr>
        <p:spPr>
          <a:xfrm flipV="1">
            <a:off x="10242550" y="1622049"/>
            <a:ext cx="1073269" cy="578226"/>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21" name="Text Placeholder 3">
            <a:extLst>
              <a:ext uri="{FF2B5EF4-FFF2-40B4-BE49-F238E27FC236}">
                <a16:creationId xmlns:a16="http://schemas.microsoft.com/office/drawing/2014/main" id="{8BE1C7D2-469B-28A1-4DAA-47D9BCA9ED9F}"/>
              </a:ext>
            </a:extLst>
          </p:cNvPr>
          <p:cNvSpPr txBox="1">
            <a:spLocks/>
          </p:cNvSpPr>
          <p:nvPr/>
        </p:nvSpPr>
        <p:spPr>
          <a:xfrm>
            <a:off x="6834187" y="1811247"/>
            <a:ext cx="5191352" cy="411344"/>
          </a:xfrm>
          <a:prstGeom prst="rect">
            <a:avLst/>
          </a:prstGeom>
        </p:spPr>
        <p:txBody>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solidFill>
                  <a:schemeClr val="tx2"/>
                </a:solidFill>
              </a:rPr>
              <a:t>Acceleration after last energy crisis</a:t>
            </a:r>
            <a:endParaRPr lang="en-GB" sz="1600" b="1" dirty="0">
              <a:solidFill>
                <a:schemeClr val="tx2"/>
              </a:solidFill>
            </a:endParaRPr>
          </a:p>
        </p:txBody>
      </p:sp>
      <p:sp>
        <p:nvSpPr>
          <p:cNvPr id="2" name="Slide Number Placeholder 1">
            <a:extLst>
              <a:ext uri="{FF2B5EF4-FFF2-40B4-BE49-F238E27FC236}">
                <a16:creationId xmlns:a16="http://schemas.microsoft.com/office/drawing/2014/main" id="{FDBB4822-F246-0D74-6B84-CF0D84184462}"/>
              </a:ext>
            </a:extLst>
          </p:cNvPr>
          <p:cNvSpPr>
            <a:spLocks noGrp="1"/>
          </p:cNvSpPr>
          <p:nvPr>
            <p:ph type="sldNum" sz="quarter" idx="4"/>
          </p:nvPr>
        </p:nvSpPr>
        <p:spPr/>
        <p:txBody>
          <a:bodyPr/>
          <a:lstStyle/>
          <a:p>
            <a:pPr algn="l"/>
            <a:fld id="{768364BB-9B21-4D29-A19C-C6410F652861}" type="slidenum">
              <a:rPr lang="en-IE" smtClean="0"/>
              <a:pPr algn="l"/>
              <a:t>5</a:t>
            </a:fld>
            <a:endParaRPr lang="en-IE"/>
          </a:p>
        </p:txBody>
      </p:sp>
      <p:sp>
        <p:nvSpPr>
          <p:cNvPr id="6" name="Content Placeholder 2">
            <a:extLst>
              <a:ext uri="{FF2B5EF4-FFF2-40B4-BE49-F238E27FC236}">
                <a16:creationId xmlns:a16="http://schemas.microsoft.com/office/drawing/2014/main" id="{99EEEA1D-D22C-2889-6AB3-0C608B0E8E5A}"/>
              </a:ext>
            </a:extLst>
          </p:cNvPr>
          <p:cNvSpPr txBox="1">
            <a:spLocks/>
          </p:cNvSpPr>
          <p:nvPr/>
        </p:nvSpPr>
        <p:spPr>
          <a:xfrm>
            <a:off x="829793" y="6316573"/>
            <a:ext cx="3155611" cy="598398"/>
          </a:xfrm>
          <a:prstGeom prst="rect">
            <a:avLst/>
          </a:prstGeom>
        </p:spPr>
        <p:txBody>
          <a:bodyPr vert="horz" lIns="144000" tIns="144000" rIns="144000" bIns="144000" rtlCol="0">
            <a:no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sz="1000"/>
              <a:t>Source: Eurostat</a:t>
            </a:r>
          </a:p>
        </p:txBody>
      </p:sp>
    </p:spTree>
    <p:extLst>
      <p:ext uri="{BB962C8B-B14F-4D97-AF65-F5344CB8AC3E}">
        <p14:creationId xmlns:p14="http://schemas.microsoft.com/office/powerpoint/2010/main" val="536981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DB101-0FB1-ABFA-3288-21767BAF50AE}"/>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4234D28E-0919-4FEF-3519-7BE04B80BBE5}"/>
              </a:ext>
            </a:extLst>
          </p:cNvPr>
          <p:cNvSpPr>
            <a:spLocks noGrp="1"/>
          </p:cNvSpPr>
          <p:nvPr>
            <p:ph sz="half" idx="1"/>
          </p:nvPr>
        </p:nvSpPr>
        <p:spPr>
          <a:xfrm>
            <a:off x="838199" y="1687318"/>
            <a:ext cx="10475795" cy="4599296"/>
          </a:xfrm>
        </p:spPr>
        <p:txBody>
          <a:bodyPr vert="horz" lIns="144000" tIns="144000" rIns="144000" bIns="144000" rtlCol="0" anchor="t">
            <a:noAutofit/>
          </a:bodyPr>
          <a:lstStyle/>
          <a:p>
            <a:pPr fontAlgn="base"/>
            <a:r>
              <a:rPr lang="en-GB" dirty="0"/>
              <a:t>​</a:t>
            </a:r>
            <a:endParaRPr lang="en-US" dirty="0"/>
          </a:p>
          <a:p>
            <a:pPr fontAlgn="base"/>
            <a:endParaRPr lang="en-US" dirty="0"/>
          </a:p>
          <a:p>
            <a:pPr fontAlgn="base"/>
            <a:endParaRPr lang="en-GB" dirty="0"/>
          </a:p>
        </p:txBody>
      </p:sp>
      <p:sp>
        <p:nvSpPr>
          <p:cNvPr id="3" name="Slide Number Placeholder 2">
            <a:extLst>
              <a:ext uri="{FF2B5EF4-FFF2-40B4-BE49-F238E27FC236}">
                <a16:creationId xmlns:a16="http://schemas.microsoft.com/office/drawing/2014/main" id="{FCF322DC-B808-220C-18AE-DD38EA6603C7}"/>
              </a:ext>
            </a:extLst>
          </p:cNvPr>
          <p:cNvSpPr>
            <a:spLocks noGrp="1"/>
          </p:cNvSpPr>
          <p:nvPr>
            <p:ph type="sldNum" sz="quarter" idx="4"/>
          </p:nvPr>
        </p:nvSpPr>
        <p:spPr/>
        <p:txBody>
          <a:bodyPr/>
          <a:lstStyle/>
          <a:p>
            <a:pPr algn="l"/>
            <a:fld id="{768364BB-9B21-4D29-A19C-C6410F652861}" type="slidenum">
              <a:rPr lang="en-IE" smtClean="0"/>
              <a:pPr algn="l"/>
              <a:t>6</a:t>
            </a:fld>
            <a:endParaRPr lang="en-IE"/>
          </a:p>
        </p:txBody>
      </p:sp>
      <p:sp>
        <p:nvSpPr>
          <p:cNvPr id="2" name="Title 1">
            <a:extLst>
              <a:ext uri="{FF2B5EF4-FFF2-40B4-BE49-F238E27FC236}">
                <a16:creationId xmlns:a16="http://schemas.microsoft.com/office/drawing/2014/main" id="{AB99405B-BE55-596F-0FE8-026266A83261}"/>
              </a:ext>
            </a:extLst>
          </p:cNvPr>
          <p:cNvSpPr>
            <a:spLocks noGrp="1"/>
          </p:cNvSpPr>
          <p:nvPr>
            <p:ph type="title"/>
          </p:nvPr>
        </p:nvSpPr>
        <p:spPr>
          <a:xfrm>
            <a:off x="940571" y="277181"/>
            <a:ext cx="9951720" cy="1045012"/>
          </a:xfrm>
        </p:spPr>
        <p:txBody>
          <a:bodyPr anchor="ctr">
            <a:normAutofit/>
          </a:bodyPr>
          <a:lstStyle/>
          <a:p>
            <a:r>
              <a:rPr lang="et-EE" sz="3200" b="1" dirty="0" err="1"/>
              <a:t>But</a:t>
            </a:r>
            <a:r>
              <a:rPr lang="et-EE" sz="3200" b="1" dirty="0"/>
              <a:t> </a:t>
            </a:r>
            <a:r>
              <a:rPr lang="et-EE" sz="3200" b="1" dirty="0" err="1"/>
              <a:t>vulnerability</a:t>
            </a:r>
            <a:r>
              <a:rPr lang="et-EE" sz="3200" b="1" dirty="0"/>
              <a:t> </a:t>
            </a:r>
            <a:r>
              <a:rPr lang="et-EE" sz="3200" b="1" dirty="0" err="1"/>
              <a:t>remains</a:t>
            </a:r>
            <a:endParaRPr lang="en-IE" sz="3200" b="1" dirty="0"/>
          </a:p>
        </p:txBody>
      </p:sp>
      <p:sp>
        <p:nvSpPr>
          <p:cNvPr id="4" name="Content Placeholder 2">
            <a:extLst>
              <a:ext uri="{FF2B5EF4-FFF2-40B4-BE49-F238E27FC236}">
                <a16:creationId xmlns:a16="http://schemas.microsoft.com/office/drawing/2014/main" id="{60394FB3-34C4-B06E-8094-4FF55BCD0934}"/>
              </a:ext>
            </a:extLst>
          </p:cNvPr>
          <p:cNvSpPr txBox="1">
            <a:spLocks/>
          </p:cNvSpPr>
          <p:nvPr/>
        </p:nvSpPr>
        <p:spPr>
          <a:xfrm>
            <a:off x="646547" y="1687318"/>
            <a:ext cx="11243158" cy="4379948"/>
          </a:xfrm>
          <a:prstGeom prst="rect">
            <a:avLst/>
          </a:prstGeom>
          <a:noFill/>
        </p:spPr>
        <p:txBody>
          <a:bodyPr vert="horz" lIns="144000" tIns="144000" rIns="144000" bIns="144000" rtlCol="0" anchor="t">
            <a:norm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2000" kern="1200">
                <a:solidFill>
                  <a:schemeClr val="tx1"/>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buFont typeface="Arial" panose="020B0604020202020204" pitchFamily="34" charset="0"/>
              <a:buChar char="•"/>
            </a:pPr>
            <a:r>
              <a:rPr lang="en-IE" dirty="0"/>
              <a:t>60% </a:t>
            </a:r>
            <a:r>
              <a:rPr lang="et-EE" dirty="0" err="1"/>
              <a:t>fossil</a:t>
            </a:r>
            <a:r>
              <a:rPr lang="et-EE" dirty="0"/>
              <a:t> </a:t>
            </a:r>
            <a:r>
              <a:rPr lang="et-EE" dirty="0" err="1"/>
              <a:t>fuel</a:t>
            </a:r>
            <a:r>
              <a:rPr lang="et-EE" dirty="0"/>
              <a:t> import </a:t>
            </a:r>
            <a:r>
              <a:rPr lang="en-IE" dirty="0"/>
              <a:t>dependence has not gone away. </a:t>
            </a:r>
          </a:p>
          <a:p>
            <a:r>
              <a:rPr lang="en-IE" dirty="0"/>
              <a:t> </a:t>
            </a:r>
          </a:p>
          <a:p>
            <a:pPr marL="342900" lvl="0" indent="-342900">
              <a:buFont typeface="Arial" panose="020B0604020202020204" pitchFamily="34" charset="0"/>
              <a:buChar char="•"/>
            </a:pPr>
            <a:r>
              <a:rPr lang="et-EE" dirty="0" err="1"/>
              <a:t>Even</a:t>
            </a:r>
            <a:r>
              <a:rPr lang="et-EE" dirty="0"/>
              <a:t> </a:t>
            </a:r>
            <a:r>
              <a:rPr lang="et-EE" dirty="0" err="1"/>
              <a:t>without</a:t>
            </a:r>
            <a:r>
              <a:rPr lang="et-EE" dirty="0"/>
              <a:t> </a:t>
            </a:r>
            <a:r>
              <a:rPr lang="et-EE" dirty="0" err="1"/>
              <a:t>the</a:t>
            </a:r>
            <a:r>
              <a:rPr lang="et-EE" dirty="0"/>
              <a:t> </a:t>
            </a:r>
            <a:r>
              <a:rPr lang="et-EE" dirty="0" err="1"/>
              <a:t>current</a:t>
            </a:r>
            <a:r>
              <a:rPr lang="et-EE" dirty="0"/>
              <a:t> </a:t>
            </a:r>
            <a:r>
              <a:rPr lang="et-EE" dirty="0" err="1"/>
              <a:t>crisis</a:t>
            </a:r>
            <a:r>
              <a:rPr lang="et-EE" dirty="0"/>
              <a:t>, </a:t>
            </a:r>
            <a:r>
              <a:rPr lang="en-IE" dirty="0"/>
              <a:t>European companies pay </a:t>
            </a:r>
            <a:r>
              <a:rPr lang="et-EE" dirty="0"/>
              <a:t>2-3</a:t>
            </a:r>
            <a:r>
              <a:rPr lang="en-IE" dirty="0"/>
              <a:t> times more for energy than competitors in the US or China. </a:t>
            </a:r>
          </a:p>
          <a:p>
            <a:r>
              <a:rPr lang="en-IE" dirty="0"/>
              <a:t> </a:t>
            </a:r>
          </a:p>
          <a:p>
            <a:pPr marL="342900" lvl="0" indent="-342900">
              <a:buFont typeface="Arial" panose="020B0604020202020204" pitchFamily="34" charset="0"/>
              <a:buChar char="•"/>
            </a:pPr>
            <a:r>
              <a:rPr lang="en-IE" dirty="0"/>
              <a:t>Most of the world's oil and gas reserves lie in the hands of authoritarian regimes. </a:t>
            </a:r>
          </a:p>
          <a:p>
            <a:r>
              <a:rPr lang="en-IE" dirty="0"/>
              <a:t> </a:t>
            </a:r>
          </a:p>
          <a:p>
            <a:pPr marL="342900" lvl="0" indent="-342900">
              <a:buFont typeface="Arial" panose="020B0604020202020204" pitchFamily="34" charset="0"/>
              <a:buChar char="•"/>
            </a:pPr>
            <a:r>
              <a:rPr lang="et-EE" dirty="0"/>
              <a:t>The </a:t>
            </a:r>
            <a:r>
              <a:rPr lang="en-IE" dirty="0"/>
              <a:t>Climate</a:t>
            </a:r>
            <a:r>
              <a:rPr lang="et-EE" dirty="0"/>
              <a:t> and </a:t>
            </a:r>
            <a:r>
              <a:rPr lang="et-EE" dirty="0" err="1"/>
              <a:t>environmental</a:t>
            </a:r>
            <a:r>
              <a:rPr lang="en-IE" dirty="0"/>
              <a:t> risks have only deepened since 2019</a:t>
            </a:r>
            <a:r>
              <a:rPr lang="et-EE" dirty="0"/>
              <a:t>.</a:t>
            </a:r>
            <a:r>
              <a:rPr lang="en-IE" dirty="0"/>
              <a:t> Europe is the fastest-warming continent on Earth, and adapting is already estimated to cost €70 billion a year through 2050.</a:t>
            </a:r>
          </a:p>
        </p:txBody>
      </p:sp>
    </p:spTree>
    <p:extLst>
      <p:ext uri="{BB962C8B-B14F-4D97-AF65-F5344CB8AC3E}">
        <p14:creationId xmlns:p14="http://schemas.microsoft.com/office/powerpoint/2010/main" val="3434726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7BABD-1AC0-1A36-014D-5EF42C84D105}"/>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75337ECA-B8F7-704F-754C-2E3CEB2EBE9D}"/>
              </a:ext>
            </a:extLst>
          </p:cNvPr>
          <p:cNvSpPr>
            <a:spLocks noGrp="1"/>
          </p:cNvSpPr>
          <p:nvPr>
            <p:ph sz="half" idx="1"/>
          </p:nvPr>
        </p:nvSpPr>
        <p:spPr>
          <a:xfrm>
            <a:off x="838199" y="1687318"/>
            <a:ext cx="10475795" cy="4599296"/>
          </a:xfrm>
        </p:spPr>
        <p:txBody>
          <a:bodyPr vert="horz" lIns="144000" tIns="144000" rIns="144000" bIns="144000" rtlCol="0" anchor="t">
            <a:noAutofit/>
          </a:bodyPr>
          <a:lstStyle/>
          <a:p>
            <a:pPr fontAlgn="base"/>
            <a:r>
              <a:rPr lang="en-GB" dirty="0"/>
              <a:t>​</a:t>
            </a:r>
            <a:endParaRPr lang="en-US" dirty="0"/>
          </a:p>
          <a:p>
            <a:pPr fontAlgn="base"/>
            <a:endParaRPr lang="en-US" dirty="0"/>
          </a:p>
          <a:p>
            <a:pPr fontAlgn="base"/>
            <a:endParaRPr lang="en-GB" dirty="0"/>
          </a:p>
        </p:txBody>
      </p:sp>
      <p:sp>
        <p:nvSpPr>
          <p:cNvPr id="3" name="Slide Number Placeholder 2">
            <a:extLst>
              <a:ext uri="{FF2B5EF4-FFF2-40B4-BE49-F238E27FC236}">
                <a16:creationId xmlns:a16="http://schemas.microsoft.com/office/drawing/2014/main" id="{7CD4C886-A4AA-8746-9AAE-2273D8260909}"/>
              </a:ext>
            </a:extLst>
          </p:cNvPr>
          <p:cNvSpPr>
            <a:spLocks noGrp="1"/>
          </p:cNvSpPr>
          <p:nvPr>
            <p:ph type="sldNum" sz="quarter" idx="4"/>
          </p:nvPr>
        </p:nvSpPr>
        <p:spPr/>
        <p:txBody>
          <a:bodyPr/>
          <a:lstStyle/>
          <a:p>
            <a:pPr algn="l"/>
            <a:fld id="{768364BB-9B21-4D29-A19C-C6410F652861}" type="slidenum">
              <a:rPr lang="en-IE" smtClean="0"/>
              <a:pPr algn="l"/>
              <a:t>7</a:t>
            </a:fld>
            <a:endParaRPr lang="en-IE"/>
          </a:p>
        </p:txBody>
      </p:sp>
      <p:sp>
        <p:nvSpPr>
          <p:cNvPr id="2" name="Title 1">
            <a:extLst>
              <a:ext uri="{FF2B5EF4-FFF2-40B4-BE49-F238E27FC236}">
                <a16:creationId xmlns:a16="http://schemas.microsoft.com/office/drawing/2014/main" id="{63DD5E3A-6A95-5258-592C-BC73AC2014EC}"/>
              </a:ext>
            </a:extLst>
          </p:cNvPr>
          <p:cNvSpPr>
            <a:spLocks noGrp="1"/>
          </p:cNvSpPr>
          <p:nvPr>
            <p:ph type="title"/>
          </p:nvPr>
        </p:nvSpPr>
        <p:spPr>
          <a:xfrm>
            <a:off x="940571" y="277181"/>
            <a:ext cx="9951720" cy="1045012"/>
          </a:xfrm>
        </p:spPr>
        <p:txBody>
          <a:bodyPr anchor="ctr">
            <a:normAutofit/>
          </a:bodyPr>
          <a:lstStyle/>
          <a:p>
            <a:r>
              <a:rPr lang="et-EE" sz="3200" b="1" dirty="0"/>
              <a:t>Green and </a:t>
            </a:r>
            <a:r>
              <a:rPr lang="et-EE" sz="3200" b="1" dirty="0" err="1"/>
              <a:t>clean</a:t>
            </a:r>
            <a:r>
              <a:rPr lang="et-EE" sz="3200" b="1" dirty="0"/>
              <a:t> </a:t>
            </a:r>
            <a:r>
              <a:rPr lang="et-EE" sz="3200" b="1" dirty="0" err="1"/>
              <a:t>economic</a:t>
            </a:r>
            <a:r>
              <a:rPr lang="et-EE" sz="3200" b="1" dirty="0"/>
              <a:t> </a:t>
            </a:r>
            <a:r>
              <a:rPr lang="et-EE" sz="3200" b="1" dirty="0" err="1"/>
              <a:t>transition</a:t>
            </a:r>
            <a:r>
              <a:rPr lang="et-EE" sz="3200" b="1" dirty="0"/>
              <a:t>: </a:t>
            </a:r>
            <a:br>
              <a:rPr lang="et-EE" sz="3200" b="1" dirty="0"/>
            </a:br>
            <a:r>
              <a:rPr lang="et-EE" sz="3200" b="1" dirty="0" err="1"/>
              <a:t>only</a:t>
            </a:r>
            <a:r>
              <a:rPr lang="et-EE" sz="3200" b="1" dirty="0"/>
              <a:t> </a:t>
            </a:r>
            <a:r>
              <a:rPr lang="et-EE" sz="3200" b="1" dirty="0" err="1"/>
              <a:t>rational</a:t>
            </a:r>
            <a:r>
              <a:rPr lang="et-EE" sz="3200" b="1" dirty="0"/>
              <a:t> </a:t>
            </a:r>
            <a:r>
              <a:rPr lang="et-EE" sz="3200" b="1" dirty="0" err="1"/>
              <a:t>way</a:t>
            </a:r>
            <a:r>
              <a:rPr lang="et-EE" sz="3200" b="1" dirty="0"/>
              <a:t> </a:t>
            </a:r>
            <a:r>
              <a:rPr lang="et-EE" sz="3200" b="1" dirty="0" err="1"/>
              <a:t>forward</a:t>
            </a:r>
            <a:endParaRPr lang="en-IE" sz="3200" b="1" dirty="0"/>
          </a:p>
        </p:txBody>
      </p:sp>
      <p:sp>
        <p:nvSpPr>
          <p:cNvPr id="4" name="Content Placeholder 2">
            <a:extLst>
              <a:ext uri="{FF2B5EF4-FFF2-40B4-BE49-F238E27FC236}">
                <a16:creationId xmlns:a16="http://schemas.microsoft.com/office/drawing/2014/main" id="{E75527B6-3A7C-8CB4-2CBC-94EF93854D76}"/>
              </a:ext>
            </a:extLst>
          </p:cNvPr>
          <p:cNvSpPr txBox="1">
            <a:spLocks/>
          </p:cNvSpPr>
          <p:nvPr/>
        </p:nvSpPr>
        <p:spPr>
          <a:xfrm>
            <a:off x="646547" y="1687318"/>
            <a:ext cx="11243158" cy="4379948"/>
          </a:xfrm>
          <a:prstGeom prst="rect">
            <a:avLst/>
          </a:prstGeom>
          <a:noFill/>
        </p:spPr>
        <p:txBody>
          <a:bodyPr vert="horz" lIns="144000" tIns="144000" rIns="144000" bIns="144000" rtlCol="0" anchor="t">
            <a:normAutofit fontScale="92500" lnSpcReduction="20000"/>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2000" kern="1200">
                <a:solidFill>
                  <a:schemeClr val="tx1"/>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buFont typeface="Arial" panose="020B0604020202020204" pitchFamily="34" charset="0"/>
              <a:buChar char="•"/>
            </a:pPr>
            <a:r>
              <a:rPr lang="et-EE" dirty="0" err="1"/>
              <a:t>Commission’s</a:t>
            </a:r>
            <a:r>
              <a:rPr lang="et-EE" dirty="0"/>
              <a:t> </a:t>
            </a:r>
            <a:r>
              <a:rPr lang="et-EE" dirty="0" err="1"/>
              <a:t>focus</a:t>
            </a:r>
            <a:r>
              <a:rPr lang="et-EE" dirty="0"/>
              <a:t> </a:t>
            </a:r>
            <a:r>
              <a:rPr lang="et-EE" dirty="0" err="1"/>
              <a:t>is</a:t>
            </a:r>
            <a:r>
              <a:rPr lang="et-EE" dirty="0"/>
              <a:t> to </a:t>
            </a:r>
            <a:r>
              <a:rPr lang="et-EE" dirty="0" err="1"/>
              <a:t>accelerate</a:t>
            </a:r>
            <a:r>
              <a:rPr lang="et-EE" dirty="0"/>
              <a:t>, </a:t>
            </a:r>
            <a:r>
              <a:rPr lang="et-EE" dirty="0" err="1"/>
              <a:t>i.a</a:t>
            </a:r>
            <a:r>
              <a:rPr lang="et-EE" dirty="0"/>
              <a:t>.:</a:t>
            </a:r>
          </a:p>
          <a:p>
            <a:pPr marL="1085850" lvl="1" indent="-342900"/>
            <a:endParaRPr lang="et-EE" sz="2000" dirty="0"/>
          </a:p>
          <a:p>
            <a:pPr marL="1085850" lvl="1" indent="-342900"/>
            <a:r>
              <a:rPr lang="et-EE" sz="2000" dirty="0" err="1"/>
              <a:t>Build-up</a:t>
            </a:r>
            <a:r>
              <a:rPr lang="et-EE" sz="2000" dirty="0"/>
              <a:t> of </a:t>
            </a:r>
            <a:r>
              <a:rPr lang="et-EE" sz="2000" dirty="0" err="1"/>
              <a:t>clean</a:t>
            </a:r>
            <a:r>
              <a:rPr lang="et-EE" sz="2000" dirty="0"/>
              <a:t> </a:t>
            </a:r>
            <a:r>
              <a:rPr lang="et-EE" sz="2000" dirty="0" err="1"/>
              <a:t>energy</a:t>
            </a:r>
            <a:r>
              <a:rPr lang="et-EE" sz="2000" dirty="0"/>
              <a:t> </a:t>
            </a:r>
            <a:r>
              <a:rPr lang="et-EE" sz="2000" dirty="0" err="1"/>
              <a:t>capacities</a:t>
            </a:r>
            <a:endParaRPr lang="et-EE" sz="2000" dirty="0"/>
          </a:p>
          <a:p>
            <a:pPr marL="1085850" lvl="1" indent="-342900"/>
            <a:endParaRPr lang="et-EE" sz="2000" dirty="0"/>
          </a:p>
          <a:p>
            <a:pPr marL="1085850" lvl="1" indent="-342900"/>
            <a:r>
              <a:rPr lang="et-EE" sz="2000" dirty="0" err="1"/>
              <a:t>Electrification</a:t>
            </a:r>
            <a:endParaRPr lang="et-EE" sz="2000" dirty="0"/>
          </a:p>
          <a:p>
            <a:pPr marL="1085850" lvl="1" indent="-342900"/>
            <a:endParaRPr lang="et-EE" sz="2000" dirty="0"/>
          </a:p>
          <a:p>
            <a:pPr marL="1085850" lvl="1" indent="-342900"/>
            <a:r>
              <a:rPr lang="et-EE" sz="2000" dirty="0" err="1"/>
              <a:t>Storage</a:t>
            </a:r>
            <a:r>
              <a:rPr lang="et-EE" sz="2000" dirty="0"/>
              <a:t> </a:t>
            </a:r>
            <a:r>
              <a:rPr lang="et-EE" sz="2000" dirty="0" err="1"/>
              <a:t>capacities</a:t>
            </a:r>
            <a:endParaRPr lang="et-EE" sz="2000" dirty="0"/>
          </a:p>
          <a:p>
            <a:pPr marL="1085850" lvl="1" indent="-342900"/>
            <a:endParaRPr lang="et-EE" sz="2000" dirty="0"/>
          </a:p>
          <a:p>
            <a:pPr marL="1085850" lvl="1" indent="-342900"/>
            <a:r>
              <a:rPr lang="et-EE" sz="2000" dirty="0" err="1"/>
              <a:t>Grids</a:t>
            </a:r>
            <a:r>
              <a:rPr lang="et-EE" sz="2000" dirty="0"/>
              <a:t> and </a:t>
            </a:r>
            <a:r>
              <a:rPr lang="et-EE" sz="2000" dirty="0" err="1"/>
              <a:t>connections</a:t>
            </a:r>
            <a:endParaRPr lang="et-EE" sz="2000" dirty="0"/>
          </a:p>
          <a:p>
            <a:pPr lvl="1" indent="0">
              <a:buNone/>
            </a:pPr>
            <a:endParaRPr lang="et-EE" sz="2000" dirty="0"/>
          </a:p>
          <a:p>
            <a:pPr marL="1085850" lvl="1" indent="-342900"/>
            <a:r>
              <a:rPr lang="et-EE" sz="2000" dirty="0" err="1"/>
              <a:t>Circular</a:t>
            </a:r>
            <a:r>
              <a:rPr lang="et-EE" sz="2000" dirty="0"/>
              <a:t> </a:t>
            </a:r>
            <a:r>
              <a:rPr lang="et-EE" sz="2000" dirty="0" err="1"/>
              <a:t>economy</a:t>
            </a:r>
            <a:r>
              <a:rPr lang="et-EE" sz="2000" dirty="0"/>
              <a:t> </a:t>
            </a:r>
            <a:r>
              <a:rPr lang="et-EE" sz="2000" dirty="0" err="1"/>
              <a:t>transition</a:t>
            </a:r>
            <a:r>
              <a:rPr lang="et-EE" sz="2000" dirty="0"/>
              <a:t>, </a:t>
            </a:r>
            <a:r>
              <a:rPr lang="et-EE" sz="2000" dirty="0" err="1"/>
              <a:t>incl</a:t>
            </a:r>
            <a:r>
              <a:rPr lang="et-EE" sz="2000" dirty="0"/>
              <a:t>. </a:t>
            </a:r>
            <a:r>
              <a:rPr lang="et-EE" sz="2000" dirty="0" err="1"/>
              <a:t>for</a:t>
            </a:r>
            <a:r>
              <a:rPr lang="et-EE" sz="2000" dirty="0"/>
              <a:t> </a:t>
            </a:r>
            <a:r>
              <a:rPr lang="et-EE" sz="2000" dirty="0" err="1"/>
              <a:t>critical</a:t>
            </a:r>
            <a:r>
              <a:rPr lang="et-EE" sz="2000" dirty="0"/>
              <a:t> </a:t>
            </a:r>
            <a:r>
              <a:rPr lang="et-EE" sz="2000" dirty="0" err="1"/>
              <a:t>raw</a:t>
            </a:r>
            <a:r>
              <a:rPr lang="et-EE" sz="2000" dirty="0"/>
              <a:t> </a:t>
            </a:r>
            <a:r>
              <a:rPr lang="et-EE" sz="2000" dirty="0" err="1"/>
              <a:t>materials</a:t>
            </a:r>
            <a:endParaRPr lang="et-EE" sz="2000" dirty="0"/>
          </a:p>
          <a:p>
            <a:pPr marL="1085850" lvl="1" indent="-342900"/>
            <a:endParaRPr lang="et-EE" sz="2000" dirty="0"/>
          </a:p>
          <a:p>
            <a:pPr marL="1085850" lvl="1" indent="-342900"/>
            <a:r>
              <a:rPr lang="et-EE" sz="2000" dirty="0"/>
              <a:t>…</a:t>
            </a:r>
          </a:p>
          <a:p>
            <a:pPr marL="342900" indent="-342900"/>
            <a:endParaRPr lang="et-EE" sz="2200" dirty="0"/>
          </a:p>
          <a:p>
            <a:pPr marL="342900" indent="-342900"/>
            <a:r>
              <a:rPr lang="et-EE" sz="2200" dirty="0">
                <a:sym typeface="Wingdings" panose="05000000000000000000" pitchFamily="2" charset="2"/>
              </a:rPr>
              <a:t> Green and </a:t>
            </a:r>
            <a:r>
              <a:rPr lang="et-EE" sz="2200" dirty="0" err="1">
                <a:sym typeface="Wingdings" panose="05000000000000000000" pitchFamily="2" charset="2"/>
              </a:rPr>
              <a:t>clean</a:t>
            </a:r>
            <a:r>
              <a:rPr lang="et-EE" sz="2200" dirty="0">
                <a:sym typeface="Wingdings" panose="05000000000000000000" pitchFamily="2" charset="2"/>
              </a:rPr>
              <a:t> </a:t>
            </a:r>
            <a:r>
              <a:rPr lang="et-EE" sz="2200" dirty="0" err="1">
                <a:sym typeface="Wingdings" panose="05000000000000000000" pitchFamily="2" charset="2"/>
              </a:rPr>
              <a:t>transition</a:t>
            </a:r>
            <a:r>
              <a:rPr lang="et-EE" sz="2200" dirty="0">
                <a:sym typeface="Wingdings" panose="05000000000000000000" pitchFamily="2" charset="2"/>
              </a:rPr>
              <a:t> </a:t>
            </a:r>
            <a:r>
              <a:rPr lang="et-EE" sz="2200" dirty="0" err="1">
                <a:sym typeface="Wingdings" panose="05000000000000000000" pitchFamily="2" charset="2"/>
              </a:rPr>
              <a:t>increasingly</a:t>
            </a:r>
            <a:r>
              <a:rPr lang="et-EE" sz="2200" dirty="0">
                <a:sym typeface="Wingdings" panose="05000000000000000000" pitchFamily="2" charset="2"/>
              </a:rPr>
              <a:t> as a </a:t>
            </a:r>
            <a:r>
              <a:rPr lang="et-EE" sz="2200" dirty="0" err="1">
                <a:sym typeface="Wingdings" panose="05000000000000000000" pitchFamily="2" charset="2"/>
              </a:rPr>
              <a:t>matter</a:t>
            </a:r>
            <a:r>
              <a:rPr lang="et-EE" sz="2200" dirty="0">
                <a:sym typeface="Wingdings" panose="05000000000000000000" pitchFamily="2" charset="2"/>
              </a:rPr>
              <a:t> of </a:t>
            </a:r>
            <a:r>
              <a:rPr lang="et-EE" sz="2200" dirty="0" err="1">
                <a:sym typeface="Wingdings" panose="05000000000000000000" pitchFamily="2" charset="2"/>
              </a:rPr>
              <a:t>European</a:t>
            </a:r>
            <a:r>
              <a:rPr lang="et-EE" sz="2200" dirty="0">
                <a:sym typeface="Wingdings" panose="05000000000000000000" pitchFamily="2" charset="2"/>
              </a:rPr>
              <a:t> </a:t>
            </a:r>
            <a:r>
              <a:rPr lang="et-EE" sz="2200" dirty="0" err="1">
                <a:sym typeface="Wingdings" panose="05000000000000000000" pitchFamily="2" charset="2"/>
              </a:rPr>
              <a:t>competitiveness</a:t>
            </a:r>
            <a:r>
              <a:rPr lang="et-EE" sz="2200" dirty="0">
                <a:sym typeface="Wingdings" panose="05000000000000000000" pitchFamily="2" charset="2"/>
              </a:rPr>
              <a:t> and </a:t>
            </a:r>
            <a:r>
              <a:rPr lang="et-EE" sz="2200" dirty="0" err="1">
                <a:sym typeface="Wingdings" panose="05000000000000000000" pitchFamily="2" charset="2"/>
              </a:rPr>
              <a:t>security</a:t>
            </a:r>
            <a:r>
              <a:rPr lang="et-EE" sz="2200" dirty="0">
                <a:sym typeface="Wingdings" panose="05000000000000000000" pitchFamily="2" charset="2"/>
              </a:rPr>
              <a:t>.</a:t>
            </a:r>
            <a:endParaRPr lang="et-EE" sz="2200" dirty="0"/>
          </a:p>
        </p:txBody>
      </p:sp>
    </p:spTree>
    <p:extLst>
      <p:ext uri="{BB962C8B-B14F-4D97-AF65-F5344CB8AC3E}">
        <p14:creationId xmlns:p14="http://schemas.microsoft.com/office/powerpoint/2010/main" val="92661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7FB26-27B0-46DA-D8A7-1CEBC8BBF0F0}"/>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2B87F88B-437F-AD0A-1652-57ABE9234698}"/>
              </a:ext>
            </a:extLst>
          </p:cNvPr>
          <p:cNvSpPr>
            <a:spLocks noGrp="1"/>
          </p:cNvSpPr>
          <p:nvPr>
            <p:ph sz="half" idx="1"/>
          </p:nvPr>
        </p:nvSpPr>
        <p:spPr>
          <a:xfrm>
            <a:off x="838199" y="1687318"/>
            <a:ext cx="10475795" cy="4599296"/>
          </a:xfrm>
        </p:spPr>
        <p:txBody>
          <a:bodyPr vert="horz" lIns="144000" tIns="144000" rIns="144000" bIns="144000" rtlCol="0" anchor="t">
            <a:noAutofit/>
          </a:bodyPr>
          <a:lstStyle/>
          <a:p>
            <a:pPr fontAlgn="base"/>
            <a:r>
              <a:rPr lang="en-GB" dirty="0"/>
              <a:t>​</a:t>
            </a:r>
            <a:endParaRPr lang="en-US" dirty="0"/>
          </a:p>
          <a:p>
            <a:pPr fontAlgn="base"/>
            <a:endParaRPr lang="en-US" dirty="0"/>
          </a:p>
          <a:p>
            <a:pPr fontAlgn="base"/>
            <a:endParaRPr lang="en-GB" dirty="0"/>
          </a:p>
        </p:txBody>
      </p:sp>
      <p:sp>
        <p:nvSpPr>
          <p:cNvPr id="3" name="Slide Number Placeholder 2">
            <a:extLst>
              <a:ext uri="{FF2B5EF4-FFF2-40B4-BE49-F238E27FC236}">
                <a16:creationId xmlns:a16="http://schemas.microsoft.com/office/drawing/2014/main" id="{98FF88EA-E7F2-62DB-22F3-70E0396EDEDB}"/>
              </a:ext>
            </a:extLst>
          </p:cNvPr>
          <p:cNvSpPr>
            <a:spLocks noGrp="1"/>
          </p:cNvSpPr>
          <p:nvPr>
            <p:ph type="sldNum" sz="quarter" idx="4"/>
          </p:nvPr>
        </p:nvSpPr>
        <p:spPr/>
        <p:txBody>
          <a:bodyPr/>
          <a:lstStyle/>
          <a:p>
            <a:pPr algn="l"/>
            <a:fld id="{768364BB-9B21-4D29-A19C-C6410F652861}" type="slidenum">
              <a:rPr lang="en-IE" smtClean="0"/>
              <a:pPr algn="l"/>
              <a:t>8</a:t>
            </a:fld>
            <a:endParaRPr lang="en-IE"/>
          </a:p>
        </p:txBody>
      </p:sp>
      <p:sp>
        <p:nvSpPr>
          <p:cNvPr id="2" name="Title 1">
            <a:extLst>
              <a:ext uri="{FF2B5EF4-FFF2-40B4-BE49-F238E27FC236}">
                <a16:creationId xmlns:a16="http://schemas.microsoft.com/office/drawing/2014/main" id="{BEED6FA5-D373-893C-500A-CFA38A784BDA}"/>
              </a:ext>
            </a:extLst>
          </p:cNvPr>
          <p:cNvSpPr>
            <a:spLocks noGrp="1"/>
          </p:cNvSpPr>
          <p:nvPr>
            <p:ph type="title"/>
          </p:nvPr>
        </p:nvSpPr>
        <p:spPr>
          <a:xfrm>
            <a:off x="940571" y="277181"/>
            <a:ext cx="9951720" cy="1045012"/>
          </a:xfrm>
        </p:spPr>
        <p:txBody>
          <a:bodyPr anchor="ctr">
            <a:normAutofit/>
          </a:bodyPr>
          <a:lstStyle/>
          <a:p>
            <a:r>
              <a:rPr lang="et-EE" sz="3200" b="1" dirty="0" err="1"/>
              <a:t>Data</a:t>
            </a:r>
            <a:r>
              <a:rPr lang="et-EE" sz="3200" b="1" dirty="0"/>
              <a:t> </a:t>
            </a:r>
            <a:r>
              <a:rPr lang="et-EE" sz="3200" b="1" dirty="0" err="1"/>
              <a:t>collection</a:t>
            </a:r>
            <a:r>
              <a:rPr lang="et-EE" sz="3200" b="1" dirty="0"/>
              <a:t> and </a:t>
            </a:r>
            <a:r>
              <a:rPr lang="et-EE" sz="3200" b="1" dirty="0" err="1"/>
              <a:t>reporting</a:t>
            </a:r>
            <a:r>
              <a:rPr lang="et-EE" sz="3200" b="1" dirty="0"/>
              <a:t>: a </a:t>
            </a:r>
            <a:r>
              <a:rPr lang="et-EE" sz="3200" b="1" dirty="0" err="1"/>
              <a:t>line</a:t>
            </a:r>
            <a:r>
              <a:rPr lang="et-EE" sz="3200" b="1" dirty="0"/>
              <a:t> of </a:t>
            </a:r>
            <a:r>
              <a:rPr lang="et-EE" sz="3200" b="1" dirty="0" err="1"/>
              <a:t>defence</a:t>
            </a:r>
            <a:endParaRPr lang="en-IE" sz="3200" b="1" dirty="0"/>
          </a:p>
        </p:txBody>
      </p:sp>
      <p:sp>
        <p:nvSpPr>
          <p:cNvPr id="4" name="Content Placeholder 2">
            <a:extLst>
              <a:ext uri="{FF2B5EF4-FFF2-40B4-BE49-F238E27FC236}">
                <a16:creationId xmlns:a16="http://schemas.microsoft.com/office/drawing/2014/main" id="{29DD2BAB-BB5D-A622-68D1-6EB3A46BDD23}"/>
              </a:ext>
            </a:extLst>
          </p:cNvPr>
          <p:cNvSpPr txBox="1">
            <a:spLocks/>
          </p:cNvSpPr>
          <p:nvPr/>
        </p:nvSpPr>
        <p:spPr>
          <a:xfrm>
            <a:off x="563418" y="1536996"/>
            <a:ext cx="11243158" cy="4379948"/>
          </a:xfrm>
          <a:prstGeom prst="rect">
            <a:avLst/>
          </a:prstGeom>
          <a:noFill/>
        </p:spPr>
        <p:txBody>
          <a:bodyPr vert="horz" lIns="144000" tIns="144000" rIns="144000" bIns="144000" rtlCol="0" anchor="t">
            <a:norm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2000" kern="1200">
                <a:solidFill>
                  <a:schemeClr val="tx1"/>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buFont typeface="Arial" panose="020B0604020202020204" pitchFamily="34" charset="0"/>
              <a:buChar char="•"/>
            </a:pPr>
            <a:r>
              <a:rPr lang="et-EE" dirty="0" err="1"/>
              <a:t>Not</a:t>
            </a:r>
            <a:r>
              <a:rPr lang="et-EE" dirty="0"/>
              <a:t> </a:t>
            </a:r>
            <a:r>
              <a:rPr lang="et-EE" dirty="0" err="1"/>
              <a:t>only</a:t>
            </a:r>
            <a:r>
              <a:rPr lang="et-EE" dirty="0"/>
              <a:t> to see </a:t>
            </a:r>
            <a:r>
              <a:rPr lang="et-EE" dirty="0" err="1"/>
              <a:t>clearly</a:t>
            </a:r>
            <a:r>
              <a:rPr lang="et-EE" dirty="0"/>
              <a:t>, </a:t>
            </a:r>
            <a:r>
              <a:rPr lang="et-EE" dirty="0" err="1"/>
              <a:t>set</a:t>
            </a:r>
            <a:r>
              <a:rPr lang="et-EE" dirty="0"/>
              <a:t> </a:t>
            </a:r>
            <a:r>
              <a:rPr lang="et-EE" dirty="0" err="1"/>
              <a:t>realistic</a:t>
            </a:r>
            <a:r>
              <a:rPr lang="et-EE" dirty="0"/>
              <a:t> </a:t>
            </a:r>
            <a:r>
              <a:rPr lang="et-EE" dirty="0" err="1"/>
              <a:t>evidence-based</a:t>
            </a:r>
            <a:r>
              <a:rPr lang="et-EE" dirty="0"/>
              <a:t> </a:t>
            </a:r>
            <a:r>
              <a:rPr lang="et-EE" dirty="0" err="1"/>
              <a:t>targets</a:t>
            </a:r>
            <a:r>
              <a:rPr lang="et-EE" dirty="0"/>
              <a:t>, </a:t>
            </a:r>
            <a:r>
              <a:rPr lang="et-EE" dirty="0" err="1"/>
              <a:t>send</a:t>
            </a:r>
            <a:r>
              <a:rPr lang="et-EE" dirty="0"/>
              <a:t> </a:t>
            </a:r>
            <a:r>
              <a:rPr lang="et-EE" dirty="0" err="1"/>
              <a:t>investment</a:t>
            </a:r>
            <a:r>
              <a:rPr lang="et-EE" dirty="0"/>
              <a:t> </a:t>
            </a:r>
            <a:r>
              <a:rPr lang="et-EE" dirty="0" err="1"/>
              <a:t>where</a:t>
            </a:r>
            <a:r>
              <a:rPr lang="et-EE" dirty="0"/>
              <a:t> </a:t>
            </a:r>
            <a:r>
              <a:rPr lang="et-EE" dirty="0" err="1"/>
              <a:t>it</a:t>
            </a:r>
            <a:r>
              <a:rPr lang="et-EE" dirty="0"/>
              <a:t> </a:t>
            </a:r>
            <a:r>
              <a:rPr lang="et-EE" dirty="0" err="1"/>
              <a:t>counts</a:t>
            </a:r>
            <a:r>
              <a:rPr lang="et-EE" dirty="0"/>
              <a:t>, </a:t>
            </a:r>
            <a:r>
              <a:rPr lang="et-EE" dirty="0" err="1"/>
              <a:t>ensure</a:t>
            </a:r>
            <a:r>
              <a:rPr lang="et-EE" dirty="0"/>
              <a:t> </a:t>
            </a:r>
            <a:r>
              <a:rPr lang="et-EE" dirty="0" err="1"/>
              <a:t>accountability</a:t>
            </a:r>
            <a:r>
              <a:rPr lang="et-EE" dirty="0"/>
              <a:t> … </a:t>
            </a:r>
          </a:p>
          <a:p>
            <a:pPr lvl="0"/>
            <a:endParaRPr lang="et-EE" dirty="0"/>
          </a:p>
          <a:p>
            <a:pPr marL="342900" lvl="0" indent="-342900">
              <a:buFont typeface="Arial" panose="020B0604020202020204" pitchFamily="34" charset="0"/>
              <a:buChar char="•"/>
            </a:pPr>
            <a:r>
              <a:rPr lang="et-EE" dirty="0" err="1"/>
              <a:t>but</a:t>
            </a:r>
            <a:r>
              <a:rPr lang="et-EE" dirty="0"/>
              <a:t> </a:t>
            </a:r>
            <a:r>
              <a:rPr lang="et-EE" dirty="0" err="1"/>
              <a:t>also</a:t>
            </a:r>
            <a:r>
              <a:rPr lang="et-EE" dirty="0"/>
              <a:t> to </a:t>
            </a:r>
            <a:r>
              <a:rPr lang="et-EE" dirty="0" err="1"/>
              <a:t>maintain</a:t>
            </a:r>
            <a:r>
              <a:rPr lang="et-EE" dirty="0"/>
              <a:t> </a:t>
            </a:r>
            <a:r>
              <a:rPr lang="et-EE" dirty="0" err="1"/>
              <a:t>or</a:t>
            </a:r>
            <a:r>
              <a:rPr lang="et-EE" dirty="0"/>
              <a:t> </a:t>
            </a:r>
            <a:r>
              <a:rPr lang="et-EE" dirty="0" err="1"/>
              <a:t>earn</a:t>
            </a:r>
            <a:r>
              <a:rPr lang="et-EE" dirty="0"/>
              <a:t> </a:t>
            </a:r>
            <a:r>
              <a:rPr lang="et-EE" dirty="0" err="1"/>
              <a:t>public</a:t>
            </a:r>
            <a:r>
              <a:rPr lang="et-EE" dirty="0"/>
              <a:t> trust at </a:t>
            </a:r>
            <a:r>
              <a:rPr lang="et-EE" dirty="0" err="1"/>
              <a:t>the</a:t>
            </a:r>
            <a:r>
              <a:rPr lang="et-EE" dirty="0"/>
              <a:t> </a:t>
            </a:r>
            <a:r>
              <a:rPr lang="et-EE" dirty="0" err="1"/>
              <a:t>time</a:t>
            </a:r>
            <a:r>
              <a:rPr lang="et-EE" dirty="0"/>
              <a:t> of </a:t>
            </a:r>
            <a:r>
              <a:rPr lang="et-EE" dirty="0" err="1"/>
              <a:t>increasing</a:t>
            </a:r>
            <a:r>
              <a:rPr lang="et-EE" dirty="0"/>
              <a:t> </a:t>
            </a:r>
            <a:r>
              <a:rPr lang="et-EE" dirty="0" err="1"/>
              <a:t>climate</a:t>
            </a:r>
            <a:r>
              <a:rPr lang="et-EE" dirty="0"/>
              <a:t> </a:t>
            </a:r>
            <a:r>
              <a:rPr lang="et-EE" dirty="0" err="1"/>
              <a:t>disinformation</a:t>
            </a:r>
            <a:r>
              <a:rPr lang="et-EE" dirty="0"/>
              <a:t>.</a:t>
            </a:r>
          </a:p>
          <a:p>
            <a:pPr marL="342900" lvl="0" indent="-342900">
              <a:buFont typeface="Arial" panose="020B0604020202020204" pitchFamily="34" charset="0"/>
              <a:buChar char="•"/>
            </a:pPr>
            <a:endParaRPr lang="et-EE" dirty="0"/>
          </a:p>
          <a:p>
            <a:pPr marL="342900" indent="-342900">
              <a:buFont typeface="Arial" panose="020B0604020202020204" pitchFamily="34" charset="0"/>
              <a:buChar char="•"/>
            </a:pPr>
            <a:r>
              <a:rPr lang="en-US" dirty="0"/>
              <a:t>The latest </a:t>
            </a:r>
            <a:r>
              <a:rPr lang="en-US" dirty="0">
                <a:hlinkClick r:id="rId2"/>
              </a:rPr>
              <a:t>Eurobarometer survey on climate change</a:t>
            </a:r>
            <a:r>
              <a:rPr lang="en-US" dirty="0"/>
              <a:t> shows a that a large majority of Europeans (85%) see climate change as a serious problem. 85% also believe that climate action should be a priority to improve public health, and 83% say better preparation for climate impacts will improve daily life.</a:t>
            </a:r>
            <a:r>
              <a:rPr lang="et-EE" dirty="0"/>
              <a:t> </a:t>
            </a:r>
            <a:r>
              <a:rPr lang="et-EE" dirty="0" err="1"/>
              <a:t>Honest</a:t>
            </a:r>
            <a:r>
              <a:rPr lang="et-EE" dirty="0"/>
              <a:t> and transparent </a:t>
            </a:r>
            <a:r>
              <a:rPr lang="et-EE" dirty="0" err="1"/>
              <a:t>data</a:t>
            </a:r>
            <a:r>
              <a:rPr lang="et-EE" dirty="0"/>
              <a:t> and </a:t>
            </a:r>
            <a:r>
              <a:rPr lang="et-EE" dirty="0" err="1"/>
              <a:t>reporting</a:t>
            </a:r>
            <a:r>
              <a:rPr lang="et-EE" dirty="0"/>
              <a:t> are </a:t>
            </a:r>
            <a:r>
              <a:rPr lang="et-EE" dirty="0" err="1"/>
              <a:t>key</a:t>
            </a:r>
            <a:r>
              <a:rPr lang="et-EE" dirty="0"/>
              <a:t> to keep </a:t>
            </a:r>
            <a:r>
              <a:rPr lang="et-EE" dirty="0" err="1"/>
              <a:t>it</a:t>
            </a:r>
            <a:r>
              <a:rPr lang="et-EE" dirty="0"/>
              <a:t> </a:t>
            </a:r>
            <a:r>
              <a:rPr lang="et-EE" dirty="0" err="1"/>
              <a:t>that</a:t>
            </a:r>
            <a:r>
              <a:rPr lang="et-EE" dirty="0"/>
              <a:t> </a:t>
            </a:r>
            <a:r>
              <a:rPr lang="et-EE" dirty="0" err="1"/>
              <a:t>way</a:t>
            </a:r>
            <a:r>
              <a:rPr lang="et-EE" dirty="0"/>
              <a:t>.</a:t>
            </a:r>
          </a:p>
          <a:p>
            <a:pPr algn="r"/>
            <a:endParaRPr lang="et-EE" dirty="0"/>
          </a:p>
          <a:p>
            <a:pPr algn="r"/>
            <a:r>
              <a:rPr lang="en-IE" dirty="0">
                <a:highlight>
                  <a:srgbClr val="FFFF00"/>
                </a:highlight>
              </a:rPr>
              <a:t>#ClimateFactsMatter </a:t>
            </a:r>
            <a:endParaRPr lang="en-US" dirty="0">
              <a:highlight>
                <a:srgbClr val="FFFF00"/>
              </a:highlight>
            </a:endParaRPr>
          </a:p>
          <a:p>
            <a:pPr marL="342900" lvl="0" indent="-342900">
              <a:buFont typeface="Arial" panose="020B0604020202020204" pitchFamily="34" charset="0"/>
              <a:buChar char="•"/>
            </a:pPr>
            <a:endParaRPr lang="et-EE" sz="2200" dirty="0"/>
          </a:p>
        </p:txBody>
      </p:sp>
    </p:spTree>
    <p:extLst>
      <p:ext uri="{BB962C8B-B14F-4D97-AF65-F5344CB8AC3E}">
        <p14:creationId xmlns:p14="http://schemas.microsoft.com/office/powerpoint/2010/main" val="2222159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5" name="Title 4">
            <a:extLst>
              <a:ext uri="{FF2B5EF4-FFF2-40B4-BE49-F238E27FC236}">
                <a16:creationId xmlns:a16="http://schemas.microsoft.com/office/drawing/2014/main" id="{C504D590-9922-C06A-407C-2B718394A8D5}"/>
              </a:ext>
            </a:extLst>
          </p:cNvPr>
          <p:cNvSpPr>
            <a:spLocks noGrp="1"/>
          </p:cNvSpPr>
          <p:nvPr>
            <p:ph type="title"/>
          </p:nvPr>
        </p:nvSpPr>
        <p:spPr>
          <a:xfrm>
            <a:off x="793401" y="1930720"/>
            <a:ext cx="6426200" cy="2321151"/>
          </a:xfrm>
        </p:spPr>
        <p:txBody>
          <a:bodyPr/>
          <a:lstStyle/>
          <a:p>
            <a:pPr>
              <a:lnSpc>
                <a:spcPct val="100000"/>
              </a:lnSpc>
            </a:pPr>
            <a:br>
              <a:rPr lang="en-IE" sz="2800" dirty="0">
                <a:cs typeface="Arial"/>
              </a:rPr>
            </a:br>
            <a:br>
              <a:rPr lang="en-IE" sz="2800" dirty="0"/>
            </a:br>
            <a:endParaRPr lang="en-IE" sz="2000" i="1" dirty="0">
              <a:cs typeface="Arial"/>
            </a:endParaRPr>
          </a:p>
        </p:txBody>
      </p:sp>
      <p:sp>
        <p:nvSpPr>
          <p:cNvPr id="6" name="Content Placeholder 5">
            <a:extLst>
              <a:ext uri="{FF2B5EF4-FFF2-40B4-BE49-F238E27FC236}">
                <a16:creationId xmlns:a16="http://schemas.microsoft.com/office/drawing/2014/main" id="{AE68706F-E58B-D844-F68A-2379B7D107A7}"/>
              </a:ext>
            </a:extLst>
          </p:cNvPr>
          <p:cNvSpPr>
            <a:spLocks noGrp="1"/>
          </p:cNvSpPr>
          <p:nvPr>
            <p:ph sz="half" idx="10"/>
          </p:nvPr>
        </p:nvSpPr>
        <p:spPr>
          <a:xfrm>
            <a:off x="184593" y="5359000"/>
            <a:ext cx="5339081" cy="1320801"/>
          </a:xfrm>
        </p:spPr>
        <p:txBody>
          <a:bodyPr/>
          <a:lstStyle/>
          <a:p>
            <a:r>
              <a:rPr lang="et-EE" dirty="0"/>
              <a:t>Helena Braun</a:t>
            </a:r>
          </a:p>
          <a:p>
            <a:r>
              <a:rPr lang="et-EE" dirty="0" err="1"/>
              <a:t>European</a:t>
            </a:r>
            <a:r>
              <a:rPr lang="et-EE" dirty="0"/>
              <a:t> </a:t>
            </a:r>
            <a:r>
              <a:rPr lang="et-EE" dirty="0" err="1"/>
              <a:t>Commission</a:t>
            </a:r>
            <a:r>
              <a:rPr lang="et-EE" dirty="0"/>
              <a:t> </a:t>
            </a:r>
            <a:r>
              <a:rPr lang="et-EE" dirty="0" err="1"/>
              <a:t>Representation</a:t>
            </a:r>
            <a:r>
              <a:rPr lang="et-EE" dirty="0"/>
              <a:t> in Estonia</a:t>
            </a:r>
          </a:p>
          <a:p>
            <a:r>
              <a:rPr lang="et-EE" dirty="0" err="1"/>
              <a:t>May</a:t>
            </a:r>
            <a:r>
              <a:rPr lang="fr-BE" dirty="0"/>
              <a:t> 2026</a:t>
            </a:r>
            <a:endParaRPr lang="et-EE" dirty="0"/>
          </a:p>
        </p:txBody>
      </p:sp>
      <p:pic>
        <p:nvPicPr>
          <p:cNvPr id="9" name="Picture 8" descr="European Commission">
            <a:extLst>
              <a:ext uri="{FF2B5EF4-FFF2-40B4-BE49-F238E27FC236}">
                <a16:creationId xmlns:a16="http://schemas.microsoft.com/office/drawing/2014/main" id="{179F3FC9-B6FB-BFA2-12E7-546955BFD0B7}"/>
              </a:ext>
              <a:ext uri="{C183D7F6-B498-43B3-948B-1728B52AA6E4}">
                <adec:decorative xmlns:adec="http://schemas.microsoft.com/office/drawing/2017/decorative" val="0"/>
              </a:ext>
            </a:extLst>
          </p:cNvPr>
          <p:cNvPicPr/>
          <p:nvPr/>
        </p:nvPicPr>
        <p:blipFill>
          <a:blip r:embed="rId3" cstate="print">
            <a:extLst>
              <a:ext uri="{28A0092B-C50C-407E-A947-70E740481C1C}">
                <a14:useLocalDpi xmlns:a14="http://schemas.microsoft.com/office/drawing/2010/main"/>
              </a:ext>
            </a:extLst>
          </a:blip>
          <a:stretch>
            <a:fillRect/>
          </a:stretch>
        </p:blipFill>
        <p:spPr>
          <a:xfrm>
            <a:off x="9463383" y="5738784"/>
            <a:ext cx="2544024" cy="941017"/>
          </a:xfrm>
          <a:prstGeom prst="rect">
            <a:avLst/>
          </a:prstGeom>
          <a:noFill/>
        </p:spPr>
      </p:pic>
      <p:pic>
        <p:nvPicPr>
          <p:cNvPr id="3" name="Picture 2" descr="A hand holding a small wooden object with a lightning bolt cut out&#10;&#10;AI-generated content may be incorrect.">
            <a:extLst>
              <a:ext uri="{FF2B5EF4-FFF2-40B4-BE49-F238E27FC236}">
                <a16:creationId xmlns:a16="http://schemas.microsoft.com/office/drawing/2014/main" id="{6B6CDC20-E93C-EDF7-7998-84047A35F346}"/>
              </a:ext>
            </a:extLst>
          </p:cNvPr>
          <p:cNvPicPr>
            <a:picLocks noChangeAspect="1"/>
          </p:cNvPicPr>
          <p:nvPr/>
        </p:nvPicPr>
        <p:blipFill rotWithShape="1">
          <a:blip r:embed="rId4">
            <a:extLst>
              <a:ext uri="{28A0092B-C50C-407E-A947-70E740481C1C}">
                <a14:useLocalDpi xmlns:a14="http://schemas.microsoft.com/office/drawing/2010/main" val="0"/>
              </a:ext>
            </a:extLst>
          </a:blip>
          <a:srcRect t="32070" b="1267"/>
          <a:stretch>
            <a:fillRect/>
          </a:stretch>
        </p:blipFill>
        <p:spPr>
          <a:xfrm>
            <a:off x="4006501" y="839078"/>
            <a:ext cx="4154698" cy="4154698"/>
          </a:xfrm>
          <a:prstGeom prst="ellipse">
            <a:avLst/>
          </a:prstGeom>
          <a:ln w="38100">
            <a:solidFill>
              <a:schemeClr val="bg1"/>
            </a:solid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uZXr0Xcvx17rh8fcGaQrU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dhuE9OrEa9dD80f0V5ZsS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yDx5AmoEnR9HuDGdnFAuH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bN_mbpSOzNVJNu3iB2jiE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TI5G4x65.qqGqv8CG381M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0QDrxVZ8SJOSzO9fmcbnU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ZrYilOJepkKPMY5GdRZ18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IBWs4csmSPek.devAA_C3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lNboa3UHlFssNLJgpRPaF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RfuUbddYxDqnstI7ljST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Cxtw6KbFV5JYNh.j0zJ0C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Rq1RlnZThbLOZpGs_wcN.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5T3BG6Mj64ULR3cpl41W1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OloHsrPg77DoJUg1R2Ycy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T9pz1HyXPb7u3o7lyFUKu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A.dOquOuJ7VVM6GXU1CRR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gmvX4H0hSKM1HhtT8Le1Z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pz_RMztVaGEbB_xpD70yQ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fPJWLRbw_yY19SSl8BUHD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WcHyVcGhcjMS1oE_yg6hM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3xiyWN7nUcwjAcRexNGHF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pwC9_cJN6fyghqNyyWhdG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5Qa7IHVIFPv7NuF0IRRxV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QKDAFukIbkCMwIfrp9DbQ"/>
</p:tagLst>
</file>

<file path=ppt/theme/theme1.xml><?xml version="1.0" encoding="utf-8"?>
<a:theme xmlns:a="http://schemas.openxmlformats.org/drawingml/2006/main" name="colour palette new PPT">
  <a:themeElements>
    <a:clrScheme name="EC Colour Palette 2024">
      <a:dk1>
        <a:sysClr val="windowText" lastClr="000000"/>
      </a:dk1>
      <a:lt1>
        <a:sysClr val="window" lastClr="FFFFFF"/>
      </a:lt1>
      <a:dk2>
        <a:srgbClr val="003399"/>
      </a:dk2>
      <a:lt2>
        <a:srgbClr val="C6E5DF"/>
      </a:lt2>
      <a:accent1>
        <a:srgbClr val="44BA7E"/>
      </a:accent1>
      <a:accent2>
        <a:srgbClr val="000083"/>
      </a:accent2>
      <a:accent3>
        <a:srgbClr val="48038C"/>
      </a:accent3>
      <a:accent4>
        <a:srgbClr val="FF712C"/>
      </a:accent4>
      <a:accent5>
        <a:srgbClr val="FFD34E"/>
      </a:accent5>
      <a:accent6>
        <a:srgbClr val="DD0C86"/>
      </a:accent6>
      <a:hlink>
        <a:srgbClr val="003399"/>
      </a:hlink>
      <a:folHlink>
        <a:srgbClr val="003399"/>
      </a:folHlink>
    </a:clrScheme>
    <a:fontScheme name="EC revamp">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vamp_VI_EC_Corporate_PPT_Template_2024 2.pptx" id="{82638BCC-62B9-435A-B3D4-91B8F41A0F82}" vid="{331CF50E-8039-4F5B-9C47-F59CDFBC17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85d5ab4-6aee-4f28-851d-b4a73bf57296">
      <Terms xmlns="http://schemas.microsoft.com/office/infopath/2007/PartnerControls"/>
    </lcf76f155ced4ddcb4097134ff3c332f>
    <TaxCatchAll xmlns="31301ee9-83ff-4db9-9060-04877f3eb4d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A49E15451F77F4B856619B28208FAAA" ma:contentTypeVersion="12" ma:contentTypeDescription="Create a new document." ma:contentTypeScope="" ma:versionID="1a7fdba3ad7db10c9904a5197bd15a1b">
  <xsd:schema xmlns:xsd="http://www.w3.org/2001/XMLSchema" xmlns:xs="http://www.w3.org/2001/XMLSchema" xmlns:p="http://schemas.microsoft.com/office/2006/metadata/properties" xmlns:ns2="d85d5ab4-6aee-4f28-851d-b4a73bf57296" xmlns:ns3="31301ee9-83ff-4db9-9060-04877f3eb4da" targetNamespace="http://schemas.microsoft.com/office/2006/metadata/properties" ma:root="true" ma:fieldsID="7da69f85872c69f1fa5142d23b825db5" ns2:_="" ns3:_="">
    <xsd:import namespace="d85d5ab4-6aee-4f28-851d-b4a73bf57296"/>
    <xsd:import namespace="31301ee9-83ff-4db9-9060-04877f3eb4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5d5ab4-6aee-4f28-851d-b4a73bf572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de42cbc-566b-46c9-aea5-a71cdcd36d8f"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301ee9-83ff-4db9-9060-04877f3eb4d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8aacfc-34eb-42b2-8dd0-ea7de858e4b3}" ma:internalName="TaxCatchAll" ma:showField="CatchAllData" ma:web="31301ee9-83ff-4db9-9060-04877f3eb4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F642BDB-7F0D-4BB6-9D42-2ECA6377B6F4}">
  <ds:schemaRefs>
    <ds:schemaRef ds:uri="2a565401-6124-4834-af4c-bc1a772a6083"/>
    <ds:schemaRef ds:uri="ed350a78-f7eb-44a2-bb43-fd61cd942e2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118313E-911C-4673-AB1E-9C891C14A60C}"/>
</file>

<file path=customXml/itemProps3.xml><?xml version="1.0" encoding="utf-8"?>
<ds:datastoreItem xmlns:ds="http://schemas.openxmlformats.org/officeDocument/2006/customXml" ds:itemID="{497A74C7-4D01-41C6-A7EB-218C4B19384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2331</TotalTime>
  <Words>633</Words>
  <Application>Microsoft Office PowerPoint</Application>
  <PresentationFormat>Widescreen</PresentationFormat>
  <Paragraphs>103</Paragraphs>
  <Slides>9</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4" baseType="lpstr">
      <vt:lpstr>Aptos</vt:lpstr>
      <vt:lpstr>Arial</vt:lpstr>
      <vt:lpstr>Wingdings</vt:lpstr>
      <vt:lpstr>colour palette new PPT</vt:lpstr>
      <vt:lpstr>think-cell Slide</vt:lpstr>
      <vt:lpstr>PowerPoint Presentation</vt:lpstr>
      <vt:lpstr>The price of EU’s fossil fuel dependence</vt:lpstr>
      <vt:lpstr>2026: better prepared than in 2022</vt:lpstr>
      <vt:lpstr>2026: better prepared than in 2022 (2)</vt:lpstr>
      <vt:lpstr>We are pushing fossil fuels out of electricity production</vt:lpstr>
      <vt:lpstr>But vulnerability remains</vt:lpstr>
      <vt:lpstr>Green and clean economic transition:  only rational way forward</vt:lpstr>
      <vt:lpstr>Data collection and reporting: a line of defence</vt:lpstr>
      <vt:lpstr>  </vt:lpstr>
    </vt:vector>
  </TitlesOfParts>
  <Company>European Commission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RENEDO WILLIAMS Ricardo (ENER)</dc:creator>
  <cp:lastModifiedBy>BRAUN Helena (COMM-TALLINN)</cp:lastModifiedBy>
  <cp:revision>41</cp:revision>
  <cp:lastPrinted>2026-04-10T09:47:59Z</cp:lastPrinted>
  <dcterms:created xsi:type="dcterms:W3CDTF">2026-04-08T13:50:24Z</dcterms:created>
  <dcterms:modified xsi:type="dcterms:W3CDTF">2026-06-01T15:09:05Z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d9ddd1-4d20-43f6-abfa-fc3c07406f94_Enabled">
    <vt:lpwstr>true</vt:lpwstr>
  </property>
  <property fmtid="{D5CDD505-2E9C-101B-9397-08002B2CF9AE}" pid="3" name="MSIP_Label_6bd9ddd1-4d20-43f6-abfa-fc3c07406f94_SetDate">
    <vt:lpwstr>2026-04-08T13:50:47Z</vt:lpwstr>
  </property>
  <property fmtid="{D5CDD505-2E9C-101B-9397-08002B2CF9AE}" pid="4" name="MSIP_Label_6bd9ddd1-4d20-43f6-abfa-fc3c07406f94_Method">
    <vt:lpwstr>Standard</vt:lpwstr>
  </property>
  <property fmtid="{D5CDD505-2E9C-101B-9397-08002B2CF9AE}" pid="5" name="MSIP_Label_6bd9ddd1-4d20-43f6-abfa-fc3c07406f94_Name">
    <vt:lpwstr>Commission Use</vt:lpwstr>
  </property>
  <property fmtid="{D5CDD505-2E9C-101B-9397-08002B2CF9AE}" pid="6" name="MSIP_Label_6bd9ddd1-4d20-43f6-abfa-fc3c07406f94_SiteId">
    <vt:lpwstr>b24c8b06-522c-46fe-9080-70926f8dddb1</vt:lpwstr>
  </property>
  <property fmtid="{D5CDD505-2E9C-101B-9397-08002B2CF9AE}" pid="7" name="MSIP_Label_6bd9ddd1-4d20-43f6-abfa-fc3c07406f94_ActionId">
    <vt:lpwstr>ab41dd42-8fce-4e12-b0d2-2590b4dbadcc</vt:lpwstr>
  </property>
  <property fmtid="{D5CDD505-2E9C-101B-9397-08002B2CF9AE}" pid="8" name="MSIP_Label_6bd9ddd1-4d20-43f6-abfa-fc3c07406f94_ContentBits">
    <vt:lpwstr>0</vt:lpwstr>
  </property>
  <property fmtid="{D5CDD505-2E9C-101B-9397-08002B2CF9AE}" pid="9" name="MSIP_Label_6bd9ddd1-4d20-43f6-abfa-fc3c07406f94_Tag">
    <vt:lpwstr>10, 3, 0, 1</vt:lpwstr>
  </property>
  <property fmtid="{D5CDD505-2E9C-101B-9397-08002B2CF9AE}" pid="10" name="ContentTypeId">
    <vt:lpwstr>0x010100DA49E15451F77F4B856619B28208FAAA</vt:lpwstr>
  </property>
  <property fmtid="{D5CDD505-2E9C-101B-9397-08002B2CF9AE}" pid="11" name="MediaServiceImageTags">
    <vt:lpwstr/>
  </property>
  <property fmtid="{D5CDD505-2E9C-101B-9397-08002B2CF9AE}" pid="12" name="Order">
    <vt:r8>291300</vt:r8>
  </property>
  <property fmtid="{D5CDD505-2E9C-101B-9397-08002B2CF9AE}" pid="13" name="xd_Signature">
    <vt:bool>false</vt:bool>
  </property>
  <property fmtid="{D5CDD505-2E9C-101B-9397-08002B2CF9AE}" pid="14" name="xd_ProgID">
    <vt:lpwstr/>
  </property>
  <property fmtid="{D5CDD505-2E9C-101B-9397-08002B2CF9AE}" pid="15" name="_SourceUrl">
    <vt:lpwstr/>
  </property>
  <property fmtid="{D5CDD505-2E9C-101B-9397-08002B2CF9AE}" pid="16" name="_SharedFileIndex">
    <vt:lpwstr/>
  </property>
  <property fmtid="{D5CDD505-2E9C-101B-9397-08002B2CF9AE}" pid="17" name="ComplianceAssetId">
    <vt:lpwstr/>
  </property>
  <property fmtid="{D5CDD505-2E9C-101B-9397-08002B2CF9AE}" pid="18" name="TemplateUrl">
    <vt:lpwstr/>
  </property>
  <property fmtid="{D5CDD505-2E9C-101B-9397-08002B2CF9AE}" pid="19" name="_ExtendedDescription">
    <vt:lpwstr/>
  </property>
  <property fmtid="{D5CDD505-2E9C-101B-9397-08002B2CF9AE}" pid="20" name="TriggerFlowInfo">
    <vt:lpwstr/>
  </property>
</Properties>
</file>