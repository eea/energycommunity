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256" r:id="rId5"/>
    <p:sldId id="2147474801" r:id="rId6"/>
    <p:sldId id="2147474802" r:id="rId7"/>
    <p:sldId id="2147474803" r:id="rId8"/>
    <p:sldId id="214747480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4FBA94-4879-8D36-A366-490F3D896D4F}" v="22" dt="2026-05-28T12:28:48.524"/>
    <p1510:client id="{D6CFF30E-1B6E-9484-23AB-4E52B5984E6A}" v="25" dt="2026-05-29T13:02:07.8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eliya Nikolova" userId="S::aneliya.nikolova@eea.europa.eu::5ff52142-1b9c-430d-b975-3d80c1b68938" providerId="AD" clId="Web-{4252DF77-8815-5B3D-E734-F5DBC9D8B540}"/>
    <pc:docChg chg="addSld delSld">
      <pc:chgData name="Aneliya Nikolova" userId="S::aneliya.nikolova@eea.europa.eu::5ff52142-1b9c-430d-b975-3d80c1b68938" providerId="AD" clId="Web-{4252DF77-8815-5B3D-E734-F5DBC9D8B540}" dt="2026-05-27T08:12:29.467" v="2"/>
      <pc:docMkLst>
        <pc:docMk/>
      </pc:docMkLst>
      <pc:sldChg chg="add">
        <pc:chgData name="Aneliya Nikolova" userId="S::aneliya.nikolova@eea.europa.eu::5ff52142-1b9c-430d-b975-3d80c1b68938" providerId="AD" clId="Web-{4252DF77-8815-5B3D-E734-F5DBC9D8B540}" dt="2026-05-27T08:12:25.341" v="1"/>
        <pc:sldMkLst>
          <pc:docMk/>
          <pc:sldMk cId="2341416470" sldId="2147474801"/>
        </pc:sldMkLst>
      </pc:sldChg>
      <pc:sldMasterChg chg="addSldLayout">
        <pc:chgData name="Aneliya Nikolova" userId="S::aneliya.nikolova@eea.europa.eu::5ff52142-1b9c-430d-b975-3d80c1b68938" providerId="AD" clId="Web-{4252DF77-8815-5B3D-E734-F5DBC9D8B540}" dt="2026-05-27T08:12:25.341" v="1"/>
        <pc:sldMasterMkLst>
          <pc:docMk/>
          <pc:sldMasterMk cId="2460954070" sldId="2147483660"/>
        </pc:sldMasterMkLst>
        <pc:sldLayoutChg chg="add">
          <pc:chgData name="Aneliya Nikolova" userId="S::aneliya.nikolova@eea.europa.eu::5ff52142-1b9c-430d-b975-3d80c1b68938" providerId="AD" clId="Web-{4252DF77-8815-5B3D-E734-F5DBC9D8B540}" dt="2026-05-27T08:12:25.341" v="1"/>
          <pc:sldLayoutMkLst>
            <pc:docMk/>
            <pc:sldMasterMk cId="2460954070" sldId="2147483660"/>
            <pc:sldLayoutMk cId="3990495564" sldId="2147483672"/>
          </pc:sldLayoutMkLst>
        </pc:sldLayoutChg>
      </pc:sldMasterChg>
    </pc:docChg>
  </pc:docChgLst>
  <pc:docChgLst>
    <pc:chgData name="Aneliya Nikolova" userId="S::aneliya.nikolova@eea.europa.eu::5ff52142-1b9c-430d-b975-3d80c1b68938" providerId="AD" clId="Web-{D6CFF30E-1B6E-9484-23AB-4E52B5984E6A}"/>
    <pc:docChg chg="modSld">
      <pc:chgData name="Aneliya Nikolova" userId="S::aneliya.nikolova@eea.europa.eu::5ff52142-1b9c-430d-b975-3d80c1b68938" providerId="AD" clId="Web-{D6CFF30E-1B6E-9484-23AB-4E52B5984E6A}" dt="2026-05-29T13:02:04.866" v="23" actId="20577"/>
      <pc:docMkLst>
        <pc:docMk/>
      </pc:docMkLst>
      <pc:sldChg chg="modSp">
        <pc:chgData name="Aneliya Nikolova" userId="S::aneliya.nikolova@eea.europa.eu::5ff52142-1b9c-430d-b975-3d80c1b68938" providerId="AD" clId="Web-{D6CFF30E-1B6E-9484-23AB-4E52B5984E6A}" dt="2026-05-29T13:01:42.396" v="20" actId="20577"/>
        <pc:sldMkLst>
          <pc:docMk/>
          <pc:sldMk cId="922318234" sldId="2147474803"/>
        </pc:sldMkLst>
        <pc:spChg chg="mod">
          <ac:chgData name="Aneliya Nikolova" userId="S::aneliya.nikolova@eea.europa.eu::5ff52142-1b9c-430d-b975-3d80c1b68938" providerId="AD" clId="Web-{D6CFF30E-1B6E-9484-23AB-4E52B5984E6A}" dt="2026-05-29T13:01:42.396" v="20" actId="20577"/>
          <ac:spMkLst>
            <pc:docMk/>
            <pc:sldMk cId="922318234" sldId="2147474803"/>
            <ac:spMk id="12" creationId="{F5A07DBE-732B-34AA-70E3-53BB73E73896}"/>
          </ac:spMkLst>
        </pc:spChg>
      </pc:sldChg>
      <pc:sldChg chg="modSp">
        <pc:chgData name="Aneliya Nikolova" userId="S::aneliya.nikolova@eea.europa.eu::5ff52142-1b9c-430d-b975-3d80c1b68938" providerId="AD" clId="Web-{D6CFF30E-1B6E-9484-23AB-4E52B5984E6A}" dt="2026-05-29T13:02:04.866" v="23" actId="20577"/>
        <pc:sldMkLst>
          <pc:docMk/>
          <pc:sldMk cId="2247561918" sldId="2147474804"/>
        </pc:sldMkLst>
        <pc:spChg chg="mod">
          <ac:chgData name="Aneliya Nikolova" userId="S::aneliya.nikolova@eea.europa.eu::5ff52142-1b9c-430d-b975-3d80c1b68938" providerId="AD" clId="Web-{D6CFF30E-1B6E-9484-23AB-4E52B5984E6A}" dt="2026-05-29T13:02:04.866" v="23" actId="20577"/>
          <ac:spMkLst>
            <pc:docMk/>
            <pc:sldMk cId="2247561918" sldId="2147474804"/>
            <ac:spMk id="12" creationId="{B712E7CC-E2FD-1EC9-C558-CE78189DC071}"/>
          </ac:spMkLst>
        </pc:spChg>
      </pc:sldChg>
    </pc:docChg>
  </pc:docChgLst>
  <pc:docChgLst>
    <pc:chgData name="Aneliya Nikolova" userId="5ff52142-1b9c-430d-b975-3d80c1b68938" providerId="ADAL" clId="{EF2F2EF0-64B1-4DD8-B5AE-561CF15E5299}"/>
    <pc:docChg chg="undo custSel addSld modSld">
      <pc:chgData name="Aneliya Nikolova" userId="5ff52142-1b9c-430d-b975-3d80c1b68938" providerId="ADAL" clId="{EF2F2EF0-64B1-4DD8-B5AE-561CF15E5299}" dt="2026-05-27T10:03:44.527" v="641" actId="6549"/>
      <pc:docMkLst>
        <pc:docMk/>
      </pc:docMkLst>
      <pc:sldChg chg="modSp mod">
        <pc:chgData name="Aneliya Nikolova" userId="5ff52142-1b9c-430d-b975-3d80c1b68938" providerId="ADAL" clId="{EF2F2EF0-64B1-4DD8-B5AE-561CF15E5299}" dt="2026-05-27T10:01:32.864" v="628" actId="108"/>
        <pc:sldMkLst>
          <pc:docMk/>
          <pc:sldMk cId="2341416470" sldId="2147474801"/>
        </pc:sldMkLst>
        <pc:spChg chg="mod">
          <ac:chgData name="Aneliya Nikolova" userId="5ff52142-1b9c-430d-b975-3d80c1b68938" providerId="ADAL" clId="{EF2F2EF0-64B1-4DD8-B5AE-561CF15E5299}" dt="2026-05-27T09:55:12.834" v="544" actId="14100"/>
          <ac:spMkLst>
            <pc:docMk/>
            <pc:sldMk cId="2341416470" sldId="2147474801"/>
            <ac:spMk id="6" creationId="{F945EC1B-8D61-0ECD-3575-0BD73A2880FE}"/>
          </ac:spMkLst>
        </pc:spChg>
        <pc:spChg chg="mod">
          <ac:chgData name="Aneliya Nikolova" userId="5ff52142-1b9c-430d-b975-3d80c1b68938" providerId="ADAL" clId="{EF2F2EF0-64B1-4DD8-B5AE-561CF15E5299}" dt="2026-05-27T10:01:32.864" v="628" actId="108"/>
          <ac:spMkLst>
            <pc:docMk/>
            <pc:sldMk cId="2341416470" sldId="2147474801"/>
            <ac:spMk id="12" creationId="{48992EF4-36E3-FA52-E2B1-A4AE15ABDD44}"/>
          </ac:spMkLst>
        </pc:spChg>
      </pc:sldChg>
      <pc:sldChg chg="modSp mod">
        <pc:chgData name="Aneliya Nikolova" userId="5ff52142-1b9c-430d-b975-3d80c1b68938" providerId="ADAL" clId="{EF2F2EF0-64B1-4DD8-B5AE-561CF15E5299}" dt="2026-05-27T09:55:23.152" v="546" actId="14100"/>
        <pc:sldMkLst>
          <pc:docMk/>
          <pc:sldMk cId="171551803" sldId="2147474802"/>
        </pc:sldMkLst>
        <pc:spChg chg="mod">
          <ac:chgData name="Aneliya Nikolova" userId="5ff52142-1b9c-430d-b975-3d80c1b68938" providerId="ADAL" clId="{EF2F2EF0-64B1-4DD8-B5AE-561CF15E5299}" dt="2026-05-27T09:55:23.152" v="546" actId="14100"/>
          <ac:spMkLst>
            <pc:docMk/>
            <pc:sldMk cId="171551803" sldId="2147474802"/>
            <ac:spMk id="6" creationId="{FA42E2DE-5079-2D56-BCED-2BC4D7E6B0C0}"/>
          </ac:spMkLst>
        </pc:spChg>
        <pc:spChg chg="mod">
          <ac:chgData name="Aneliya Nikolova" userId="5ff52142-1b9c-430d-b975-3d80c1b68938" providerId="ADAL" clId="{EF2F2EF0-64B1-4DD8-B5AE-561CF15E5299}" dt="2026-05-27T09:55:19.883" v="545" actId="14100"/>
          <ac:spMkLst>
            <pc:docMk/>
            <pc:sldMk cId="171551803" sldId="2147474802"/>
            <ac:spMk id="12" creationId="{CBCE1809-88ED-9F22-BE5B-FF364FBDBDA9}"/>
          </ac:spMkLst>
        </pc:spChg>
      </pc:sldChg>
      <pc:sldChg chg="modSp add mod">
        <pc:chgData name="Aneliya Nikolova" userId="5ff52142-1b9c-430d-b975-3d80c1b68938" providerId="ADAL" clId="{EF2F2EF0-64B1-4DD8-B5AE-561CF15E5299}" dt="2026-05-27T09:55:32.476" v="548" actId="14100"/>
        <pc:sldMkLst>
          <pc:docMk/>
          <pc:sldMk cId="922318234" sldId="2147474803"/>
        </pc:sldMkLst>
        <pc:spChg chg="mod">
          <ac:chgData name="Aneliya Nikolova" userId="5ff52142-1b9c-430d-b975-3d80c1b68938" providerId="ADAL" clId="{EF2F2EF0-64B1-4DD8-B5AE-561CF15E5299}" dt="2026-05-27T09:55:32.476" v="548" actId="14100"/>
          <ac:spMkLst>
            <pc:docMk/>
            <pc:sldMk cId="922318234" sldId="2147474803"/>
            <ac:spMk id="6" creationId="{28018DF4-65C2-0E7E-5B28-593782134440}"/>
          </ac:spMkLst>
        </pc:spChg>
        <pc:spChg chg="mod">
          <ac:chgData name="Aneliya Nikolova" userId="5ff52142-1b9c-430d-b975-3d80c1b68938" providerId="ADAL" clId="{EF2F2EF0-64B1-4DD8-B5AE-561CF15E5299}" dt="2026-05-27T09:55:29.892" v="547" actId="14100"/>
          <ac:spMkLst>
            <pc:docMk/>
            <pc:sldMk cId="922318234" sldId="2147474803"/>
            <ac:spMk id="12" creationId="{F5A07DBE-732B-34AA-70E3-53BB73E73896}"/>
          </ac:spMkLst>
        </pc:spChg>
      </pc:sldChg>
      <pc:sldChg chg="modSp add mod">
        <pc:chgData name="Aneliya Nikolova" userId="5ff52142-1b9c-430d-b975-3d80c1b68938" providerId="ADAL" clId="{EF2F2EF0-64B1-4DD8-B5AE-561CF15E5299}" dt="2026-05-27T10:03:44.527" v="641" actId="6549"/>
        <pc:sldMkLst>
          <pc:docMk/>
          <pc:sldMk cId="2247561918" sldId="2147474804"/>
        </pc:sldMkLst>
        <pc:spChg chg="mod">
          <ac:chgData name="Aneliya Nikolova" userId="5ff52142-1b9c-430d-b975-3d80c1b68938" providerId="ADAL" clId="{EF2F2EF0-64B1-4DD8-B5AE-561CF15E5299}" dt="2026-05-27T09:58:26.755" v="618" actId="20577"/>
          <ac:spMkLst>
            <pc:docMk/>
            <pc:sldMk cId="2247561918" sldId="2147474804"/>
            <ac:spMk id="6" creationId="{B8614F02-C5A2-EEA0-D491-6467C62C49AA}"/>
          </ac:spMkLst>
        </pc:spChg>
        <pc:spChg chg="mod">
          <ac:chgData name="Aneliya Nikolova" userId="5ff52142-1b9c-430d-b975-3d80c1b68938" providerId="ADAL" clId="{EF2F2EF0-64B1-4DD8-B5AE-561CF15E5299}" dt="2026-05-27T10:03:44.527" v="641" actId="6549"/>
          <ac:spMkLst>
            <pc:docMk/>
            <pc:sldMk cId="2247561918" sldId="2147474804"/>
            <ac:spMk id="12" creationId="{B712E7CC-E2FD-1EC9-C558-CE78189DC071}"/>
          </ac:spMkLst>
        </pc:spChg>
      </pc:sldChg>
    </pc:docChg>
  </pc:docChgLst>
  <pc:docChgLst>
    <pc:chgData name="Aneliya Nikolova" userId="S::aneliya.nikolova@eea.europa.eu::5ff52142-1b9c-430d-b975-3d80c1b68938" providerId="AD" clId="Web-{E8986DE6-5EB5-AD7E-E135-BC5CC4562DA8}"/>
    <pc:docChg chg="addSld modSld">
      <pc:chgData name="Aneliya Nikolova" userId="S::aneliya.nikolova@eea.europa.eu::5ff52142-1b9c-430d-b975-3d80c1b68938" providerId="AD" clId="Web-{E8986DE6-5EB5-AD7E-E135-BC5CC4562DA8}" dt="2026-05-27T09:34:31.675" v="109"/>
      <pc:docMkLst>
        <pc:docMk/>
      </pc:docMkLst>
      <pc:sldChg chg="addSp delSp modSp mod setBg">
        <pc:chgData name="Aneliya Nikolova" userId="S::aneliya.nikolova@eea.europa.eu::5ff52142-1b9c-430d-b975-3d80c1b68938" providerId="AD" clId="Web-{E8986DE6-5EB5-AD7E-E135-BC5CC4562DA8}" dt="2026-05-27T09:33:28.079" v="99" actId="20577"/>
        <pc:sldMkLst>
          <pc:docMk/>
          <pc:sldMk cId="109857222" sldId="256"/>
        </pc:sldMkLst>
        <pc:spChg chg="add mod">
          <ac:chgData name="Aneliya Nikolova" userId="S::aneliya.nikolova@eea.europa.eu::5ff52142-1b9c-430d-b975-3d80c1b68938" providerId="AD" clId="Web-{E8986DE6-5EB5-AD7E-E135-BC5CC4562DA8}" dt="2026-05-27T09:23:01.036" v="35" actId="20577"/>
          <ac:spMkLst>
            <pc:docMk/>
            <pc:sldMk cId="109857222" sldId="256"/>
            <ac:spMk id="7" creationId="{A2C71681-2A54-6F23-68C1-FAE2B13D52EB}"/>
          </ac:spMkLst>
        </pc:spChg>
        <pc:spChg chg="add mod">
          <ac:chgData name="Aneliya Nikolova" userId="S::aneliya.nikolova@eea.europa.eu::5ff52142-1b9c-430d-b975-3d80c1b68938" providerId="AD" clId="Web-{E8986DE6-5EB5-AD7E-E135-BC5CC4562DA8}" dt="2026-05-27T09:22:50.833" v="32" actId="20577"/>
          <ac:spMkLst>
            <pc:docMk/>
            <pc:sldMk cId="109857222" sldId="256"/>
            <ac:spMk id="8" creationId="{7BCB674F-5679-71DD-38EE-9FCADB11D65D}"/>
          </ac:spMkLst>
        </pc:spChg>
        <pc:spChg chg="add mod">
          <ac:chgData name="Aneliya Nikolova" userId="S::aneliya.nikolova@eea.europa.eu::5ff52142-1b9c-430d-b975-3d80c1b68938" providerId="AD" clId="Web-{E8986DE6-5EB5-AD7E-E135-BC5CC4562DA8}" dt="2026-05-27T09:33:28.079" v="99" actId="20577"/>
          <ac:spMkLst>
            <pc:docMk/>
            <pc:sldMk cId="109857222" sldId="256"/>
            <ac:spMk id="10" creationId="{EEE50A83-9134-5297-A671-BA91BB0A52C7}"/>
          </ac:spMkLst>
        </pc:spChg>
        <pc:picChg chg="add">
          <ac:chgData name="Aneliya Nikolova" userId="S::aneliya.nikolova@eea.europa.eu::5ff52142-1b9c-430d-b975-3d80c1b68938" providerId="AD" clId="Web-{E8986DE6-5EB5-AD7E-E135-BC5CC4562DA8}" dt="2026-05-27T09:22:19.534" v="18"/>
          <ac:picMkLst>
            <pc:docMk/>
            <pc:sldMk cId="109857222" sldId="256"/>
            <ac:picMk id="6" creationId="{5A57BFBA-DDE7-1B72-3E79-5B1C6DB165DB}"/>
          </ac:picMkLst>
        </pc:picChg>
      </pc:sldChg>
      <pc:sldChg chg="addSp delSp modSp">
        <pc:chgData name="Aneliya Nikolova" userId="S::aneliya.nikolova@eea.europa.eu::5ff52142-1b9c-430d-b975-3d80c1b68938" providerId="AD" clId="Web-{E8986DE6-5EB5-AD7E-E135-BC5CC4562DA8}" dt="2026-05-27T09:34:14.346" v="108" actId="20577"/>
        <pc:sldMkLst>
          <pc:docMk/>
          <pc:sldMk cId="2341416470" sldId="2147474801"/>
        </pc:sldMkLst>
        <pc:spChg chg="add mod">
          <ac:chgData name="Aneliya Nikolova" userId="S::aneliya.nikolova@eea.europa.eu::5ff52142-1b9c-430d-b975-3d80c1b68938" providerId="AD" clId="Web-{E8986DE6-5EB5-AD7E-E135-BC5CC4562DA8}" dt="2026-05-27T09:34:00.783" v="107" actId="1076"/>
          <ac:spMkLst>
            <pc:docMk/>
            <pc:sldMk cId="2341416470" sldId="2147474801"/>
            <ac:spMk id="4" creationId="{8CE91FC3-5745-E60B-2EF8-FD2028650DF5}"/>
          </ac:spMkLst>
        </pc:spChg>
        <pc:spChg chg="mod">
          <ac:chgData name="Aneliya Nikolova" userId="S::aneliya.nikolova@eea.europa.eu::5ff52142-1b9c-430d-b975-3d80c1b68938" providerId="AD" clId="Web-{E8986DE6-5EB5-AD7E-E135-BC5CC4562DA8}" dt="2026-05-27T09:23:34.694" v="41" actId="20577"/>
          <ac:spMkLst>
            <pc:docMk/>
            <pc:sldMk cId="2341416470" sldId="2147474801"/>
            <ac:spMk id="6" creationId="{F945EC1B-8D61-0ECD-3575-0BD73A2880FE}"/>
          </ac:spMkLst>
        </pc:spChg>
        <pc:spChg chg="mod">
          <ac:chgData name="Aneliya Nikolova" userId="S::aneliya.nikolova@eea.europa.eu::5ff52142-1b9c-430d-b975-3d80c1b68938" providerId="AD" clId="Web-{E8986DE6-5EB5-AD7E-E135-BC5CC4562DA8}" dt="2026-05-27T09:34:14.346" v="108" actId="20577"/>
          <ac:spMkLst>
            <pc:docMk/>
            <pc:sldMk cId="2341416470" sldId="2147474801"/>
            <ac:spMk id="12" creationId="{48992EF4-36E3-FA52-E2B1-A4AE15ABDD44}"/>
          </ac:spMkLst>
        </pc:spChg>
        <pc:picChg chg="add mod ord modCrop">
          <ac:chgData name="Aneliya Nikolova" userId="S::aneliya.nikolova@eea.europa.eu::5ff52142-1b9c-430d-b975-3d80c1b68938" providerId="AD" clId="Web-{E8986DE6-5EB5-AD7E-E135-BC5CC4562DA8}" dt="2026-05-27T09:25:51.309" v="68"/>
          <ac:picMkLst>
            <pc:docMk/>
            <pc:sldMk cId="2341416470" sldId="2147474801"/>
            <ac:picMk id="2" creationId="{BA524AB5-F538-C465-0734-D3E333C16B75}"/>
          </ac:picMkLst>
        </pc:picChg>
      </pc:sldChg>
      <pc:sldChg chg="add replId">
        <pc:chgData name="Aneliya Nikolova" userId="S::aneliya.nikolova@eea.europa.eu::5ff52142-1b9c-430d-b975-3d80c1b68938" providerId="AD" clId="Web-{E8986DE6-5EB5-AD7E-E135-BC5CC4562DA8}" dt="2026-05-27T09:34:31.675" v="109"/>
        <pc:sldMkLst>
          <pc:docMk/>
          <pc:sldMk cId="171551803" sldId="2147474802"/>
        </pc:sldMkLst>
      </pc:sldChg>
    </pc:docChg>
  </pc:docChgLst>
  <pc:docChgLst>
    <pc:chgData name="Aneliya Nikolova" userId="S::aneliya.nikolova@eea.europa.eu::5ff52142-1b9c-430d-b975-3d80c1b68938" providerId="AD" clId="Web-{BD4FBA94-4879-8D36-A366-490F3D896D4F}"/>
    <pc:docChg chg="modSld">
      <pc:chgData name="Aneliya Nikolova" userId="S::aneliya.nikolova@eea.europa.eu::5ff52142-1b9c-430d-b975-3d80c1b68938" providerId="AD" clId="Web-{BD4FBA94-4879-8D36-A366-490F3D896D4F}" dt="2026-05-28T12:28:48.524" v="20" actId="20577"/>
      <pc:docMkLst>
        <pc:docMk/>
      </pc:docMkLst>
      <pc:sldChg chg="modSp">
        <pc:chgData name="Aneliya Nikolova" userId="S::aneliya.nikolova@eea.europa.eu::5ff52142-1b9c-430d-b975-3d80c1b68938" providerId="AD" clId="Web-{BD4FBA94-4879-8D36-A366-490F3D896D4F}" dt="2026-05-28T12:21:22.587" v="0" actId="20577"/>
        <pc:sldMkLst>
          <pc:docMk/>
          <pc:sldMk cId="2341416470" sldId="2147474801"/>
        </pc:sldMkLst>
        <pc:spChg chg="mod">
          <ac:chgData name="Aneliya Nikolova" userId="S::aneliya.nikolova@eea.europa.eu::5ff52142-1b9c-430d-b975-3d80c1b68938" providerId="AD" clId="Web-{BD4FBA94-4879-8D36-A366-490F3D896D4F}" dt="2026-05-28T12:21:22.587" v="0" actId="20577"/>
          <ac:spMkLst>
            <pc:docMk/>
            <pc:sldMk cId="2341416470" sldId="2147474801"/>
            <ac:spMk id="12" creationId="{48992EF4-36E3-FA52-E2B1-A4AE15ABDD44}"/>
          </ac:spMkLst>
        </pc:spChg>
      </pc:sldChg>
      <pc:sldChg chg="modSp">
        <pc:chgData name="Aneliya Nikolova" userId="S::aneliya.nikolova@eea.europa.eu::5ff52142-1b9c-430d-b975-3d80c1b68938" providerId="AD" clId="Web-{BD4FBA94-4879-8D36-A366-490F3D896D4F}" dt="2026-05-28T12:24:32.406" v="13" actId="20577"/>
        <pc:sldMkLst>
          <pc:docMk/>
          <pc:sldMk cId="171551803" sldId="2147474802"/>
        </pc:sldMkLst>
        <pc:spChg chg="mod">
          <ac:chgData name="Aneliya Nikolova" userId="S::aneliya.nikolova@eea.europa.eu::5ff52142-1b9c-430d-b975-3d80c1b68938" providerId="AD" clId="Web-{BD4FBA94-4879-8D36-A366-490F3D896D4F}" dt="2026-05-28T12:24:32.406" v="13" actId="20577"/>
          <ac:spMkLst>
            <pc:docMk/>
            <pc:sldMk cId="171551803" sldId="2147474802"/>
            <ac:spMk id="12" creationId="{CBCE1809-88ED-9F22-BE5B-FF364FBDBDA9}"/>
          </ac:spMkLst>
        </pc:spChg>
      </pc:sldChg>
      <pc:sldChg chg="modSp">
        <pc:chgData name="Aneliya Nikolova" userId="S::aneliya.nikolova@eea.europa.eu::5ff52142-1b9c-430d-b975-3d80c1b68938" providerId="AD" clId="Web-{BD4FBA94-4879-8D36-A366-490F3D896D4F}" dt="2026-05-28T12:28:15.867" v="17" actId="20577"/>
        <pc:sldMkLst>
          <pc:docMk/>
          <pc:sldMk cId="922318234" sldId="2147474803"/>
        </pc:sldMkLst>
        <pc:spChg chg="mod">
          <ac:chgData name="Aneliya Nikolova" userId="S::aneliya.nikolova@eea.europa.eu::5ff52142-1b9c-430d-b975-3d80c1b68938" providerId="AD" clId="Web-{BD4FBA94-4879-8D36-A366-490F3D896D4F}" dt="2026-05-28T12:28:15.867" v="17" actId="20577"/>
          <ac:spMkLst>
            <pc:docMk/>
            <pc:sldMk cId="922318234" sldId="2147474803"/>
            <ac:spMk id="12" creationId="{F5A07DBE-732B-34AA-70E3-53BB73E73896}"/>
          </ac:spMkLst>
        </pc:spChg>
      </pc:sldChg>
      <pc:sldChg chg="modSp">
        <pc:chgData name="Aneliya Nikolova" userId="S::aneliya.nikolova@eea.europa.eu::5ff52142-1b9c-430d-b975-3d80c1b68938" providerId="AD" clId="Web-{BD4FBA94-4879-8D36-A366-490F3D896D4F}" dt="2026-05-28T12:28:48.524" v="20" actId="20577"/>
        <pc:sldMkLst>
          <pc:docMk/>
          <pc:sldMk cId="2247561918" sldId="2147474804"/>
        </pc:sldMkLst>
        <pc:spChg chg="mod">
          <ac:chgData name="Aneliya Nikolova" userId="S::aneliya.nikolova@eea.europa.eu::5ff52142-1b9c-430d-b975-3d80c1b68938" providerId="AD" clId="Web-{BD4FBA94-4879-8D36-A366-490F3D896D4F}" dt="2026-05-28T12:28:48.524" v="20" actId="20577"/>
          <ac:spMkLst>
            <pc:docMk/>
            <pc:sldMk cId="2247561918" sldId="2147474804"/>
            <ac:spMk id="12" creationId="{B712E7CC-E2FD-1EC9-C558-CE78189DC07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63A898-AA17-4070-94FF-F9ABDDDAEDFC}" type="datetimeFigureOut">
              <a:t>5/29/2026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673622-FC2E-4B12-977A-4340382AA9D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744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78E18-CA50-5A9F-B58E-1632DAA04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11CDFF-E283-1CB9-D301-656648B78C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00A02-2531-A7F9-0222-D16A236B8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  <a:p>
            <a:endParaRPr lang="en-US" b="1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  <a:p>
            <a:endParaRPr lang="en-US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  <a:p>
            <a:endParaRPr lang="en-US" b="1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19532-283B-A3A6-C17C-3A58E1588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D0246-0936-8449-B637-9D9169ACDCDC}" type="slidenum">
              <a:rPr lang="en-PT" smtClean="0"/>
              <a:t>2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680615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A47E3-68D7-E300-511E-341068C57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C1564D-AA61-CE1F-48A0-0D768B4B9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1723A8-719A-284F-CC52-09261207D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  <a:p>
            <a:endParaRPr lang="en-US" b="1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  <a:p>
            <a:endParaRPr lang="en-US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  <a:p>
            <a:endParaRPr lang="en-US" b="1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3C50B-0AA4-CDC4-7E6E-4673D02625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D0246-0936-8449-B637-9D9169ACDCDC}" type="slidenum">
              <a:rPr lang="en-PT" smtClean="0"/>
              <a:t>3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172598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3872B-A62D-7DB3-EB61-0F353F7FC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956375-2994-666F-34D8-28B7450CFF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70ABA4-07BB-A955-B1EA-6FB41B6F6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  <a:p>
            <a:endParaRPr lang="en-US" b="1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  <a:p>
            <a:endParaRPr lang="en-US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  <a:p>
            <a:endParaRPr lang="en-US" b="1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7AAE0-C1E9-3BC6-E80C-0589C2020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D0246-0936-8449-B637-9D9169ACDCDC}" type="slidenum">
              <a:rPr lang="en-PT" smtClean="0"/>
              <a:t>4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513711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84A37-4323-AFB4-A133-77D83F68F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B3B59B-378F-DD13-19D2-E5E3567EB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81E2E-52C3-8732-13C2-FB0213A3F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  <a:p>
            <a:endParaRPr lang="en-US" b="1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  <a:p>
            <a:endParaRPr lang="en-US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  <a:p>
            <a:endParaRPr lang="en-US" b="1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82966-5D2D-C013-653E-AD3F0C159A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D0246-0936-8449-B637-9D9169ACDCDC}" type="slidenum">
              <a:rPr lang="en-PT" smtClean="0"/>
              <a:t>5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43561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0495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A57BFBA-DDE7-1B72-3E79-5B1C6DB16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813" y="5999468"/>
            <a:ext cx="3789337" cy="76552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2C71681-2A54-6F23-68C1-FAE2B13D52EB}"/>
              </a:ext>
            </a:extLst>
          </p:cNvPr>
          <p:cNvSpPr txBox="1">
            <a:spLocks/>
          </p:cNvSpPr>
          <p:nvPr/>
        </p:nvSpPr>
        <p:spPr>
          <a:xfrm>
            <a:off x="4514850" y="2519654"/>
            <a:ext cx="7681438" cy="1101508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rmAutofit fontScale="475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GB" sz="2500" b="1">
              <a:solidFill>
                <a:srgbClr val="293E02"/>
              </a:solidFill>
              <a:latin typeface="Aptos"/>
            </a:endParaRPr>
          </a:p>
          <a:p>
            <a:pPr algn="r">
              <a:lnSpc>
                <a:spcPct val="100000"/>
              </a:lnSpc>
            </a:pPr>
            <a:r>
              <a:rPr lang="en-GB" sz="6500" b="1">
                <a:solidFill>
                  <a:srgbClr val="685943"/>
                </a:solidFill>
                <a:latin typeface="Aptos"/>
              </a:rPr>
              <a:t>Icebreakers and interactive sessions</a:t>
            </a:r>
            <a:endParaRPr lang="en-US" sz="3600">
              <a:solidFill>
                <a:srgbClr val="685943"/>
              </a:solidFill>
              <a:ea typeface="Calibri Light"/>
              <a:cs typeface="Calibri Ligh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BCB674F-5679-71DD-38EE-9FCADB11D65D}"/>
              </a:ext>
            </a:extLst>
          </p:cNvPr>
          <p:cNvSpPr txBox="1">
            <a:spLocks/>
          </p:cNvSpPr>
          <p:nvPr/>
        </p:nvSpPr>
        <p:spPr>
          <a:xfrm>
            <a:off x="6705600" y="4076700"/>
            <a:ext cx="5490688" cy="856856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rmAutofit fontScale="250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1000"/>
              </a:spcBef>
            </a:pPr>
            <a:endParaRPr lang="en-US" sz="2900" b="1">
              <a:solidFill>
                <a:srgbClr val="293E02"/>
              </a:solidFill>
              <a:latin typeface="Aptos"/>
            </a:endParaRPr>
          </a:p>
          <a:p>
            <a:pPr algn="r">
              <a:spcBef>
                <a:spcPts val="1000"/>
              </a:spcBef>
            </a:pPr>
            <a:r>
              <a:rPr lang="en-US" sz="8000" b="1">
                <a:solidFill>
                  <a:srgbClr val="685943"/>
                </a:solidFill>
                <a:latin typeface="Aptos"/>
              </a:rPr>
              <a:t>Energy Community Annual Meeting</a:t>
            </a:r>
            <a:endParaRPr lang="en-US" sz="8000">
              <a:solidFill>
                <a:srgbClr val="000000"/>
              </a:solidFill>
              <a:latin typeface="Aptos"/>
            </a:endParaRPr>
          </a:p>
          <a:p>
            <a:pPr algn="r">
              <a:spcBef>
                <a:spcPts val="1000"/>
              </a:spcBef>
            </a:pPr>
            <a:r>
              <a:rPr lang="en-US" sz="4800">
                <a:solidFill>
                  <a:srgbClr val="685943"/>
                </a:solidFill>
                <a:latin typeface="Aptos"/>
              </a:rPr>
              <a:t>Tallinn | 2-3 June 2026</a:t>
            </a:r>
            <a:endParaRPr lang="en-US"/>
          </a:p>
          <a:p>
            <a:pPr algn="r"/>
            <a:endParaRPr lang="en-GB" sz="6700" b="1">
              <a:solidFill>
                <a:srgbClr val="293E02"/>
              </a:solidFill>
              <a:latin typeface="Aptos"/>
              <a:ea typeface="Calibri Light"/>
              <a:cs typeface="Calibri Light"/>
            </a:endParaRPr>
          </a:p>
          <a:p>
            <a:endParaRPr lang="en-GB" sz="4000">
              <a:solidFill>
                <a:srgbClr val="3D5265"/>
              </a:solidFill>
              <a:latin typeface="Aptos"/>
              <a:ea typeface="Calibri Light"/>
              <a:cs typeface="Calibri Light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EEE50A83-9134-5297-A671-BA91BB0A52C7}"/>
              </a:ext>
            </a:extLst>
          </p:cNvPr>
          <p:cNvSpPr txBox="1"/>
          <p:nvPr/>
        </p:nvSpPr>
        <p:spPr>
          <a:xfrm>
            <a:off x="998" y="6543315"/>
            <a:ext cx="2307795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/>
                </a:solidFill>
              </a:rPr>
              <a:t>© Edyta Rice, </a:t>
            </a:r>
            <a:r>
              <a:rPr lang="en-US" sz="800" dirty="0" err="1">
                <a:solidFill>
                  <a:schemeClr val="bg1"/>
                </a:solidFill>
              </a:rPr>
              <a:t>Environment&amp;Me</a:t>
            </a:r>
            <a:r>
              <a:rPr lang="en-US" sz="800" dirty="0">
                <a:solidFill>
                  <a:schemeClr val="bg1"/>
                </a:solidFill>
              </a:rPr>
              <a:t> /EEA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09588-48D7-7957-43E0-9F95E1753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oad with trees in the middle of a field&#10;&#10;AI-generated content may be incorrect.">
            <a:extLst>
              <a:ext uri="{FF2B5EF4-FFF2-40B4-BE49-F238E27FC236}">
                <a16:creationId xmlns:a16="http://schemas.microsoft.com/office/drawing/2014/main" id="{BA524AB5-F538-C465-0734-D3E333C16B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598" r="-49"/>
          <a:stretch>
            <a:fillRect/>
          </a:stretch>
        </p:blipFill>
        <p:spPr>
          <a:xfrm>
            <a:off x="6937210" y="0"/>
            <a:ext cx="5255085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945EC1B-8D61-0ECD-3575-0BD73A2880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95300" y="430504"/>
            <a:ext cx="6441910" cy="662782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rmAutofit/>
          </a:bodyPr>
          <a:lstStyle/>
          <a:p>
            <a:r>
              <a:rPr lang="en-GB" sz="4000" dirty="0">
                <a:solidFill>
                  <a:srgbClr val="3D5265"/>
                </a:solidFill>
                <a:latin typeface="Aptos"/>
              </a:rPr>
              <a:t>Move, pair, exchange</a:t>
            </a:r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0EDFDD3-1322-89C7-129B-16C0F25FD0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8658" y="155359"/>
            <a:ext cx="1764000" cy="9251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8992EF4-36E3-FA52-E2B1-A4AE15ABDD44}"/>
              </a:ext>
            </a:extLst>
          </p:cNvPr>
          <p:cNvSpPr txBox="1"/>
          <p:nvPr/>
        </p:nvSpPr>
        <p:spPr>
          <a:xfrm>
            <a:off x="670460" y="1624211"/>
            <a:ext cx="6266750" cy="4803285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rmAutofit fontScale="25000" lnSpcReduction="20000"/>
          </a:bodyPr>
          <a:lstStyle>
            <a:defPPr>
              <a:defRPr lang="en-PT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000" b="0" i="0">
                <a:solidFill>
                  <a:srgbClr val="3D5265"/>
                </a:solidFill>
                <a:latin typeface="Aptos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GB" sz="7200" b="1" dirty="0">
                <a:ea typeface="Calibri"/>
                <a:cs typeface="Calibri"/>
              </a:rPr>
              <a:t>Objectives</a:t>
            </a:r>
            <a:endParaRPr lang="en-US" sz="7200" b="1" dirty="0"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US" sz="7200" dirty="0">
                <a:ea typeface="Calibri"/>
                <a:cs typeface="Calibri"/>
              </a:rPr>
              <a:t>Getting to know each other and building informal connections.</a:t>
            </a:r>
          </a:p>
          <a:p>
            <a:pPr>
              <a:lnSpc>
                <a:spcPct val="120000"/>
              </a:lnSpc>
            </a:pPr>
            <a:endParaRPr lang="en-US" sz="7200" dirty="0"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US" sz="7200" b="1" dirty="0">
                <a:ea typeface="Calibri"/>
                <a:cs typeface="Calibri"/>
              </a:rPr>
              <a:t>Duration</a:t>
            </a:r>
            <a:r>
              <a:rPr lang="en-US" sz="7200" dirty="0">
                <a:ea typeface="Calibri"/>
                <a:cs typeface="Calibri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7200">
                <a:ea typeface="Calibri"/>
                <a:cs typeface="Calibri"/>
              </a:rPr>
              <a:t>15 minutes</a:t>
            </a:r>
          </a:p>
          <a:p>
            <a:pPr>
              <a:lnSpc>
                <a:spcPct val="120000"/>
              </a:lnSpc>
            </a:pPr>
            <a:endParaRPr lang="en-US" sz="7200" dirty="0"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US" sz="7200" b="1" dirty="0">
                <a:ea typeface="Calibri"/>
                <a:cs typeface="Calibri"/>
              </a:rPr>
              <a:t>Instructions </a:t>
            </a:r>
          </a:p>
          <a:p>
            <a:pPr marL="857250" indent="-3190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7200" dirty="0">
                <a:ea typeface="Calibri"/>
                <a:cs typeface="Calibri"/>
              </a:rPr>
              <a:t>Stand up and move around the room.  </a:t>
            </a:r>
          </a:p>
          <a:p>
            <a:pPr marL="857250" indent="-3190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7200" dirty="0">
                <a:ea typeface="Calibri"/>
                <a:cs typeface="Calibri"/>
              </a:rPr>
              <a:t>When prompted, pair up with the nearest available person.  </a:t>
            </a:r>
          </a:p>
          <a:p>
            <a:pPr marL="857250" indent="-3190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7200" dirty="0">
                <a:ea typeface="Calibri"/>
                <a:cs typeface="Calibri"/>
              </a:rPr>
              <a:t>Choose one question card each (or exchange cards).  </a:t>
            </a:r>
          </a:p>
          <a:p>
            <a:pPr marL="857250" indent="-3190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7200" dirty="0">
                <a:ea typeface="Calibri"/>
                <a:cs typeface="Calibri"/>
              </a:rPr>
              <a:t>Take turns answering your chosen question (max ~1 minute each).  </a:t>
            </a:r>
          </a:p>
          <a:p>
            <a:pPr marL="857250" indent="-3190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7200" dirty="0">
                <a:ea typeface="Calibri"/>
                <a:cs typeface="Calibri"/>
              </a:rPr>
              <a:t>After both have answered, swap cards if you want.  </a:t>
            </a:r>
          </a:p>
          <a:p>
            <a:pPr marL="857250" indent="-3190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7200" dirty="0">
                <a:ea typeface="Calibri"/>
                <a:cs typeface="Calibri"/>
              </a:rPr>
              <a:t>Move again and find a new partner.  </a:t>
            </a:r>
          </a:p>
          <a:p>
            <a:pPr marL="857250" indent="-3190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7200" dirty="0">
                <a:ea typeface="Calibri"/>
                <a:cs typeface="Calibri"/>
              </a:rPr>
              <a:t>Repeat 3-4 rounds. </a:t>
            </a:r>
            <a:endParaRPr lang="en-GB" sz="7200" dirty="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•"/>
            </a:pPr>
            <a:endParaRPr lang="en-GB" sz="2000" dirty="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•"/>
            </a:pPr>
            <a:endParaRPr lang="en-US" sz="1600" dirty="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•"/>
            </a:pPr>
            <a:endParaRPr lang="en-US" sz="1600" dirty="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8CE91FC3-5745-E60B-2EF8-FD2028650DF5}"/>
              </a:ext>
            </a:extLst>
          </p:cNvPr>
          <p:cNvSpPr txBox="1"/>
          <p:nvPr/>
        </p:nvSpPr>
        <p:spPr>
          <a:xfrm rot="5400000">
            <a:off x="11098845" y="5756893"/>
            <a:ext cx="1790026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/>
                </a:solidFill>
              </a:rPr>
              <a:t>© Edyta Rice, </a:t>
            </a:r>
            <a:r>
              <a:rPr lang="en-US" sz="800" dirty="0" err="1">
                <a:solidFill>
                  <a:schemeClr val="bg1"/>
                </a:solidFill>
              </a:rPr>
              <a:t>Environment&amp;Me</a:t>
            </a:r>
            <a:r>
              <a:rPr lang="en-US" sz="800" dirty="0">
                <a:solidFill>
                  <a:schemeClr val="bg1"/>
                </a:solidFill>
              </a:rPr>
              <a:t> /EEA</a:t>
            </a:r>
          </a:p>
        </p:txBody>
      </p:sp>
    </p:spTree>
    <p:extLst>
      <p:ext uri="{BB962C8B-B14F-4D97-AF65-F5344CB8AC3E}">
        <p14:creationId xmlns:p14="http://schemas.microsoft.com/office/powerpoint/2010/main" val="2341416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C0195-6650-0407-657E-2A48EB679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oad with trees in the middle of a field&#10;&#10;AI-generated content may be incorrect.">
            <a:extLst>
              <a:ext uri="{FF2B5EF4-FFF2-40B4-BE49-F238E27FC236}">
                <a16:creationId xmlns:a16="http://schemas.microsoft.com/office/drawing/2014/main" id="{F647EA8D-97F2-1D34-02A8-4431A02531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598" r="-49"/>
          <a:stretch>
            <a:fillRect/>
          </a:stretch>
        </p:blipFill>
        <p:spPr>
          <a:xfrm>
            <a:off x="6937210" y="0"/>
            <a:ext cx="5255085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A42E2DE-5079-2D56-BCED-2BC4D7E6B0C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95301" y="430504"/>
            <a:ext cx="6441910" cy="662782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rmAutofit/>
          </a:bodyPr>
          <a:lstStyle/>
          <a:p>
            <a:r>
              <a:rPr lang="en-GB" sz="4000" dirty="0">
                <a:solidFill>
                  <a:srgbClr val="3D5265"/>
                </a:solidFill>
                <a:latin typeface="Aptos"/>
              </a:rPr>
              <a:t>Rock, paper, sc</a:t>
            </a:r>
            <a:r>
              <a:rPr lang="en-GB" sz="4000">
                <a:solidFill>
                  <a:srgbClr val="3D5265"/>
                </a:solidFill>
                <a:latin typeface="Aptos"/>
              </a:rPr>
              <a:t>issors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48498B6-0691-8C1D-67BD-80D69C00FE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8658" y="155359"/>
            <a:ext cx="1764000" cy="9251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BCE1809-88ED-9F22-BE5B-FF364FBDBDA9}"/>
              </a:ext>
            </a:extLst>
          </p:cNvPr>
          <p:cNvSpPr txBox="1"/>
          <p:nvPr/>
        </p:nvSpPr>
        <p:spPr>
          <a:xfrm>
            <a:off x="670460" y="1624211"/>
            <a:ext cx="6266750" cy="4803285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rmAutofit/>
          </a:bodyPr>
          <a:lstStyle>
            <a:defPPr>
              <a:defRPr lang="en-PT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000" b="0" i="0">
                <a:solidFill>
                  <a:srgbClr val="3D5265"/>
                </a:solidFill>
                <a:latin typeface="Aptos"/>
                <a:ea typeface="+mj-ea"/>
                <a:cs typeface="+mj-cs"/>
              </a:defRPr>
            </a:lvl1pPr>
          </a:lstStyle>
          <a:p>
            <a:r>
              <a:rPr lang="en-GB" sz="1800" b="1" dirty="0">
                <a:ea typeface="Calibri"/>
                <a:cs typeface="Calibri"/>
              </a:rPr>
              <a:t>Objectives</a:t>
            </a:r>
            <a:endParaRPr lang="en-US" sz="1800" b="1" dirty="0">
              <a:ea typeface="Calibri"/>
              <a:cs typeface="Calibri"/>
            </a:endParaRPr>
          </a:p>
          <a:p>
            <a:r>
              <a:rPr lang="en-GB" sz="1800" dirty="0">
                <a:ea typeface="Calibri"/>
                <a:cs typeface="Calibri"/>
              </a:rPr>
              <a:t>Help participants feel awake and energized for the day ahead.</a:t>
            </a:r>
            <a:endParaRPr lang="en-US" sz="18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sz="1200" b="1" dirty="0">
              <a:ea typeface="Calibri"/>
              <a:cs typeface="Calibri"/>
            </a:endParaRPr>
          </a:p>
          <a:p>
            <a:r>
              <a:rPr lang="en-GB" sz="1800" b="1" dirty="0">
                <a:ea typeface="Calibri"/>
                <a:cs typeface="Calibri"/>
              </a:rPr>
              <a:t>Duration</a:t>
            </a:r>
            <a:endParaRPr lang="en-US" sz="1800" b="1" dirty="0">
              <a:ea typeface="Calibri"/>
              <a:cs typeface="Calibri"/>
            </a:endParaRPr>
          </a:p>
          <a:p>
            <a:r>
              <a:rPr lang="en-GB" sz="1800" dirty="0">
                <a:ea typeface="Calibri"/>
                <a:cs typeface="Calibri"/>
              </a:rPr>
              <a:t>10-15 minutes</a:t>
            </a:r>
            <a:endParaRPr lang="en-US" sz="18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sz="1800" dirty="0">
              <a:ea typeface="Calibri"/>
              <a:cs typeface="Calibri"/>
            </a:endParaRPr>
          </a:p>
          <a:p>
            <a:r>
              <a:rPr lang="en-GB" sz="1800" b="1" dirty="0">
                <a:ea typeface="Calibri"/>
                <a:cs typeface="Calibri"/>
              </a:rPr>
              <a:t>Instructions</a:t>
            </a:r>
            <a:endParaRPr lang="en-US" sz="1800" b="1" dirty="0">
              <a:ea typeface="Calibri"/>
              <a:cs typeface="Calibri"/>
            </a:endParaRPr>
          </a:p>
          <a:p>
            <a:r>
              <a:rPr lang="en-GB" sz="1800" dirty="0">
                <a:ea typeface="Calibri"/>
                <a:cs typeface="Calibri"/>
              </a:rPr>
              <a:t>Everyone plays rock-paper-scissors in pairs. Best out of three </a:t>
            </a:r>
            <a:r>
              <a:rPr lang="en-GB" sz="1800">
                <a:ea typeface="Calibri"/>
                <a:cs typeface="Calibri"/>
              </a:rPr>
              <a:t>rounds wins. The loser cheers </a:t>
            </a:r>
            <a:r>
              <a:rPr lang="en-GB" sz="1800" dirty="0">
                <a:ea typeface="Calibri"/>
                <a:cs typeface="Calibri"/>
              </a:rPr>
              <a:t>on the player who defeated them and follows them around the room as they play against other winners.</a:t>
            </a:r>
            <a:endParaRPr lang="en-US" sz="18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sz="1800" dirty="0">
              <a:ea typeface="Calibri"/>
              <a:cs typeface="Calibri"/>
            </a:endParaRPr>
          </a:p>
          <a:p>
            <a:r>
              <a:rPr lang="en-GB" sz="1800" dirty="0">
                <a:ea typeface="Calibri"/>
                <a:cs typeface="Calibri"/>
              </a:rPr>
              <a:t>If you lose, your whole group cheers for the new winner. Continue until a final match with two champions and their cheering squads.</a:t>
            </a:r>
          </a:p>
          <a:p>
            <a:endParaRPr lang="en-GB" sz="1800" dirty="0">
              <a:ea typeface="Calibri"/>
              <a:cs typeface="Calibri"/>
            </a:endParaRPr>
          </a:p>
          <a:p>
            <a:r>
              <a:rPr lang="en-GB" sz="1800" b="1" dirty="0">
                <a:ea typeface="Calibri"/>
                <a:cs typeface="Calibri"/>
              </a:rPr>
              <a:t>Wrap-up</a:t>
            </a:r>
          </a:p>
          <a:p>
            <a:r>
              <a:rPr lang="en-GB" sz="1800" dirty="0">
                <a:ea typeface="Calibri"/>
                <a:cs typeface="Calibri"/>
              </a:rPr>
              <a:t>Share your reflections on yesterday’s sessions with a buddy.</a:t>
            </a:r>
          </a:p>
          <a:p>
            <a:endParaRPr lang="en-GB" sz="1600" dirty="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•"/>
            </a:pPr>
            <a:endParaRPr lang="en-GB" sz="2000" dirty="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•"/>
            </a:pPr>
            <a:endParaRPr lang="en-US" sz="1600" dirty="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•"/>
            </a:pPr>
            <a:endParaRPr lang="en-US" sz="1600" dirty="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92C5D17B-2D31-DBD3-B525-F3251786F651}"/>
              </a:ext>
            </a:extLst>
          </p:cNvPr>
          <p:cNvSpPr txBox="1"/>
          <p:nvPr/>
        </p:nvSpPr>
        <p:spPr>
          <a:xfrm rot="5400000">
            <a:off x="11098845" y="5756893"/>
            <a:ext cx="1790026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/>
                </a:solidFill>
              </a:rPr>
              <a:t>© Edyta Rice, </a:t>
            </a:r>
            <a:r>
              <a:rPr lang="en-US" sz="800" dirty="0" err="1">
                <a:solidFill>
                  <a:schemeClr val="bg1"/>
                </a:solidFill>
              </a:rPr>
              <a:t>Environment&amp;Me</a:t>
            </a:r>
            <a:r>
              <a:rPr lang="en-US" sz="800" dirty="0">
                <a:solidFill>
                  <a:schemeClr val="bg1"/>
                </a:solidFill>
              </a:rPr>
              <a:t> /EEA</a:t>
            </a:r>
          </a:p>
        </p:txBody>
      </p:sp>
    </p:spTree>
    <p:extLst>
      <p:ext uri="{BB962C8B-B14F-4D97-AF65-F5344CB8AC3E}">
        <p14:creationId xmlns:p14="http://schemas.microsoft.com/office/powerpoint/2010/main" val="171551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C7601-2C25-9640-D180-896E50C35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oad with trees in the middle of a field&#10;&#10;AI-generated content may be incorrect.">
            <a:extLst>
              <a:ext uri="{FF2B5EF4-FFF2-40B4-BE49-F238E27FC236}">
                <a16:creationId xmlns:a16="http://schemas.microsoft.com/office/drawing/2014/main" id="{33A2785B-4DAB-4631-2DB7-BB843BA505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598" r="-49"/>
          <a:stretch>
            <a:fillRect/>
          </a:stretch>
        </p:blipFill>
        <p:spPr>
          <a:xfrm>
            <a:off x="6937210" y="0"/>
            <a:ext cx="5255085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8018DF4-65C2-0E7E-5B28-59378213444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95301" y="430502"/>
            <a:ext cx="6441910" cy="833521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rmAutofit fontScale="90000"/>
          </a:bodyPr>
          <a:lstStyle/>
          <a:p>
            <a:r>
              <a:rPr lang="en-GB" sz="4000" dirty="0">
                <a:solidFill>
                  <a:srgbClr val="3D5265"/>
                </a:solidFill>
                <a:latin typeface="Aptos"/>
              </a:rPr>
              <a:t>Storytelling</a:t>
            </a:r>
            <a:br>
              <a:rPr lang="en-GB" sz="4000" dirty="0">
                <a:solidFill>
                  <a:srgbClr val="3D5265"/>
                </a:solidFill>
                <a:latin typeface="Aptos"/>
              </a:rPr>
            </a:br>
            <a:r>
              <a:rPr lang="en-GB" sz="2000" i="1" dirty="0">
                <a:solidFill>
                  <a:srgbClr val="3D5265"/>
                </a:solidFill>
                <a:latin typeface="Aptos"/>
              </a:rPr>
              <a:t>I</a:t>
            </a:r>
            <a:r>
              <a:rPr lang="en-GB" sz="2200" i="1" dirty="0">
                <a:solidFill>
                  <a:srgbClr val="3D5265"/>
                </a:solidFill>
                <a:latin typeface="Aptos"/>
              </a:rPr>
              <a:t>nstitutional capacity building for reporting</a:t>
            </a:r>
            <a:endParaRPr lang="en-US" i="1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3ECFDEE-5470-AC7C-F6EA-3AF2891DC6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8658" y="155359"/>
            <a:ext cx="1764000" cy="9251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A07DBE-732B-34AA-70E3-53BB73E73896}"/>
              </a:ext>
            </a:extLst>
          </p:cNvPr>
          <p:cNvSpPr txBox="1"/>
          <p:nvPr/>
        </p:nvSpPr>
        <p:spPr>
          <a:xfrm>
            <a:off x="670460" y="1685662"/>
            <a:ext cx="10571859" cy="4741834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Autofit/>
          </a:bodyPr>
          <a:lstStyle>
            <a:defPPr>
              <a:defRPr lang="en-PT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000" b="0" i="0">
                <a:solidFill>
                  <a:srgbClr val="3D5265"/>
                </a:solidFill>
                <a:latin typeface="Aptos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GB" sz="1200" b="1" dirty="0">
                <a:ea typeface="Calibri"/>
                <a:cs typeface="Calibri"/>
              </a:rPr>
              <a:t>Objectives</a:t>
            </a:r>
            <a:endParaRPr lang="en-US" sz="1200" b="1" dirty="0"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GB" sz="1200">
                <a:ea typeface="Calibri"/>
                <a:cs typeface="Calibri"/>
              </a:rPr>
              <a:t>To capture and share practical insights and lessons from real experiences through structured storytelling and reflection.</a:t>
            </a:r>
            <a:endParaRPr lang="en-GB"/>
          </a:p>
          <a:p>
            <a:pPr>
              <a:lnSpc>
                <a:spcPct val="120000"/>
              </a:lnSpc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GB" sz="1200" b="1" dirty="0">
                <a:ea typeface="Calibri"/>
                <a:cs typeface="Calibri"/>
              </a:rPr>
              <a:t>Duration</a:t>
            </a:r>
            <a:endParaRPr lang="en-US" sz="1200" b="1" dirty="0"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GB" sz="1200" dirty="0">
                <a:ea typeface="Calibri"/>
                <a:cs typeface="Calibri"/>
              </a:rPr>
              <a:t>30 minutes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120000"/>
              </a:lnSpc>
              <a:buFont typeface="Arial"/>
              <a:buChar char="•"/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GB" sz="1200" b="1" dirty="0">
                <a:ea typeface="Calibri"/>
                <a:cs typeface="Calibri"/>
              </a:rPr>
              <a:t>Instructions for breakout discussions</a:t>
            </a:r>
            <a:endParaRPr lang="en-US" sz="1200" b="1" dirty="0"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ea typeface="Calibri"/>
                <a:cs typeface="Calibri"/>
              </a:rPr>
              <a:t>In each table:</a:t>
            </a:r>
          </a:p>
          <a:p>
            <a:pPr marL="285750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ea typeface="Calibri"/>
                <a:cs typeface="Calibri"/>
              </a:rPr>
              <a:t>One listening lens will be assigned</a:t>
            </a:r>
          </a:p>
          <a:p>
            <a:pPr marL="285750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ea typeface="Calibri"/>
                <a:cs typeface="Calibri"/>
              </a:rPr>
              <a:t>Participants reflect on what they heard through that lens</a:t>
            </a:r>
          </a:p>
          <a:p>
            <a:pPr marL="285750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ea typeface="Calibri"/>
                <a:cs typeface="Calibri"/>
              </a:rPr>
              <a:t>Each table appoints a chair/spokesperson to report key insights back to the plenary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ea typeface="Calibri"/>
                <a:cs typeface="Calibri"/>
              </a:rPr>
              <a:t>Listening lenses (“wisdom catchers”)</a:t>
            </a:r>
          </a:p>
          <a:p>
            <a:pPr>
              <a:lnSpc>
                <a:spcPct val="120000"/>
              </a:lnSpc>
            </a:pPr>
            <a:r>
              <a:rPr lang="en-US" sz="1200">
                <a:ea typeface="Calibri"/>
                <a:cs typeface="Calibri"/>
              </a:rPr>
              <a:t>Participants will listen through one of the following lenses. Each lens is a way of noticing what stands out in the story.</a:t>
            </a:r>
          </a:p>
          <a:p>
            <a:pPr marL="285750" indent="-228600">
              <a:buFont typeface="Arial"/>
              <a:buChar char="•"/>
            </a:pPr>
            <a:r>
              <a:rPr lang="en-US" sz="1200">
                <a:ea typeface="Calibri"/>
                <a:cs typeface="Calibri"/>
              </a:rPr>
              <a:t>Interinstitutional collaboration | Openness</a:t>
            </a:r>
          </a:p>
          <a:p>
            <a:pPr marL="285750" indent="-228600">
              <a:buFont typeface="Arial"/>
              <a:buChar char="•"/>
            </a:pPr>
            <a:r>
              <a:rPr lang="en-US" sz="1200">
                <a:ea typeface="Calibri"/>
                <a:cs typeface="Calibri"/>
              </a:rPr>
              <a:t>Barriers and enabling factors | Patience</a:t>
            </a:r>
          </a:p>
          <a:p>
            <a:pPr marL="285750" indent="-228600">
              <a:buFont typeface="Arial"/>
              <a:buChar char="•"/>
            </a:pPr>
            <a:r>
              <a:rPr lang="en-US" sz="1200">
                <a:ea typeface="Calibri"/>
                <a:cs typeface="Calibri"/>
              </a:rPr>
              <a:t>Key insights and turning points | Learning</a:t>
            </a:r>
          </a:p>
          <a:p>
            <a:pPr marL="285750" indent="-228600">
              <a:buFont typeface="Arial"/>
              <a:buChar char="•"/>
            </a:pPr>
            <a:r>
              <a:rPr lang="en-US" sz="1200">
                <a:ea typeface="Calibri"/>
                <a:cs typeface="Calibri"/>
              </a:rPr>
              <a:t>Impact and change achieved | Perseverance</a:t>
            </a:r>
          </a:p>
          <a:p>
            <a:pPr marL="285750" indent="-228600">
              <a:buFont typeface="Arial"/>
              <a:buChar char="•"/>
            </a:pPr>
            <a:r>
              <a:rPr lang="en-US" sz="1200">
                <a:ea typeface="Calibri"/>
                <a:cs typeface="Calibri"/>
              </a:rPr>
              <a:t>Replicability and recommendations | Peer learning</a:t>
            </a:r>
          </a:p>
          <a:p>
            <a:pPr marL="285750" indent="-228600">
              <a:buFont typeface="Arial"/>
              <a:buChar char="•"/>
            </a:pPr>
            <a:r>
              <a:rPr lang="en-US" sz="1200">
                <a:ea typeface="Calibri"/>
                <a:cs typeface="Calibri"/>
              </a:rPr>
              <a:t>Inclusive steering | Leadership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GB" sz="1200" b="1">
                <a:ea typeface="Calibri"/>
                <a:cs typeface="Calibri"/>
              </a:rPr>
              <a:t>Wrap-up</a:t>
            </a:r>
          </a:p>
          <a:p>
            <a:pPr>
              <a:lnSpc>
                <a:spcPct val="120000"/>
              </a:lnSpc>
            </a:pPr>
            <a:r>
              <a:rPr lang="en-GB" sz="1200" dirty="0">
                <a:ea typeface="Calibri"/>
                <a:cs typeface="Calibri"/>
              </a:rPr>
              <a:t>Share the outcome of your discussions with all participants.</a:t>
            </a:r>
          </a:p>
          <a:p>
            <a:pPr>
              <a:lnSpc>
                <a:spcPct val="120000"/>
              </a:lnSpc>
            </a:pPr>
            <a:endParaRPr lang="en-GB" sz="1200" dirty="0">
              <a:ea typeface="Calibri"/>
              <a:cs typeface="Calibri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/>
              <a:buChar char="•"/>
            </a:pPr>
            <a:endParaRPr lang="en-GB" sz="1200" dirty="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/>
              <a:buChar char="•"/>
            </a:pPr>
            <a:endParaRPr lang="en-US" sz="1200" dirty="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/>
              <a:buChar char="•"/>
            </a:pPr>
            <a:endParaRPr lang="en-US" sz="1200" dirty="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6F2978FA-8E32-6761-1C8B-861BB0225976}"/>
              </a:ext>
            </a:extLst>
          </p:cNvPr>
          <p:cNvSpPr txBox="1"/>
          <p:nvPr/>
        </p:nvSpPr>
        <p:spPr>
          <a:xfrm rot="5400000">
            <a:off x="11098845" y="5756893"/>
            <a:ext cx="1790026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/>
                </a:solidFill>
              </a:rPr>
              <a:t>© Edyta Rice, </a:t>
            </a:r>
            <a:r>
              <a:rPr lang="en-US" sz="800" dirty="0" err="1">
                <a:solidFill>
                  <a:schemeClr val="bg1"/>
                </a:solidFill>
              </a:rPr>
              <a:t>Environment&amp;Me</a:t>
            </a:r>
            <a:r>
              <a:rPr lang="en-US" sz="800" dirty="0">
                <a:solidFill>
                  <a:schemeClr val="bg1"/>
                </a:solidFill>
              </a:rPr>
              <a:t> /EEA</a:t>
            </a:r>
          </a:p>
        </p:txBody>
      </p:sp>
    </p:spTree>
    <p:extLst>
      <p:ext uri="{BB962C8B-B14F-4D97-AF65-F5344CB8AC3E}">
        <p14:creationId xmlns:p14="http://schemas.microsoft.com/office/powerpoint/2010/main" val="922318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910C-D635-D73A-D807-B3BC5E2EB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oad with trees in the middle of a field&#10;&#10;AI-generated content may be incorrect.">
            <a:extLst>
              <a:ext uri="{FF2B5EF4-FFF2-40B4-BE49-F238E27FC236}">
                <a16:creationId xmlns:a16="http://schemas.microsoft.com/office/drawing/2014/main" id="{32D27BE7-C637-E11F-3662-9A53F6B6FE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598" r="-49"/>
          <a:stretch>
            <a:fillRect/>
          </a:stretch>
        </p:blipFill>
        <p:spPr>
          <a:xfrm>
            <a:off x="6937210" y="0"/>
            <a:ext cx="5255085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8614F02-C5A2-EEA0-D491-6467C62C49A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95301" y="430502"/>
            <a:ext cx="6441910" cy="833521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rmAutofit fontScale="90000"/>
          </a:bodyPr>
          <a:lstStyle/>
          <a:p>
            <a:r>
              <a:rPr lang="en-GB" sz="4000" dirty="0">
                <a:solidFill>
                  <a:srgbClr val="3D5265"/>
                </a:solidFill>
                <a:latin typeface="Aptos"/>
              </a:rPr>
              <a:t>World café</a:t>
            </a:r>
            <a:br>
              <a:rPr lang="en-GB" sz="4000" dirty="0">
                <a:solidFill>
                  <a:srgbClr val="3D5265"/>
                </a:solidFill>
                <a:latin typeface="Aptos"/>
              </a:rPr>
            </a:br>
            <a:r>
              <a:rPr lang="en-GB" sz="2000" i="1" dirty="0">
                <a:solidFill>
                  <a:srgbClr val="3D5265"/>
                </a:solidFill>
                <a:latin typeface="Aptos"/>
              </a:rPr>
              <a:t>Improving data quality and timely reporting</a:t>
            </a:r>
            <a:endParaRPr lang="en-US" i="1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C45C81E-6C12-D782-E02B-A16F22AE30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8658" y="155359"/>
            <a:ext cx="1764000" cy="9251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712E7CC-E2FD-1EC9-C558-CE78189DC071}"/>
              </a:ext>
            </a:extLst>
          </p:cNvPr>
          <p:cNvSpPr txBox="1"/>
          <p:nvPr/>
        </p:nvSpPr>
        <p:spPr>
          <a:xfrm>
            <a:off x="670460" y="1624211"/>
            <a:ext cx="6196505" cy="4803285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Autofit/>
          </a:bodyPr>
          <a:lstStyle>
            <a:defPPr>
              <a:defRPr lang="en-PT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000" b="0" i="0">
                <a:solidFill>
                  <a:srgbClr val="3D5265"/>
                </a:solidFill>
                <a:latin typeface="Aptos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GB" sz="1200" b="1" dirty="0">
                <a:ea typeface="Calibri"/>
                <a:cs typeface="Calibri"/>
              </a:rPr>
              <a:t>Objectives</a:t>
            </a:r>
            <a:endParaRPr lang="en-US" sz="1200" b="1" dirty="0"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GB" sz="1200" dirty="0">
                <a:ea typeface="Calibri"/>
                <a:cs typeface="Calibri"/>
              </a:rPr>
              <a:t>To gather input and co-create ideas to strengthen interinstitutional coordination, improve data quality and support effective planning.</a:t>
            </a:r>
            <a:endParaRPr lang="en-GB" dirty="0"/>
          </a:p>
          <a:p>
            <a:pPr>
              <a:lnSpc>
                <a:spcPct val="120000"/>
              </a:lnSpc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GB" sz="1200" b="1" dirty="0">
                <a:ea typeface="Calibri"/>
                <a:cs typeface="Calibri"/>
              </a:rPr>
              <a:t>Duration</a:t>
            </a:r>
            <a:endParaRPr lang="en-US" sz="1200" b="1" dirty="0"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GB" sz="1200" dirty="0">
                <a:ea typeface="Calibri"/>
                <a:cs typeface="Calibri"/>
              </a:rPr>
              <a:t>40 minutes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120000"/>
              </a:lnSpc>
              <a:buFont typeface="Arial"/>
              <a:buChar char="•"/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GB" sz="1200" b="1" dirty="0">
                <a:ea typeface="Calibri"/>
                <a:cs typeface="Calibri"/>
              </a:rPr>
              <a:t>Instructions for breakout discussions</a:t>
            </a:r>
            <a:endParaRPr lang="en-US" sz="1200" b="1" dirty="0"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ea typeface="Calibri"/>
                <a:cs typeface="Calibri"/>
              </a:rPr>
              <a:t>In each table: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ea typeface="Calibri"/>
                <a:cs typeface="Calibri"/>
              </a:rPr>
              <a:t>Review and discuss the draft workplan in small groups (4–5 participants)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ea typeface="Calibri"/>
                <a:cs typeface="Calibri"/>
              </a:rPr>
              <a:t>Provide feedback: what works, what is unclear, what should change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ea typeface="Calibri"/>
                <a:cs typeface="Calibri"/>
              </a:rPr>
              <a:t>Go beyond the workplan: identify how to improve data quality and collaboration in practice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ea typeface="Calibri"/>
                <a:cs typeface="Calibri"/>
              </a:rPr>
              <a:t>Co-create improvements to strengthen reporting quality and coordination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ea typeface="Calibri"/>
                <a:cs typeface="Calibri"/>
              </a:rPr>
              <a:t>Use </a:t>
            </a:r>
            <a:r>
              <a:rPr lang="en-US" sz="1200" dirty="0" err="1">
                <a:ea typeface="Calibri"/>
                <a:cs typeface="Calibri"/>
              </a:rPr>
              <a:t>post-its</a:t>
            </a:r>
            <a:r>
              <a:rPr lang="en-US" sz="1200" dirty="0">
                <a:ea typeface="Calibri"/>
                <a:cs typeface="Calibri"/>
              </a:rPr>
              <a:t>, stickers and annotations on the table sheet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ea typeface="Calibri"/>
                <a:cs typeface="Calibri"/>
              </a:rPr>
              <a:t>Each table appoints a chair for a 2–3 min report back</a:t>
            </a:r>
          </a:p>
          <a:p>
            <a:pPr>
              <a:lnSpc>
                <a:spcPct val="120000"/>
              </a:lnSpc>
            </a:pPr>
            <a:endParaRPr lang="en-GB" sz="1200" dirty="0"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GB" sz="1200" b="1" dirty="0">
                <a:ea typeface="Calibri"/>
                <a:cs typeface="Calibri"/>
              </a:rPr>
              <a:t>Wrap-up</a:t>
            </a:r>
          </a:p>
          <a:p>
            <a:pPr>
              <a:lnSpc>
                <a:spcPct val="120000"/>
              </a:lnSpc>
            </a:pPr>
            <a:r>
              <a:rPr lang="en-GB" sz="1200" dirty="0">
                <a:ea typeface="Calibri"/>
                <a:cs typeface="Calibri"/>
              </a:rPr>
              <a:t>Share the outcome of your discussions with all participants.</a:t>
            </a:r>
          </a:p>
          <a:p>
            <a:pPr>
              <a:lnSpc>
                <a:spcPct val="120000"/>
              </a:lnSpc>
            </a:pPr>
            <a:endParaRPr lang="en-GB" sz="1200" dirty="0">
              <a:ea typeface="Calibri"/>
              <a:cs typeface="Calibri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,Sans-Serif"/>
              <a:buChar char="•"/>
            </a:pPr>
            <a:endParaRPr lang="en-GB" sz="1200" dirty="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,Sans-Serif"/>
              <a:buChar char="•"/>
            </a:pPr>
            <a:endParaRPr lang="en-US" sz="1200" dirty="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,Sans-Serif"/>
              <a:buChar char="•"/>
            </a:pPr>
            <a:endParaRPr lang="en-US" sz="1200" dirty="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F9288DA5-04F3-CD92-DD17-C1CCE3F68694}"/>
              </a:ext>
            </a:extLst>
          </p:cNvPr>
          <p:cNvSpPr txBox="1"/>
          <p:nvPr/>
        </p:nvSpPr>
        <p:spPr>
          <a:xfrm rot="5400000">
            <a:off x="11098845" y="5756893"/>
            <a:ext cx="1790026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/>
                </a:solidFill>
              </a:rPr>
              <a:t>© Edyta Rice, </a:t>
            </a:r>
            <a:r>
              <a:rPr lang="en-US" sz="800" dirty="0" err="1">
                <a:solidFill>
                  <a:schemeClr val="bg1"/>
                </a:solidFill>
              </a:rPr>
              <a:t>Environment&amp;Me</a:t>
            </a:r>
            <a:r>
              <a:rPr lang="en-US" sz="800" dirty="0">
                <a:solidFill>
                  <a:schemeClr val="bg1"/>
                </a:solidFill>
              </a:rPr>
              <a:t> /EEA</a:t>
            </a:r>
          </a:p>
        </p:txBody>
      </p:sp>
    </p:spTree>
    <p:extLst>
      <p:ext uri="{BB962C8B-B14F-4D97-AF65-F5344CB8AC3E}">
        <p14:creationId xmlns:p14="http://schemas.microsoft.com/office/powerpoint/2010/main" val="2247561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1301ee9-83ff-4db9-9060-04877f3eb4da" xsi:nil="true"/>
    <lcf76f155ced4ddcb4097134ff3c332f xmlns="d85d5ab4-6aee-4f28-851d-b4a73bf5729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49E15451F77F4B856619B28208FAAA" ma:contentTypeVersion="12" ma:contentTypeDescription="Create a new document." ma:contentTypeScope="" ma:versionID="1a7fdba3ad7db10c9904a5197bd15a1b">
  <xsd:schema xmlns:xsd="http://www.w3.org/2001/XMLSchema" xmlns:xs="http://www.w3.org/2001/XMLSchema" xmlns:p="http://schemas.microsoft.com/office/2006/metadata/properties" xmlns:ns2="d85d5ab4-6aee-4f28-851d-b4a73bf57296" xmlns:ns3="31301ee9-83ff-4db9-9060-04877f3eb4da" targetNamespace="http://schemas.microsoft.com/office/2006/metadata/properties" ma:root="true" ma:fieldsID="7da69f85872c69f1fa5142d23b825db5" ns2:_="" ns3:_="">
    <xsd:import namespace="d85d5ab4-6aee-4f28-851d-b4a73bf57296"/>
    <xsd:import namespace="31301ee9-83ff-4db9-9060-04877f3eb4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5d5ab4-6aee-4f28-851d-b4a73bf572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de42cbc-566b-46c9-aea5-a71cdcd36d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301ee9-83ff-4db9-9060-04877f3eb4d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a8aacfc-34eb-42b2-8dd0-ea7de858e4b3}" ma:internalName="TaxCatchAll" ma:showField="CatchAllData" ma:web="31301ee9-83ff-4db9-9060-04877f3eb4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A7DEE4-60F1-4551-AADF-564F79A8B1E4}">
  <ds:schemaRefs>
    <ds:schemaRef ds:uri="http://schemas.microsoft.com/office/2006/metadata/properties"/>
    <ds:schemaRef ds:uri="http://schemas.microsoft.com/office/infopath/2007/PartnerControls"/>
    <ds:schemaRef ds:uri="340712eb-23a5-460f-9036-c6d10688f9a1"/>
    <ds:schemaRef ds:uri="1403fb54-47f0-4125-8d87-6a6e13582a5f"/>
  </ds:schemaRefs>
</ds:datastoreItem>
</file>

<file path=customXml/itemProps2.xml><?xml version="1.0" encoding="utf-8"?>
<ds:datastoreItem xmlns:ds="http://schemas.openxmlformats.org/officeDocument/2006/customXml" ds:itemID="{CAAC19CE-614D-4D61-9D48-F4BD9195E1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A162CE9-B826-42EA-B344-57DCD391136D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452</Words>
  <Application>Microsoft Office PowerPoint</Application>
  <PresentationFormat>Widescreen</PresentationFormat>
  <Paragraphs>99</Paragraphs>
  <Slides>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Move, pair, exchange</vt:lpstr>
      <vt:lpstr>Rock, paper, scissors</vt:lpstr>
      <vt:lpstr>Storytelling Institutional capacity building for reporting</vt:lpstr>
      <vt:lpstr>World café Improving data quality and timely reporting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Aneliya Nikolova</cp:lastModifiedBy>
  <cp:revision>86</cp:revision>
  <dcterms:created xsi:type="dcterms:W3CDTF">2026-05-27T08:05:02Z</dcterms:created>
  <dcterms:modified xsi:type="dcterms:W3CDTF">2026-05-29T13:02:10Z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0x010100DA49E15451F77F4B856619B28208FAAA</vt:lpwstr>
  </property>
  <property fmtid="{D5CDD505-2E9C-101B-9397-08002B2CF9AE}" pid="3" name="MediaServiceImageTags">
    <vt:lpwstr/>
  </property>
  <property fmtid="{D5CDD505-2E9C-101B-9397-08002B2CF9AE}" pid="4" name="Order">
    <vt:r8>290300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