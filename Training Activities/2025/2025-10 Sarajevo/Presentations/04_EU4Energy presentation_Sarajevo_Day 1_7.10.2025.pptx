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5.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77" r:id="rId4"/>
    <p:sldMasterId id="2147483792" r:id="rId5"/>
  </p:sldMasterIdLst>
  <p:notesMasterIdLst>
    <p:notesMasterId r:id="rId14"/>
  </p:notesMasterIdLst>
  <p:handoutMasterIdLst>
    <p:handoutMasterId r:id="rId15"/>
  </p:handoutMasterIdLst>
  <p:sldIdLst>
    <p:sldId id="346" r:id="rId6"/>
    <p:sldId id="381" r:id="rId7"/>
    <p:sldId id="382" r:id="rId8"/>
    <p:sldId id="369" r:id="rId9"/>
    <p:sldId id="1180" r:id="rId10"/>
    <p:sldId id="1178" r:id="rId11"/>
    <p:sldId id="415" r:id="rId12"/>
    <p:sldId id="1184"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87DDEEC5-7573-CBC4-5047-B8DB1C056DF7}" name="Tehnička asistencija" initials="TA" userId="Tehnička asistencija" providerId="None"/>
  <p188:author id="{A588CCCB-FF00-D06A-4811-30C544E64E09}" name="Tehnicka asistencija" initials="TA" userId="Tehnicka asistencija" providerId="Non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9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016" autoAdjust="0"/>
    <p:restoredTop sz="77592" autoAdjust="0"/>
  </p:normalViewPr>
  <p:slideViewPr>
    <p:cSldViewPr snapToGrid="0">
      <p:cViewPr varScale="1">
        <p:scale>
          <a:sx n="117" d="100"/>
          <a:sy n="117" d="100"/>
        </p:scale>
        <p:origin x="2024" y="168"/>
      </p:cViewPr>
      <p:guideLst>
        <p:guide orient="horz" pos="2160"/>
        <p:guide pos="3840"/>
      </p:guideLst>
    </p:cSldViewPr>
  </p:slideViewPr>
  <p:notesTextViewPr>
    <p:cViewPr>
      <p:scale>
        <a:sx n="1" d="1"/>
        <a:sy n="1" d="1"/>
      </p:scale>
      <p:origin x="0" y="0"/>
    </p:cViewPr>
  </p:notesTextViewPr>
  <p:sorterViewPr>
    <p:cViewPr varScale="1">
      <p:scale>
        <a:sx n="1" d="1"/>
        <a:sy n="1" d="1"/>
      </p:scale>
      <p:origin x="0" y="0"/>
    </p:cViewPr>
  </p:sorterViewPr>
  <p:notesViewPr>
    <p:cSldViewPr snapToGrid="0">
      <p:cViewPr varScale="1">
        <p:scale>
          <a:sx n="66" d="100"/>
          <a:sy n="66" d="100"/>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2.xml"/><Relationship Id="rId15" Type="http://schemas.openxmlformats.org/officeDocument/2006/relationships/handoutMaster" Target="handoutMasters/handoutMaster1.xml"/><Relationship Id="rId10" Type="http://schemas.openxmlformats.org/officeDocument/2006/relationships/slide" Target="slides/slide5.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4">
  <dgm:title val=""/>
  <dgm:desc val=""/>
  <dgm:catLst>
    <dgm:cat type="accent3" pri="11400"/>
  </dgm:catLst>
  <dgm:styleLbl name="node0">
    <dgm:fillClrLst meth="cycle">
      <a:schemeClr val="accent3">
        <a:shade val="60000"/>
      </a:schemeClr>
    </dgm:fillClrLst>
    <dgm:linClrLst meth="repeat">
      <a:schemeClr val="lt1"/>
    </dgm:linClrLst>
    <dgm:effectClrLst/>
    <dgm:txLinClrLst/>
    <dgm:txFillClrLst/>
    <dgm:txEffectClrLst/>
  </dgm:styleLbl>
  <dgm:styleLbl name="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alignNode1">
    <dgm:fillClrLst meth="cycle">
      <a:schemeClr val="accent3">
        <a:shade val="50000"/>
      </a:schemeClr>
      <a:schemeClr val="accent3">
        <a:tint val="55000"/>
      </a:schemeClr>
    </dgm:fillClrLst>
    <dgm:linClrLst meth="cycle">
      <a:schemeClr val="accent3">
        <a:shade val="50000"/>
      </a:schemeClr>
      <a:schemeClr val="accent3">
        <a:tint val="55000"/>
      </a:schemeClr>
    </dgm:linClrLst>
    <dgm:effectClrLst/>
    <dgm:txLinClrLst/>
    <dgm:txFillClrLst/>
    <dgm:txEffectClrLst/>
  </dgm:styleLbl>
  <dgm:styleLbl name="lnNode1">
    <dgm:fillClrLst meth="cycle">
      <a:schemeClr val="accent3">
        <a:shade val="50000"/>
      </a:schemeClr>
      <a:schemeClr val="accent3">
        <a:tint val="55000"/>
      </a:schemeClr>
    </dgm:fillClrLst>
    <dgm:linClrLst meth="repeat">
      <a:schemeClr val="lt1"/>
    </dgm:linClrLst>
    <dgm:effectClrLst/>
    <dgm:txLinClrLst/>
    <dgm:txFillClrLst/>
    <dgm:txEffectClrLst/>
  </dgm:styleLbl>
  <dgm:styleLbl name="vennNode1">
    <dgm:fillClrLst meth="cycle">
      <a:schemeClr val="accent3">
        <a:shade val="80000"/>
        <a:alpha val="50000"/>
      </a:schemeClr>
      <a:schemeClr val="accent3">
        <a:tint val="50000"/>
        <a:alpha val="50000"/>
      </a:schemeClr>
    </dgm:fillClrLst>
    <dgm:linClrLst meth="repeat">
      <a:schemeClr val="lt1"/>
    </dgm:linClrLst>
    <dgm:effectClrLst/>
    <dgm:txLinClrLst/>
    <dgm:txFillClrLst/>
    <dgm:txEffectClrLst/>
  </dgm:styleLbl>
  <dgm:styleLbl name="node2">
    <dgm:fillClrLst>
      <a:schemeClr val="accent3">
        <a:shade val="80000"/>
      </a:schemeClr>
    </dgm:fillClrLst>
    <dgm:linClrLst meth="repeat">
      <a:schemeClr val="lt1"/>
    </dgm:linClrLst>
    <dgm:effectClrLst/>
    <dgm:txLinClrLst/>
    <dgm:txFillClrLst/>
    <dgm:txEffectClrLst/>
  </dgm:styleLbl>
  <dgm:styleLbl name="node3">
    <dgm:fillClrLst>
      <a:schemeClr val="accent3">
        <a:tint val="99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f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bgSibTrans2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dgm:txEffectClrLst/>
  </dgm:styleLbl>
  <dgm:styleLbl name="sibTrans1D1">
    <dgm:fillClrLst meth="cycle">
      <a:schemeClr val="accent3">
        <a:shade val="90000"/>
      </a:schemeClr>
      <a:schemeClr val="accent3">
        <a:tint val="50000"/>
      </a:schemeClr>
    </dgm:fillClrLst>
    <dgm:linClrLst meth="cycle">
      <a:schemeClr val="accent3">
        <a:shade val="90000"/>
      </a:schemeClr>
      <a:schemeClr val="accent3">
        <a:tint val="5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0000"/>
      </a:schemeClr>
    </dgm:fillClrLst>
    <dgm:linClrLst meth="repeat">
      <a:schemeClr val="lt1"/>
    </dgm:linClrLst>
    <dgm:effectClrLst/>
    <dgm:txLinClrLst/>
    <dgm:txFillClrLst/>
    <dgm:txEffectClrLst/>
  </dgm:styleLbl>
  <dgm:styleLbl name="asst3">
    <dgm:fillClrLst>
      <a:schemeClr val="accent3">
        <a:tint val="70000"/>
      </a:schemeClr>
    </dgm:fillClrLst>
    <dgm:linClrLst meth="repeat">
      <a:schemeClr val="lt1"/>
    </dgm:linClrLst>
    <dgm:effectClrLst/>
    <dgm:txLinClrLst/>
    <dgm:txFillClrLst/>
    <dgm:txEffectClrLst/>
  </dgm:styleLbl>
  <dgm:styleLbl name="asst4">
    <dgm:fillClrLst>
      <a:schemeClr val="accent3">
        <a:tint val="5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shade val="80000"/>
      </a:schemeClr>
    </dgm:linClrLst>
    <dgm:effectClrLst/>
    <dgm:txLinClrLst/>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dk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3">
        <a:tint val="90000"/>
      </a:schemeClr>
    </dgm:linClrLst>
    <dgm:effectClrLst/>
    <dgm:txLinClrLst/>
    <dgm:txFillClrLst meth="repeat">
      <a:schemeClr val="tx1"/>
    </dgm:txFillClrLst>
    <dgm:txEffectClrLst/>
  </dgm:styleLbl>
  <dgm:styleLbl name="parChTrans1D3">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parChTrans1D4">
    <dgm:fillClrLst meth="repeat">
      <a:schemeClr val="accent3">
        <a:tint val="50000"/>
      </a:schemeClr>
    </dgm:fillClrLst>
    <dgm:linClrLst meth="repeat">
      <a:schemeClr val="accent3">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3">
        <a:shade val="50000"/>
      </a:schemeClr>
      <a:schemeClr val="accent3">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alignAccFollowNode1">
    <dgm:fillClrLst meth="repeat">
      <a:schemeClr val="accent3">
        <a:alpha val="90000"/>
        <a:tint val="55000"/>
      </a:schemeClr>
    </dgm:fillClrLst>
    <dgm:linClrLst meth="repeat">
      <a:schemeClr val="accent3">
        <a:alpha val="90000"/>
        <a:tint val="55000"/>
      </a:schemeClr>
    </dgm:linClrLst>
    <dgm:effectClrLst/>
    <dgm:txLinClrLst/>
    <dgm:txFillClrLst meth="repeat">
      <a:schemeClr val="dk1"/>
    </dgm:txFillClrLst>
    <dgm:txEffectClrLst/>
  </dgm:styleLbl>
  <dgm:styleLbl name="bgAccFollowNode1">
    <dgm:fillClrLst meth="repeat">
      <a:schemeClr val="accent3">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50000"/>
      </a:schemeClr>
    </dgm:linClrLst>
    <dgm:effectClrLst/>
    <dgm:txLinClrLst/>
    <dgm:txFillClrLst meth="repeat">
      <a:schemeClr val="dk1"/>
    </dgm:txFillClrLst>
    <dgm:txEffectClrLst/>
  </dgm:styleLbl>
  <dgm:styleLbl name="bgShp">
    <dgm:fillClrLst meth="repeat">
      <a:schemeClr val="accent3">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55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CDB5B15-1DAA-47C6-A9DD-770061D5B044}" type="doc">
      <dgm:prSet loTypeId="urn:microsoft.com/office/officeart/2005/8/layout/cycle4" loCatId="cycle" qsTypeId="urn:microsoft.com/office/officeart/2005/8/quickstyle/simple1" qsCatId="simple" csTypeId="urn:microsoft.com/office/officeart/2005/8/colors/accent1_2" csCatId="accent1" phldr="1"/>
      <dgm:spPr/>
      <dgm:t>
        <a:bodyPr/>
        <a:lstStyle/>
        <a:p>
          <a:endParaRPr lang="en-US"/>
        </a:p>
      </dgm:t>
    </dgm:pt>
    <dgm:pt modelId="{AAB57261-9134-4545-89E3-CAF191643940}">
      <dgm:prSet phldrT="[Text]" custT="1"/>
      <dgm:spPr>
        <a:solidFill>
          <a:srgbClr val="C00000"/>
        </a:solidFill>
      </dgm:spPr>
      <dgm:t>
        <a:bodyPr lIns="274320" tIns="0" bIns="640080"/>
        <a:lstStyle/>
        <a:p>
          <a:pPr algn="l"/>
          <a:r>
            <a:rPr lang="en-US" sz="1550" b="1" dirty="0"/>
            <a:t>1. Alignment with EU Energy &amp; Climate Acquis</a:t>
          </a:r>
        </a:p>
      </dgm:t>
    </dgm:pt>
    <dgm:pt modelId="{689AE9B0-80F3-4380-BD08-8580AAE5AABE}" type="parTrans" cxnId="{B9E6694B-6600-4D69-9763-C6354C211010}">
      <dgm:prSet/>
      <dgm:spPr/>
      <dgm:t>
        <a:bodyPr/>
        <a:lstStyle/>
        <a:p>
          <a:endParaRPr lang="en-US"/>
        </a:p>
      </dgm:t>
    </dgm:pt>
    <dgm:pt modelId="{86EE236B-AC75-4597-A8DC-54377DC38BC7}" type="sibTrans" cxnId="{B9E6694B-6600-4D69-9763-C6354C211010}">
      <dgm:prSet/>
      <dgm:spPr/>
      <dgm:t>
        <a:bodyPr/>
        <a:lstStyle/>
        <a:p>
          <a:endParaRPr lang="en-US"/>
        </a:p>
      </dgm:t>
    </dgm:pt>
    <dgm:pt modelId="{4F7BDDA6-3AB9-4318-AE83-F45F38ACFE2B}">
      <dgm:prSet phldrT="[Text]" custT="1"/>
      <dgm:spPr/>
      <dgm:t>
        <a:bodyPr tIns="91440"/>
        <a:lstStyle/>
        <a:p>
          <a:pPr>
            <a:spcBef>
              <a:spcPts val="600"/>
            </a:spcBef>
            <a:spcAft>
              <a:spcPts val="600"/>
            </a:spcAft>
            <a:buFont typeface="Wingdings" panose="05000000000000000000" pitchFamily="2" charset="2"/>
            <a:buChar char="§"/>
          </a:pPr>
          <a:r>
            <a:rPr lang="en-US" sz="1400" dirty="0">
              <a:solidFill>
                <a:schemeClr val="tx1"/>
              </a:solidFill>
            </a:rPr>
            <a:t>Legal analysis &amp; drafting</a:t>
          </a:r>
        </a:p>
      </dgm:t>
    </dgm:pt>
    <dgm:pt modelId="{B2AA2209-EDBB-4B67-A73E-F4DB0D509257}" type="parTrans" cxnId="{E14019DF-B8DB-4812-8683-C969171A380C}">
      <dgm:prSet/>
      <dgm:spPr/>
      <dgm:t>
        <a:bodyPr/>
        <a:lstStyle/>
        <a:p>
          <a:endParaRPr lang="en-US"/>
        </a:p>
      </dgm:t>
    </dgm:pt>
    <dgm:pt modelId="{F78CBC05-45CE-498E-A4C7-2640A9C85B38}" type="sibTrans" cxnId="{E14019DF-B8DB-4812-8683-C969171A380C}">
      <dgm:prSet/>
      <dgm:spPr/>
      <dgm:t>
        <a:bodyPr/>
        <a:lstStyle/>
        <a:p>
          <a:endParaRPr lang="en-US"/>
        </a:p>
      </dgm:t>
    </dgm:pt>
    <dgm:pt modelId="{E71B5EFC-5A16-46B4-9D2B-8BCF5EA7A3B5}">
      <dgm:prSet phldrT="[Text]" custT="1"/>
      <dgm:spPr>
        <a:solidFill>
          <a:schemeClr val="accent5">
            <a:lumMod val="75000"/>
          </a:schemeClr>
        </a:solidFill>
      </dgm:spPr>
      <dgm:t>
        <a:bodyPr lIns="91440" tIns="0" rIns="0" bIns="640080"/>
        <a:lstStyle/>
        <a:p>
          <a:pPr algn="l"/>
          <a:r>
            <a:rPr lang="en-US" sz="1550" b="1" dirty="0"/>
            <a:t>2. EU Energy &amp; Climate legislation implementation &amp; monitoring</a:t>
          </a:r>
        </a:p>
      </dgm:t>
    </dgm:pt>
    <dgm:pt modelId="{D06878A4-7CBF-49BD-8462-C1E47FB26BA5}" type="parTrans" cxnId="{E95A74D0-ED9F-488F-BE5F-22BA4B2E4529}">
      <dgm:prSet/>
      <dgm:spPr/>
      <dgm:t>
        <a:bodyPr/>
        <a:lstStyle/>
        <a:p>
          <a:endParaRPr lang="en-US"/>
        </a:p>
      </dgm:t>
    </dgm:pt>
    <dgm:pt modelId="{3E22C795-98D2-4C12-9A58-0A1746E32D37}" type="sibTrans" cxnId="{E95A74D0-ED9F-488F-BE5F-22BA4B2E4529}">
      <dgm:prSet/>
      <dgm:spPr/>
      <dgm:t>
        <a:bodyPr/>
        <a:lstStyle/>
        <a:p>
          <a:endParaRPr lang="en-US"/>
        </a:p>
      </dgm:t>
    </dgm:pt>
    <dgm:pt modelId="{D1504E86-D098-40C4-B497-59CF97183D67}">
      <dgm:prSet phldrT="[Text]" custT="1"/>
      <dgm:spPr/>
      <dgm:t>
        <a:bodyPr lIns="182880" tIns="0" rIns="0"/>
        <a:lstStyle/>
        <a:p>
          <a:pPr marL="344488" marR="0" lvl="0" indent="-168275" defTabSz="914400" eaLnBrk="1" fontAlgn="auto" latinLnBrk="0" hangingPunct="1">
            <a:lnSpc>
              <a:spcPct val="100000"/>
            </a:lnSpc>
            <a:spcBef>
              <a:spcPts val="600"/>
            </a:spcBef>
            <a:spcAft>
              <a:spcPts val="300"/>
            </a:spcAft>
            <a:buClrTx/>
            <a:buSzTx/>
            <a:buFont typeface="Wingdings" panose="05000000000000000000" pitchFamily="2" charset="2"/>
            <a:buChar char="§"/>
            <a:tabLst/>
            <a:defRPr/>
          </a:pPr>
          <a:r>
            <a:rPr lang="en-US" sz="1400" dirty="0">
              <a:solidFill>
                <a:schemeClr val="tx1"/>
              </a:solidFill>
            </a:rPr>
            <a:t>NECP implementation (MRV) </a:t>
          </a:r>
        </a:p>
      </dgm:t>
    </dgm:pt>
    <dgm:pt modelId="{32F8060B-546F-4B08-A967-B8D695738DDB}" type="parTrans" cxnId="{5FDC6076-4BC2-426C-962A-573BEB83C057}">
      <dgm:prSet/>
      <dgm:spPr/>
      <dgm:t>
        <a:bodyPr/>
        <a:lstStyle/>
        <a:p>
          <a:endParaRPr lang="en-US"/>
        </a:p>
      </dgm:t>
    </dgm:pt>
    <dgm:pt modelId="{35C42839-D044-4091-8C1C-703DDE15C773}" type="sibTrans" cxnId="{5FDC6076-4BC2-426C-962A-573BEB83C057}">
      <dgm:prSet/>
      <dgm:spPr/>
      <dgm:t>
        <a:bodyPr/>
        <a:lstStyle/>
        <a:p>
          <a:endParaRPr lang="en-US"/>
        </a:p>
      </dgm:t>
    </dgm:pt>
    <dgm:pt modelId="{A84C8726-1476-4293-80C6-09E7056515C5}">
      <dgm:prSet phldrT="[Text]" custT="1"/>
      <dgm:spPr>
        <a:solidFill>
          <a:srgbClr val="92D050"/>
        </a:solidFill>
      </dgm:spPr>
      <dgm:t>
        <a:bodyPr lIns="91440" tIns="274320" rIns="0" bIns="0"/>
        <a:lstStyle/>
        <a:p>
          <a:pPr algn="l"/>
          <a:r>
            <a:rPr lang="en-US" sz="1600" b="1" dirty="0"/>
            <a:t>3. Institutional Capacity Building for energy sector transition</a:t>
          </a:r>
        </a:p>
      </dgm:t>
    </dgm:pt>
    <dgm:pt modelId="{5752513F-5815-4E4F-87BC-8C9E8C474760}" type="parTrans" cxnId="{356A1A5A-7532-4463-8204-8C584EAA5454}">
      <dgm:prSet/>
      <dgm:spPr/>
      <dgm:t>
        <a:bodyPr/>
        <a:lstStyle/>
        <a:p>
          <a:endParaRPr lang="en-US"/>
        </a:p>
      </dgm:t>
    </dgm:pt>
    <dgm:pt modelId="{DA24737B-EE1D-4689-B77B-53FE77B595CC}" type="sibTrans" cxnId="{356A1A5A-7532-4463-8204-8C584EAA5454}">
      <dgm:prSet/>
      <dgm:spPr/>
      <dgm:t>
        <a:bodyPr/>
        <a:lstStyle/>
        <a:p>
          <a:endParaRPr lang="en-US"/>
        </a:p>
      </dgm:t>
    </dgm:pt>
    <dgm:pt modelId="{F1527015-595F-42EB-9618-2A767E3CB2C6}">
      <dgm:prSet phldrT="[Text]" custT="1"/>
      <dgm:spPr>
        <a:solidFill>
          <a:schemeClr val="bg2">
            <a:lumMod val="50000"/>
          </a:schemeClr>
        </a:solidFill>
      </dgm:spPr>
      <dgm:t>
        <a:bodyPr lIns="0" tIns="91440" rIns="91440" bIns="0"/>
        <a:lstStyle/>
        <a:p>
          <a:pPr algn="l"/>
          <a:r>
            <a:rPr lang="en-US" sz="1600" b="1" dirty="0"/>
            <a:t> 4.Communication,Awareness raising &amp; Visibility</a:t>
          </a:r>
        </a:p>
      </dgm:t>
    </dgm:pt>
    <dgm:pt modelId="{6052D291-8B6F-4D7A-87EB-2A86E67F4D5C}" type="parTrans" cxnId="{E5EF9FEA-7253-47FB-BD78-7FF3FC695370}">
      <dgm:prSet/>
      <dgm:spPr/>
      <dgm:t>
        <a:bodyPr/>
        <a:lstStyle/>
        <a:p>
          <a:endParaRPr lang="en-US"/>
        </a:p>
      </dgm:t>
    </dgm:pt>
    <dgm:pt modelId="{831A4F3F-0A54-46EC-8A6F-9C917532D6CD}" type="sibTrans" cxnId="{E5EF9FEA-7253-47FB-BD78-7FF3FC695370}">
      <dgm:prSet/>
      <dgm:spPr/>
      <dgm:t>
        <a:bodyPr/>
        <a:lstStyle/>
        <a:p>
          <a:endParaRPr lang="en-US"/>
        </a:p>
      </dgm:t>
    </dgm:pt>
    <dgm:pt modelId="{C7C9DF79-655D-4E2E-9465-9A869BFCC966}">
      <dgm:prSet phldrT="[Text]" custT="1"/>
      <dgm:spPr/>
      <dgm:t>
        <a:bodyPr tIns="182880" bIns="1554480"/>
        <a:lstStyle/>
        <a:p>
          <a:pPr>
            <a:spcAft>
              <a:spcPts val="600"/>
            </a:spcAft>
            <a:buFont typeface="Wingdings" panose="05000000000000000000" pitchFamily="2" charset="2"/>
            <a:buChar char="§"/>
          </a:pPr>
          <a:r>
            <a:rPr lang="en-US" sz="1400" dirty="0">
              <a:solidFill>
                <a:schemeClr val="tx1"/>
              </a:solidFill>
            </a:rPr>
            <a:t>Public awareness</a:t>
          </a:r>
        </a:p>
      </dgm:t>
    </dgm:pt>
    <dgm:pt modelId="{44CD8B06-DEE1-43D4-A401-D12CCB15B7B5}" type="parTrans" cxnId="{E4737685-47AA-4C1F-B84B-3893B430C145}">
      <dgm:prSet/>
      <dgm:spPr/>
      <dgm:t>
        <a:bodyPr/>
        <a:lstStyle/>
        <a:p>
          <a:endParaRPr lang="en-US"/>
        </a:p>
      </dgm:t>
    </dgm:pt>
    <dgm:pt modelId="{3BDB7702-CE74-43A7-8894-A1E58E369967}" type="sibTrans" cxnId="{E4737685-47AA-4C1F-B84B-3893B430C145}">
      <dgm:prSet/>
      <dgm:spPr/>
      <dgm:t>
        <a:bodyPr/>
        <a:lstStyle/>
        <a:p>
          <a:endParaRPr lang="en-US"/>
        </a:p>
      </dgm:t>
    </dgm:pt>
    <dgm:pt modelId="{B96F5333-C05C-489D-BA56-4A502DE617B5}">
      <dgm:prSet phldrT="[Text]" custT="1"/>
      <dgm:spPr/>
      <dgm:t>
        <a:bodyPr tIns="91440"/>
        <a:lstStyle/>
        <a:p>
          <a:pPr>
            <a:spcBef>
              <a:spcPct val="0"/>
            </a:spcBef>
            <a:spcAft>
              <a:spcPct val="15000"/>
            </a:spcAft>
          </a:pPr>
          <a:endParaRPr lang="en-US" sz="1800" dirty="0"/>
        </a:p>
      </dgm:t>
    </dgm:pt>
    <dgm:pt modelId="{D4C9F705-82B8-4683-87C8-42365E884216}" type="parTrans" cxnId="{EDE6E8B9-A1BE-4775-B0A0-FD9F15B40202}">
      <dgm:prSet/>
      <dgm:spPr/>
      <dgm:t>
        <a:bodyPr/>
        <a:lstStyle/>
        <a:p>
          <a:endParaRPr lang="en-US"/>
        </a:p>
      </dgm:t>
    </dgm:pt>
    <dgm:pt modelId="{44AC7B08-FBFE-4881-8392-2006A64DEA1A}" type="sibTrans" cxnId="{EDE6E8B9-A1BE-4775-B0A0-FD9F15B40202}">
      <dgm:prSet/>
      <dgm:spPr/>
      <dgm:t>
        <a:bodyPr/>
        <a:lstStyle/>
        <a:p>
          <a:endParaRPr lang="en-US"/>
        </a:p>
      </dgm:t>
    </dgm:pt>
    <dgm:pt modelId="{FCB6B8D8-671C-465B-AD33-C2B2A59FD8BA}">
      <dgm:prSet phldrT="[Text]" custT="1"/>
      <dgm:spPr/>
      <dgm:t>
        <a:bodyPr tIns="91440"/>
        <a:lstStyle/>
        <a:p>
          <a:pPr>
            <a:spcBef>
              <a:spcPts val="600"/>
            </a:spcBef>
            <a:spcAft>
              <a:spcPts val="600"/>
            </a:spcAft>
            <a:buFont typeface="Wingdings" panose="05000000000000000000" pitchFamily="2" charset="2"/>
            <a:buChar char="§"/>
          </a:pPr>
          <a:r>
            <a:rPr lang="en-US" sz="1400" dirty="0">
              <a:solidFill>
                <a:schemeClr val="tx1"/>
              </a:solidFill>
            </a:rPr>
            <a:t>Consultations</a:t>
          </a:r>
        </a:p>
      </dgm:t>
    </dgm:pt>
    <dgm:pt modelId="{1E53E402-901F-429D-98F2-1A609695A547}" type="parTrans" cxnId="{374956D2-8AA4-4983-9A7B-C6734E77DC1F}">
      <dgm:prSet/>
      <dgm:spPr/>
      <dgm:t>
        <a:bodyPr/>
        <a:lstStyle/>
        <a:p>
          <a:endParaRPr lang="en-US"/>
        </a:p>
      </dgm:t>
    </dgm:pt>
    <dgm:pt modelId="{D9DA2CEA-EE75-47CF-BA17-EBCEC3AD03AD}" type="sibTrans" cxnId="{374956D2-8AA4-4983-9A7B-C6734E77DC1F}">
      <dgm:prSet/>
      <dgm:spPr/>
      <dgm:t>
        <a:bodyPr/>
        <a:lstStyle/>
        <a:p>
          <a:endParaRPr lang="en-US"/>
        </a:p>
      </dgm:t>
    </dgm:pt>
    <dgm:pt modelId="{30439CDC-2C52-4730-822B-B86ACA52D03F}">
      <dgm:prSet phldrT="[Text]" custT="1"/>
      <dgm:spPr/>
      <dgm:t>
        <a:bodyPr tIns="91440"/>
        <a:lstStyle/>
        <a:p>
          <a:pPr>
            <a:spcBef>
              <a:spcPts val="600"/>
            </a:spcBef>
            <a:spcAft>
              <a:spcPts val="600"/>
            </a:spcAft>
            <a:buFont typeface="Wingdings" panose="05000000000000000000" pitchFamily="2" charset="2"/>
            <a:buChar char="§"/>
          </a:pPr>
          <a:r>
            <a:rPr lang="en-US" sz="1400" dirty="0">
              <a:solidFill>
                <a:schemeClr val="tx1"/>
              </a:solidFill>
            </a:rPr>
            <a:t>Policy preparation (NECP, strategy)</a:t>
          </a:r>
        </a:p>
      </dgm:t>
    </dgm:pt>
    <dgm:pt modelId="{CAE4A311-75CC-4CAB-8E8B-0EBB62B7E0A7}" type="parTrans" cxnId="{55F262EE-6205-4E48-8536-1561E78885B6}">
      <dgm:prSet/>
      <dgm:spPr/>
      <dgm:t>
        <a:bodyPr/>
        <a:lstStyle/>
        <a:p>
          <a:endParaRPr lang="en-US"/>
        </a:p>
      </dgm:t>
    </dgm:pt>
    <dgm:pt modelId="{F68EE2F8-014F-42F4-8280-51FA7EBA7E0C}" type="sibTrans" cxnId="{55F262EE-6205-4E48-8536-1561E78885B6}">
      <dgm:prSet/>
      <dgm:spPr/>
      <dgm:t>
        <a:bodyPr/>
        <a:lstStyle/>
        <a:p>
          <a:endParaRPr lang="en-US"/>
        </a:p>
      </dgm:t>
    </dgm:pt>
    <dgm:pt modelId="{6A47CD18-F866-4B74-B05E-7F6716EE0CC9}">
      <dgm:prSet phldrT="[Text]" custT="1"/>
      <dgm:spPr/>
      <dgm:t>
        <a:bodyPr lIns="182880" tIns="0" rIns="0"/>
        <a:lstStyle/>
        <a:p>
          <a:pPr marL="0" lvl="1" indent="0" defTabSz="622300">
            <a:lnSpc>
              <a:spcPct val="90000"/>
            </a:lnSpc>
            <a:spcBef>
              <a:spcPct val="0"/>
            </a:spcBef>
            <a:spcAft>
              <a:spcPct val="15000"/>
            </a:spcAft>
          </a:pPr>
          <a:endParaRPr lang="en-US" sz="1400" dirty="0"/>
        </a:p>
      </dgm:t>
    </dgm:pt>
    <dgm:pt modelId="{C5C94B8E-86DC-4041-9805-7B4DFE69AB81}" type="parTrans" cxnId="{4517588B-A924-491F-A0C9-528F5689B421}">
      <dgm:prSet/>
      <dgm:spPr/>
      <dgm:t>
        <a:bodyPr/>
        <a:lstStyle/>
        <a:p>
          <a:endParaRPr lang="en-US"/>
        </a:p>
      </dgm:t>
    </dgm:pt>
    <dgm:pt modelId="{66AB8696-3B51-407C-8D15-7978DAA5B348}" type="sibTrans" cxnId="{4517588B-A924-491F-A0C9-528F5689B421}">
      <dgm:prSet/>
      <dgm:spPr/>
      <dgm:t>
        <a:bodyPr/>
        <a:lstStyle/>
        <a:p>
          <a:endParaRPr lang="en-US"/>
        </a:p>
      </dgm:t>
    </dgm:pt>
    <dgm:pt modelId="{2D21CCF7-F24B-4374-944B-4ABF65E35361}">
      <dgm:prSet phldrT="[Text]" custT="1"/>
      <dgm:spPr/>
      <dgm:t>
        <a:bodyPr lIns="182880" tIns="0" rIns="0"/>
        <a:lstStyle/>
        <a:p>
          <a:pPr marL="0" lvl="1" indent="0" defTabSz="622300">
            <a:lnSpc>
              <a:spcPct val="90000"/>
            </a:lnSpc>
            <a:spcBef>
              <a:spcPct val="0"/>
            </a:spcBef>
            <a:spcAft>
              <a:spcPct val="15000"/>
            </a:spcAft>
          </a:pPr>
          <a:endParaRPr lang="en-US" sz="1400" dirty="0"/>
        </a:p>
      </dgm:t>
    </dgm:pt>
    <dgm:pt modelId="{6A2669B5-0B2C-4D64-81E0-908FBEB50877}" type="parTrans" cxnId="{34BC94B7-6DE3-442B-AA2D-E265859FBE49}">
      <dgm:prSet/>
      <dgm:spPr/>
      <dgm:t>
        <a:bodyPr/>
        <a:lstStyle/>
        <a:p>
          <a:endParaRPr lang="en-US"/>
        </a:p>
      </dgm:t>
    </dgm:pt>
    <dgm:pt modelId="{AB7D1DE0-8C0A-4AEC-B679-CD2703127874}" type="sibTrans" cxnId="{34BC94B7-6DE3-442B-AA2D-E265859FBE49}">
      <dgm:prSet/>
      <dgm:spPr/>
      <dgm:t>
        <a:bodyPr/>
        <a:lstStyle/>
        <a:p>
          <a:endParaRPr lang="en-US"/>
        </a:p>
      </dgm:t>
    </dgm:pt>
    <dgm:pt modelId="{3764AA3C-4EA5-4CBE-983D-CE21710520C3}">
      <dgm:prSet phldrT="[Text]" custT="1"/>
      <dgm:spPr/>
      <dgm:t>
        <a:bodyPr tIns="182880" bIns="1554480"/>
        <a:lstStyle/>
        <a:p>
          <a:pPr>
            <a:spcAft>
              <a:spcPts val="600"/>
            </a:spcAft>
            <a:buFont typeface="Wingdings" panose="05000000000000000000" pitchFamily="2" charset="2"/>
            <a:buChar char="§"/>
          </a:pPr>
          <a:r>
            <a:rPr lang="en-US" sz="1400" b="0" dirty="0">
              <a:solidFill>
                <a:schemeClr val="tx1"/>
              </a:solidFill>
            </a:rPr>
            <a:t>Communication &amp;</a:t>
          </a:r>
        </a:p>
      </dgm:t>
    </dgm:pt>
    <dgm:pt modelId="{42AA65B1-F7EA-48DB-A87E-C8A6822D0AA4}" type="parTrans" cxnId="{78404777-A257-447F-9D41-FA0AB8728987}">
      <dgm:prSet/>
      <dgm:spPr/>
      <dgm:t>
        <a:bodyPr/>
        <a:lstStyle/>
        <a:p>
          <a:endParaRPr lang="en-US"/>
        </a:p>
      </dgm:t>
    </dgm:pt>
    <dgm:pt modelId="{E7D48E6B-1AB8-44DC-BEBD-4905C684A36A}" type="sibTrans" cxnId="{78404777-A257-447F-9D41-FA0AB8728987}">
      <dgm:prSet/>
      <dgm:spPr/>
      <dgm:t>
        <a:bodyPr/>
        <a:lstStyle/>
        <a:p>
          <a:endParaRPr lang="en-US"/>
        </a:p>
      </dgm:t>
    </dgm:pt>
    <dgm:pt modelId="{77C6AA6A-565A-4352-9548-4491547F148B}">
      <dgm:prSet phldrT="[Text]" custT="1"/>
      <dgm:spPr/>
      <dgm:t>
        <a:bodyPr lIns="274320" tIns="182880" rIns="0" bIns="1554480"/>
        <a:lstStyle/>
        <a:p>
          <a:pPr>
            <a:spcAft>
              <a:spcPts val="600"/>
            </a:spcAft>
            <a:buFont typeface="Wingdings" panose="05000000000000000000" pitchFamily="2" charset="2"/>
            <a:buChar char="§"/>
          </a:pPr>
          <a:r>
            <a:rPr lang="en-US" sz="1400" dirty="0"/>
            <a:t>Institutional Assessment</a:t>
          </a:r>
        </a:p>
      </dgm:t>
    </dgm:pt>
    <dgm:pt modelId="{84C52FD6-27A4-49A0-B281-4E781097F45C}" type="sibTrans" cxnId="{36F066D5-31F8-47D8-9A44-02C2B3C1FA6A}">
      <dgm:prSet/>
      <dgm:spPr/>
      <dgm:t>
        <a:bodyPr/>
        <a:lstStyle/>
        <a:p>
          <a:endParaRPr lang="en-US"/>
        </a:p>
      </dgm:t>
    </dgm:pt>
    <dgm:pt modelId="{641E70E6-E485-4AC1-987A-91EAECFDC7BB}" type="parTrans" cxnId="{36F066D5-31F8-47D8-9A44-02C2B3C1FA6A}">
      <dgm:prSet/>
      <dgm:spPr/>
      <dgm:t>
        <a:bodyPr/>
        <a:lstStyle/>
        <a:p>
          <a:endParaRPr lang="en-US"/>
        </a:p>
      </dgm:t>
    </dgm:pt>
    <dgm:pt modelId="{4A551534-5013-4CAF-A297-293C1B4330F2}">
      <dgm:prSet phldrT="[Text]" custT="1"/>
      <dgm:spPr/>
      <dgm:t>
        <a:bodyPr lIns="274320" tIns="182880" rIns="0" bIns="1554480"/>
        <a:lstStyle/>
        <a:p>
          <a:pPr>
            <a:spcAft>
              <a:spcPts val="600"/>
            </a:spcAft>
            <a:buFont typeface="Wingdings" panose="05000000000000000000" pitchFamily="2" charset="2"/>
            <a:buChar char="§"/>
          </a:pPr>
          <a:r>
            <a:rPr lang="en-US" sz="1400" dirty="0"/>
            <a:t>Targeted Trainings</a:t>
          </a:r>
        </a:p>
      </dgm:t>
    </dgm:pt>
    <dgm:pt modelId="{9C69BE6F-FB0B-4BCF-B4A5-6909D40A24C2}" type="sibTrans" cxnId="{7582B21B-FF73-48FC-93B5-54D92A8F0FDC}">
      <dgm:prSet/>
      <dgm:spPr/>
      <dgm:t>
        <a:bodyPr/>
        <a:lstStyle/>
        <a:p>
          <a:endParaRPr lang="en-US"/>
        </a:p>
      </dgm:t>
    </dgm:pt>
    <dgm:pt modelId="{F7E3C417-2958-409B-B105-BF9A16C86343}" type="parTrans" cxnId="{7582B21B-FF73-48FC-93B5-54D92A8F0FDC}">
      <dgm:prSet/>
      <dgm:spPr/>
      <dgm:t>
        <a:bodyPr/>
        <a:lstStyle/>
        <a:p>
          <a:endParaRPr lang="en-US"/>
        </a:p>
      </dgm:t>
    </dgm:pt>
    <dgm:pt modelId="{EE13775B-818B-4167-BDD7-AFF85AB3D002}">
      <dgm:prSet phldrT="[Text]" custT="1"/>
      <dgm:spPr/>
      <dgm:t>
        <a:bodyPr lIns="274320" tIns="182880" rIns="0" bIns="1554480"/>
        <a:lstStyle/>
        <a:p>
          <a:pPr>
            <a:spcAft>
              <a:spcPts val="600"/>
            </a:spcAft>
            <a:buFont typeface="Wingdings" panose="05000000000000000000" pitchFamily="2" charset="2"/>
            <a:buChar char="§"/>
          </a:pPr>
          <a:r>
            <a:rPr lang="en-US" sz="1400" dirty="0">
              <a:solidFill>
                <a:schemeClr val="tx1"/>
              </a:solidFill>
            </a:rPr>
            <a:t>Knowledge sharing</a:t>
          </a:r>
        </a:p>
      </dgm:t>
    </dgm:pt>
    <dgm:pt modelId="{397103D7-3236-4DDA-943C-8704FD2D28AE}" type="sibTrans" cxnId="{70118B32-8CE7-4EF5-B68C-14A2A6D070E2}">
      <dgm:prSet/>
      <dgm:spPr/>
      <dgm:t>
        <a:bodyPr/>
        <a:lstStyle/>
        <a:p>
          <a:endParaRPr lang="en-US"/>
        </a:p>
      </dgm:t>
    </dgm:pt>
    <dgm:pt modelId="{2C14ED13-FCEA-452A-96CA-059B9BA634F9}" type="parTrans" cxnId="{70118B32-8CE7-4EF5-B68C-14A2A6D070E2}">
      <dgm:prSet/>
      <dgm:spPr/>
      <dgm:t>
        <a:bodyPr/>
        <a:lstStyle/>
        <a:p>
          <a:endParaRPr lang="en-US"/>
        </a:p>
      </dgm:t>
    </dgm:pt>
    <dgm:pt modelId="{04C1896C-57C7-4BA2-9974-86194ED38DB1}">
      <dgm:prSet custT="1"/>
      <dgm:spPr/>
      <dgm:t>
        <a:bodyPr lIns="274320" tIns="182880" rIns="0" bIns="1554480"/>
        <a:lstStyle/>
        <a:p>
          <a:pPr>
            <a:spcAft>
              <a:spcPct val="15000"/>
            </a:spcAft>
          </a:pPr>
          <a:endParaRPr lang="en-US" sz="1400" dirty="0"/>
        </a:p>
      </dgm:t>
    </dgm:pt>
    <dgm:pt modelId="{C059C9F5-1B6E-4BA5-8869-A6F36E172D3D}" type="sibTrans" cxnId="{D398AE64-E9A4-4A6D-A46B-E953DC1511B6}">
      <dgm:prSet/>
      <dgm:spPr/>
      <dgm:t>
        <a:bodyPr/>
        <a:lstStyle/>
        <a:p>
          <a:endParaRPr lang="en-US"/>
        </a:p>
      </dgm:t>
    </dgm:pt>
    <dgm:pt modelId="{CB2A2657-2293-4BA0-968F-07BB8FE32BFB}" type="parTrans" cxnId="{D398AE64-E9A4-4A6D-A46B-E953DC1511B6}">
      <dgm:prSet/>
      <dgm:spPr/>
      <dgm:t>
        <a:bodyPr/>
        <a:lstStyle/>
        <a:p>
          <a:endParaRPr lang="en-US"/>
        </a:p>
      </dgm:t>
    </dgm:pt>
    <dgm:pt modelId="{DDCBBE18-2FAE-442A-9AAA-25188AC06651}">
      <dgm:prSet phldrT="[Text]" custT="1"/>
      <dgm:spPr/>
      <dgm:t>
        <a:bodyPr lIns="274320" tIns="182880" rIns="0" bIns="1554480"/>
        <a:lstStyle/>
        <a:p>
          <a:pPr>
            <a:spcAft>
              <a:spcPct val="15000"/>
            </a:spcAft>
          </a:pPr>
          <a:endParaRPr lang="en-US" sz="1400" dirty="0"/>
        </a:p>
      </dgm:t>
    </dgm:pt>
    <dgm:pt modelId="{1158A570-7FF8-4C90-9A0D-60D6B77C2F94}" type="sibTrans" cxnId="{61A0C447-9B4D-4870-BE19-1A9FFCF72491}">
      <dgm:prSet/>
      <dgm:spPr/>
      <dgm:t>
        <a:bodyPr/>
        <a:lstStyle/>
        <a:p>
          <a:endParaRPr lang="en-US"/>
        </a:p>
      </dgm:t>
    </dgm:pt>
    <dgm:pt modelId="{9E5521C6-9E52-427C-96C8-7E4F77B3533A}" type="parTrans" cxnId="{61A0C447-9B4D-4870-BE19-1A9FFCF72491}">
      <dgm:prSet/>
      <dgm:spPr/>
      <dgm:t>
        <a:bodyPr/>
        <a:lstStyle/>
        <a:p>
          <a:endParaRPr lang="en-US"/>
        </a:p>
      </dgm:t>
    </dgm:pt>
    <dgm:pt modelId="{9C01F30D-39BD-4318-BE6D-824C4C1673E0}">
      <dgm:prSet phldrT="[Text]" custT="1"/>
      <dgm:spPr/>
      <dgm:t>
        <a:bodyPr lIns="274320" tIns="182880" rIns="0" bIns="1554480"/>
        <a:lstStyle/>
        <a:p>
          <a:pPr>
            <a:spcAft>
              <a:spcPts val="600"/>
            </a:spcAft>
            <a:buFont typeface="Wingdings" panose="05000000000000000000" pitchFamily="2" charset="2"/>
            <a:buChar char="§"/>
          </a:pPr>
          <a:r>
            <a:rPr lang="en-US" sz="1400" dirty="0">
              <a:solidFill>
                <a:schemeClr val="tx1"/>
              </a:solidFill>
            </a:rPr>
            <a:t>Capacity building (incl. educational inst.)</a:t>
          </a:r>
        </a:p>
      </dgm:t>
    </dgm:pt>
    <dgm:pt modelId="{F044795B-B21D-4AB9-BF71-1F0E326C6B3F}" type="parTrans" cxnId="{823F1F4F-7CD1-4C6F-A883-1140FA8B1F7B}">
      <dgm:prSet/>
      <dgm:spPr/>
      <dgm:t>
        <a:bodyPr/>
        <a:lstStyle/>
        <a:p>
          <a:endParaRPr lang="en-US"/>
        </a:p>
      </dgm:t>
    </dgm:pt>
    <dgm:pt modelId="{49708CB7-42CF-4107-99DE-EEA12601E617}" type="sibTrans" cxnId="{823F1F4F-7CD1-4C6F-A883-1140FA8B1F7B}">
      <dgm:prSet/>
      <dgm:spPr/>
      <dgm:t>
        <a:bodyPr/>
        <a:lstStyle/>
        <a:p>
          <a:endParaRPr lang="en-US"/>
        </a:p>
      </dgm:t>
    </dgm:pt>
    <dgm:pt modelId="{DF846A95-C058-430B-9D3B-EDB2FA8865B9}">
      <dgm:prSet phldrT="[Text]" custT="1"/>
      <dgm:spPr/>
      <dgm:t>
        <a:bodyPr tIns="182880" bIns="1554480"/>
        <a:lstStyle/>
        <a:p>
          <a:pPr>
            <a:spcAft>
              <a:spcPts val="600"/>
            </a:spcAft>
            <a:buFont typeface="Wingdings" panose="05000000000000000000" pitchFamily="2" charset="2"/>
            <a:buNone/>
          </a:pPr>
          <a:r>
            <a:rPr lang="en-US" sz="1400" dirty="0">
              <a:solidFill>
                <a:schemeClr val="tx1"/>
              </a:solidFill>
            </a:rPr>
            <a:t>campaigns</a:t>
          </a:r>
        </a:p>
      </dgm:t>
    </dgm:pt>
    <dgm:pt modelId="{67C32067-F3A8-4FF2-9294-9931BAF75224}" type="parTrans" cxnId="{4F5E5D30-D969-424B-B41D-54F73C077847}">
      <dgm:prSet/>
      <dgm:spPr/>
      <dgm:t>
        <a:bodyPr/>
        <a:lstStyle/>
        <a:p>
          <a:endParaRPr lang="en-US"/>
        </a:p>
      </dgm:t>
    </dgm:pt>
    <dgm:pt modelId="{3BCC2BE3-76D5-42D6-AD03-552C6B3FA948}" type="sibTrans" cxnId="{4F5E5D30-D969-424B-B41D-54F73C077847}">
      <dgm:prSet/>
      <dgm:spPr/>
      <dgm:t>
        <a:bodyPr/>
        <a:lstStyle/>
        <a:p>
          <a:endParaRPr lang="en-US"/>
        </a:p>
      </dgm:t>
    </dgm:pt>
    <dgm:pt modelId="{6BFCDEEA-FE12-4037-BBFB-88DBF403A83E}">
      <dgm:prSet phldrT="[Text]" custT="1"/>
      <dgm:spPr/>
      <dgm:t>
        <a:bodyPr tIns="182880" bIns="1554480"/>
        <a:lstStyle/>
        <a:p>
          <a:pPr>
            <a:spcAft>
              <a:spcPts val="600"/>
            </a:spcAft>
            <a:buFont typeface="Wingdings" panose="05000000000000000000" pitchFamily="2" charset="2"/>
            <a:buNone/>
          </a:pPr>
          <a:r>
            <a:rPr lang="en-US" sz="1400" b="0" dirty="0">
              <a:solidFill>
                <a:schemeClr val="tx1"/>
              </a:solidFill>
            </a:rPr>
            <a:t>Visibility </a:t>
          </a:r>
        </a:p>
      </dgm:t>
    </dgm:pt>
    <dgm:pt modelId="{736272A6-9002-45B3-B6B2-ACB47C210298}" type="parTrans" cxnId="{9007D5D2-30BB-42D5-90E3-7828D12EE429}">
      <dgm:prSet/>
      <dgm:spPr/>
      <dgm:t>
        <a:bodyPr/>
        <a:lstStyle/>
        <a:p>
          <a:endParaRPr lang="en-US"/>
        </a:p>
      </dgm:t>
    </dgm:pt>
    <dgm:pt modelId="{3C965932-17F5-4626-A2E6-6667721FF3E6}" type="sibTrans" cxnId="{9007D5D2-30BB-42D5-90E3-7828D12EE429}">
      <dgm:prSet/>
      <dgm:spPr/>
      <dgm:t>
        <a:bodyPr/>
        <a:lstStyle/>
        <a:p>
          <a:endParaRPr lang="en-US"/>
        </a:p>
      </dgm:t>
    </dgm:pt>
    <dgm:pt modelId="{926D5DF9-BA0B-4BDB-89BB-2C229F353F65}">
      <dgm:prSet phldrT="[Text]" custT="1"/>
      <dgm:spPr/>
      <dgm:t>
        <a:bodyPr tIns="91440"/>
        <a:lstStyle/>
        <a:p>
          <a:pPr>
            <a:spcBef>
              <a:spcPts val="600"/>
            </a:spcBef>
            <a:spcAft>
              <a:spcPts val="600"/>
            </a:spcAft>
            <a:buFont typeface="Wingdings" panose="05000000000000000000" pitchFamily="2" charset="2"/>
            <a:buChar char="§"/>
          </a:pPr>
          <a:r>
            <a:rPr lang="en-US" sz="1400" dirty="0">
              <a:solidFill>
                <a:schemeClr val="tx1"/>
              </a:solidFill>
            </a:rPr>
            <a:t>Donor coordination</a:t>
          </a:r>
        </a:p>
      </dgm:t>
    </dgm:pt>
    <dgm:pt modelId="{9DD5CDBB-FECA-4E36-B41B-9445FFBAAE88}" type="parTrans" cxnId="{8C9E189C-D146-4817-A99E-FD55C311F246}">
      <dgm:prSet/>
      <dgm:spPr/>
      <dgm:t>
        <a:bodyPr/>
        <a:lstStyle/>
        <a:p>
          <a:endParaRPr lang="en-US"/>
        </a:p>
      </dgm:t>
    </dgm:pt>
    <dgm:pt modelId="{E1CC935F-9380-4139-96AC-4152381C7423}" type="sibTrans" cxnId="{8C9E189C-D146-4817-A99E-FD55C311F246}">
      <dgm:prSet/>
      <dgm:spPr/>
      <dgm:t>
        <a:bodyPr/>
        <a:lstStyle/>
        <a:p>
          <a:endParaRPr lang="en-US"/>
        </a:p>
      </dgm:t>
    </dgm:pt>
    <dgm:pt modelId="{38D7E33F-6A43-4DA3-8223-A6BAFCF3FC1A}">
      <dgm:prSet phldrT="[Text]" custT="1"/>
      <dgm:spPr/>
      <dgm:t>
        <a:bodyPr tIns="182880" bIns="1554480"/>
        <a:lstStyle/>
        <a:p>
          <a:pPr>
            <a:spcAft>
              <a:spcPts val="600"/>
            </a:spcAft>
            <a:buFont typeface="Wingdings" panose="05000000000000000000" pitchFamily="2" charset="2"/>
            <a:buChar char="§"/>
          </a:pPr>
          <a:r>
            <a:rPr lang="en-US" sz="1400" dirty="0">
              <a:solidFill>
                <a:schemeClr val="tx1"/>
              </a:solidFill>
            </a:rPr>
            <a:t>Study visit </a:t>
          </a:r>
        </a:p>
      </dgm:t>
    </dgm:pt>
    <dgm:pt modelId="{3C872E88-3DBD-42B9-8C50-50669363D885}" type="parTrans" cxnId="{9B48942D-A7D8-4076-A9D1-A1969D5BADD7}">
      <dgm:prSet/>
      <dgm:spPr/>
      <dgm:t>
        <a:bodyPr/>
        <a:lstStyle/>
        <a:p>
          <a:endParaRPr lang="en-US"/>
        </a:p>
      </dgm:t>
    </dgm:pt>
    <dgm:pt modelId="{7B9E2CD2-BD26-4500-BA08-D4CA7E2529AC}" type="sibTrans" cxnId="{9B48942D-A7D8-4076-A9D1-A1969D5BADD7}">
      <dgm:prSet/>
      <dgm:spPr/>
      <dgm:t>
        <a:bodyPr/>
        <a:lstStyle/>
        <a:p>
          <a:endParaRPr lang="en-US"/>
        </a:p>
      </dgm:t>
    </dgm:pt>
    <dgm:pt modelId="{8C97DC97-64E7-4862-BE8B-43985317595D}">
      <dgm:prSet phldrT="[Text]" custT="1"/>
      <dgm:spPr/>
      <dgm:t>
        <a:bodyPr lIns="182880" tIns="0" rIns="0"/>
        <a:lstStyle/>
        <a:p>
          <a:pPr marL="344488" marR="0" lvl="0" indent="-174625" defTabSz="914400" eaLnBrk="1" fontAlgn="auto" latinLnBrk="0" hangingPunct="1">
            <a:lnSpc>
              <a:spcPct val="100000"/>
            </a:lnSpc>
            <a:spcBef>
              <a:spcPts val="600"/>
            </a:spcBef>
            <a:spcAft>
              <a:spcPts val="300"/>
            </a:spcAft>
            <a:buClrTx/>
            <a:buSzTx/>
            <a:buFont typeface="Wingdings" panose="05000000000000000000" pitchFamily="2" charset="2"/>
            <a:buChar char="§"/>
            <a:tabLst/>
            <a:defRPr/>
          </a:pPr>
          <a:r>
            <a:rPr lang="en-US" sz="1400" dirty="0">
              <a:solidFill>
                <a:schemeClr val="tx1"/>
              </a:solidFill>
            </a:rPr>
            <a:t>Power Exchange </a:t>
          </a:r>
        </a:p>
      </dgm:t>
    </dgm:pt>
    <dgm:pt modelId="{7C7A5065-3BD0-402A-8946-14780F467934}" type="parTrans" cxnId="{ABF32D35-3BC4-4FAA-81B8-2F68C4791E51}">
      <dgm:prSet/>
      <dgm:spPr/>
      <dgm:t>
        <a:bodyPr/>
        <a:lstStyle/>
        <a:p>
          <a:endParaRPr lang="en-US"/>
        </a:p>
      </dgm:t>
    </dgm:pt>
    <dgm:pt modelId="{364F59C9-642D-47C3-833D-E02B01C608AD}" type="sibTrans" cxnId="{ABF32D35-3BC4-4FAA-81B8-2F68C4791E51}">
      <dgm:prSet/>
      <dgm:spPr/>
      <dgm:t>
        <a:bodyPr/>
        <a:lstStyle/>
        <a:p>
          <a:endParaRPr lang="en-US"/>
        </a:p>
      </dgm:t>
    </dgm:pt>
    <dgm:pt modelId="{2F778C36-30E7-48A9-B2E3-21CD2CEC45DA}">
      <dgm:prSet phldrT="[Text]" custT="1"/>
      <dgm:spPr/>
      <dgm:t>
        <a:bodyPr lIns="182880" tIns="0" rIns="0"/>
        <a:lstStyle/>
        <a:p>
          <a:pPr marL="344488" marR="0" lvl="0" indent="-168275" defTabSz="914400" eaLnBrk="1" fontAlgn="auto" latinLnBrk="0" hangingPunct="1">
            <a:lnSpc>
              <a:spcPct val="100000"/>
            </a:lnSpc>
            <a:spcBef>
              <a:spcPts val="600"/>
            </a:spcBef>
            <a:spcAft>
              <a:spcPts val="300"/>
            </a:spcAft>
            <a:buClrTx/>
            <a:buSzTx/>
            <a:buFont typeface="Wingdings" panose="05000000000000000000" pitchFamily="2" charset="2"/>
            <a:buChar char="§"/>
            <a:tabLst/>
            <a:defRPr/>
          </a:pPr>
          <a:r>
            <a:rPr lang="en-US" sz="1400" dirty="0">
              <a:solidFill>
                <a:schemeClr val="tx1"/>
              </a:solidFill>
            </a:rPr>
            <a:t>Hydrogen, Circular economy, E-mobility</a:t>
          </a:r>
        </a:p>
      </dgm:t>
    </dgm:pt>
    <dgm:pt modelId="{38426D50-DFBC-4E3D-A203-164C1FDB3EDD}" type="parTrans" cxnId="{858DBE0E-B157-4391-B636-EB6B2C076D28}">
      <dgm:prSet/>
      <dgm:spPr/>
      <dgm:t>
        <a:bodyPr/>
        <a:lstStyle/>
        <a:p>
          <a:endParaRPr lang="en-US"/>
        </a:p>
      </dgm:t>
    </dgm:pt>
    <dgm:pt modelId="{F5156049-D858-4420-90C1-15A71E541528}" type="sibTrans" cxnId="{858DBE0E-B157-4391-B636-EB6B2C076D28}">
      <dgm:prSet/>
      <dgm:spPr/>
      <dgm:t>
        <a:bodyPr/>
        <a:lstStyle/>
        <a:p>
          <a:endParaRPr lang="en-US"/>
        </a:p>
      </dgm:t>
    </dgm:pt>
    <dgm:pt modelId="{73E36936-7BD7-4D8D-A73F-86E6A33CF15F}">
      <dgm:prSet phldrT="[Text]" custT="1"/>
      <dgm:spPr/>
      <dgm:t>
        <a:bodyPr lIns="182880" tIns="0" rIns="0"/>
        <a:lstStyle/>
        <a:p>
          <a:pPr marL="344488" marR="0" lvl="0" indent="-168275" defTabSz="914400" eaLnBrk="1" fontAlgn="auto" latinLnBrk="0" hangingPunct="1">
            <a:lnSpc>
              <a:spcPct val="100000"/>
            </a:lnSpc>
            <a:spcBef>
              <a:spcPts val="600"/>
            </a:spcBef>
            <a:spcAft>
              <a:spcPts val="300"/>
            </a:spcAft>
            <a:buClrTx/>
            <a:buSzTx/>
            <a:buFont typeface="Wingdings" panose="05000000000000000000" pitchFamily="2" charset="2"/>
            <a:buChar char="§"/>
            <a:tabLst/>
            <a:defRPr/>
          </a:pPr>
          <a:r>
            <a:rPr lang="en-US" sz="1400" dirty="0">
              <a:solidFill>
                <a:schemeClr val="tx1"/>
              </a:solidFill>
            </a:rPr>
            <a:t>Just transition</a:t>
          </a:r>
        </a:p>
      </dgm:t>
    </dgm:pt>
    <dgm:pt modelId="{9DF0FCA6-345D-4BB6-8006-80810CFF1F60}" type="parTrans" cxnId="{8E91E030-D59A-4BCB-8B1B-E5DDB667AAB9}">
      <dgm:prSet/>
      <dgm:spPr/>
      <dgm:t>
        <a:bodyPr/>
        <a:lstStyle/>
        <a:p>
          <a:endParaRPr lang="en-US"/>
        </a:p>
      </dgm:t>
    </dgm:pt>
    <dgm:pt modelId="{C0DACB33-E967-4223-977F-A943B100CCAC}" type="sibTrans" cxnId="{8E91E030-D59A-4BCB-8B1B-E5DDB667AAB9}">
      <dgm:prSet/>
      <dgm:spPr/>
      <dgm:t>
        <a:bodyPr/>
        <a:lstStyle/>
        <a:p>
          <a:endParaRPr lang="en-US"/>
        </a:p>
      </dgm:t>
    </dgm:pt>
    <dgm:pt modelId="{88FFBBBC-A070-4C9D-8F86-B0BA19CB6AB0}" type="pres">
      <dgm:prSet presAssocID="{8CDB5B15-1DAA-47C6-A9DD-770061D5B044}" presName="cycleMatrixDiagram" presStyleCnt="0">
        <dgm:presLayoutVars>
          <dgm:chMax val="1"/>
          <dgm:dir/>
          <dgm:animLvl val="lvl"/>
          <dgm:resizeHandles val="exact"/>
        </dgm:presLayoutVars>
      </dgm:prSet>
      <dgm:spPr/>
    </dgm:pt>
    <dgm:pt modelId="{1C5ABA37-F0BD-4F28-A856-B34E070E1E82}" type="pres">
      <dgm:prSet presAssocID="{8CDB5B15-1DAA-47C6-A9DD-770061D5B044}" presName="children" presStyleCnt="0"/>
      <dgm:spPr/>
    </dgm:pt>
    <dgm:pt modelId="{CEF78D1F-04FF-4E9A-94DC-F403AB2ECB17}" type="pres">
      <dgm:prSet presAssocID="{8CDB5B15-1DAA-47C6-A9DD-770061D5B044}" presName="child1group" presStyleCnt="0"/>
      <dgm:spPr/>
    </dgm:pt>
    <dgm:pt modelId="{A624254D-CB63-4F22-A079-E6C4FF2544BA}" type="pres">
      <dgm:prSet presAssocID="{8CDB5B15-1DAA-47C6-A9DD-770061D5B044}" presName="child1" presStyleLbl="bgAcc1" presStyleIdx="0" presStyleCnt="4" custScaleX="124731" custLinFactNeighborX="-6427"/>
      <dgm:spPr/>
    </dgm:pt>
    <dgm:pt modelId="{A31FAA55-2977-4CEB-8867-A23CF60E5AD3}" type="pres">
      <dgm:prSet presAssocID="{8CDB5B15-1DAA-47C6-A9DD-770061D5B044}" presName="child1Text" presStyleLbl="bgAcc1" presStyleIdx="0" presStyleCnt="4">
        <dgm:presLayoutVars>
          <dgm:bulletEnabled val="1"/>
        </dgm:presLayoutVars>
      </dgm:prSet>
      <dgm:spPr/>
    </dgm:pt>
    <dgm:pt modelId="{4E635F52-B39D-4ED1-BDE3-5C4D86A3831E}" type="pres">
      <dgm:prSet presAssocID="{8CDB5B15-1DAA-47C6-A9DD-770061D5B044}" presName="child2group" presStyleCnt="0"/>
      <dgm:spPr/>
    </dgm:pt>
    <dgm:pt modelId="{3D7F755A-3DB5-4302-ABEC-1D6D4E4F34AA}" type="pres">
      <dgm:prSet presAssocID="{8CDB5B15-1DAA-47C6-A9DD-770061D5B044}" presName="child2" presStyleLbl="bgAcc1" presStyleIdx="1" presStyleCnt="4" custScaleX="126573" custLinFactNeighborX="23278"/>
      <dgm:spPr/>
    </dgm:pt>
    <dgm:pt modelId="{0A98BFDC-C267-4366-ACCC-4BEA788EBAE7}" type="pres">
      <dgm:prSet presAssocID="{8CDB5B15-1DAA-47C6-A9DD-770061D5B044}" presName="child2Text" presStyleLbl="bgAcc1" presStyleIdx="1" presStyleCnt="4">
        <dgm:presLayoutVars>
          <dgm:bulletEnabled val="1"/>
        </dgm:presLayoutVars>
      </dgm:prSet>
      <dgm:spPr/>
    </dgm:pt>
    <dgm:pt modelId="{F4BA61C2-744B-4DEC-BF04-1B917EDE0C41}" type="pres">
      <dgm:prSet presAssocID="{8CDB5B15-1DAA-47C6-A9DD-770061D5B044}" presName="child3group" presStyleCnt="0"/>
      <dgm:spPr/>
    </dgm:pt>
    <dgm:pt modelId="{CC8BB53F-F115-4018-BA6E-13B560A44A01}" type="pres">
      <dgm:prSet presAssocID="{8CDB5B15-1DAA-47C6-A9DD-770061D5B044}" presName="child3" presStyleLbl="bgAcc1" presStyleIdx="2" presStyleCnt="4" custScaleX="126573" custScaleY="100969" custLinFactNeighborX="7054" custLinFactNeighborY="-43"/>
      <dgm:spPr/>
    </dgm:pt>
    <dgm:pt modelId="{C6B724C3-21B0-479C-BDA8-F3E1C528BEC1}" type="pres">
      <dgm:prSet presAssocID="{8CDB5B15-1DAA-47C6-A9DD-770061D5B044}" presName="child3Text" presStyleLbl="bgAcc1" presStyleIdx="2" presStyleCnt="4">
        <dgm:presLayoutVars>
          <dgm:bulletEnabled val="1"/>
        </dgm:presLayoutVars>
      </dgm:prSet>
      <dgm:spPr/>
    </dgm:pt>
    <dgm:pt modelId="{F1733BF3-32B7-4794-A562-B2B9418E2271}" type="pres">
      <dgm:prSet presAssocID="{8CDB5B15-1DAA-47C6-A9DD-770061D5B044}" presName="child4group" presStyleCnt="0"/>
      <dgm:spPr/>
    </dgm:pt>
    <dgm:pt modelId="{06066113-520A-4159-A9AD-EB0D4576497A}" type="pres">
      <dgm:prSet presAssocID="{8CDB5B15-1DAA-47C6-A9DD-770061D5B044}" presName="child4" presStyleLbl="bgAcc1" presStyleIdx="3" presStyleCnt="4" custScaleX="124731"/>
      <dgm:spPr/>
    </dgm:pt>
    <dgm:pt modelId="{7FAE457E-E7A1-4FA3-A004-FDAA32637258}" type="pres">
      <dgm:prSet presAssocID="{8CDB5B15-1DAA-47C6-A9DD-770061D5B044}" presName="child4Text" presStyleLbl="bgAcc1" presStyleIdx="3" presStyleCnt="4">
        <dgm:presLayoutVars>
          <dgm:bulletEnabled val="1"/>
        </dgm:presLayoutVars>
      </dgm:prSet>
      <dgm:spPr/>
    </dgm:pt>
    <dgm:pt modelId="{08C01411-5EB9-452C-A69D-D4F39A5026E0}" type="pres">
      <dgm:prSet presAssocID="{8CDB5B15-1DAA-47C6-A9DD-770061D5B044}" presName="childPlaceholder" presStyleCnt="0"/>
      <dgm:spPr/>
    </dgm:pt>
    <dgm:pt modelId="{CF4B837A-92AE-4DB9-87CB-534B6AC9615E}" type="pres">
      <dgm:prSet presAssocID="{8CDB5B15-1DAA-47C6-A9DD-770061D5B044}" presName="circle" presStyleCnt="0"/>
      <dgm:spPr/>
    </dgm:pt>
    <dgm:pt modelId="{D7C08D17-E993-4DBC-AB41-0C84996BC594}" type="pres">
      <dgm:prSet presAssocID="{8CDB5B15-1DAA-47C6-A9DD-770061D5B044}" presName="quadrant1" presStyleLbl="node1" presStyleIdx="0" presStyleCnt="4" custLinFactNeighborX="-1456" custLinFactNeighborY="-900">
        <dgm:presLayoutVars>
          <dgm:chMax val="1"/>
          <dgm:bulletEnabled val="1"/>
        </dgm:presLayoutVars>
      </dgm:prSet>
      <dgm:spPr/>
    </dgm:pt>
    <dgm:pt modelId="{1BE379D7-462B-4364-8BE5-48B270F83D48}" type="pres">
      <dgm:prSet presAssocID="{8CDB5B15-1DAA-47C6-A9DD-770061D5B044}" presName="quadrant2" presStyleLbl="node1" presStyleIdx="1" presStyleCnt="4">
        <dgm:presLayoutVars>
          <dgm:chMax val="1"/>
          <dgm:bulletEnabled val="1"/>
        </dgm:presLayoutVars>
      </dgm:prSet>
      <dgm:spPr/>
    </dgm:pt>
    <dgm:pt modelId="{C24AB2C3-75F2-4911-BD8A-AC71D5D25EB3}" type="pres">
      <dgm:prSet presAssocID="{8CDB5B15-1DAA-47C6-A9DD-770061D5B044}" presName="quadrant3" presStyleLbl="node1" presStyleIdx="2" presStyleCnt="4" custLinFactNeighborY="0">
        <dgm:presLayoutVars>
          <dgm:chMax val="1"/>
          <dgm:bulletEnabled val="1"/>
        </dgm:presLayoutVars>
      </dgm:prSet>
      <dgm:spPr/>
    </dgm:pt>
    <dgm:pt modelId="{8675F668-5785-498F-B2A4-48A0387F885D}" type="pres">
      <dgm:prSet presAssocID="{8CDB5B15-1DAA-47C6-A9DD-770061D5B044}" presName="quadrant4" presStyleLbl="node1" presStyleIdx="3" presStyleCnt="4" custLinFactNeighborX="-1901" custLinFactNeighborY="-1960">
        <dgm:presLayoutVars>
          <dgm:chMax val="1"/>
          <dgm:bulletEnabled val="1"/>
        </dgm:presLayoutVars>
      </dgm:prSet>
      <dgm:spPr/>
    </dgm:pt>
    <dgm:pt modelId="{A446A057-B706-4431-B035-261356924661}" type="pres">
      <dgm:prSet presAssocID="{8CDB5B15-1DAA-47C6-A9DD-770061D5B044}" presName="quadrantPlaceholder" presStyleCnt="0"/>
      <dgm:spPr/>
    </dgm:pt>
    <dgm:pt modelId="{9A6EBE8D-F2EB-436F-AC03-A8DC9983324A}" type="pres">
      <dgm:prSet presAssocID="{8CDB5B15-1DAA-47C6-A9DD-770061D5B044}" presName="center1" presStyleLbl="fgShp" presStyleIdx="0" presStyleCnt="2"/>
      <dgm:spPr>
        <a:solidFill>
          <a:schemeClr val="accent3">
            <a:lumMod val="60000"/>
            <a:lumOff val="40000"/>
          </a:schemeClr>
        </a:solidFill>
      </dgm:spPr>
    </dgm:pt>
    <dgm:pt modelId="{CD8CE3CA-6E0E-48A3-8D70-846F7588289F}" type="pres">
      <dgm:prSet presAssocID="{8CDB5B15-1DAA-47C6-A9DD-770061D5B044}" presName="center2" presStyleLbl="fgShp" presStyleIdx="1" presStyleCnt="2"/>
      <dgm:spPr>
        <a:solidFill>
          <a:schemeClr val="accent5">
            <a:lumMod val="50000"/>
          </a:schemeClr>
        </a:solidFill>
      </dgm:spPr>
    </dgm:pt>
  </dgm:ptLst>
  <dgm:cxnLst>
    <dgm:cxn modelId="{09CA3C01-B154-4911-A247-6C5C3E033D80}" type="presOf" srcId="{EE13775B-818B-4167-BDD7-AFF85AB3D002}" destId="{CC8BB53F-F115-4018-BA6E-13B560A44A01}" srcOrd="0" destOrd="2" presId="urn:microsoft.com/office/officeart/2005/8/layout/cycle4"/>
    <dgm:cxn modelId="{6D45D60A-0877-452C-91AD-CD2AAE05132C}" type="presOf" srcId="{73E36936-7BD7-4D8D-A73F-86E6A33CF15F}" destId="{0A98BFDC-C267-4366-ACCC-4BEA788EBAE7}" srcOrd="1" destOrd="2" presId="urn:microsoft.com/office/officeart/2005/8/layout/cycle4"/>
    <dgm:cxn modelId="{4171260E-FEE1-4AAD-8ECF-9D8730DDC3EF}" type="presOf" srcId="{30439CDC-2C52-4730-822B-B86ACA52D03F}" destId="{A624254D-CB63-4F22-A079-E6C4FF2544BA}" srcOrd="0" destOrd="0" presId="urn:microsoft.com/office/officeart/2005/8/layout/cycle4"/>
    <dgm:cxn modelId="{858DBE0E-B157-4391-B636-EB6B2C076D28}" srcId="{E71B5EFC-5A16-46B4-9D2B-8BCF5EA7A3B5}" destId="{2F778C36-30E7-48A9-B2E3-21CD2CEC45DA}" srcOrd="1" destOrd="0" parTransId="{38426D50-DFBC-4E3D-A203-164C1FDB3EDD}" sibTransId="{F5156049-D858-4420-90C1-15A71E541528}"/>
    <dgm:cxn modelId="{7582B21B-FF73-48FC-93B5-54D92A8F0FDC}" srcId="{A84C8726-1476-4293-80C6-09E7056515C5}" destId="{4A551534-5013-4CAF-A297-293C1B4330F2}" srcOrd="1" destOrd="0" parTransId="{F7E3C417-2958-409B-B105-BF9A16C86343}" sibTransId="{9C69BE6F-FB0B-4BCF-B4A5-6909D40A24C2}"/>
    <dgm:cxn modelId="{6FD3701C-B61B-4604-903B-90357D687A25}" type="presOf" srcId="{8CDB5B15-1DAA-47C6-A9DD-770061D5B044}" destId="{88FFBBBC-A070-4C9D-8F86-B0BA19CB6AB0}" srcOrd="0" destOrd="0" presId="urn:microsoft.com/office/officeart/2005/8/layout/cycle4"/>
    <dgm:cxn modelId="{C17A4A28-B649-4BDD-965E-2CC0D2EE086B}" type="presOf" srcId="{6BFCDEEA-FE12-4037-BBFB-88DBF403A83E}" destId="{7FAE457E-E7A1-4FA3-A004-FDAA32637258}" srcOrd="1" destOrd="4" presId="urn:microsoft.com/office/officeart/2005/8/layout/cycle4"/>
    <dgm:cxn modelId="{9B48942D-A7D8-4076-A9D1-A1969D5BADD7}" srcId="{F1527015-595F-42EB-9618-2A767E3CB2C6}" destId="{38D7E33F-6A43-4DA3-8223-A6BAFCF3FC1A}" srcOrd="0" destOrd="0" parTransId="{3C872E88-3DBD-42B9-8C50-50669363D885}" sibTransId="{7B9E2CD2-BD26-4500-BA08-D4CA7E2529AC}"/>
    <dgm:cxn modelId="{190F9D2D-8266-4101-846C-C6BF1B08419E}" type="presOf" srcId="{4F7BDDA6-3AB9-4318-AE83-F45F38ACFE2B}" destId="{A31FAA55-2977-4CEB-8867-A23CF60E5AD3}" srcOrd="1" destOrd="1" presId="urn:microsoft.com/office/officeart/2005/8/layout/cycle4"/>
    <dgm:cxn modelId="{4F5E5D30-D969-424B-B41D-54F73C077847}" srcId="{C7C9DF79-655D-4E2E-9465-9A869BFCC966}" destId="{DF846A95-C058-430B-9D3B-EDB2FA8865B9}" srcOrd="0" destOrd="0" parTransId="{67C32067-F3A8-4FF2-9294-9931BAF75224}" sibTransId="{3BCC2BE3-76D5-42D6-AD03-552C6B3FA948}"/>
    <dgm:cxn modelId="{8E91E030-D59A-4BCB-8B1B-E5DDB667AAB9}" srcId="{E71B5EFC-5A16-46B4-9D2B-8BCF5EA7A3B5}" destId="{73E36936-7BD7-4D8D-A73F-86E6A33CF15F}" srcOrd="2" destOrd="0" parTransId="{9DF0FCA6-345D-4BB6-8006-80810CFF1F60}" sibTransId="{C0DACB33-E967-4223-977F-A943B100CCAC}"/>
    <dgm:cxn modelId="{70118B32-8CE7-4EF5-B68C-14A2A6D070E2}" srcId="{A84C8726-1476-4293-80C6-09E7056515C5}" destId="{EE13775B-818B-4167-BDD7-AFF85AB3D002}" srcOrd="2" destOrd="0" parTransId="{2C14ED13-FCEA-452A-96CA-059B9BA634F9}" sibTransId="{397103D7-3236-4DDA-943C-8704FD2D28AE}"/>
    <dgm:cxn modelId="{27A8F832-4984-49F9-9DC2-19E20906CD54}" type="presOf" srcId="{4A551534-5013-4CAF-A297-293C1B4330F2}" destId="{C6B724C3-21B0-479C-BDA8-F3E1C528BEC1}" srcOrd="1" destOrd="1" presId="urn:microsoft.com/office/officeart/2005/8/layout/cycle4"/>
    <dgm:cxn modelId="{ABF32D35-3BC4-4FAA-81B8-2F68C4791E51}" srcId="{E71B5EFC-5A16-46B4-9D2B-8BCF5EA7A3B5}" destId="{8C97DC97-64E7-4862-BE8B-43985317595D}" srcOrd="3" destOrd="0" parTransId="{7C7A5065-3BD0-402A-8946-14780F467934}" sibTransId="{364F59C9-642D-47C3-833D-E02B01C608AD}"/>
    <dgm:cxn modelId="{08C5E23B-72E3-44BE-9522-A54B3AC76CFD}" type="presOf" srcId="{3764AA3C-4EA5-4CBE-983D-CE21710520C3}" destId="{7FAE457E-E7A1-4FA3-A004-FDAA32637258}" srcOrd="1" destOrd="3" presId="urn:microsoft.com/office/officeart/2005/8/layout/cycle4"/>
    <dgm:cxn modelId="{ED90C43F-49C1-48F8-B6A5-2533470CCB1D}" type="presOf" srcId="{AAB57261-9134-4545-89E3-CAF191643940}" destId="{D7C08D17-E993-4DBC-AB41-0C84996BC594}" srcOrd="0" destOrd="0" presId="urn:microsoft.com/office/officeart/2005/8/layout/cycle4"/>
    <dgm:cxn modelId="{E0BE1144-2F62-4EAD-8A6F-1BBE33C2230F}" type="presOf" srcId="{D1504E86-D098-40C4-B497-59CF97183D67}" destId="{3D7F755A-3DB5-4302-ABEC-1D6D4E4F34AA}" srcOrd="0" destOrd="0" presId="urn:microsoft.com/office/officeart/2005/8/layout/cycle4"/>
    <dgm:cxn modelId="{92BCFB44-BE72-4278-9666-CDCD037F5417}" type="presOf" srcId="{D1504E86-D098-40C4-B497-59CF97183D67}" destId="{0A98BFDC-C267-4366-ACCC-4BEA788EBAE7}" srcOrd="1" destOrd="0" presId="urn:microsoft.com/office/officeart/2005/8/layout/cycle4"/>
    <dgm:cxn modelId="{61A0C447-9B4D-4870-BE19-1A9FFCF72491}" srcId="{A84C8726-1476-4293-80C6-09E7056515C5}" destId="{DDCBBE18-2FAE-442A-9AAA-25188AC06651}" srcOrd="5" destOrd="0" parTransId="{9E5521C6-9E52-427C-96C8-7E4F77B3533A}" sibTransId="{1158A570-7FF8-4C90-9A0D-60D6B77C2F94}"/>
    <dgm:cxn modelId="{B9E6694B-6600-4D69-9763-C6354C211010}" srcId="{8CDB5B15-1DAA-47C6-A9DD-770061D5B044}" destId="{AAB57261-9134-4545-89E3-CAF191643940}" srcOrd="0" destOrd="0" parTransId="{689AE9B0-80F3-4380-BD08-8580AAE5AABE}" sibTransId="{86EE236B-AC75-4597-A8DC-54377DC38BC7}"/>
    <dgm:cxn modelId="{F7FA954B-D2A3-432B-BEC6-F822FBDB30CA}" type="presOf" srcId="{77C6AA6A-565A-4352-9548-4491547F148B}" destId="{C6B724C3-21B0-479C-BDA8-F3E1C528BEC1}" srcOrd="1" destOrd="0" presId="urn:microsoft.com/office/officeart/2005/8/layout/cycle4"/>
    <dgm:cxn modelId="{98AC024D-2A86-43B8-8F4A-38806EAB0DFC}" type="presOf" srcId="{73E36936-7BD7-4D8D-A73F-86E6A33CF15F}" destId="{3D7F755A-3DB5-4302-ABEC-1D6D4E4F34AA}" srcOrd="0" destOrd="2" presId="urn:microsoft.com/office/officeart/2005/8/layout/cycle4"/>
    <dgm:cxn modelId="{823F1F4F-7CD1-4C6F-A883-1140FA8B1F7B}" srcId="{A84C8726-1476-4293-80C6-09E7056515C5}" destId="{9C01F30D-39BD-4318-BE6D-824C4C1673E0}" srcOrd="3" destOrd="0" parTransId="{F044795B-B21D-4AB9-BF71-1F0E326C6B3F}" sibTransId="{49708CB7-42CF-4107-99DE-EEA12601E617}"/>
    <dgm:cxn modelId="{AD537857-9C81-427A-88FC-E9A689809A0F}" type="presOf" srcId="{B96F5333-C05C-489D-BA56-4A502DE617B5}" destId="{A31FAA55-2977-4CEB-8867-A23CF60E5AD3}" srcOrd="1" destOrd="4" presId="urn:microsoft.com/office/officeart/2005/8/layout/cycle4"/>
    <dgm:cxn modelId="{356A1A5A-7532-4463-8204-8C584EAA5454}" srcId="{8CDB5B15-1DAA-47C6-A9DD-770061D5B044}" destId="{A84C8726-1476-4293-80C6-09E7056515C5}" srcOrd="2" destOrd="0" parTransId="{5752513F-5815-4E4F-87BC-8C9E8C474760}" sibTransId="{DA24737B-EE1D-4689-B77B-53FE77B595CC}"/>
    <dgm:cxn modelId="{EFC25C5F-BE98-4BEF-A10F-FD34C5FC0503}" type="presOf" srcId="{3764AA3C-4EA5-4CBE-983D-CE21710520C3}" destId="{06066113-520A-4159-A9AD-EB0D4576497A}" srcOrd="0" destOrd="3" presId="urn:microsoft.com/office/officeart/2005/8/layout/cycle4"/>
    <dgm:cxn modelId="{ACE03062-C50F-43EB-AA8B-D8E50885E3DE}" type="presOf" srcId="{A84C8726-1476-4293-80C6-09E7056515C5}" destId="{C24AB2C3-75F2-4911-BD8A-AC71D5D25EB3}" srcOrd="0" destOrd="0" presId="urn:microsoft.com/office/officeart/2005/8/layout/cycle4"/>
    <dgm:cxn modelId="{D398AE64-E9A4-4A6D-A46B-E953DC1511B6}" srcId="{A84C8726-1476-4293-80C6-09E7056515C5}" destId="{04C1896C-57C7-4BA2-9974-86194ED38DB1}" srcOrd="4" destOrd="0" parTransId="{CB2A2657-2293-4BA0-968F-07BB8FE32BFB}" sibTransId="{C059C9F5-1B6E-4BA5-8869-A6F36E172D3D}"/>
    <dgm:cxn modelId="{07C3A36C-F44F-46C1-B28C-561976E8AD70}" type="presOf" srcId="{8C97DC97-64E7-4862-BE8B-43985317595D}" destId="{3D7F755A-3DB5-4302-ABEC-1D6D4E4F34AA}" srcOrd="0" destOrd="3" presId="urn:microsoft.com/office/officeart/2005/8/layout/cycle4"/>
    <dgm:cxn modelId="{1F99D36D-6898-48A8-9B7C-474E40C90FE3}" type="presOf" srcId="{DF846A95-C058-430B-9D3B-EDB2FA8865B9}" destId="{7FAE457E-E7A1-4FA3-A004-FDAA32637258}" srcOrd="1" destOrd="2" presId="urn:microsoft.com/office/officeart/2005/8/layout/cycle4"/>
    <dgm:cxn modelId="{ADBCF273-B31B-4923-891F-17A247AEB16A}" type="presOf" srcId="{38D7E33F-6A43-4DA3-8223-A6BAFCF3FC1A}" destId="{06066113-520A-4159-A9AD-EB0D4576497A}" srcOrd="0" destOrd="0" presId="urn:microsoft.com/office/officeart/2005/8/layout/cycle4"/>
    <dgm:cxn modelId="{5FDC6076-4BC2-426C-962A-573BEB83C057}" srcId="{E71B5EFC-5A16-46B4-9D2B-8BCF5EA7A3B5}" destId="{D1504E86-D098-40C4-B497-59CF97183D67}" srcOrd="0" destOrd="0" parTransId="{32F8060B-546F-4B08-A967-B8D695738DDB}" sibTransId="{35C42839-D044-4091-8C1C-703DDE15C773}"/>
    <dgm:cxn modelId="{78404777-A257-447F-9D41-FA0AB8728987}" srcId="{F1527015-595F-42EB-9618-2A767E3CB2C6}" destId="{3764AA3C-4EA5-4CBE-983D-CE21710520C3}" srcOrd="2" destOrd="0" parTransId="{42AA65B1-F7EA-48DB-A87E-C8A6822D0AA4}" sibTransId="{E7D48E6B-1AB8-44DC-BEBD-4905C684A36A}"/>
    <dgm:cxn modelId="{9A5EC079-1222-43BF-8E5D-2D67C08386C0}" type="presOf" srcId="{C7C9DF79-655D-4E2E-9465-9A869BFCC966}" destId="{06066113-520A-4159-A9AD-EB0D4576497A}" srcOrd="0" destOrd="1" presId="urn:microsoft.com/office/officeart/2005/8/layout/cycle4"/>
    <dgm:cxn modelId="{42007A7F-9C91-475A-A7BA-32D3BB71FA50}" type="presOf" srcId="{926D5DF9-BA0B-4BDB-89BB-2C229F353F65}" destId="{A624254D-CB63-4F22-A079-E6C4FF2544BA}" srcOrd="0" destOrd="3" presId="urn:microsoft.com/office/officeart/2005/8/layout/cycle4"/>
    <dgm:cxn modelId="{E4737685-47AA-4C1F-B84B-3893B430C145}" srcId="{F1527015-595F-42EB-9618-2A767E3CB2C6}" destId="{C7C9DF79-655D-4E2E-9465-9A869BFCC966}" srcOrd="1" destOrd="0" parTransId="{44CD8B06-DEE1-43D4-A401-D12CCB15B7B5}" sibTransId="{3BDB7702-CE74-43A7-8894-A1E58E369967}"/>
    <dgm:cxn modelId="{4517588B-A924-491F-A0C9-528F5689B421}" srcId="{E71B5EFC-5A16-46B4-9D2B-8BCF5EA7A3B5}" destId="{6A47CD18-F866-4B74-B05E-7F6716EE0CC9}" srcOrd="5" destOrd="0" parTransId="{C5C94B8E-86DC-4041-9805-7B4DFE69AB81}" sibTransId="{66AB8696-3B51-407C-8D15-7978DAA5B348}"/>
    <dgm:cxn modelId="{BA47C88C-0CD8-4FFA-B296-54E4802167CE}" type="presOf" srcId="{C7C9DF79-655D-4E2E-9465-9A869BFCC966}" destId="{7FAE457E-E7A1-4FA3-A004-FDAA32637258}" srcOrd="1" destOrd="1" presId="urn:microsoft.com/office/officeart/2005/8/layout/cycle4"/>
    <dgm:cxn modelId="{BA7D1891-900A-4172-9C13-E2E4ABC342F3}" type="presOf" srcId="{6A47CD18-F866-4B74-B05E-7F6716EE0CC9}" destId="{3D7F755A-3DB5-4302-ABEC-1D6D4E4F34AA}" srcOrd="0" destOrd="5" presId="urn:microsoft.com/office/officeart/2005/8/layout/cycle4"/>
    <dgm:cxn modelId="{8C9E189C-D146-4817-A99E-FD55C311F246}" srcId="{AAB57261-9134-4545-89E3-CAF191643940}" destId="{926D5DF9-BA0B-4BDB-89BB-2C229F353F65}" srcOrd="3" destOrd="0" parTransId="{9DD5CDBB-FECA-4E36-B41B-9445FFBAAE88}" sibTransId="{E1CC935F-9380-4139-96AC-4152381C7423}"/>
    <dgm:cxn modelId="{5B6CCB9C-B715-43D9-B084-55FA7374DF8B}" type="presOf" srcId="{6A47CD18-F866-4B74-B05E-7F6716EE0CC9}" destId="{0A98BFDC-C267-4366-ACCC-4BEA788EBAE7}" srcOrd="1" destOrd="5" presId="urn:microsoft.com/office/officeart/2005/8/layout/cycle4"/>
    <dgm:cxn modelId="{BA8D3D9D-3CC1-42EF-BDE4-54BDF1CD554B}" type="presOf" srcId="{DDCBBE18-2FAE-442A-9AAA-25188AC06651}" destId="{CC8BB53F-F115-4018-BA6E-13B560A44A01}" srcOrd="0" destOrd="5" presId="urn:microsoft.com/office/officeart/2005/8/layout/cycle4"/>
    <dgm:cxn modelId="{279479A2-365C-433F-8E8C-AFFD8E21D11D}" type="presOf" srcId="{F1527015-595F-42EB-9618-2A767E3CB2C6}" destId="{8675F668-5785-498F-B2A4-48A0387F885D}" srcOrd="0" destOrd="0" presId="urn:microsoft.com/office/officeart/2005/8/layout/cycle4"/>
    <dgm:cxn modelId="{A9DEBDA5-C7D9-4482-A15B-2F75143CB195}" type="presOf" srcId="{4A551534-5013-4CAF-A297-293C1B4330F2}" destId="{CC8BB53F-F115-4018-BA6E-13B560A44A01}" srcOrd="0" destOrd="1" presId="urn:microsoft.com/office/officeart/2005/8/layout/cycle4"/>
    <dgm:cxn modelId="{3534D3AB-651E-4330-9A72-5565E87F0D9B}" type="presOf" srcId="{FCB6B8D8-671C-465B-AD33-C2B2A59FD8BA}" destId="{A624254D-CB63-4F22-A079-E6C4FF2544BA}" srcOrd="0" destOrd="2" presId="urn:microsoft.com/office/officeart/2005/8/layout/cycle4"/>
    <dgm:cxn modelId="{61A8A1AE-705F-4C2B-A123-CDECEBAFC09E}" type="presOf" srcId="{04C1896C-57C7-4BA2-9974-86194ED38DB1}" destId="{CC8BB53F-F115-4018-BA6E-13B560A44A01}" srcOrd="0" destOrd="4" presId="urn:microsoft.com/office/officeart/2005/8/layout/cycle4"/>
    <dgm:cxn modelId="{6246D3AF-E582-4D2A-A66D-480A2A278C98}" type="presOf" srcId="{9C01F30D-39BD-4318-BE6D-824C4C1673E0}" destId="{CC8BB53F-F115-4018-BA6E-13B560A44A01}" srcOrd="0" destOrd="3" presId="urn:microsoft.com/office/officeart/2005/8/layout/cycle4"/>
    <dgm:cxn modelId="{DCD68EB1-09E4-4AC1-A6D5-5F83B9379CC7}" type="presOf" srcId="{E71B5EFC-5A16-46B4-9D2B-8BCF5EA7A3B5}" destId="{1BE379D7-462B-4364-8BE5-48B270F83D48}" srcOrd="0" destOrd="0" presId="urn:microsoft.com/office/officeart/2005/8/layout/cycle4"/>
    <dgm:cxn modelId="{858B0AB2-3A9D-4D01-B2A4-1E9A7E861053}" type="presOf" srcId="{2D21CCF7-F24B-4374-944B-4ABF65E35361}" destId="{0A98BFDC-C267-4366-ACCC-4BEA788EBAE7}" srcOrd="1" destOrd="4" presId="urn:microsoft.com/office/officeart/2005/8/layout/cycle4"/>
    <dgm:cxn modelId="{0CB6DCB2-B033-43BF-AA10-86FF3BD7F3B3}" type="presOf" srcId="{2D21CCF7-F24B-4374-944B-4ABF65E35361}" destId="{3D7F755A-3DB5-4302-ABEC-1D6D4E4F34AA}" srcOrd="0" destOrd="4" presId="urn:microsoft.com/office/officeart/2005/8/layout/cycle4"/>
    <dgm:cxn modelId="{34BC94B7-6DE3-442B-AA2D-E265859FBE49}" srcId="{E71B5EFC-5A16-46B4-9D2B-8BCF5EA7A3B5}" destId="{2D21CCF7-F24B-4374-944B-4ABF65E35361}" srcOrd="4" destOrd="0" parTransId="{6A2669B5-0B2C-4D64-81E0-908FBEB50877}" sibTransId="{AB7D1DE0-8C0A-4AEC-B679-CD2703127874}"/>
    <dgm:cxn modelId="{EDE6E8B9-A1BE-4775-B0A0-FD9F15B40202}" srcId="{AAB57261-9134-4545-89E3-CAF191643940}" destId="{B96F5333-C05C-489D-BA56-4A502DE617B5}" srcOrd="4" destOrd="0" parTransId="{D4C9F705-82B8-4683-87C8-42365E884216}" sibTransId="{44AC7B08-FBFE-4881-8392-2006A64DEA1A}"/>
    <dgm:cxn modelId="{16320DBE-2510-4C83-9FDE-3DFE26CBF4A7}" type="presOf" srcId="{EE13775B-818B-4167-BDD7-AFF85AB3D002}" destId="{C6B724C3-21B0-479C-BDA8-F3E1C528BEC1}" srcOrd="1" destOrd="2" presId="urn:microsoft.com/office/officeart/2005/8/layout/cycle4"/>
    <dgm:cxn modelId="{A8DB4DC3-7546-4369-B8D7-C44518A7D22D}" type="presOf" srcId="{2F778C36-30E7-48A9-B2E3-21CD2CEC45DA}" destId="{0A98BFDC-C267-4366-ACCC-4BEA788EBAE7}" srcOrd="1" destOrd="1" presId="urn:microsoft.com/office/officeart/2005/8/layout/cycle4"/>
    <dgm:cxn modelId="{3403C9C4-F46F-4002-8CC4-0058F45958D7}" type="presOf" srcId="{04C1896C-57C7-4BA2-9974-86194ED38DB1}" destId="{C6B724C3-21B0-479C-BDA8-F3E1C528BEC1}" srcOrd="1" destOrd="4" presId="urn:microsoft.com/office/officeart/2005/8/layout/cycle4"/>
    <dgm:cxn modelId="{014BB3C5-849E-4978-BABA-7015174B3793}" type="presOf" srcId="{77C6AA6A-565A-4352-9548-4491547F148B}" destId="{CC8BB53F-F115-4018-BA6E-13B560A44A01}" srcOrd="0" destOrd="0" presId="urn:microsoft.com/office/officeart/2005/8/layout/cycle4"/>
    <dgm:cxn modelId="{ED9B97CA-FF2E-47F5-9529-547A82A55D4B}" type="presOf" srcId="{DDCBBE18-2FAE-442A-9AAA-25188AC06651}" destId="{C6B724C3-21B0-479C-BDA8-F3E1C528BEC1}" srcOrd="1" destOrd="5" presId="urn:microsoft.com/office/officeart/2005/8/layout/cycle4"/>
    <dgm:cxn modelId="{E95A74D0-ED9F-488F-BE5F-22BA4B2E4529}" srcId="{8CDB5B15-1DAA-47C6-A9DD-770061D5B044}" destId="{E71B5EFC-5A16-46B4-9D2B-8BCF5EA7A3B5}" srcOrd="1" destOrd="0" parTransId="{D06878A4-7CBF-49BD-8462-C1E47FB26BA5}" sibTransId="{3E22C795-98D2-4C12-9A58-0A1746E32D37}"/>
    <dgm:cxn modelId="{29CB96D0-05F7-4B09-8DB4-89E54296FA53}" type="presOf" srcId="{926D5DF9-BA0B-4BDB-89BB-2C229F353F65}" destId="{A31FAA55-2977-4CEB-8867-A23CF60E5AD3}" srcOrd="1" destOrd="3" presId="urn:microsoft.com/office/officeart/2005/8/layout/cycle4"/>
    <dgm:cxn modelId="{A3E102D2-BD54-4A9F-BB6A-02F7DD36D2C6}" type="presOf" srcId="{FCB6B8D8-671C-465B-AD33-C2B2A59FD8BA}" destId="{A31FAA55-2977-4CEB-8867-A23CF60E5AD3}" srcOrd="1" destOrd="2" presId="urn:microsoft.com/office/officeart/2005/8/layout/cycle4"/>
    <dgm:cxn modelId="{374956D2-8AA4-4983-9A7B-C6734E77DC1F}" srcId="{AAB57261-9134-4545-89E3-CAF191643940}" destId="{FCB6B8D8-671C-465B-AD33-C2B2A59FD8BA}" srcOrd="2" destOrd="0" parTransId="{1E53E402-901F-429D-98F2-1A609695A547}" sibTransId="{D9DA2CEA-EE75-47CF-BA17-EBCEC3AD03AD}"/>
    <dgm:cxn modelId="{9007D5D2-30BB-42D5-90E3-7828D12EE429}" srcId="{3764AA3C-4EA5-4CBE-983D-CE21710520C3}" destId="{6BFCDEEA-FE12-4037-BBFB-88DBF403A83E}" srcOrd="0" destOrd="0" parTransId="{736272A6-9002-45B3-B6B2-ACB47C210298}" sibTransId="{3C965932-17F5-4626-A2E6-6667721FF3E6}"/>
    <dgm:cxn modelId="{FFAD58D4-EE05-4BAD-A770-A0AD5DE99D31}" type="presOf" srcId="{30439CDC-2C52-4730-822B-B86ACA52D03F}" destId="{A31FAA55-2977-4CEB-8867-A23CF60E5AD3}" srcOrd="1" destOrd="0" presId="urn:microsoft.com/office/officeart/2005/8/layout/cycle4"/>
    <dgm:cxn modelId="{36F066D5-31F8-47D8-9A44-02C2B3C1FA6A}" srcId="{A84C8726-1476-4293-80C6-09E7056515C5}" destId="{77C6AA6A-565A-4352-9548-4491547F148B}" srcOrd="0" destOrd="0" parTransId="{641E70E6-E485-4AC1-987A-91EAECFDC7BB}" sibTransId="{84C52FD6-27A4-49A0-B281-4E781097F45C}"/>
    <dgm:cxn modelId="{E14019DF-B8DB-4812-8683-C969171A380C}" srcId="{AAB57261-9134-4545-89E3-CAF191643940}" destId="{4F7BDDA6-3AB9-4318-AE83-F45F38ACFE2B}" srcOrd="1" destOrd="0" parTransId="{B2AA2209-EDBB-4B67-A73E-F4DB0D509257}" sibTransId="{F78CBC05-45CE-498E-A4C7-2640A9C85B38}"/>
    <dgm:cxn modelId="{B849C0E4-2174-45A4-9D36-5185C0D97924}" type="presOf" srcId="{38D7E33F-6A43-4DA3-8223-A6BAFCF3FC1A}" destId="{7FAE457E-E7A1-4FA3-A004-FDAA32637258}" srcOrd="1" destOrd="0" presId="urn:microsoft.com/office/officeart/2005/8/layout/cycle4"/>
    <dgm:cxn modelId="{150D70E5-9B5A-4235-B870-EEA424DFA851}" type="presOf" srcId="{B96F5333-C05C-489D-BA56-4A502DE617B5}" destId="{A624254D-CB63-4F22-A079-E6C4FF2544BA}" srcOrd="0" destOrd="4" presId="urn:microsoft.com/office/officeart/2005/8/layout/cycle4"/>
    <dgm:cxn modelId="{E5EF9FEA-7253-47FB-BD78-7FF3FC695370}" srcId="{8CDB5B15-1DAA-47C6-A9DD-770061D5B044}" destId="{F1527015-595F-42EB-9618-2A767E3CB2C6}" srcOrd="3" destOrd="0" parTransId="{6052D291-8B6F-4D7A-87EB-2A86E67F4D5C}" sibTransId="{831A4F3F-0A54-46EC-8A6F-9C917532D6CD}"/>
    <dgm:cxn modelId="{052826EC-759B-421B-8CAC-54C853031F97}" type="presOf" srcId="{DF846A95-C058-430B-9D3B-EDB2FA8865B9}" destId="{06066113-520A-4159-A9AD-EB0D4576497A}" srcOrd="0" destOrd="2" presId="urn:microsoft.com/office/officeart/2005/8/layout/cycle4"/>
    <dgm:cxn modelId="{9EA9C6EC-0248-4060-B3C0-C877868672A1}" type="presOf" srcId="{4F7BDDA6-3AB9-4318-AE83-F45F38ACFE2B}" destId="{A624254D-CB63-4F22-A079-E6C4FF2544BA}" srcOrd="0" destOrd="1" presId="urn:microsoft.com/office/officeart/2005/8/layout/cycle4"/>
    <dgm:cxn modelId="{55F262EE-6205-4E48-8536-1561E78885B6}" srcId="{AAB57261-9134-4545-89E3-CAF191643940}" destId="{30439CDC-2C52-4730-822B-B86ACA52D03F}" srcOrd="0" destOrd="0" parTransId="{CAE4A311-75CC-4CAB-8E8B-0EBB62B7E0A7}" sibTransId="{F68EE2F8-014F-42F4-8280-51FA7EBA7E0C}"/>
    <dgm:cxn modelId="{470963F4-15BB-49B4-B671-F74203224AFE}" type="presOf" srcId="{2F778C36-30E7-48A9-B2E3-21CD2CEC45DA}" destId="{3D7F755A-3DB5-4302-ABEC-1D6D4E4F34AA}" srcOrd="0" destOrd="1" presId="urn:microsoft.com/office/officeart/2005/8/layout/cycle4"/>
    <dgm:cxn modelId="{9C85C3F4-1EAA-4A35-8222-F40BCA65A55E}" type="presOf" srcId="{9C01F30D-39BD-4318-BE6D-824C4C1673E0}" destId="{C6B724C3-21B0-479C-BDA8-F3E1C528BEC1}" srcOrd="1" destOrd="3" presId="urn:microsoft.com/office/officeart/2005/8/layout/cycle4"/>
    <dgm:cxn modelId="{16203FF8-0080-45DD-90DA-029AEA4E8D5E}" type="presOf" srcId="{6BFCDEEA-FE12-4037-BBFB-88DBF403A83E}" destId="{06066113-520A-4159-A9AD-EB0D4576497A}" srcOrd="0" destOrd="4" presId="urn:microsoft.com/office/officeart/2005/8/layout/cycle4"/>
    <dgm:cxn modelId="{CECF2BFA-DFB1-4291-8E4E-766D742E77E7}" type="presOf" srcId="{8C97DC97-64E7-4862-BE8B-43985317595D}" destId="{0A98BFDC-C267-4366-ACCC-4BEA788EBAE7}" srcOrd="1" destOrd="3" presId="urn:microsoft.com/office/officeart/2005/8/layout/cycle4"/>
    <dgm:cxn modelId="{60CADAAF-398B-4DE8-8A45-A249724F131D}" type="presParOf" srcId="{88FFBBBC-A070-4C9D-8F86-B0BA19CB6AB0}" destId="{1C5ABA37-F0BD-4F28-A856-B34E070E1E82}" srcOrd="0" destOrd="0" presId="urn:microsoft.com/office/officeart/2005/8/layout/cycle4"/>
    <dgm:cxn modelId="{17BF7F9F-5204-4C85-B21B-321E64DE90C6}" type="presParOf" srcId="{1C5ABA37-F0BD-4F28-A856-B34E070E1E82}" destId="{CEF78D1F-04FF-4E9A-94DC-F403AB2ECB17}" srcOrd="0" destOrd="0" presId="urn:microsoft.com/office/officeart/2005/8/layout/cycle4"/>
    <dgm:cxn modelId="{C4666312-9679-45F6-95C8-BB5747714160}" type="presParOf" srcId="{CEF78D1F-04FF-4E9A-94DC-F403AB2ECB17}" destId="{A624254D-CB63-4F22-A079-E6C4FF2544BA}" srcOrd="0" destOrd="0" presId="urn:microsoft.com/office/officeart/2005/8/layout/cycle4"/>
    <dgm:cxn modelId="{5EAB0C0F-89B3-48DA-86EE-427480C3A2A8}" type="presParOf" srcId="{CEF78D1F-04FF-4E9A-94DC-F403AB2ECB17}" destId="{A31FAA55-2977-4CEB-8867-A23CF60E5AD3}" srcOrd="1" destOrd="0" presId="urn:microsoft.com/office/officeart/2005/8/layout/cycle4"/>
    <dgm:cxn modelId="{D293FB59-5C54-40A0-B7DB-66A62DBCC3BC}" type="presParOf" srcId="{1C5ABA37-F0BD-4F28-A856-B34E070E1E82}" destId="{4E635F52-B39D-4ED1-BDE3-5C4D86A3831E}" srcOrd="1" destOrd="0" presId="urn:microsoft.com/office/officeart/2005/8/layout/cycle4"/>
    <dgm:cxn modelId="{E0DF21B7-E64F-4F44-9681-C8921F2D750F}" type="presParOf" srcId="{4E635F52-B39D-4ED1-BDE3-5C4D86A3831E}" destId="{3D7F755A-3DB5-4302-ABEC-1D6D4E4F34AA}" srcOrd="0" destOrd="0" presId="urn:microsoft.com/office/officeart/2005/8/layout/cycle4"/>
    <dgm:cxn modelId="{47F32A0A-D881-4521-9E8A-4E2E1A440EBC}" type="presParOf" srcId="{4E635F52-B39D-4ED1-BDE3-5C4D86A3831E}" destId="{0A98BFDC-C267-4366-ACCC-4BEA788EBAE7}" srcOrd="1" destOrd="0" presId="urn:microsoft.com/office/officeart/2005/8/layout/cycle4"/>
    <dgm:cxn modelId="{7AF0BBEE-CC40-400F-A4E5-9824FA1F405F}" type="presParOf" srcId="{1C5ABA37-F0BD-4F28-A856-B34E070E1E82}" destId="{F4BA61C2-744B-4DEC-BF04-1B917EDE0C41}" srcOrd="2" destOrd="0" presId="urn:microsoft.com/office/officeart/2005/8/layout/cycle4"/>
    <dgm:cxn modelId="{43518EB8-888D-4EC7-A1BA-69BE383EFBEB}" type="presParOf" srcId="{F4BA61C2-744B-4DEC-BF04-1B917EDE0C41}" destId="{CC8BB53F-F115-4018-BA6E-13B560A44A01}" srcOrd="0" destOrd="0" presId="urn:microsoft.com/office/officeart/2005/8/layout/cycle4"/>
    <dgm:cxn modelId="{ABB9BCA1-6338-41E0-8330-D78B8FF4D583}" type="presParOf" srcId="{F4BA61C2-744B-4DEC-BF04-1B917EDE0C41}" destId="{C6B724C3-21B0-479C-BDA8-F3E1C528BEC1}" srcOrd="1" destOrd="0" presId="urn:microsoft.com/office/officeart/2005/8/layout/cycle4"/>
    <dgm:cxn modelId="{43828EFE-300F-4B5F-8F5D-B80E01008C67}" type="presParOf" srcId="{1C5ABA37-F0BD-4F28-A856-B34E070E1E82}" destId="{F1733BF3-32B7-4794-A562-B2B9418E2271}" srcOrd="3" destOrd="0" presId="urn:microsoft.com/office/officeart/2005/8/layout/cycle4"/>
    <dgm:cxn modelId="{5F53254D-BAAF-487A-9BCD-227601404CEF}" type="presParOf" srcId="{F1733BF3-32B7-4794-A562-B2B9418E2271}" destId="{06066113-520A-4159-A9AD-EB0D4576497A}" srcOrd="0" destOrd="0" presId="urn:microsoft.com/office/officeart/2005/8/layout/cycle4"/>
    <dgm:cxn modelId="{F37D85F2-E3C3-4854-A52F-E2D743C12E46}" type="presParOf" srcId="{F1733BF3-32B7-4794-A562-B2B9418E2271}" destId="{7FAE457E-E7A1-4FA3-A004-FDAA32637258}" srcOrd="1" destOrd="0" presId="urn:microsoft.com/office/officeart/2005/8/layout/cycle4"/>
    <dgm:cxn modelId="{E1FF68EB-99B8-4021-8726-7D2955BAFB39}" type="presParOf" srcId="{1C5ABA37-F0BD-4F28-A856-B34E070E1E82}" destId="{08C01411-5EB9-452C-A69D-D4F39A5026E0}" srcOrd="4" destOrd="0" presId="urn:microsoft.com/office/officeart/2005/8/layout/cycle4"/>
    <dgm:cxn modelId="{F47AB3B2-B3F8-4493-8EF5-52EB1F47DCEE}" type="presParOf" srcId="{88FFBBBC-A070-4C9D-8F86-B0BA19CB6AB0}" destId="{CF4B837A-92AE-4DB9-87CB-534B6AC9615E}" srcOrd="1" destOrd="0" presId="urn:microsoft.com/office/officeart/2005/8/layout/cycle4"/>
    <dgm:cxn modelId="{546BAE4C-F278-4299-82E9-5C4B4F8973FD}" type="presParOf" srcId="{CF4B837A-92AE-4DB9-87CB-534B6AC9615E}" destId="{D7C08D17-E993-4DBC-AB41-0C84996BC594}" srcOrd="0" destOrd="0" presId="urn:microsoft.com/office/officeart/2005/8/layout/cycle4"/>
    <dgm:cxn modelId="{43354F77-ACE1-41E4-8C75-9FB719B42099}" type="presParOf" srcId="{CF4B837A-92AE-4DB9-87CB-534B6AC9615E}" destId="{1BE379D7-462B-4364-8BE5-48B270F83D48}" srcOrd="1" destOrd="0" presId="urn:microsoft.com/office/officeart/2005/8/layout/cycle4"/>
    <dgm:cxn modelId="{AE0F3DC0-9E5E-4880-A8BA-C6EB33830B4A}" type="presParOf" srcId="{CF4B837A-92AE-4DB9-87CB-534B6AC9615E}" destId="{C24AB2C3-75F2-4911-BD8A-AC71D5D25EB3}" srcOrd="2" destOrd="0" presId="urn:microsoft.com/office/officeart/2005/8/layout/cycle4"/>
    <dgm:cxn modelId="{E9F5D769-2665-46CB-AEC1-2767FF8623B7}" type="presParOf" srcId="{CF4B837A-92AE-4DB9-87CB-534B6AC9615E}" destId="{8675F668-5785-498F-B2A4-48A0387F885D}" srcOrd="3" destOrd="0" presId="urn:microsoft.com/office/officeart/2005/8/layout/cycle4"/>
    <dgm:cxn modelId="{3254E9FC-E4B4-431E-9A18-7CAA44D62A6A}" type="presParOf" srcId="{CF4B837A-92AE-4DB9-87CB-534B6AC9615E}" destId="{A446A057-B706-4431-B035-261356924661}" srcOrd="4" destOrd="0" presId="urn:microsoft.com/office/officeart/2005/8/layout/cycle4"/>
    <dgm:cxn modelId="{052E5D6D-29CF-4B17-9206-E0BACA605C8F}" type="presParOf" srcId="{88FFBBBC-A070-4C9D-8F86-B0BA19CB6AB0}" destId="{9A6EBE8D-F2EB-436F-AC03-A8DC9983324A}" srcOrd="2" destOrd="0" presId="urn:microsoft.com/office/officeart/2005/8/layout/cycle4"/>
    <dgm:cxn modelId="{02C5E623-77DF-47F3-9AAA-8717711B8E6A}" type="presParOf" srcId="{88FFBBBC-A070-4C9D-8F86-B0BA19CB6AB0}" destId="{CD8CE3CA-6E0E-48A3-8D70-846F7588289F}" srcOrd="3" destOrd="0" presId="urn:microsoft.com/office/officeart/2005/8/layout/cycle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6CBEC6-1322-4A90-A530-E26235B63353}" type="doc">
      <dgm:prSet loTypeId="urn:microsoft.com/office/officeart/2005/8/layout/hierarchy4" loCatId="hierarchy" qsTypeId="urn:microsoft.com/office/officeart/2005/8/quickstyle/simple1" qsCatId="simple" csTypeId="urn:microsoft.com/office/officeart/2005/8/colors/accent1_2" csCatId="accent1" phldr="1"/>
      <dgm:spPr/>
      <dgm:t>
        <a:bodyPr/>
        <a:lstStyle/>
        <a:p>
          <a:endParaRPr lang="en-US"/>
        </a:p>
      </dgm:t>
    </dgm:pt>
    <dgm:pt modelId="{DE7E9698-A492-470B-9230-5CD447E43055}">
      <dgm:prSet phldrT="[Text]" custT="1"/>
      <dgm:spPr>
        <a:solidFill>
          <a:schemeClr val="tx2">
            <a:lumMod val="60000"/>
            <a:lumOff val="40000"/>
          </a:schemeClr>
        </a:solidFill>
      </dgm:spPr>
      <dgm:t>
        <a:bodyPr/>
        <a:lstStyle/>
        <a:p>
          <a:r>
            <a:rPr lang="en-US" sz="1600" b="1" dirty="0"/>
            <a:t>Framework  Energy Strategy 2035 </a:t>
          </a:r>
        </a:p>
      </dgm:t>
    </dgm:pt>
    <dgm:pt modelId="{48BB3512-BCE8-4575-986F-A7E83BABE206}" type="parTrans" cxnId="{3100AB60-938D-4487-8220-3FB32272F901}">
      <dgm:prSet/>
      <dgm:spPr/>
      <dgm:t>
        <a:bodyPr/>
        <a:lstStyle/>
        <a:p>
          <a:endParaRPr lang="en-US"/>
        </a:p>
      </dgm:t>
    </dgm:pt>
    <dgm:pt modelId="{7299C9E4-58BD-432C-98C8-7B7DC3B72375}" type="sibTrans" cxnId="{3100AB60-938D-4487-8220-3FB32272F901}">
      <dgm:prSet/>
      <dgm:spPr/>
      <dgm:t>
        <a:bodyPr/>
        <a:lstStyle/>
        <a:p>
          <a:endParaRPr lang="en-US"/>
        </a:p>
      </dgm:t>
    </dgm:pt>
    <dgm:pt modelId="{BCD8D54F-B30C-4B12-878A-57CA416620FB}">
      <dgm:prSet phldrT="[Text]"/>
      <dgm:spPr>
        <a:solidFill>
          <a:srgbClr val="C00000"/>
        </a:solidFill>
      </dgm:spPr>
      <dgm:t>
        <a:bodyPr/>
        <a:lstStyle/>
        <a:p>
          <a:pPr marL="0" indent="0" algn="ctr"/>
          <a:r>
            <a:rPr lang="en-US" b="1" dirty="0"/>
            <a:t>Energy Poverty Strategy</a:t>
          </a:r>
        </a:p>
      </dgm:t>
    </dgm:pt>
    <dgm:pt modelId="{5693DE3A-5A22-4FF0-8642-611CE0250D52}" type="parTrans" cxnId="{5A127570-D190-4BF6-8747-477928A7406E}">
      <dgm:prSet/>
      <dgm:spPr/>
      <dgm:t>
        <a:bodyPr/>
        <a:lstStyle/>
        <a:p>
          <a:endParaRPr lang="en-US"/>
        </a:p>
      </dgm:t>
    </dgm:pt>
    <dgm:pt modelId="{43B81F67-D92B-4D50-BADA-FD9D9D568520}" type="sibTrans" cxnId="{5A127570-D190-4BF6-8747-477928A7406E}">
      <dgm:prSet/>
      <dgm:spPr/>
      <dgm:t>
        <a:bodyPr/>
        <a:lstStyle/>
        <a:p>
          <a:endParaRPr lang="en-US"/>
        </a:p>
      </dgm:t>
    </dgm:pt>
    <dgm:pt modelId="{80B90AA5-9B73-40CB-8679-24DFF4AEEB41}">
      <dgm:prSet phldrT="[Text]"/>
      <dgm:spPr>
        <a:solidFill>
          <a:srgbClr val="0070C0"/>
        </a:solidFill>
      </dgm:spPr>
      <dgm:t>
        <a:bodyPr/>
        <a:lstStyle/>
        <a:p>
          <a:r>
            <a:rPr lang="en-US" dirty="0"/>
            <a:t>Just transition Strategy</a:t>
          </a:r>
        </a:p>
      </dgm:t>
    </dgm:pt>
    <dgm:pt modelId="{CEFE02C8-0C55-49AB-833C-812928C3E4E7}" type="parTrans" cxnId="{306C9C32-8AD3-49C9-9CAA-3F2B321239EE}">
      <dgm:prSet/>
      <dgm:spPr/>
      <dgm:t>
        <a:bodyPr/>
        <a:lstStyle/>
        <a:p>
          <a:endParaRPr lang="en-US"/>
        </a:p>
      </dgm:t>
    </dgm:pt>
    <dgm:pt modelId="{CA3D1BDF-0BCD-4BE4-96D9-EC3E8921089C}" type="sibTrans" cxnId="{306C9C32-8AD3-49C9-9CAA-3F2B321239EE}">
      <dgm:prSet/>
      <dgm:spPr/>
      <dgm:t>
        <a:bodyPr/>
        <a:lstStyle/>
        <a:p>
          <a:endParaRPr lang="en-US"/>
        </a:p>
      </dgm:t>
    </dgm:pt>
    <dgm:pt modelId="{0503CFC7-C6DA-4342-A97E-921E9C5D64CC}">
      <dgm:prSet phldrT="[Text]"/>
      <dgm:spPr>
        <a:solidFill>
          <a:schemeClr val="accent6">
            <a:lumMod val="50000"/>
          </a:schemeClr>
        </a:solidFill>
      </dgm:spPr>
      <dgm:t>
        <a:bodyPr/>
        <a:lstStyle/>
        <a:p>
          <a:r>
            <a:rPr lang="en-US" b="1" dirty="0"/>
            <a:t>Sofia Declaration </a:t>
          </a:r>
        </a:p>
      </dgm:t>
    </dgm:pt>
    <dgm:pt modelId="{D5442BEB-01CD-4793-95BA-26DB409CBACD}" type="parTrans" cxnId="{EC062D28-228F-431E-AD51-1ABFFF064BBC}">
      <dgm:prSet/>
      <dgm:spPr/>
      <dgm:t>
        <a:bodyPr/>
        <a:lstStyle/>
        <a:p>
          <a:endParaRPr lang="en-US"/>
        </a:p>
      </dgm:t>
    </dgm:pt>
    <dgm:pt modelId="{832A99E0-ADF9-4007-B678-3015F531006E}" type="sibTrans" cxnId="{EC062D28-228F-431E-AD51-1ABFFF064BBC}">
      <dgm:prSet/>
      <dgm:spPr/>
      <dgm:t>
        <a:bodyPr/>
        <a:lstStyle/>
        <a:p>
          <a:endParaRPr lang="en-US"/>
        </a:p>
      </dgm:t>
    </dgm:pt>
    <dgm:pt modelId="{690075BD-6049-41C5-B1AE-3B4DA8E3B318}">
      <dgm:prSet phldrT="[Text]" custT="1"/>
      <dgm:spPr>
        <a:solidFill>
          <a:schemeClr val="bg1">
            <a:lumMod val="75000"/>
          </a:schemeClr>
        </a:solidFill>
      </dgm:spPr>
      <dgm:t>
        <a:bodyPr lIns="0" rIns="365760"/>
        <a:lstStyle/>
        <a:p>
          <a:pPr algn="ctr" defTabSz="804863">
            <a:tabLst>
              <a:tab pos="685800" algn="l"/>
            </a:tabLst>
          </a:pPr>
          <a:r>
            <a:rPr lang="en-US" sz="2400" b="1" dirty="0"/>
            <a:t>NECP</a:t>
          </a:r>
        </a:p>
      </dgm:t>
    </dgm:pt>
    <dgm:pt modelId="{02F21D5D-794B-4EEB-9346-F83519F4EBFC}" type="sibTrans" cxnId="{265969D0-2B8F-4DAA-9580-DD8B5AD9A0C3}">
      <dgm:prSet/>
      <dgm:spPr/>
      <dgm:t>
        <a:bodyPr/>
        <a:lstStyle/>
        <a:p>
          <a:endParaRPr lang="en-US"/>
        </a:p>
      </dgm:t>
    </dgm:pt>
    <dgm:pt modelId="{BFB29AD1-D16F-46FF-B08F-C3B5A01D06E6}" type="parTrans" cxnId="{265969D0-2B8F-4DAA-9580-DD8B5AD9A0C3}">
      <dgm:prSet/>
      <dgm:spPr/>
      <dgm:t>
        <a:bodyPr/>
        <a:lstStyle/>
        <a:p>
          <a:endParaRPr lang="en-US"/>
        </a:p>
      </dgm:t>
    </dgm:pt>
    <dgm:pt modelId="{1808611E-E9B7-455B-AA97-68189863D477}">
      <dgm:prSet phldrT="[Text]"/>
      <dgm:spPr>
        <a:solidFill>
          <a:srgbClr val="8FC73E"/>
        </a:solidFill>
      </dgm:spPr>
      <dgm:t>
        <a:bodyPr/>
        <a:lstStyle/>
        <a:p>
          <a:r>
            <a:rPr lang="en-US" dirty="0"/>
            <a:t>Climate neutrality until 2050</a:t>
          </a:r>
        </a:p>
      </dgm:t>
    </dgm:pt>
    <dgm:pt modelId="{742787F6-89BF-4489-A744-4D929F26F09B}" type="sibTrans" cxnId="{E454409B-6464-49BA-9DA5-FD9DEB7FC6DE}">
      <dgm:prSet/>
      <dgm:spPr/>
      <dgm:t>
        <a:bodyPr/>
        <a:lstStyle/>
        <a:p>
          <a:endParaRPr lang="en-US"/>
        </a:p>
      </dgm:t>
    </dgm:pt>
    <dgm:pt modelId="{063661A5-3BD8-4E91-B19F-86056CA77DB2}" type="parTrans" cxnId="{E454409B-6464-49BA-9DA5-FD9DEB7FC6DE}">
      <dgm:prSet/>
      <dgm:spPr/>
      <dgm:t>
        <a:bodyPr/>
        <a:lstStyle/>
        <a:p>
          <a:endParaRPr lang="en-US"/>
        </a:p>
      </dgm:t>
    </dgm:pt>
    <dgm:pt modelId="{3F369990-27DD-44AC-B904-D09957F31263}" type="pres">
      <dgm:prSet presAssocID="{DB6CBEC6-1322-4A90-A530-E26235B63353}" presName="Name0" presStyleCnt="0">
        <dgm:presLayoutVars>
          <dgm:chPref val="1"/>
          <dgm:dir/>
          <dgm:animOne val="branch"/>
          <dgm:animLvl val="lvl"/>
          <dgm:resizeHandles/>
        </dgm:presLayoutVars>
      </dgm:prSet>
      <dgm:spPr/>
    </dgm:pt>
    <dgm:pt modelId="{73446570-EE73-47BE-8AA9-72F2EC52AB04}" type="pres">
      <dgm:prSet presAssocID="{1808611E-E9B7-455B-AA97-68189863D477}" presName="vertOne" presStyleCnt="0"/>
      <dgm:spPr/>
    </dgm:pt>
    <dgm:pt modelId="{78A3B858-CE54-444E-B94C-DB0B77329E17}" type="pres">
      <dgm:prSet presAssocID="{1808611E-E9B7-455B-AA97-68189863D477}" presName="txOne" presStyleLbl="node0" presStyleIdx="0" presStyleCnt="1">
        <dgm:presLayoutVars>
          <dgm:chPref val="3"/>
        </dgm:presLayoutVars>
      </dgm:prSet>
      <dgm:spPr/>
    </dgm:pt>
    <dgm:pt modelId="{0D3B5093-1B04-4EF0-9C1F-DC26E3CB75E2}" type="pres">
      <dgm:prSet presAssocID="{1808611E-E9B7-455B-AA97-68189863D477}" presName="parTransOne" presStyleCnt="0"/>
      <dgm:spPr/>
    </dgm:pt>
    <dgm:pt modelId="{CD1108E5-E341-4FAE-A505-1FABBB2E87F8}" type="pres">
      <dgm:prSet presAssocID="{1808611E-E9B7-455B-AA97-68189863D477}" presName="horzOne" presStyleCnt="0"/>
      <dgm:spPr/>
    </dgm:pt>
    <dgm:pt modelId="{F7236996-297A-40E8-BC7B-33334CF063A6}" type="pres">
      <dgm:prSet presAssocID="{690075BD-6049-41C5-B1AE-3B4DA8E3B318}" presName="vertTwo" presStyleCnt="0"/>
      <dgm:spPr/>
    </dgm:pt>
    <dgm:pt modelId="{4417A748-E568-4510-B755-1C3086DF8357}" type="pres">
      <dgm:prSet presAssocID="{690075BD-6049-41C5-B1AE-3B4DA8E3B318}" presName="txTwo" presStyleLbl="node2" presStyleIdx="0" presStyleCnt="2" custScaleY="124692">
        <dgm:presLayoutVars>
          <dgm:chPref val="3"/>
        </dgm:presLayoutVars>
      </dgm:prSet>
      <dgm:spPr/>
    </dgm:pt>
    <dgm:pt modelId="{B94EF019-F1D8-422B-A3EA-46BC5C98514D}" type="pres">
      <dgm:prSet presAssocID="{690075BD-6049-41C5-B1AE-3B4DA8E3B318}" presName="parTransTwo" presStyleCnt="0"/>
      <dgm:spPr/>
    </dgm:pt>
    <dgm:pt modelId="{752A8C46-93F1-4C4B-B292-F3A0A3A73AAF}" type="pres">
      <dgm:prSet presAssocID="{690075BD-6049-41C5-B1AE-3B4DA8E3B318}" presName="horzTwo" presStyleCnt="0"/>
      <dgm:spPr/>
    </dgm:pt>
    <dgm:pt modelId="{E1BD8FC0-5C30-4851-AD6A-26408CF4CCCF}" type="pres">
      <dgm:prSet presAssocID="{DE7E9698-A492-470B-9230-5CD447E43055}" presName="vertThree" presStyleCnt="0"/>
      <dgm:spPr/>
    </dgm:pt>
    <dgm:pt modelId="{5FF35213-CBB2-4426-B9F7-A40579016D03}" type="pres">
      <dgm:prSet presAssocID="{DE7E9698-A492-470B-9230-5CD447E43055}" presName="txThree" presStyleLbl="node3" presStyleIdx="0" presStyleCnt="3" custLinFactNeighborX="217" custLinFactNeighborY="10519">
        <dgm:presLayoutVars>
          <dgm:chPref val="3"/>
        </dgm:presLayoutVars>
      </dgm:prSet>
      <dgm:spPr/>
    </dgm:pt>
    <dgm:pt modelId="{35B39065-0D62-4F50-B989-E579920AB845}" type="pres">
      <dgm:prSet presAssocID="{DE7E9698-A492-470B-9230-5CD447E43055}" presName="horzThree" presStyleCnt="0"/>
      <dgm:spPr/>
    </dgm:pt>
    <dgm:pt modelId="{DFE5F17A-C3D1-41E0-8634-9FC3ED6803B9}" type="pres">
      <dgm:prSet presAssocID="{7299C9E4-58BD-432C-98C8-7B7DC3B72375}" presName="sibSpaceThree" presStyleCnt="0"/>
      <dgm:spPr/>
    </dgm:pt>
    <dgm:pt modelId="{4274A956-FD3B-40F2-BFD1-252D5CF915D4}" type="pres">
      <dgm:prSet presAssocID="{BCD8D54F-B30C-4B12-878A-57CA416620FB}" presName="vertThree" presStyleCnt="0"/>
      <dgm:spPr/>
    </dgm:pt>
    <dgm:pt modelId="{31B1B70F-E6A3-4108-9B63-39E026AEB19B}" type="pres">
      <dgm:prSet presAssocID="{BCD8D54F-B30C-4B12-878A-57CA416620FB}" presName="txThree" presStyleLbl="node3" presStyleIdx="1" presStyleCnt="3" custLinFactNeighborX="2100" custLinFactNeighborY="3179">
        <dgm:presLayoutVars>
          <dgm:chPref val="3"/>
        </dgm:presLayoutVars>
      </dgm:prSet>
      <dgm:spPr/>
    </dgm:pt>
    <dgm:pt modelId="{55F4EA57-6C99-4FA7-9716-E5F09703AD9F}" type="pres">
      <dgm:prSet presAssocID="{BCD8D54F-B30C-4B12-878A-57CA416620FB}" presName="horzThree" presStyleCnt="0"/>
      <dgm:spPr/>
    </dgm:pt>
    <dgm:pt modelId="{EBB7BC6F-676E-448F-A463-3EF2ED869762}" type="pres">
      <dgm:prSet presAssocID="{02F21D5D-794B-4EEB-9346-F83519F4EBFC}" presName="sibSpaceTwo" presStyleCnt="0"/>
      <dgm:spPr/>
    </dgm:pt>
    <dgm:pt modelId="{DE758E56-62F6-4828-8090-56789536E2A5}" type="pres">
      <dgm:prSet presAssocID="{80B90AA5-9B73-40CB-8679-24DFF4AEEB41}" presName="vertTwo" presStyleCnt="0"/>
      <dgm:spPr/>
    </dgm:pt>
    <dgm:pt modelId="{84B770F7-E31D-4141-9045-75FF2F5B9AC9}" type="pres">
      <dgm:prSet presAssocID="{80B90AA5-9B73-40CB-8679-24DFF4AEEB41}" presName="txTwo" presStyleLbl="node2" presStyleIdx="1" presStyleCnt="2" custScaleY="61242" custLinFactNeighborX="-4371" custLinFactNeighborY="-24091">
        <dgm:presLayoutVars>
          <dgm:chPref val="3"/>
        </dgm:presLayoutVars>
      </dgm:prSet>
      <dgm:spPr/>
    </dgm:pt>
    <dgm:pt modelId="{27C4F386-0035-410E-B9D6-BD797041353F}" type="pres">
      <dgm:prSet presAssocID="{80B90AA5-9B73-40CB-8679-24DFF4AEEB41}" presName="parTransTwo" presStyleCnt="0"/>
      <dgm:spPr/>
    </dgm:pt>
    <dgm:pt modelId="{F06B2F6A-4F72-489D-A4DF-44240DE46415}" type="pres">
      <dgm:prSet presAssocID="{80B90AA5-9B73-40CB-8679-24DFF4AEEB41}" presName="horzTwo" presStyleCnt="0"/>
      <dgm:spPr/>
    </dgm:pt>
    <dgm:pt modelId="{A7396553-A487-4BE4-9408-2DB0FCDEEB6B}" type="pres">
      <dgm:prSet presAssocID="{0503CFC7-C6DA-4342-A97E-921E9C5D64CC}" presName="vertThree" presStyleCnt="0"/>
      <dgm:spPr/>
    </dgm:pt>
    <dgm:pt modelId="{40E0E181-9564-4FC8-98E4-54D22C2C38CD}" type="pres">
      <dgm:prSet presAssocID="{0503CFC7-C6DA-4342-A97E-921E9C5D64CC}" presName="txThree" presStyleLbl="node3" presStyleIdx="2" presStyleCnt="3" custScaleY="100415" custLinFactNeighborX="-4634" custLinFactNeighborY="64609">
        <dgm:presLayoutVars>
          <dgm:chPref val="3"/>
        </dgm:presLayoutVars>
      </dgm:prSet>
      <dgm:spPr/>
    </dgm:pt>
    <dgm:pt modelId="{9851C6CF-2E4A-482D-B920-26A1BACBDF1C}" type="pres">
      <dgm:prSet presAssocID="{0503CFC7-C6DA-4342-A97E-921E9C5D64CC}" presName="horzThree" presStyleCnt="0"/>
      <dgm:spPr/>
    </dgm:pt>
  </dgm:ptLst>
  <dgm:cxnLst>
    <dgm:cxn modelId="{677A050C-36DA-4B8E-A18F-0C666A9BD13E}" type="presOf" srcId="{DB6CBEC6-1322-4A90-A530-E26235B63353}" destId="{3F369990-27DD-44AC-B904-D09957F31263}" srcOrd="0" destOrd="0" presId="urn:microsoft.com/office/officeart/2005/8/layout/hierarchy4"/>
    <dgm:cxn modelId="{EC062D28-228F-431E-AD51-1ABFFF064BBC}" srcId="{80B90AA5-9B73-40CB-8679-24DFF4AEEB41}" destId="{0503CFC7-C6DA-4342-A97E-921E9C5D64CC}" srcOrd="0" destOrd="0" parTransId="{D5442BEB-01CD-4793-95BA-26DB409CBACD}" sibTransId="{832A99E0-ADF9-4007-B678-3015F531006E}"/>
    <dgm:cxn modelId="{306C9C32-8AD3-49C9-9CAA-3F2B321239EE}" srcId="{1808611E-E9B7-455B-AA97-68189863D477}" destId="{80B90AA5-9B73-40CB-8679-24DFF4AEEB41}" srcOrd="1" destOrd="0" parTransId="{CEFE02C8-0C55-49AB-833C-812928C3E4E7}" sibTransId="{CA3D1BDF-0BCD-4BE4-96D9-EC3E8921089C}"/>
    <dgm:cxn modelId="{3100AB60-938D-4487-8220-3FB32272F901}" srcId="{690075BD-6049-41C5-B1AE-3B4DA8E3B318}" destId="{DE7E9698-A492-470B-9230-5CD447E43055}" srcOrd="0" destOrd="0" parTransId="{48BB3512-BCE8-4575-986F-A7E83BABE206}" sibTransId="{7299C9E4-58BD-432C-98C8-7B7DC3B72375}"/>
    <dgm:cxn modelId="{65E00767-EAC8-4843-B2E2-11370DAC96A0}" type="presOf" srcId="{DE7E9698-A492-470B-9230-5CD447E43055}" destId="{5FF35213-CBB2-4426-B9F7-A40579016D03}" srcOrd="0" destOrd="0" presId="urn:microsoft.com/office/officeart/2005/8/layout/hierarchy4"/>
    <dgm:cxn modelId="{C489016E-E7B4-4373-A405-2313CC356F46}" type="presOf" srcId="{690075BD-6049-41C5-B1AE-3B4DA8E3B318}" destId="{4417A748-E568-4510-B755-1C3086DF8357}" srcOrd="0" destOrd="0" presId="urn:microsoft.com/office/officeart/2005/8/layout/hierarchy4"/>
    <dgm:cxn modelId="{5A127570-D190-4BF6-8747-477928A7406E}" srcId="{690075BD-6049-41C5-B1AE-3B4DA8E3B318}" destId="{BCD8D54F-B30C-4B12-878A-57CA416620FB}" srcOrd="1" destOrd="0" parTransId="{5693DE3A-5A22-4FF0-8642-611CE0250D52}" sibTransId="{43B81F67-D92B-4D50-BADA-FD9D9D568520}"/>
    <dgm:cxn modelId="{D852CE7F-3760-43C2-A8D7-6CF2092345F4}" type="presOf" srcId="{1808611E-E9B7-455B-AA97-68189863D477}" destId="{78A3B858-CE54-444E-B94C-DB0B77329E17}" srcOrd="0" destOrd="0" presId="urn:microsoft.com/office/officeart/2005/8/layout/hierarchy4"/>
    <dgm:cxn modelId="{E454409B-6464-49BA-9DA5-FD9DEB7FC6DE}" srcId="{DB6CBEC6-1322-4A90-A530-E26235B63353}" destId="{1808611E-E9B7-455B-AA97-68189863D477}" srcOrd="0" destOrd="0" parTransId="{063661A5-3BD8-4E91-B19F-86056CA77DB2}" sibTransId="{742787F6-89BF-4489-A744-4D929F26F09B}"/>
    <dgm:cxn modelId="{1EFDECA3-5DD7-4055-BF1A-33C879A4844D}" type="presOf" srcId="{BCD8D54F-B30C-4B12-878A-57CA416620FB}" destId="{31B1B70F-E6A3-4108-9B63-39E026AEB19B}" srcOrd="0" destOrd="0" presId="urn:microsoft.com/office/officeart/2005/8/layout/hierarchy4"/>
    <dgm:cxn modelId="{131B3DBB-BFB0-4046-B3D6-30E9892B0B73}" type="presOf" srcId="{80B90AA5-9B73-40CB-8679-24DFF4AEEB41}" destId="{84B770F7-E31D-4141-9045-75FF2F5B9AC9}" srcOrd="0" destOrd="0" presId="urn:microsoft.com/office/officeart/2005/8/layout/hierarchy4"/>
    <dgm:cxn modelId="{716C09C8-181E-447C-A667-C25CF26A37B3}" type="presOf" srcId="{0503CFC7-C6DA-4342-A97E-921E9C5D64CC}" destId="{40E0E181-9564-4FC8-98E4-54D22C2C38CD}" srcOrd="0" destOrd="0" presId="urn:microsoft.com/office/officeart/2005/8/layout/hierarchy4"/>
    <dgm:cxn modelId="{265969D0-2B8F-4DAA-9580-DD8B5AD9A0C3}" srcId="{1808611E-E9B7-455B-AA97-68189863D477}" destId="{690075BD-6049-41C5-B1AE-3B4DA8E3B318}" srcOrd="0" destOrd="0" parTransId="{BFB29AD1-D16F-46FF-B08F-C3B5A01D06E6}" sibTransId="{02F21D5D-794B-4EEB-9346-F83519F4EBFC}"/>
    <dgm:cxn modelId="{DB255E26-1B8B-46C1-B435-5870CEB48A2F}" type="presParOf" srcId="{3F369990-27DD-44AC-B904-D09957F31263}" destId="{73446570-EE73-47BE-8AA9-72F2EC52AB04}" srcOrd="0" destOrd="0" presId="urn:microsoft.com/office/officeart/2005/8/layout/hierarchy4"/>
    <dgm:cxn modelId="{960E2256-B5C6-41C2-9BA6-2A22322AD1AD}" type="presParOf" srcId="{73446570-EE73-47BE-8AA9-72F2EC52AB04}" destId="{78A3B858-CE54-444E-B94C-DB0B77329E17}" srcOrd="0" destOrd="0" presId="urn:microsoft.com/office/officeart/2005/8/layout/hierarchy4"/>
    <dgm:cxn modelId="{CE8AAD8B-E2DF-4022-A6AB-ABE6272B65A0}" type="presParOf" srcId="{73446570-EE73-47BE-8AA9-72F2EC52AB04}" destId="{0D3B5093-1B04-4EF0-9C1F-DC26E3CB75E2}" srcOrd="1" destOrd="0" presId="urn:microsoft.com/office/officeart/2005/8/layout/hierarchy4"/>
    <dgm:cxn modelId="{174B8405-67AE-45E6-B99C-1EACA1519997}" type="presParOf" srcId="{73446570-EE73-47BE-8AA9-72F2EC52AB04}" destId="{CD1108E5-E341-4FAE-A505-1FABBB2E87F8}" srcOrd="2" destOrd="0" presId="urn:microsoft.com/office/officeart/2005/8/layout/hierarchy4"/>
    <dgm:cxn modelId="{92F68695-20D9-4B73-BB7F-801A0051DEDB}" type="presParOf" srcId="{CD1108E5-E341-4FAE-A505-1FABBB2E87F8}" destId="{F7236996-297A-40E8-BC7B-33334CF063A6}" srcOrd="0" destOrd="0" presId="urn:microsoft.com/office/officeart/2005/8/layout/hierarchy4"/>
    <dgm:cxn modelId="{9BE3B544-0BD5-46BF-BCA9-31F9F971391D}" type="presParOf" srcId="{F7236996-297A-40E8-BC7B-33334CF063A6}" destId="{4417A748-E568-4510-B755-1C3086DF8357}" srcOrd="0" destOrd="0" presId="urn:microsoft.com/office/officeart/2005/8/layout/hierarchy4"/>
    <dgm:cxn modelId="{396C6D05-FF93-40D8-961C-04A6CEB948AA}" type="presParOf" srcId="{F7236996-297A-40E8-BC7B-33334CF063A6}" destId="{B94EF019-F1D8-422B-A3EA-46BC5C98514D}" srcOrd="1" destOrd="0" presId="urn:microsoft.com/office/officeart/2005/8/layout/hierarchy4"/>
    <dgm:cxn modelId="{7FA0570B-C651-4552-AE27-AE1E9677B34A}" type="presParOf" srcId="{F7236996-297A-40E8-BC7B-33334CF063A6}" destId="{752A8C46-93F1-4C4B-B292-F3A0A3A73AAF}" srcOrd="2" destOrd="0" presId="urn:microsoft.com/office/officeart/2005/8/layout/hierarchy4"/>
    <dgm:cxn modelId="{49E3C7FA-509E-4CB9-8A60-143C8B63BE7E}" type="presParOf" srcId="{752A8C46-93F1-4C4B-B292-F3A0A3A73AAF}" destId="{E1BD8FC0-5C30-4851-AD6A-26408CF4CCCF}" srcOrd="0" destOrd="0" presId="urn:microsoft.com/office/officeart/2005/8/layout/hierarchy4"/>
    <dgm:cxn modelId="{7853BB30-8040-4178-8526-023E8F85F229}" type="presParOf" srcId="{E1BD8FC0-5C30-4851-AD6A-26408CF4CCCF}" destId="{5FF35213-CBB2-4426-B9F7-A40579016D03}" srcOrd="0" destOrd="0" presId="urn:microsoft.com/office/officeart/2005/8/layout/hierarchy4"/>
    <dgm:cxn modelId="{459A92D1-3CFE-4B3E-8F87-F9624F281CDE}" type="presParOf" srcId="{E1BD8FC0-5C30-4851-AD6A-26408CF4CCCF}" destId="{35B39065-0D62-4F50-B989-E579920AB845}" srcOrd="1" destOrd="0" presId="urn:microsoft.com/office/officeart/2005/8/layout/hierarchy4"/>
    <dgm:cxn modelId="{39B2BA32-350D-4CBF-8898-45A4348F07A5}" type="presParOf" srcId="{752A8C46-93F1-4C4B-B292-F3A0A3A73AAF}" destId="{DFE5F17A-C3D1-41E0-8634-9FC3ED6803B9}" srcOrd="1" destOrd="0" presId="urn:microsoft.com/office/officeart/2005/8/layout/hierarchy4"/>
    <dgm:cxn modelId="{20F7755D-BDCE-4600-BDF1-FCEF657F64D7}" type="presParOf" srcId="{752A8C46-93F1-4C4B-B292-F3A0A3A73AAF}" destId="{4274A956-FD3B-40F2-BFD1-252D5CF915D4}" srcOrd="2" destOrd="0" presId="urn:microsoft.com/office/officeart/2005/8/layout/hierarchy4"/>
    <dgm:cxn modelId="{88690749-FAF9-45FD-B0ED-1C7B98474721}" type="presParOf" srcId="{4274A956-FD3B-40F2-BFD1-252D5CF915D4}" destId="{31B1B70F-E6A3-4108-9B63-39E026AEB19B}" srcOrd="0" destOrd="0" presId="urn:microsoft.com/office/officeart/2005/8/layout/hierarchy4"/>
    <dgm:cxn modelId="{C5ECC5FE-451E-4684-9950-DEA498F02807}" type="presParOf" srcId="{4274A956-FD3B-40F2-BFD1-252D5CF915D4}" destId="{55F4EA57-6C99-4FA7-9716-E5F09703AD9F}" srcOrd="1" destOrd="0" presId="urn:microsoft.com/office/officeart/2005/8/layout/hierarchy4"/>
    <dgm:cxn modelId="{10BDC45A-91B9-4A5B-9B70-DEDCE2030F5E}" type="presParOf" srcId="{CD1108E5-E341-4FAE-A505-1FABBB2E87F8}" destId="{EBB7BC6F-676E-448F-A463-3EF2ED869762}" srcOrd="1" destOrd="0" presId="urn:microsoft.com/office/officeart/2005/8/layout/hierarchy4"/>
    <dgm:cxn modelId="{CECB6C2F-C674-4FEE-90BE-BBE778248F9A}" type="presParOf" srcId="{CD1108E5-E341-4FAE-A505-1FABBB2E87F8}" destId="{DE758E56-62F6-4828-8090-56789536E2A5}" srcOrd="2" destOrd="0" presId="urn:microsoft.com/office/officeart/2005/8/layout/hierarchy4"/>
    <dgm:cxn modelId="{45C372BE-59EC-4CCF-B45F-377501EE1C66}" type="presParOf" srcId="{DE758E56-62F6-4828-8090-56789536E2A5}" destId="{84B770F7-E31D-4141-9045-75FF2F5B9AC9}" srcOrd="0" destOrd="0" presId="urn:microsoft.com/office/officeart/2005/8/layout/hierarchy4"/>
    <dgm:cxn modelId="{E18B9787-796F-49E1-B5BB-E9A43CBD1E0F}" type="presParOf" srcId="{DE758E56-62F6-4828-8090-56789536E2A5}" destId="{27C4F386-0035-410E-B9D6-BD797041353F}" srcOrd="1" destOrd="0" presId="urn:microsoft.com/office/officeart/2005/8/layout/hierarchy4"/>
    <dgm:cxn modelId="{865505DB-3F82-48E1-9C8D-16A48CC8DE2D}" type="presParOf" srcId="{DE758E56-62F6-4828-8090-56789536E2A5}" destId="{F06B2F6A-4F72-489D-A4DF-44240DE46415}" srcOrd="2" destOrd="0" presId="urn:microsoft.com/office/officeart/2005/8/layout/hierarchy4"/>
    <dgm:cxn modelId="{F0DBA7CB-CD24-44D3-AFAB-7327AF36F72E}" type="presParOf" srcId="{F06B2F6A-4F72-489D-A4DF-44240DE46415}" destId="{A7396553-A487-4BE4-9408-2DB0FCDEEB6B}" srcOrd="0" destOrd="0" presId="urn:microsoft.com/office/officeart/2005/8/layout/hierarchy4"/>
    <dgm:cxn modelId="{01A89313-3EAF-4952-9B9A-CA6C6F67D37F}" type="presParOf" srcId="{A7396553-A487-4BE4-9408-2DB0FCDEEB6B}" destId="{40E0E181-9564-4FC8-98E4-54D22C2C38CD}" srcOrd="0" destOrd="0" presId="urn:microsoft.com/office/officeart/2005/8/layout/hierarchy4"/>
    <dgm:cxn modelId="{48AABC3D-652F-456B-A09E-A509E7F8AC56}" type="presParOf" srcId="{A7396553-A487-4BE4-9408-2DB0FCDEEB6B}" destId="{9851C6CF-2E4A-482D-B920-26A1BACBDF1C}" srcOrd="1" destOrd="0" presId="urn:microsoft.com/office/officeart/2005/8/layout/hierarchy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EA9CDF3-900D-4F83-A49E-EDF32114B841}" type="doc">
      <dgm:prSet loTypeId="urn:microsoft.com/office/officeart/2005/8/layout/hierarchy3" loCatId="list" qsTypeId="urn:microsoft.com/office/officeart/2005/8/quickstyle/simple1" qsCatId="simple" csTypeId="urn:microsoft.com/office/officeart/2005/8/colors/accent3_4" csCatId="accent3" phldr="1"/>
      <dgm:spPr/>
      <dgm:t>
        <a:bodyPr/>
        <a:lstStyle/>
        <a:p>
          <a:endParaRPr lang="en-US"/>
        </a:p>
      </dgm:t>
    </dgm:pt>
    <dgm:pt modelId="{9B00E9D0-9658-4604-8B74-730CBBA4C4BA}">
      <dgm:prSet phldrT="[Text]" custT="1"/>
      <dgm:spPr>
        <a:solidFill>
          <a:srgbClr val="00B050"/>
        </a:solidFill>
      </dgm:spPr>
      <dgm:t>
        <a:bodyPr/>
        <a:lstStyle/>
        <a:p>
          <a:r>
            <a:rPr lang="en-US" sz="2800" b="1" dirty="0">
              <a:latin typeface="Cambria" panose="02040503050406030204" pitchFamily="18" charset="0"/>
              <a:ea typeface="Cambria" panose="02040503050406030204" pitchFamily="18" charset="0"/>
            </a:rPr>
            <a:t>Energy &amp; Climate</a:t>
          </a:r>
        </a:p>
      </dgm:t>
    </dgm:pt>
    <dgm:pt modelId="{5C67F672-6254-4418-B2BF-0231D635E441}" type="parTrans" cxnId="{A626349B-0874-45B6-9C98-5E1975EC4D82}">
      <dgm:prSet/>
      <dgm:spPr/>
      <dgm:t>
        <a:bodyPr/>
        <a:lstStyle/>
        <a:p>
          <a:endParaRPr lang="en-US">
            <a:latin typeface="Cambria" panose="02040503050406030204" pitchFamily="18" charset="0"/>
            <a:ea typeface="Cambria" panose="02040503050406030204" pitchFamily="18" charset="0"/>
          </a:endParaRPr>
        </a:p>
      </dgm:t>
    </dgm:pt>
    <dgm:pt modelId="{2CA77E0A-D670-46AD-86B7-819AFE360FAB}" type="sibTrans" cxnId="{A626349B-0874-45B6-9C98-5E1975EC4D82}">
      <dgm:prSet/>
      <dgm:spPr/>
      <dgm:t>
        <a:bodyPr/>
        <a:lstStyle/>
        <a:p>
          <a:endParaRPr lang="en-US">
            <a:latin typeface="Cambria" panose="02040503050406030204" pitchFamily="18" charset="0"/>
            <a:ea typeface="Cambria" panose="02040503050406030204" pitchFamily="18" charset="0"/>
          </a:endParaRPr>
        </a:p>
      </dgm:t>
    </dgm:pt>
    <dgm:pt modelId="{B8938335-6E11-406F-BE7A-0E63DE086ECC}">
      <dgm:prSet phldrT="[Text]" custT="1"/>
      <dgm:spPr>
        <a:ln w="28575">
          <a:solidFill>
            <a:srgbClr val="DA1D45"/>
          </a:solidFill>
        </a:ln>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en-US" sz="2000" b="1" dirty="0">
              <a:solidFill>
                <a:srgbClr val="002060"/>
              </a:solidFill>
              <a:latin typeface="Cambria" panose="02040503050406030204" pitchFamily="18" charset="0"/>
              <a:ea typeface="Cambria" panose="02040503050406030204" pitchFamily="18" charset="0"/>
            </a:rPr>
            <a:t>Governance Regulation</a:t>
          </a:r>
        </a:p>
      </dgm:t>
    </dgm:pt>
    <dgm:pt modelId="{AAE5ABFD-54DA-48D7-8409-0FD2F73FC0B5}" type="parTrans" cxnId="{11A217F8-ED1F-4E8D-9027-D43D2D940E85}">
      <dgm:prSet/>
      <dgm:spPr/>
      <dgm:t>
        <a:bodyPr/>
        <a:lstStyle/>
        <a:p>
          <a:endParaRPr lang="en-US">
            <a:latin typeface="Cambria" panose="02040503050406030204" pitchFamily="18" charset="0"/>
            <a:ea typeface="Cambria" panose="02040503050406030204" pitchFamily="18" charset="0"/>
          </a:endParaRPr>
        </a:p>
      </dgm:t>
    </dgm:pt>
    <dgm:pt modelId="{A19356DD-4966-4BE2-AAED-9E8A04399BD4}" type="sibTrans" cxnId="{11A217F8-ED1F-4E8D-9027-D43D2D940E85}">
      <dgm:prSet/>
      <dgm:spPr/>
      <dgm:t>
        <a:bodyPr/>
        <a:lstStyle/>
        <a:p>
          <a:endParaRPr lang="en-US">
            <a:latin typeface="Cambria" panose="02040503050406030204" pitchFamily="18" charset="0"/>
            <a:ea typeface="Cambria" panose="02040503050406030204" pitchFamily="18" charset="0"/>
          </a:endParaRPr>
        </a:p>
      </dgm:t>
    </dgm:pt>
    <dgm:pt modelId="{B6E3145E-2D30-45F0-A5D2-0EF5A35CE2C9}">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endParaRPr lang="en-US" sz="1600" dirty="0">
            <a:solidFill>
              <a:srgbClr val="002060"/>
            </a:solidFill>
            <a:latin typeface="Cambria" panose="02040503050406030204" pitchFamily="18" charset="0"/>
            <a:ea typeface="Cambria" panose="02040503050406030204" pitchFamily="18" charset="0"/>
          </a:endParaRPr>
        </a:p>
        <a:p>
          <a:pPr marL="0" marR="0" lvl="0" indent="0" defTabSz="914400" eaLnBrk="1" fontAlgn="auto" latinLnBrk="0" hangingPunct="1">
            <a:lnSpc>
              <a:spcPct val="100000"/>
            </a:lnSpc>
            <a:spcBef>
              <a:spcPts val="0"/>
            </a:spcBef>
            <a:spcAft>
              <a:spcPts val="0"/>
            </a:spcAft>
            <a:buClrTx/>
            <a:buSzTx/>
            <a:buFontTx/>
            <a:buNone/>
            <a:tabLst/>
            <a:defRPr/>
          </a:pPr>
          <a:r>
            <a:rPr lang="en-GB" sz="2000" b="1" dirty="0">
              <a:solidFill>
                <a:srgbClr val="002060"/>
              </a:solidFill>
              <a:latin typeface="Cambria" panose="02040503050406030204" pitchFamily="18" charset="0"/>
              <a:ea typeface="Cambria" panose="02040503050406030204" pitchFamily="18" charset="0"/>
            </a:rPr>
            <a:t>MRVA Package</a:t>
          </a:r>
        </a:p>
        <a:p>
          <a:endParaRPr lang="en-US" sz="1600" dirty="0">
            <a:solidFill>
              <a:srgbClr val="002060"/>
            </a:solidFill>
            <a:latin typeface="Cambria" panose="02040503050406030204" pitchFamily="18" charset="0"/>
            <a:ea typeface="Cambria" panose="02040503050406030204" pitchFamily="18" charset="0"/>
          </a:endParaRPr>
        </a:p>
      </dgm:t>
    </dgm:pt>
    <dgm:pt modelId="{3F8B6611-0C73-45DE-B71F-4AC89A528244}" type="parTrans" cxnId="{14E03886-59F9-4055-8C75-DEFE59DB77D6}">
      <dgm:prSet/>
      <dgm:spPr/>
      <dgm:t>
        <a:bodyPr/>
        <a:lstStyle/>
        <a:p>
          <a:endParaRPr lang="en-US">
            <a:latin typeface="Cambria" panose="02040503050406030204" pitchFamily="18" charset="0"/>
            <a:ea typeface="Cambria" panose="02040503050406030204" pitchFamily="18" charset="0"/>
          </a:endParaRPr>
        </a:p>
      </dgm:t>
    </dgm:pt>
    <dgm:pt modelId="{C64DC8AE-00C3-46F2-AACA-3ACDFA92BFDC}" type="sibTrans" cxnId="{14E03886-59F9-4055-8C75-DEFE59DB77D6}">
      <dgm:prSet/>
      <dgm:spPr/>
      <dgm:t>
        <a:bodyPr/>
        <a:lstStyle/>
        <a:p>
          <a:endParaRPr lang="en-US">
            <a:latin typeface="Cambria" panose="02040503050406030204" pitchFamily="18" charset="0"/>
            <a:ea typeface="Cambria" panose="02040503050406030204" pitchFamily="18" charset="0"/>
          </a:endParaRPr>
        </a:p>
      </dgm:t>
    </dgm:pt>
    <dgm:pt modelId="{4CFE313F-3764-4208-AAD4-F89D9F7DF92D}">
      <dgm:prSet phldrT="[Text]" custT="1"/>
      <dgm:spPr/>
      <dgm:t>
        <a:bodyPr/>
        <a:lstStyle/>
        <a:p>
          <a:pPr marL="0" marR="0" lvl="0" indent="0" defTabSz="914400" eaLnBrk="1" fontAlgn="auto" latinLnBrk="0" hangingPunct="1">
            <a:lnSpc>
              <a:spcPct val="100000"/>
            </a:lnSpc>
            <a:spcBef>
              <a:spcPts val="0"/>
            </a:spcBef>
            <a:spcAft>
              <a:spcPts val="0"/>
            </a:spcAft>
            <a:buClrTx/>
            <a:buSzTx/>
            <a:buFontTx/>
            <a:buNone/>
            <a:tabLst/>
            <a:defRPr/>
          </a:pPr>
          <a:r>
            <a:rPr lang="sr-Latn-RS" sz="2000" b="1" dirty="0">
              <a:solidFill>
                <a:srgbClr val="002060"/>
              </a:solidFill>
              <a:latin typeface="Cambria" panose="02040503050406030204" pitchFamily="18" charset="0"/>
              <a:ea typeface="Cambria" panose="02040503050406030204" pitchFamily="18" charset="0"/>
            </a:rPr>
            <a:t>EU </a:t>
          </a:r>
          <a:r>
            <a:rPr lang="en-US" sz="2000" b="1" dirty="0">
              <a:solidFill>
                <a:srgbClr val="002060"/>
              </a:solidFill>
              <a:latin typeface="Cambria" panose="02040503050406030204" pitchFamily="18" charset="0"/>
              <a:ea typeface="Cambria" panose="02040503050406030204" pitchFamily="18" charset="0"/>
            </a:rPr>
            <a:t>ETS</a:t>
          </a:r>
        </a:p>
      </dgm:t>
    </dgm:pt>
    <dgm:pt modelId="{6F5EA718-2B56-4E70-8E77-A49B36E81EC2}" type="parTrans" cxnId="{D6409C22-E534-4A19-8476-D06E4AC6C1D9}">
      <dgm:prSet/>
      <dgm:spPr/>
      <dgm:t>
        <a:bodyPr/>
        <a:lstStyle/>
        <a:p>
          <a:endParaRPr lang="en-US">
            <a:latin typeface="Cambria" panose="02040503050406030204" pitchFamily="18" charset="0"/>
            <a:ea typeface="Cambria" panose="02040503050406030204" pitchFamily="18" charset="0"/>
          </a:endParaRPr>
        </a:p>
      </dgm:t>
    </dgm:pt>
    <dgm:pt modelId="{0F5FE13D-92FD-4065-A928-B1ECDBBF1691}" type="sibTrans" cxnId="{D6409C22-E534-4A19-8476-D06E4AC6C1D9}">
      <dgm:prSet/>
      <dgm:spPr/>
      <dgm:t>
        <a:bodyPr/>
        <a:lstStyle/>
        <a:p>
          <a:endParaRPr lang="en-US">
            <a:latin typeface="Cambria" panose="02040503050406030204" pitchFamily="18" charset="0"/>
            <a:ea typeface="Cambria" panose="02040503050406030204" pitchFamily="18" charset="0"/>
          </a:endParaRPr>
        </a:p>
      </dgm:t>
    </dgm:pt>
    <dgm:pt modelId="{933AD143-FEA5-4841-BB32-9BC93768DB9F}" type="pres">
      <dgm:prSet presAssocID="{6EA9CDF3-900D-4F83-A49E-EDF32114B841}" presName="diagram" presStyleCnt="0">
        <dgm:presLayoutVars>
          <dgm:chPref val="1"/>
          <dgm:dir/>
          <dgm:animOne val="branch"/>
          <dgm:animLvl val="lvl"/>
          <dgm:resizeHandles/>
        </dgm:presLayoutVars>
      </dgm:prSet>
      <dgm:spPr/>
    </dgm:pt>
    <dgm:pt modelId="{30498003-8AD3-4B00-8443-A61108DCE397}" type="pres">
      <dgm:prSet presAssocID="{9B00E9D0-9658-4604-8B74-730CBBA4C4BA}" presName="root" presStyleCnt="0"/>
      <dgm:spPr/>
    </dgm:pt>
    <dgm:pt modelId="{EC499044-F50D-4185-8B07-3FB19CA3910F}" type="pres">
      <dgm:prSet presAssocID="{9B00E9D0-9658-4604-8B74-730CBBA4C4BA}" presName="rootComposite" presStyleCnt="0"/>
      <dgm:spPr/>
    </dgm:pt>
    <dgm:pt modelId="{FB90F859-3798-4D36-837D-7CAB992A8087}" type="pres">
      <dgm:prSet presAssocID="{9B00E9D0-9658-4604-8B74-730CBBA4C4BA}" presName="rootText" presStyleLbl="node1" presStyleIdx="0" presStyleCnt="1" custScaleX="172696" custScaleY="57985"/>
      <dgm:spPr/>
    </dgm:pt>
    <dgm:pt modelId="{B21AAA84-0238-4047-A6FE-A308A95ADD14}" type="pres">
      <dgm:prSet presAssocID="{9B00E9D0-9658-4604-8B74-730CBBA4C4BA}" presName="rootConnector" presStyleLbl="node1" presStyleIdx="0" presStyleCnt="1"/>
      <dgm:spPr/>
    </dgm:pt>
    <dgm:pt modelId="{F75ABE67-1E4A-47F4-99DE-374CD3668634}" type="pres">
      <dgm:prSet presAssocID="{9B00E9D0-9658-4604-8B74-730CBBA4C4BA}" presName="childShape" presStyleCnt="0"/>
      <dgm:spPr/>
    </dgm:pt>
    <dgm:pt modelId="{BAB79206-37C4-4F7E-81A7-9C4A1D615770}" type="pres">
      <dgm:prSet presAssocID="{AAE5ABFD-54DA-48D7-8409-0FD2F73FC0B5}" presName="Name13" presStyleLbl="parChTrans1D2" presStyleIdx="0" presStyleCnt="3"/>
      <dgm:spPr/>
    </dgm:pt>
    <dgm:pt modelId="{EDBABFA8-BCFB-4B52-9DFA-2FA8B4F67CA0}" type="pres">
      <dgm:prSet presAssocID="{B8938335-6E11-406F-BE7A-0E63DE086ECC}" presName="childText" presStyleLbl="bgAcc1" presStyleIdx="0" presStyleCnt="3" custScaleX="99930" custScaleY="149379" custLinFactNeighborX="-84" custLinFactNeighborY="-390">
        <dgm:presLayoutVars>
          <dgm:bulletEnabled val="1"/>
        </dgm:presLayoutVars>
      </dgm:prSet>
      <dgm:spPr/>
    </dgm:pt>
    <dgm:pt modelId="{AF4C8B39-4510-45E2-A607-A4E868B82408}" type="pres">
      <dgm:prSet presAssocID="{3F8B6611-0C73-45DE-B71F-4AC89A528244}" presName="Name13" presStyleLbl="parChTrans1D2" presStyleIdx="1" presStyleCnt="3"/>
      <dgm:spPr/>
    </dgm:pt>
    <dgm:pt modelId="{CF456DB8-5892-4A93-8855-1EA712BD658F}" type="pres">
      <dgm:prSet presAssocID="{B6E3145E-2D30-45F0-A5D2-0EF5A35CE2C9}" presName="childText" presStyleLbl="bgAcc1" presStyleIdx="1" presStyleCnt="3" custScaleX="99900" custScaleY="138482" custLinFactNeighborX="-883" custLinFactNeighborY="-1510">
        <dgm:presLayoutVars>
          <dgm:bulletEnabled val="1"/>
        </dgm:presLayoutVars>
      </dgm:prSet>
      <dgm:spPr/>
    </dgm:pt>
    <dgm:pt modelId="{A9EFBB9F-7EDD-42D2-A396-AEFB5D6E6EF0}" type="pres">
      <dgm:prSet presAssocID="{6F5EA718-2B56-4E70-8E77-A49B36E81EC2}" presName="Name13" presStyleLbl="parChTrans1D2" presStyleIdx="2" presStyleCnt="3"/>
      <dgm:spPr/>
    </dgm:pt>
    <dgm:pt modelId="{203685C6-3FA3-4B3A-81F5-9DD6D98C8D50}" type="pres">
      <dgm:prSet presAssocID="{4CFE313F-3764-4208-AAD4-F89D9F7DF92D}" presName="childText" presStyleLbl="bgAcc1" presStyleIdx="2" presStyleCnt="3" custScaleX="102789" custScaleY="133441">
        <dgm:presLayoutVars>
          <dgm:bulletEnabled val="1"/>
        </dgm:presLayoutVars>
      </dgm:prSet>
      <dgm:spPr/>
    </dgm:pt>
  </dgm:ptLst>
  <dgm:cxnLst>
    <dgm:cxn modelId="{DFEF2311-851F-400B-B5B3-33895FD10C11}" type="presOf" srcId="{6EA9CDF3-900D-4F83-A49E-EDF32114B841}" destId="{933AD143-FEA5-4841-BB32-9BC93768DB9F}" srcOrd="0" destOrd="0" presId="urn:microsoft.com/office/officeart/2005/8/layout/hierarchy3"/>
    <dgm:cxn modelId="{D6409C22-E534-4A19-8476-D06E4AC6C1D9}" srcId="{9B00E9D0-9658-4604-8B74-730CBBA4C4BA}" destId="{4CFE313F-3764-4208-AAD4-F89D9F7DF92D}" srcOrd="2" destOrd="0" parTransId="{6F5EA718-2B56-4E70-8E77-A49B36E81EC2}" sibTransId="{0F5FE13D-92FD-4065-A928-B1ECDBBF1691}"/>
    <dgm:cxn modelId="{82C9D628-6D6E-44BF-9190-988534F5A4AC}" type="presOf" srcId="{9B00E9D0-9658-4604-8B74-730CBBA4C4BA}" destId="{FB90F859-3798-4D36-837D-7CAB992A8087}" srcOrd="0" destOrd="0" presId="urn:microsoft.com/office/officeart/2005/8/layout/hierarchy3"/>
    <dgm:cxn modelId="{9FEADC56-2077-4753-8F02-BB5090726216}" type="presOf" srcId="{B8938335-6E11-406F-BE7A-0E63DE086ECC}" destId="{EDBABFA8-BCFB-4B52-9DFA-2FA8B4F67CA0}" srcOrd="0" destOrd="0" presId="urn:microsoft.com/office/officeart/2005/8/layout/hierarchy3"/>
    <dgm:cxn modelId="{FAD51A63-6A18-443F-98AC-68B4A98264A1}" type="presOf" srcId="{4CFE313F-3764-4208-AAD4-F89D9F7DF92D}" destId="{203685C6-3FA3-4B3A-81F5-9DD6D98C8D50}" srcOrd="0" destOrd="0" presId="urn:microsoft.com/office/officeart/2005/8/layout/hierarchy3"/>
    <dgm:cxn modelId="{14E03886-59F9-4055-8C75-DEFE59DB77D6}" srcId="{9B00E9D0-9658-4604-8B74-730CBBA4C4BA}" destId="{B6E3145E-2D30-45F0-A5D2-0EF5A35CE2C9}" srcOrd="1" destOrd="0" parTransId="{3F8B6611-0C73-45DE-B71F-4AC89A528244}" sibTransId="{C64DC8AE-00C3-46F2-AACA-3ACDFA92BFDC}"/>
    <dgm:cxn modelId="{A626349B-0874-45B6-9C98-5E1975EC4D82}" srcId="{6EA9CDF3-900D-4F83-A49E-EDF32114B841}" destId="{9B00E9D0-9658-4604-8B74-730CBBA4C4BA}" srcOrd="0" destOrd="0" parTransId="{5C67F672-6254-4418-B2BF-0231D635E441}" sibTransId="{2CA77E0A-D670-46AD-86B7-819AFE360FAB}"/>
    <dgm:cxn modelId="{F39F5C9F-EB62-42B3-BB11-4FD9C9DAB50B}" type="presOf" srcId="{3F8B6611-0C73-45DE-B71F-4AC89A528244}" destId="{AF4C8B39-4510-45E2-A607-A4E868B82408}" srcOrd="0" destOrd="0" presId="urn:microsoft.com/office/officeart/2005/8/layout/hierarchy3"/>
    <dgm:cxn modelId="{8A87E9C6-FD61-4781-AD66-09117ECD4310}" type="presOf" srcId="{9B00E9D0-9658-4604-8B74-730CBBA4C4BA}" destId="{B21AAA84-0238-4047-A6FE-A308A95ADD14}" srcOrd="1" destOrd="0" presId="urn:microsoft.com/office/officeart/2005/8/layout/hierarchy3"/>
    <dgm:cxn modelId="{E82F30D9-839C-4E78-AAC1-9B54D18F3232}" type="presOf" srcId="{B6E3145E-2D30-45F0-A5D2-0EF5A35CE2C9}" destId="{CF456DB8-5892-4A93-8855-1EA712BD658F}" srcOrd="0" destOrd="0" presId="urn:microsoft.com/office/officeart/2005/8/layout/hierarchy3"/>
    <dgm:cxn modelId="{EA9AB6F1-1073-462F-8D22-1C5E26AD9F28}" type="presOf" srcId="{6F5EA718-2B56-4E70-8E77-A49B36E81EC2}" destId="{A9EFBB9F-7EDD-42D2-A396-AEFB5D6E6EF0}" srcOrd="0" destOrd="0" presId="urn:microsoft.com/office/officeart/2005/8/layout/hierarchy3"/>
    <dgm:cxn modelId="{7F4243F7-626A-4D4B-B16B-020BDB62F206}" type="presOf" srcId="{AAE5ABFD-54DA-48D7-8409-0FD2F73FC0B5}" destId="{BAB79206-37C4-4F7E-81A7-9C4A1D615770}" srcOrd="0" destOrd="0" presId="urn:microsoft.com/office/officeart/2005/8/layout/hierarchy3"/>
    <dgm:cxn modelId="{11A217F8-ED1F-4E8D-9027-D43D2D940E85}" srcId="{9B00E9D0-9658-4604-8B74-730CBBA4C4BA}" destId="{B8938335-6E11-406F-BE7A-0E63DE086ECC}" srcOrd="0" destOrd="0" parTransId="{AAE5ABFD-54DA-48D7-8409-0FD2F73FC0B5}" sibTransId="{A19356DD-4966-4BE2-AAED-9E8A04399BD4}"/>
    <dgm:cxn modelId="{DD21F1A6-8166-40C5-8A88-717D52542FCA}" type="presParOf" srcId="{933AD143-FEA5-4841-BB32-9BC93768DB9F}" destId="{30498003-8AD3-4B00-8443-A61108DCE397}" srcOrd="0" destOrd="0" presId="urn:microsoft.com/office/officeart/2005/8/layout/hierarchy3"/>
    <dgm:cxn modelId="{06EC9AE1-8269-4EA2-8F4E-17BB2A9AE5BE}" type="presParOf" srcId="{30498003-8AD3-4B00-8443-A61108DCE397}" destId="{EC499044-F50D-4185-8B07-3FB19CA3910F}" srcOrd="0" destOrd="0" presId="urn:microsoft.com/office/officeart/2005/8/layout/hierarchy3"/>
    <dgm:cxn modelId="{D6615EAC-6EA0-4D2B-8735-E989BC0D10B0}" type="presParOf" srcId="{EC499044-F50D-4185-8B07-3FB19CA3910F}" destId="{FB90F859-3798-4D36-837D-7CAB992A8087}" srcOrd="0" destOrd="0" presId="urn:microsoft.com/office/officeart/2005/8/layout/hierarchy3"/>
    <dgm:cxn modelId="{A835D7A6-F0E4-4FFB-8857-E3BB34C4EC12}" type="presParOf" srcId="{EC499044-F50D-4185-8B07-3FB19CA3910F}" destId="{B21AAA84-0238-4047-A6FE-A308A95ADD14}" srcOrd="1" destOrd="0" presId="urn:microsoft.com/office/officeart/2005/8/layout/hierarchy3"/>
    <dgm:cxn modelId="{E7AA2CC9-3A6C-4C71-A609-CB6733A16C2F}" type="presParOf" srcId="{30498003-8AD3-4B00-8443-A61108DCE397}" destId="{F75ABE67-1E4A-47F4-99DE-374CD3668634}" srcOrd="1" destOrd="0" presId="urn:microsoft.com/office/officeart/2005/8/layout/hierarchy3"/>
    <dgm:cxn modelId="{78A417B8-FB6A-454F-9D18-B3B40F1C80D0}" type="presParOf" srcId="{F75ABE67-1E4A-47F4-99DE-374CD3668634}" destId="{BAB79206-37C4-4F7E-81A7-9C4A1D615770}" srcOrd="0" destOrd="0" presId="urn:microsoft.com/office/officeart/2005/8/layout/hierarchy3"/>
    <dgm:cxn modelId="{9FC04D93-1B27-430D-94E1-A439B5807E15}" type="presParOf" srcId="{F75ABE67-1E4A-47F4-99DE-374CD3668634}" destId="{EDBABFA8-BCFB-4B52-9DFA-2FA8B4F67CA0}" srcOrd="1" destOrd="0" presId="urn:microsoft.com/office/officeart/2005/8/layout/hierarchy3"/>
    <dgm:cxn modelId="{E551127F-D91D-4FEA-82A5-13FFB44A4EE1}" type="presParOf" srcId="{F75ABE67-1E4A-47F4-99DE-374CD3668634}" destId="{AF4C8B39-4510-45E2-A607-A4E868B82408}" srcOrd="2" destOrd="0" presId="urn:microsoft.com/office/officeart/2005/8/layout/hierarchy3"/>
    <dgm:cxn modelId="{059F5D9D-12D5-4242-BF13-0F603E8E5B6A}" type="presParOf" srcId="{F75ABE67-1E4A-47F4-99DE-374CD3668634}" destId="{CF456DB8-5892-4A93-8855-1EA712BD658F}" srcOrd="3" destOrd="0" presId="urn:microsoft.com/office/officeart/2005/8/layout/hierarchy3"/>
    <dgm:cxn modelId="{9ECC6572-A11A-4FC5-9296-88D54151CD34}" type="presParOf" srcId="{F75ABE67-1E4A-47F4-99DE-374CD3668634}" destId="{A9EFBB9F-7EDD-42D2-A396-AEFB5D6E6EF0}" srcOrd="4" destOrd="0" presId="urn:microsoft.com/office/officeart/2005/8/layout/hierarchy3"/>
    <dgm:cxn modelId="{C240525F-9B50-4B51-B9B3-8A003660FAC3}" type="presParOf" srcId="{F75ABE67-1E4A-47F4-99DE-374CD3668634}" destId="{203685C6-3FA3-4B3A-81F5-9DD6D98C8D50}"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8BB53F-F115-4018-BA6E-13B560A44A01}">
      <dsp:nvSpPr>
        <dsp:cNvPr id="0" name=""/>
        <dsp:cNvSpPr/>
      </dsp:nvSpPr>
      <dsp:spPr>
        <a:xfrm>
          <a:off x="4524727" y="3522455"/>
          <a:ext cx="3247672" cy="167819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4320" tIns="182880" rIns="0" bIns="1554480" numCol="1" spcCol="1270" anchor="t" anchorCtr="0">
          <a:noAutofit/>
        </a:bodyPr>
        <a:lstStyle/>
        <a:p>
          <a:pPr marL="114300" lvl="1" indent="-114300" algn="l" defTabSz="622300">
            <a:lnSpc>
              <a:spcPct val="90000"/>
            </a:lnSpc>
            <a:spcBef>
              <a:spcPct val="0"/>
            </a:spcBef>
            <a:spcAft>
              <a:spcPts val="600"/>
            </a:spcAft>
            <a:buFont typeface="Wingdings" panose="05000000000000000000" pitchFamily="2" charset="2"/>
            <a:buChar char="§"/>
          </a:pPr>
          <a:r>
            <a:rPr lang="en-US" sz="1400" kern="1200" dirty="0"/>
            <a:t>Institutional Assessment</a:t>
          </a:r>
        </a:p>
        <a:p>
          <a:pPr marL="114300" lvl="1" indent="-114300" algn="l" defTabSz="622300">
            <a:lnSpc>
              <a:spcPct val="90000"/>
            </a:lnSpc>
            <a:spcBef>
              <a:spcPct val="0"/>
            </a:spcBef>
            <a:spcAft>
              <a:spcPts val="600"/>
            </a:spcAft>
            <a:buFont typeface="Wingdings" panose="05000000000000000000" pitchFamily="2" charset="2"/>
            <a:buChar char="§"/>
          </a:pPr>
          <a:r>
            <a:rPr lang="en-US" sz="1400" kern="1200" dirty="0"/>
            <a:t>Targeted Trainings</a:t>
          </a:r>
        </a:p>
        <a:p>
          <a:pPr marL="114300" lvl="1" indent="-114300" algn="l" defTabSz="622300">
            <a:lnSpc>
              <a:spcPct val="90000"/>
            </a:lnSpc>
            <a:spcBef>
              <a:spcPct val="0"/>
            </a:spcBef>
            <a:spcAft>
              <a:spcPts val="600"/>
            </a:spcAft>
            <a:buFont typeface="Wingdings" panose="05000000000000000000" pitchFamily="2" charset="2"/>
            <a:buChar char="§"/>
          </a:pPr>
          <a:r>
            <a:rPr lang="en-US" sz="1400" kern="1200" dirty="0">
              <a:solidFill>
                <a:schemeClr val="tx1"/>
              </a:solidFill>
            </a:rPr>
            <a:t>Knowledge sharing</a:t>
          </a:r>
        </a:p>
        <a:p>
          <a:pPr marL="114300" lvl="1" indent="-114300" algn="l" defTabSz="622300">
            <a:lnSpc>
              <a:spcPct val="90000"/>
            </a:lnSpc>
            <a:spcBef>
              <a:spcPct val="0"/>
            </a:spcBef>
            <a:spcAft>
              <a:spcPts val="600"/>
            </a:spcAft>
            <a:buFont typeface="Wingdings" panose="05000000000000000000" pitchFamily="2" charset="2"/>
            <a:buChar char="§"/>
          </a:pPr>
          <a:r>
            <a:rPr lang="en-US" sz="1400" kern="1200" dirty="0">
              <a:solidFill>
                <a:schemeClr val="tx1"/>
              </a:solidFill>
            </a:rPr>
            <a:t>Capacity building (incl. educational inst.)</a:t>
          </a:r>
        </a:p>
        <a:p>
          <a:pPr marL="114300" lvl="1" indent="-114300" algn="l" defTabSz="622300">
            <a:lnSpc>
              <a:spcPct val="90000"/>
            </a:lnSpc>
            <a:spcBef>
              <a:spcPct val="0"/>
            </a:spcBef>
            <a:spcAft>
              <a:spcPct val="15000"/>
            </a:spcAft>
            <a:buChar char="•"/>
          </a:pPr>
          <a:endParaRPr lang="en-US" sz="1400" kern="1200" dirty="0"/>
        </a:p>
        <a:p>
          <a:pPr marL="114300" lvl="1" indent="-114300" algn="l" defTabSz="622300">
            <a:lnSpc>
              <a:spcPct val="90000"/>
            </a:lnSpc>
            <a:spcBef>
              <a:spcPct val="0"/>
            </a:spcBef>
            <a:spcAft>
              <a:spcPct val="15000"/>
            </a:spcAft>
            <a:buChar char="•"/>
          </a:pPr>
          <a:endParaRPr lang="en-US" sz="1400" kern="1200" dirty="0"/>
        </a:p>
      </dsp:txBody>
      <dsp:txXfrm>
        <a:off x="5535893" y="3978868"/>
        <a:ext cx="2199642" cy="1184917"/>
      </dsp:txXfrm>
    </dsp:sp>
    <dsp:sp modelId="{06066113-520A-4159-A9AD-EB0D4576497A}">
      <dsp:nvSpPr>
        <dsp:cNvPr id="0" name=""/>
        <dsp:cNvSpPr/>
      </dsp:nvSpPr>
      <dsp:spPr>
        <a:xfrm>
          <a:off x="180986" y="3531223"/>
          <a:ext cx="3200409" cy="166208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182880" rIns="53340" bIns="1554480" numCol="1" spcCol="1270" anchor="t" anchorCtr="0">
          <a:noAutofit/>
        </a:bodyPr>
        <a:lstStyle/>
        <a:p>
          <a:pPr marL="114300" lvl="1" indent="-114300" algn="l" defTabSz="622300">
            <a:lnSpc>
              <a:spcPct val="90000"/>
            </a:lnSpc>
            <a:spcBef>
              <a:spcPct val="0"/>
            </a:spcBef>
            <a:spcAft>
              <a:spcPts val="600"/>
            </a:spcAft>
            <a:buFont typeface="Wingdings" panose="05000000000000000000" pitchFamily="2" charset="2"/>
            <a:buChar char="§"/>
          </a:pPr>
          <a:r>
            <a:rPr lang="en-US" sz="1400" kern="1200" dirty="0">
              <a:solidFill>
                <a:schemeClr val="tx1"/>
              </a:solidFill>
            </a:rPr>
            <a:t>Study visit </a:t>
          </a:r>
        </a:p>
        <a:p>
          <a:pPr marL="114300" lvl="1" indent="-114300" algn="l" defTabSz="622300">
            <a:lnSpc>
              <a:spcPct val="90000"/>
            </a:lnSpc>
            <a:spcBef>
              <a:spcPct val="0"/>
            </a:spcBef>
            <a:spcAft>
              <a:spcPts val="600"/>
            </a:spcAft>
            <a:buFont typeface="Wingdings" panose="05000000000000000000" pitchFamily="2" charset="2"/>
            <a:buChar char="§"/>
          </a:pPr>
          <a:r>
            <a:rPr lang="en-US" sz="1400" kern="1200" dirty="0">
              <a:solidFill>
                <a:schemeClr val="tx1"/>
              </a:solidFill>
            </a:rPr>
            <a:t>Public awareness</a:t>
          </a:r>
        </a:p>
        <a:p>
          <a:pPr marL="228600" lvl="2" indent="-114300" algn="l" defTabSz="622300">
            <a:lnSpc>
              <a:spcPct val="90000"/>
            </a:lnSpc>
            <a:spcBef>
              <a:spcPct val="0"/>
            </a:spcBef>
            <a:spcAft>
              <a:spcPts val="600"/>
            </a:spcAft>
            <a:buFont typeface="Wingdings" panose="05000000000000000000" pitchFamily="2" charset="2"/>
            <a:buNone/>
          </a:pPr>
          <a:r>
            <a:rPr lang="en-US" sz="1400" kern="1200" dirty="0">
              <a:solidFill>
                <a:schemeClr val="tx1"/>
              </a:solidFill>
            </a:rPr>
            <a:t>campaigns</a:t>
          </a:r>
        </a:p>
        <a:p>
          <a:pPr marL="114300" lvl="1" indent="-114300" algn="l" defTabSz="622300">
            <a:lnSpc>
              <a:spcPct val="90000"/>
            </a:lnSpc>
            <a:spcBef>
              <a:spcPct val="0"/>
            </a:spcBef>
            <a:spcAft>
              <a:spcPts val="600"/>
            </a:spcAft>
            <a:buFont typeface="Wingdings" panose="05000000000000000000" pitchFamily="2" charset="2"/>
            <a:buChar char="§"/>
          </a:pPr>
          <a:r>
            <a:rPr lang="en-US" sz="1400" b="0" kern="1200" dirty="0">
              <a:solidFill>
                <a:schemeClr val="tx1"/>
              </a:solidFill>
            </a:rPr>
            <a:t>Communication &amp;</a:t>
          </a:r>
        </a:p>
        <a:p>
          <a:pPr marL="228600" lvl="2" indent="-114300" algn="l" defTabSz="622300">
            <a:lnSpc>
              <a:spcPct val="90000"/>
            </a:lnSpc>
            <a:spcBef>
              <a:spcPct val="0"/>
            </a:spcBef>
            <a:spcAft>
              <a:spcPts val="600"/>
            </a:spcAft>
            <a:buFont typeface="Wingdings" panose="05000000000000000000" pitchFamily="2" charset="2"/>
            <a:buNone/>
          </a:pPr>
          <a:r>
            <a:rPr lang="en-US" sz="1400" b="0" kern="1200" dirty="0">
              <a:solidFill>
                <a:schemeClr val="tx1"/>
              </a:solidFill>
            </a:rPr>
            <a:t>Visibility </a:t>
          </a:r>
        </a:p>
      </dsp:txBody>
      <dsp:txXfrm>
        <a:off x="217497" y="3983256"/>
        <a:ext cx="2167264" cy="1173544"/>
      </dsp:txXfrm>
    </dsp:sp>
    <dsp:sp modelId="{3D7F755A-3DB5-4302-ABEC-1D6D4E4F34AA}">
      <dsp:nvSpPr>
        <dsp:cNvPr id="0" name=""/>
        <dsp:cNvSpPr/>
      </dsp:nvSpPr>
      <dsp:spPr>
        <a:xfrm>
          <a:off x="4524727" y="-714"/>
          <a:ext cx="3247672" cy="166208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82880" tIns="0" rIns="0" bIns="53340" numCol="1" spcCol="1270" anchor="t" anchorCtr="0">
          <a:noAutofit/>
        </a:bodyPr>
        <a:lstStyle/>
        <a:p>
          <a:pPr marL="344488" marR="0" lvl="0" indent="-168275" algn="l" defTabSz="914400" eaLnBrk="1" fontAlgn="auto" latinLnBrk="0" hangingPunct="1">
            <a:lnSpc>
              <a:spcPct val="100000"/>
            </a:lnSpc>
            <a:spcBef>
              <a:spcPts val="600"/>
            </a:spcBef>
            <a:spcAft>
              <a:spcPts val="300"/>
            </a:spcAft>
            <a:buClrTx/>
            <a:buSzTx/>
            <a:buFont typeface="Wingdings" panose="05000000000000000000" pitchFamily="2" charset="2"/>
            <a:buChar char="§"/>
            <a:tabLst/>
            <a:defRPr/>
          </a:pPr>
          <a:r>
            <a:rPr lang="en-US" sz="1400" kern="1200" dirty="0">
              <a:solidFill>
                <a:schemeClr val="tx1"/>
              </a:solidFill>
            </a:rPr>
            <a:t>NECP implementation (MRV) </a:t>
          </a:r>
        </a:p>
        <a:p>
          <a:pPr marL="344488" marR="0" lvl="0" indent="-168275" algn="l" defTabSz="914400" eaLnBrk="1" fontAlgn="auto" latinLnBrk="0" hangingPunct="1">
            <a:lnSpc>
              <a:spcPct val="100000"/>
            </a:lnSpc>
            <a:spcBef>
              <a:spcPts val="600"/>
            </a:spcBef>
            <a:spcAft>
              <a:spcPts val="300"/>
            </a:spcAft>
            <a:buClrTx/>
            <a:buSzTx/>
            <a:buFont typeface="Wingdings" panose="05000000000000000000" pitchFamily="2" charset="2"/>
            <a:buChar char="§"/>
            <a:tabLst/>
            <a:defRPr/>
          </a:pPr>
          <a:r>
            <a:rPr lang="en-US" sz="1400" kern="1200" dirty="0">
              <a:solidFill>
                <a:schemeClr val="tx1"/>
              </a:solidFill>
            </a:rPr>
            <a:t>Hydrogen, Circular economy, E-mobility</a:t>
          </a:r>
        </a:p>
        <a:p>
          <a:pPr marL="344488" marR="0" lvl="0" indent="-168275" algn="l" defTabSz="914400" eaLnBrk="1" fontAlgn="auto" latinLnBrk="0" hangingPunct="1">
            <a:lnSpc>
              <a:spcPct val="100000"/>
            </a:lnSpc>
            <a:spcBef>
              <a:spcPts val="600"/>
            </a:spcBef>
            <a:spcAft>
              <a:spcPts val="300"/>
            </a:spcAft>
            <a:buClrTx/>
            <a:buSzTx/>
            <a:buFont typeface="Wingdings" panose="05000000000000000000" pitchFamily="2" charset="2"/>
            <a:buChar char="§"/>
            <a:tabLst/>
            <a:defRPr/>
          </a:pPr>
          <a:r>
            <a:rPr lang="en-US" sz="1400" kern="1200" dirty="0">
              <a:solidFill>
                <a:schemeClr val="tx1"/>
              </a:solidFill>
            </a:rPr>
            <a:t>Just transition</a:t>
          </a:r>
        </a:p>
        <a:p>
          <a:pPr marL="344488" marR="0" lvl="0" indent="-174625" algn="l" defTabSz="914400" eaLnBrk="1" fontAlgn="auto" latinLnBrk="0" hangingPunct="1">
            <a:lnSpc>
              <a:spcPct val="100000"/>
            </a:lnSpc>
            <a:spcBef>
              <a:spcPts val="600"/>
            </a:spcBef>
            <a:spcAft>
              <a:spcPts val="300"/>
            </a:spcAft>
            <a:buClrTx/>
            <a:buSzTx/>
            <a:buFont typeface="Wingdings" panose="05000000000000000000" pitchFamily="2" charset="2"/>
            <a:buChar char="§"/>
            <a:tabLst/>
            <a:defRPr/>
          </a:pPr>
          <a:r>
            <a:rPr lang="en-US" sz="1400" kern="1200" dirty="0">
              <a:solidFill>
                <a:schemeClr val="tx1"/>
              </a:solidFill>
            </a:rPr>
            <a:t>Power Exchange </a:t>
          </a:r>
        </a:p>
        <a:p>
          <a:pPr marL="0" lvl="1" indent="0" algn="l" defTabSz="622300">
            <a:lnSpc>
              <a:spcPct val="90000"/>
            </a:lnSpc>
            <a:spcBef>
              <a:spcPct val="0"/>
            </a:spcBef>
            <a:spcAft>
              <a:spcPct val="15000"/>
            </a:spcAft>
            <a:buChar char="•"/>
          </a:pPr>
          <a:endParaRPr lang="en-US" sz="1400" kern="1200" dirty="0"/>
        </a:p>
        <a:p>
          <a:pPr marL="0" lvl="1" indent="0" algn="l" defTabSz="622300">
            <a:lnSpc>
              <a:spcPct val="90000"/>
            </a:lnSpc>
            <a:spcBef>
              <a:spcPct val="0"/>
            </a:spcBef>
            <a:spcAft>
              <a:spcPct val="15000"/>
            </a:spcAft>
            <a:buChar char="•"/>
          </a:pPr>
          <a:endParaRPr lang="en-US" sz="1400" kern="1200" dirty="0"/>
        </a:p>
      </dsp:txBody>
      <dsp:txXfrm>
        <a:off x="5535540" y="35797"/>
        <a:ext cx="2200348" cy="1173544"/>
      </dsp:txXfrm>
    </dsp:sp>
    <dsp:sp modelId="{A624254D-CB63-4F22-A079-E6C4FF2544BA}">
      <dsp:nvSpPr>
        <dsp:cNvPr id="0" name=""/>
        <dsp:cNvSpPr/>
      </dsp:nvSpPr>
      <dsp:spPr>
        <a:xfrm>
          <a:off x="16079" y="-714"/>
          <a:ext cx="3200409" cy="1662088"/>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53340" tIns="91440" rIns="53340" bIns="53340" numCol="1" spcCol="1270" anchor="t" anchorCtr="0">
          <a:noAutofit/>
        </a:bodyPr>
        <a:lstStyle/>
        <a:p>
          <a:pPr marL="114300" lvl="1" indent="-114300" algn="l" defTabSz="622300">
            <a:lnSpc>
              <a:spcPct val="90000"/>
            </a:lnSpc>
            <a:spcBef>
              <a:spcPts val="600"/>
            </a:spcBef>
            <a:spcAft>
              <a:spcPts val="600"/>
            </a:spcAft>
            <a:buFont typeface="Wingdings" panose="05000000000000000000" pitchFamily="2" charset="2"/>
            <a:buChar char="§"/>
          </a:pPr>
          <a:r>
            <a:rPr lang="en-US" sz="1400" kern="1200" dirty="0">
              <a:solidFill>
                <a:schemeClr val="tx1"/>
              </a:solidFill>
            </a:rPr>
            <a:t>Policy preparation (NECP, strategy)</a:t>
          </a:r>
        </a:p>
        <a:p>
          <a:pPr marL="114300" lvl="1" indent="-114300" algn="l" defTabSz="622300">
            <a:lnSpc>
              <a:spcPct val="90000"/>
            </a:lnSpc>
            <a:spcBef>
              <a:spcPts val="600"/>
            </a:spcBef>
            <a:spcAft>
              <a:spcPts val="600"/>
            </a:spcAft>
            <a:buFont typeface="Wingdings" panose="05000000000000000000" pitchFamily="2" charset="2"/>
            <a:buChar char="§"/>
          </a:pPr>
          <a:r>
            <a:rPr lang="en-US" sz="1400" kern="1200" dirty="0">
              <a:solidFill>
                <a:schemeClr val="tx1"/>
              </a:solidFill>
            </a:rPr>
            <a:t>Legal analysis &amp; drafting</a:t>
          </a:r>
        </a:p>
        <a:p>
          <a:pPr marL="114300" lvl="1" indent="-114300" algn="l" defTabSz="622300">
            <a:lnSpc>
              <a:spcPct val="90000"/>
            </a:lnSpc>
            <a:spcBef>
              <a:spcPts val="600"/>
            </a:spcBef>
            <a:spcAft>
              <a:spcPts val="600"/>
            </a:spcAft>
            <a:buFont typeface="Wingdings" panose="05000000000000000000" pitchFamily="2" charset="2"/>
            <a:buChar char="§"/>
          </a:pPr>
          <a:r>
            <a:rPr lang="en-US" sz="1400" kern="1200" dirty="0">
              <a:solidFill>
                <a:schemeClr val="tx1"/>
              </a:solidFill>
            </a:rPr>
            <a:t>Consultations</a:t>
          </a:r>
        </a:p>
        <a:p>
          <a:pPr marL="114300" lvl="1" indent="-114300" algn="l" defTabSz="622300">
            <a:lnSpc>
              <a:spcPct val="90000"/>
            </a:lnSpc>
            <a:spcBef>
              <a:spcPts val="600"/>
            </a:spcBef>
            <a:spcAft>
              <a:spcPts val="600"/>
            </a:spcAft>
            <a:buFont typeface="Wingdings" panose="05000000000000000000" pitchFamily="2" charset="2"/>
            <a:buChar char="§"/>
          </a:pPr>
          <a:r>
            <a:rPr lang="en-US" sz="1400" kern="1200" dirty="0">
              <a:solidFill>
                <a:schemeClr val="tx1"/>
              </a:solidFill>
            </a:rPr>
            <a:t>Donor coordination</a:t>
          </a:r>
        </a:p>
        <a:p>
          <a:pPr marL="171450" lvl="1" indent="-171450" algn="l" defTabSz="800100">
            <a:lnSpc>
              <a:spcPct val="90000"/>
            </a:lnSpc>
            <a:spcBef>
              <a:spcPct val="0"/>
            </a:spcBef>
            <a:spcAft>
              <a:spcPct val="15000"/>
            </a:spcAft>
            <a:buChar char="•"/>
          </a:pPr>
          <a:endParaRPr lang="en-US" sz="1800" kern="1200" dirty="0"/>
        </a:p>
      </dsp:txBody>
      <dsp:txXfrm>
        <a:off x="52590" y="35797"/>
        <a:ext cx="2167264" cy="1173544"/>
      </dsp:txXfrm>
    </dsp:sp>
    <dsp:sp modelId="{D7C08D17-E993-4DBC-AB41-0C84996BC594}">
      <dsp:nvSpPr>
        <dsp:cNvPr id="0" name=""/>
        <dsp:cNvSpPr/>
      </dsp:nvSpPr>
      <dsp:spPr>
        <a:xfrm>
          <a:off x="1552500" y="279130"/>
          <a:ext cx="2249013" cy="2249013"/>
        </a:xfrm>
        <a:prstGeom prst="pieWedge">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74320" tIns="0" rIns="113792" bIns="640080" numCol="1" spcCol="1270" anchor="ctr" anchorCtr="0">
          <a:noAutofit/>
        </a:bodyPr>
        <a:lstStyle/>
        <a:p>
          <a:pPr marL="0" lvl="0" indent="0" algn="l" defTabSz="688975">
            <a:lnSpc>
              <a:spcPct val="90000"/>
            </a:lnSpc>
            <a:spcBef>
              <a:spcPct val="0"/>
            </a:spcBef>
            <a:spcAft>
              <a:spcPct val="35000"/>
            </a:spcAft>
            <a:buNone/>
          </a:pPr>
          <a:r>
            <a:rPr lang="en-US" sz="1550" b="1" kern="1200" dirty="0"/>
            <a:t>1. Alignment with EU Energy &amp; Climate Acquis</a:t>
          </a:r>
        </a:p>
      </dsp:txBody>
      <dsp:txXfrm>
        <a:off x="2211221" y="937851"/>
        <a:ext cx="1590292" cy="1590292"/>
      </dsp:txXfrm>
    </dsp:sp>
    <dsp:sp modelId="{1BE379D7-462B-4364-8BE5-48B270F83D48}">
      <dsp:nvSpPr>
        <dsp:cNvPr id="0" name=""/>
        <dsp:cNvSpPr/>
      </dsp:nvSpPr>
      <dsp:spPr>
        <a:xfrm rot="5400000">
          <a:off x="3938140" y="299371"/>
          <a:ext cx="2249013" cy="2249013"/>
        </a:xfrm>
        <a:prstGeom prst="pieWedge">
          <a:avLst/>
        </a:prstGeom>
        <a:solidFill>
          <a:schemeClr val="accent5">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0" rIns="0" bIns="640080" numCol="1" spcCol="1270" anchor="ctr" anchorCtr="0">
          <a:noAutofit/>
        </a:bodyPr>
        <a:lstStyle/>
        <a:p>
          <a:pPr marL="0" lvl="0" indent="0" algn="l" defTabSz="688975">
            <a:lnSpc>
              <a:spcPct val="90000"/>
            </a:lnSpc>
            <a:spcBef>
              <a:spcPct val="0"/>
            </a:spcBef>
            <a:spcAft>
              <a:spcPct val="35000"/>
            </a:spcAft>
            <a:buNone/>
          </a:pPr>
          <a:r>
            <a:rPr lang="en-US" sz="1550" b="1" kern="1200" dirty="0"/>
            <a:t>2. EU Energy &amp; Climate legislation implementation &amp; monitoring</a:t>
          </a:r>
        </a:p>
      </dsp:txBody>
      <dsp:txXfrm rot="-5400000">
        <a:off x="3938140" y="958092"/>
        <a:ext cx="1590292" cy="1590292"/>
      </dsp:txXfrm>
    </dsp:sp>
    <dsp:sp modelId="{C24AB2C3-75F2-4911-BD8A-AC71D5D25EB3}">
      <dsp:nvSpPr>
        <dsp:cNvPr id="0" name=""/>
        <dsp:cNvSpPr/>
      </dsp:nvSpPr>
      <dsp:spPr>
        <a:xfrm rot="10800000">
          <a:off x="3938140" y="2652265"/>
          <a:ext cx="2249013" cy="2249013"/>
        </a:xfrm>
        <a:prstGeom prst="pieWedge">
          <a:avLst/>
        </a:prstGeom>
        <a:solidFill>
          <a:srgbClr val="92D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1440" tIns="274320" rIns="0" bIns="0" numCol="1" spcCol="1270" anchor="ctr" anchorCtr="0">
          <a:noAutofit/>
        </a:bodyPr>
        <a:lstStyle/>
        <a:p>
          <a:pPr marL="0" lvl="0" indent="0" algn="l" defTabSz="711200">
            <a:lnSpc>
              <a:spcPct val="90000"/>
            </a:lnSpc>
            <a:spcBef>
              <a:spcPct val="0"/>
            </a:spcBef>
            <a:spcAft>
              <a:spcPct val="35000"/>
            </a:spcAft>
            <a:buNone/>
          </a:pPr>
          <a:r>
            <a:rPr lang="en-US" sz="1600" b="1" kern="1200" dirty="0"/>
            <a:t>3. Institutional Capacity Building for energy sector transition</a:t>
          </a:r>
        </a:p>
      </dsp:txBody>
      <dsp:txXfrm rot="10800000">
        <a:off x="3938140" y="2652265"/>
        <a:ext cx="1590292" cy="1590292"/>
      </dsp:txXfrm>
    </dsp:sp>
    <dsp:sp modelId="{8675F668-5785-498F-B2A4-48A0387F885D}">
      <dsp:nvSpPr>
        <dsp:cNvPr id="0" name=""/>
        <dsp:cNvSpPr/>
      </dsp:nvSpPr>
      <dsp:spPr>
        <a:xfrm rot="16200000">
          <a:off x="1542492" y="2608184"/>
          <a:ext cx="2249013" cy="2249013"/>
        </a:xfrm>
        <a:prstGeom prst="pieWedge">
          <a:avLst/>
        </a:prstGeom>
        <a:solidFill>
          <a:schemeClr val="bg2">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91440" rIns="91440" bIns="0" numCol="1" spcCol="1270" anchor="ctr" anchorCtr="0">
          <a:noAutofit/>
        </a:bodyPr>
        <a:lstStyle/>
        <a:p>
          <a:pPr marL="0" lvl="0" indent="0" algn="l" defTabSz="711200">
            <a:lnSpc>
              <a:spcPct val="90000"/>
            </a:lnSpc>
            <a:spcBef>
              <a:spcPct val="0"/>
            </a:spcBef>
            <a:spcAft>
              <a:spcPct val="35000"/>
            </a:spcAft>
            <a:buNone/>
          </a:pPr>
          <a:r>
            <a:rPr lang="en-US" sz="1600" b="1" kern="1200" dirty="0"/>
            <a:t> 4.Communication,Awareness raising &amp; Visibility</a:t>
          </a:r>
        </a:p>
      </dsp:txBody>
      <dsp:txXfrm rot="5400000">
        <a:off x="2201213" y="2608184"/>
        <a:ext cx="1590292" cy="1590292"/>
      </dsp:txXfrm>
    </dsp:sp>
    <dsp:sp modelId="{9A6EBE8D-F2EB-436F-AC03-A8DC9983324A}">
      <dsp:nvSpPr>
        <dsp:cNvPr id="0" name=""/>
        <dsp:cNvSpPr/>
      </dsp:nvSpPr>
      <dsp:spPr>
        <a:xfrm>
          <a:off x="3497946" y="2132862"/>
          <a:ext cx="776506" cy="675223"/>
        </a:xfrm>
        <a:prstGeom prst="circularArrow">
          <a:avLst/>
        </a:prstGeom>
        <a:solidFill>
          <a:schemeClr val="accent3">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 modelId="{CD8CE3CA-6E0E-48A3-8D70-846F7588289F}">
      <dsp:nvSpPr>
        <dsp:cNvPr id="0" name=""/>
        <dsp:cNvSpPr/>
      </dsp:nvSpPr>
      <dsp:spPr>
        <a:xfrm rot="10800000">
          <a:off x="3497946" y="2392563"/>
          <a:ext cx="776506" cy="675223"/>
        </a:xfrm>
        <a:prstGeom prst="circularArrow">
          <a:avLst/>
        </a:prstGeom>
        <a:solidFill>
          <a:schemeClr val="accent5">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8A3B858-CE54-444E-B94C-DB0B77329E17}">
      <dsp:nvSpPr>
        <dsp:cNvPr id="0" name=""/>
        <dsp:cNvSpPr/>
      </dsp:nvSpPr>
      <dsp:spPr>
        <a:xfrm>
          <a:off x="612" y="698"/>
          <a:ext cx="5338504" cy="1024426"/>
        </a:xfrm>
        <a:prstGeom prst="roundRect">
          <a:avLst>
            <a:gd name="adj" fmla="val 10000"/>
          </a:avLst>
        </a:prstGeom>
        <a:solidFill>
          <a:srgbClr val="8FC73E"/>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ctr" defTabSz="1422400">
            <a:lnSpc>
              <a:spcPct val="90000"/>
            </a:lnSpc>
            <a:spcBef>
              <a:spcPct val="0"/>
            </a:spcBef>
            <a:spcAft>
              <a:spcPct val="35000"/>
            </a:spcAft>
            <a:buNone/>
          </a:pPr>
          <a:r>
            <a:rPr lang="en-US" sz="3200" kern="1200" dirty="0"/>
            <a:t>Climate neutrality until 2050</a:t>
          </a:r>
        </a:p>
      </dsp:txBody>
      <dsp:txXfrm>
        <a:off x="30616" y="30702"/>
        <a:ext cx="5278496" cy="964418"/>
      </dsp:txXfrm>
    </dsp:sp>
    <dsp:sp modelId="{4417A748-E568-4510-B755-1C3086DF8357}">
      <dsp:nvSpPr>
        <dsp:cNvPr id="0" name=""/>
        <dsp:cNvSpPr/>
      </dsp:nvSpPr>
      <dsp:spPr>
        <a:xfrm>
          <a:off x="5823" y="1112584"/>
          <a:ext cx="3480468" cy="1277378"/>
        </a:xfrm>
        <a:prstGeom prst="roundRect">
          <a:avLst>
            <a:gd name="adj" fmla="val 10000"/>
          </a:avLst>
        </a:prstGeom>
        <a:solidFill>
          <a:schemeClr val="bg1">
            <a:lumMod val="75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0" tIns="91440" rIns="365760" bIns="91440" numCol="1" spcCol="1270" anchor="ctr" anchorCtr="0">
          <a:noAutofit/>
        </a:bodyPr>
        <a:lstStyle/>
        <a:p>
          <a:pPr marL="0" lvl="0" indent="0" algn="ctr" defTabSz="804863">
            <a:lnSpc>
              <a:spcPct val="90000"/>
            </a:lnSpc>
            <a:spcBef>
              <a:spcPct val="0"/>
            </a:spcBef>
            <a:spcAft>
              <a:spcPct val="35000"/>
            </a:spcAft>
            <a:buNone/>
            <a:tabLst>
              <a:tab pos="685800" algn="l"/>
            </a:tabLst>
          </a:pPr>
          <a:r>
            <a:rPr lang="en-US" sz="2400" b="1" kern="1200" dirty="0"/>
            <a:t>NECP</a:t>
          </a:r>
        </a:p>
      </dsp:txBody>
      <dsp:txXfrm>
        <a:off x="43236" y="1149997"/>
        <a:ext cx="3405642" cy="1202552"/>
      </dsp:txXfrm>
    </dsp:sp>
    <dsp:sp modelId="{5FF35213-CBB2-4426-B9F7-A40579016D03}">
      <dsp:nvSpPr>
        <dsp:cNvPr id="0" name=""/>
        <dsp:cNvSpPr/>
      </dsp:nvSpPr>
      <dsp:spPr>
        <a:xfrm>
          <a:off x="9522" y="2478120"/>
          <a:ext cx="1704441" cy="1024426"/>
        </a:xfrm>
        <a:prstGeom prst="roundRect">
          <a:avLst>
            <a:gd name="adj" fmla="val 10000"/>
          </a:avLst>
        </a:prstGeom>
        <a:solidFill>
          <a:schemeClr val="tx2">
            <a:lumMod val="60000"/>
            <a:lumOff val="4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Framework  Energy Strategy 2035 </a:t>
          </a:r>
        </a:p>
      </dsp:txBody>
      <dsp:txXfrm>
        <a:off x="39526" y="2508124"/>
        <a:ext cx="1644433" cy="964418"/>
      </dsp:txXfrm>
    </dsp:sp>
    <dsp:sp modelId="{31B1B70F-E6A3-4108-9B63-39E026AEB19B}">
      <dsp:nvSpPr>
        <dsp:cNvPr id="0" name=""/>
        <dsp:cNvSpPr/>
      </dsp:nvSpPr>
      <dsp:spPr>
        <a:xfrm>
          <a:off x="1817644" y="2478120"/>
          <a:ext cx="1704441" cy="1024426"/>
        </a:xfrm>
        <a:prstGeom prst="roundRect">
          <a:avLst>
            <a:gd name="adj" fmla="val 10000"/>
          </a:avLst>
        </a:prstGeom>
        <a:solidFill>
          <a:srgbClr val="C0000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Energy Poverty Strategy</a:t>
          </a:r>
        </a:p>
      </dsp:txBody>
      <dsp:txXfrm>
        <a:off x="1847648" y="2508124"/>
        <a:ext cx="1644433" cy="964418"/>
      </dsp:txXfrm>
    </dsp:sp>
    <dsp:sp modelId="{84B770F7-E31D-4141-9045-75FF2F5B9AC9}">
      <dsp:nvSpPr>
        <dsp:cNvPr id="0" name=""/>
        <dsp:cNvSpPr/>
      </dsp:nvSpPr>
      <dsp:spPr>
        <a:xfrm>
          <a:off x="3554964" y="1091514"/>
          <a:ext cx="1704441" cy="627379"/>
        </a:xfrm>
        <a:prstGeom prst="roundRect">
          <a:avLst>
            <a:gd name="adj" fmla="val 10000"/>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Just transition Strategy</a:t>
          </a:r>
        </a:p>
      </dsp:txBody>
      <dsp:txXfrm>
        <a:off x="3573339" y="1109889"/>
        <a:ext cx="1667691" cy="590629"/>
      </dsp:txXfrm>
    </dsp:sp>
    <dsp:sp modelId="{40E0E181-9564-4FC8-98E4-54D22C2C38CD}">
      <dsp:nvSpPr>
        <dsp:cNvPr id="0" name=""/>
        <dsp:cNvSpPr/>
      </dsp:nvSpPr>
      <dsp:spPr>
        <a:xfrm>
          <a:off x="3554113" y="2473869"/>
          <a:ext cx="1697792" cy="1028677"/>
        </a:xfrm>
        <a:prstGeom prst="roundRect">
          <a:avLst>
            <a:gd name="adj" fmla="val 10000"/>
          </a:avLst>
        </a:prstGeom>
        <a:solidFill>
          <a:schemeClr val="accent6">
            <a:lumMod val="5000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ctr" defTabSz="889000">
            <a:lnSpc>
              <a:spcPct val="90000"/>
            </a:lnSpc>
            <a:spcBef>
              <a:spcPct val="0"/>
            </a:spcBef>
            <a:spcAft>
              <a:spcPct val="35000"/>
            </a:spcAft>
            <a:buNone/>
          </a:pPr>
          <a:r>
            <a:rPr lang="en-US" sz="2000" b="1" kern="1200" dirty="0"/>
            <a:t>Sofia Declaration </a:t>
          </a:r>
        </a:p>
      </dsp:txBody>
      <dsp:txXfrm>
        <a:off x="3584242" y="2503998"/>
        <a:ext cx="1637534" cy="9684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90F859-3798-4D36-837D-7CAB992A8087}">
      <dsp:nvSpPr>
        <dsp:cNvPr id="0" name=""/>
        <dsp:cNvSpPr/>
      </dsp:nvSpPr>
      <dsp:spPr>
        <a:xfrm>
          <a:off x="762479" y="2733"/>
          <a:ext cx="3733702" cy="626820"/>
        </a:xfrm>
        <a:prstGeom prst="roundRect">
          <a:avLst>
            <a:gd name="adj" fmla="val 10000"/>
          </a:avLst>
        </a:prstGeom>
        <a:solidFill>
          <a:srgbClr val="00B05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b="1" kern="1200" dirty="0">
              <a:latin typeface="Cambria" panose="02040503050406030204" pitchFamily="18" charset="0"/>
              <a:ea typeface="Cambria" panose="02040503050406030204" pitchFamily="18" charset="0"/>
            </a:rPr>
            <a:t>Energy &amp; Climate</a:t>
          </a:r>
        </a:p>
      </dsp:txBody>
      <dsp:txXfrm>
        <a:off x="780838" y="21092"/>
        <a:ext cx="3696984" cy="590102"/>
      </dsp:txXfrm>
    </dsp:sp>
    <dsp:sp modelId="{BAB79206-37C4-4F7E-81A7-9C4A1D615770}">
      <dsp:nvSpPr>
        <dsp:cNvPr id="0" name=""/>
        <dsp:cNvSpPr/>
      </dsp:nvSpPr>
      <dsp:spPr>
        <a:xfrm>
          <a:off x="1135850" y="629554"/>
          <a:ext cx="371917" cy="1073431"/>
        </a:xfrm>
        <a:custGeom>
          <a:avLst/>
          <a:gdLst/>
          <a:ahLst/>
          <a:cxnLst/>
          <a:rect l="0" t="0" r="0" b="0"/>
          <a:pathLst>
            <a:path>
              <a:moveTo>
                <a:pt x="0" y="0"/>
              </a:moveTo>
              <a:lnTo>
                <a:pt x="0" y="1073431"/>
              </a:lnTo>
              <a:lnTo>
                <a:pt x="371917" y="1073431"/>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BABFA8-BCFB-4B52-9DFA-2FA8B4F67CA0}">
      <dsp:nvSpPr>
        <dsp:cNvPr id="0" name=""/>
        <dsp:cNvSpPr/>
      </dsp:nvSpPr>
      <dsp:spPr>
        <a:xfrm>
          <a:off x="1507767" y="895589"/>
          <a:ext cx="1728396" cy="1614793"/>
        </a:xfrm>
        <a:prstGeom prst="roundRect">
          <a:avLst>
            <a:gd name="adj" fmla="val 10000"/>
          </a:avLst>
        </a:prstGeom>
        <a:solidFill>
          <a:schemeClr val="lt1">
            <a:alpha val="90000"/>
            <a:hueOff val="0"/>
            <a:satOff val="0"/>
            <a:lumOff val="0"/>
            <a:alphaOff val="0"/>
          </a:schemeClr>
        </a:solidFill>
        <a:ln w="28575" cap="flat" cmpd="sng" algn="ctr">
          <a:solidFill>
            <a:srgbClr val="DA1D45"/>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en-US" sz="2000" b="1" kern="1200" dirty="0">
              <a:solidFill>
                <a:srgbClr val="002060"/>
              </a:solidFill>
              <a:latin typeface="Cambria" panose="02040503050406030204" pitchFamily="18" charset="0"/>
              <a:ea typeface="Cambria" panose="02040503050406030204" pitchFamily="18" charset="0"/>
            </a:rPr>
            <a:t>Governance Regulation</a:t>
          </a:r>
        </a:p>
      </dsp:txBody>
      <dsp:txXfrm>
        <a:off x="1555063" y="942885"/>
        <a:ext cx="1633804" cy="1520201"/>
      </dsp:txXfrm>
    </dsp:sp>
    <dsp:sp modelId="{AF4C8B39-4510-45E2-A607-A4E868B82408}">
      <dsp:nvSpPr>
        <dsp:cNvPr id="0" name=""/>
        <dsp:cNvSpPr/>
      </dsp:nvSpPr>
      <dsp:spPr>
        <a:xfrm>
          <a:off x="1135850" y="629554"/>
          <a:ext cx="358097" cy="2887470"/>
        </a:xfrm>
        <a:custGeom>
          <a:avLst/>
          <a:gdLst/>
          <a:ahLst/>
          <a:cxnLst/>
          <a:rect l="0" t="0" r="0" b="0"/>
          <a:pathLst>
            <a:path>
              <a:moveTo>
                <a:pt x="0" y="0"/>
              </a:moveTo>
              <a:lnTo>
                <a:pt x="0" y="2887470"/>
              </a:lnTo>
              <a:lnTo>
                <a:pt x="358097" y="2887470"/>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F456DB8-5892-4A93-8855-1EA712BD658F}">
      <dsp:nvSpPr>
        <dsp:cNvPr id="0" name=""/>
        <dsp:cNvSpPr/>
      </dsp:nvSpPr>
      <dsp:spPr>
        <a:xfrm>
          <a:off x="1493947" y="2768526"/>
          <a:ext cx="1727877" cy="1496996"/>
        </a:xfrm>
        <a:prstGeom prst="roundRect">
          <a:avLst>
            <a:gd name="adj" fmla="val 10000"/>
          </a:avLst>
        </a:prstGeom>
        <a:solidFill>
          <a:schemeClr val="lt1">
            <a:alpha val="90000"/>
            <a:hueOff val="0"/>
            <a:satOff val="0"/>
            <a:lumOff val="0"/>
            <a:alphaOff val="0"/>
          </a:schemeClr>
        </a:solidFill>
        <a:ln w="12700" cap="flat" cmpd="sng" algn="ctr">
          <a:solidFill>
            <a:schemeClr val="accent3">
              <a:shade val="50000"/>
              <a:hueOff val="102177"/>
              <a:satOff val="-8950"/>
              <a:lumOff val="337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480" tIns="20320" rIns="30480" bIns="2032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endParaRPr lang="en-US" sz="1600" kern="1200" dirty="0">
            <a:solidFill>
              <a:srgbClr val="002060"/>
            </a:solidFill>
            <a:latin typeface="Cambria" panose="02040503050406030204" pitchFamily="18" charset="0"/>
            <a:ea typeface="Cambria" panose="02040503050406030204" pitchFamily="18"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lang="en-GB" sz="2000" b="1" kern="1200" dirty="0">
              <a:solidFill>
                <a:srgbClr val="002060"/>
              </a:solidFill>
              <a:latin typeface="Cambria" panose="02040503050406030204" pitchFamily="18" charset="0"/>
              <a:ea typeface="Cambria" panose="02040503050406030204" pitchFamily="18" charset="0"/>
            </a:rPr>
            <a:t>MRVA Package</a:t>
          </a:r>
        </a:p>
        <a:p>
          <a:pPr algn="ctr">
            <a:buNone/>
          </a:pPr>
          <a:endParaRPr lang="en-US" sz="1600" kern="1200" dirty="0">
            <a:solidFill>
              <a:srgbClr val="002060"/>
            </a:solidFill>
            <a:latin typeface="Cambria" panose="02040503050406030204" pitchFamily="18" charset="0"/>
            <a:ea typeface="Cambria" panose="02040503050406030204" pitchFamily="18" charset="0"/>
          </a:endParaRPr>
        </a:p>
      </dsp:txBody>
      <dsp:txXfrm>
        <a:off x="1537793" y="2812372"/>
        <a:ext cx="1640185" cy="1409304"/>
      </dsp:txXfrm>
    </dsp:sp>
    <dsp:sp modelId="{A9EFBB9F-7EDD-42D2-A396-AEFB5D6E6EF0}">
      <dsp:nvSpPr>
        <dsp:cNvPr id="0" name=""/>
        <dsp:cNvSpPr/>
      </dsp:nvSpPr>
      <dsp:spPr>
        <a:xfrm>
          <a:off x="1135850" y="629554"/>
          <a:ext cx="373370" cy="4643794"/>
        </a:xfrm>
        <a:custGeom>
          <a:avLst/>
          <a:gdLst/>
          <a:ahLst/>
          <a:cxnLst/>
          <a:rect l="0" t="0" r="0" b="0"/>
          <a:pathLst>
            <a:path>
              <a:moveTo>
                <a:pt x="0" y="0"/>
              </a:moveTo>
              <a:lnTo>
                <a:pt x="0" y="4643794"/>
              </a:lnTo>
              <a:lnTo>
                <a:pt x="373370" y="4643794"/>
              </a:lnTo>
            </a:path>
          </a:pathLst>
        </a:custGeom>
        <a:noFill/>
        <a:ln w="12700" cap="flat" cmpd="sng" algn="ctr">
          <a:solidFill>
            <a:schemeClr val="accent3">
              <a:tint val="9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03685C6-3FA3-4B3A-81F5-9DD6D98C8D50}">
      <dsp:nvSpPr>
        <dsp:cNvPr id="0" name=""/>
        <dsp:cNvSpPr/>
      </dsp:nvSpPr>
      <dsp:spPr>
        <a:xfrm>
          <a:off x="1509220" y="4552097"/>
          <a:ext cx="1777845" cy="1442502"/>
        </a:xfrm>
        <a:prstGeom prst="roundRect">
          <a:avLst>
            <a:gd name="adj" fmla="val 10000"/>
          </a:avLst>
        </a:prstGeom>
        <a:solidFill>
          <a:schemeClr val="lt1">
            <a:alpha val="90000"/>
            <a:hueOff val="0"/>
            <a:satOff val="0"/>
            <a:lumOff val="0"/>
            <a:alphaOff val="0"/>
          </a:schemeClr>
        </a:solidFill>
        <a:ln w="12700" cap="flat" cmpd="sng" algn="ctr">
          <a:solidFill>
            <a:schemeClr val="accent3">
              <a:shade val="50000"/>
              <a:hueOff val="102177"/>
              <a:satOff val="-8950"/>
              <a:lumOff val="33713"/>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lang="sr-Latn-RS" sz="2000" b="1" kern="1200" dirty="0">
              <a:solidFill>
                <a:srgbClr val="002060"/>
              </a:solidFill>
              <a:latin typeface="Cambria" panose="02040503050406030204" pitchFamily="18" charset="0"/>
              <a:ea typeface="Cambria" panose="02040503050406030204" pitchFamily="18" charset="0"/>
            </a:rPr>
            <a:t>EU </a:t>
          </a:r>
          <a:r>
            <a:rPr lang="en-US" sz="2000" b="1" kern="1200" dirty="0">
              <a:solidFill>
                <a:srgbClr val="002060"/>
              </a:solidFill>
              <a:latin typeface="Cambria" panose="02040503050406030204" pitchFamily="18" charset="0"/>
              <a:ea typeface="Cambria" panose="02040503050406030204" pitchFamily="18" charset="0"/>
            </a:rPr>
            <a:t>ETS</a:t>
          </a:r>
        </a:p>
      </dsp:txBody>
      <dsp:txXfrm>
        <a:off x="1551469" y="4594346"/>
        <a:ext cx="1693347" cy="1358004"/>
      </dsp:txXfrm>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4">
  <dgm:title val=""/>
  <dgm:desc val=""/>
  <dgm:catLst>
    <dgm:cat type="hierarchy" pri="4000"/>
    <dgm:cat type="list" pri="24000"/>
    <dgm:cat type="relationship" pri="10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Name0">
    <dgm:varLst>
      <dgm:chPref val="1"/>
      <dgm:dir/>
      <dgm:animOne val="branch"/>
      <dgm:animLvl val="lvl"/>
      <dgm:resizeHandles/>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w" for="ch" forName="vertOne" refType="w"/>
      <dgm:constr type="w" for="des" forName="horzOne" refType="w"/>
      <dgm:constr type="w" for="des" forName="txOne" refType="w"/>
      <dgm:constr type="w" for="des" forName="vertTwo" refType="w"/>
      <dgm:constr type="w" for="des" forName="horzTwo" refType="w"/>
      <dgm:constr type="w" for="des" forName="txTwo" refType="w"/>
      <dgm:constr type="w" for="des" forName="vertThree" refType="w"/>
      <dgm:constr type="w" for="des" forName="horzThree" refType="w"/>
      <dgm:constr type="w" for="des" forName="txThree" refType="w"/>
      <dgm:constr type="w" for="des" forName="vertFour" refType="w"/>
      <dgm:constr type="w" for="des" forName="horzFour" refType="w"/>
      <dgm:constr type="w" for="des" forName="txFour" refType="w"/>
      <dgm:constr type="h" for="des" ptType="node" op="equ"/>
      <dgm:constr type="h" for="des" forName="txOne" refType="h"/>
      <dgm:constr type="userH" for="des" ptType="node" refType="h" refFor="des" refForName="txOne"/>
      <dgm:constr type="primFontSz" for="des" forName="txOne" val="65"/>
      <dgm:constr type="primFontSz" for="des" forName="txTwo" val="65"/>
      <dgm:constr type="primFontSz" for="des" forName="txTwo" refType="primFontSz" refFor="des" refForName="txOne" op="lte"/>
      <dgm:constr type="primFontSz" for="des" forName="txThree" val="65"/>
      <dgm:constr type="primFontSz" for="des" forName="txThree" refType="primFontSz" refFor="des" refForName="txOne" op="lte"/>
      <dgm:constr type="primFontSz" for="des" forName="txThree" refType="primFontSz" refFor="des" refForName="txTwo" op="lte"/>
      <dgm:constr type="primFontSz" for="des" forName="txFour" val="65"/>
      <dgm:constr type="primFontSz" for="des" forName="txFour" refType="primFontSz" refFor="des" refForName="txOne" op="lte"/>
      <dgm:constr type="primFontSz" for="des" forName="txFour" refType="primFontSz" refFor="des" refForName="txTwo" op="lte"/>
      <dgm:constr type="primFontSz" for="des" forName="txFour" refType="primFontSz" refFor="des" refForName="txThree" op="lte"/>
      <dgm:constr type="w" for="des" forName="sibSpaceOne" refType="w" fact="0.168"/>
      <dgm:constr type="w" for="des" forName="sibSpaceTwo" refType="w" refFor="des" refForName="sibSpaceOne" op="equ" fact="0.5"/>
      <dgm:constr type="w" for="des" forName="sibSpaceThree" refType="w" refFor="des" refForName="sibSpaceTwo" op="equ" fact="0.5"/>
      <dgm:constr type="w" for="des" forName="sibSpaceFour" refType="w" refFor="des" refForName="sibSpaceThree" op="equ" fact="0.5"/>
      <dgm:constr type="h" for="des" forName="parTransOne" refType="w" fact="0.056"/>
      <dgm:constr type="h" for="des" forName="parTransTwo" refType="h" refFor="des" refForName="parTransOne" op="equ"/>
      <dgm:constr type="h" for="des" forName="parTransThree" refType="h" refFor="des" refForName="parTransTwo" op="equ"/>
      <dgm:constr type="h" for="des" forName="parTransFour" refType="h" refFor="des" refForName="parTransThree" op="equ"/>
    </dgm:constrLst>
    <dgm:ruleLst/>
    <dgm:forEach name="Name4" axis="ch" ptType="node">
      <dgm:layoutNode name="vertOne">
        <dgm:alg type="lin">
          <dgm:param type="linDir" val="fromT"/>
        </dgm:alg>
        <dgm:shape xmlns:r="http://schemas.openxmlformats.org/officeDocument/2006/relationships" r:blip="">
          <dgm:adjLst/>
        </dgm:shape>
        <dgm:presOf/>
        <dgm:constrLst>
          <dgm:constr type="w" for="ch" forName="txOne" refType="w" refFor="ch" refForName="horzOne" op="gte"/>
        </dgm:constrLst>
        <dgm:ruleLst/>
        <dgm:layoutNode name="txOn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5">
          <dgm:if name="Name6" axis="des" ptType="node" func="cnt" op="gt" val="0">
            <dgm:layoutNode name="parTransOne">
              <dgm:alg type="sp"/>
              <dgm:shape xmlns:r="http://schemas.openxmlformats.org/officeDocument/2006/relationships" r:blip="">
                <dgm:adjLst/>
              </dgm:shape>
              <dgm:presOf/>
              <dgm:constrLst/>
              <dgm:ruleLst/>
            </dgm:layoutNode>
          </dgm:if>
          <dgm:else name="Name7"/>
        </dgm:choose>
        <dgm:layoutNode name="horzOne">
          <dgm:choose name="Name8">
            <dgm:if name="Name9" func="var" arg="dir" op="equ" val="norm">
              <dgm:alg type="lin">
                <dgm:param type="linDir" val="fromL"/>
                <dgm:param type="nodeVertAlign" val="t"/>
              </dgm:alg>
            </dgm:if>
            <dgm:else name="Name1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1" axis="ch" ptType="node">
            <dgm:layoutNode name="vertTwo">
              <dgm:alg type="lin">
                <dgm:param type="linDir" val="fromT"/>
              </dgm:alg>
              <dgm:shape xmlns:r="http://schemas.openxmlformats.org/officeDocument/2006/relationships" r:blip="">
                <dgm:adjLst/>
              </dgm:shape>
              <dgm:presOf/>
              <dgm:constrLst>
                <dgm:constr type="w" for="ch" forName="txTwo" refType="w" refFor="ch" refForName="horzTwo" op="gte"/>
              </dgm:constrLst>
              <dgm:ruleLst/>
              <dgm:layoutNode name="txTwo">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2">
                <dgm:if name="Name13" axis="des" ptType="node" func="cnt" op="gt" val="0">
                  <dgm:layoutNode name="parTransTwo">
                    <dgm:alg type="sp"/>
                    <dgm:shape xmlns:r="http://schemas.openxmlformats.org/officeDocument/2006/relationships" r:blip="">
                      <dgm:adjLst/>
                    </dgm:shape>
                    <dgm:presOf/>
                    <dgm:constrLst/>
                    <dgm:ruleLst/>
                  </dgm:layoutNode>
                </dgm:if>
                <dgm:else name="Name14"/>
              </dgm:choose>
              <dgm:layoutNode name="horzTwo">
                <dgm:choose name="Name15">
                  <dgm:if name="Name16" func="var" arg="dir" op="equ" val="norm">
                    <dgm:alg type="lin">
                      <dgm:param type="linDir" val="fromL"/>
                      <dgm:param type="nodeVertAlign" val="t"/>
                    </dgm:alg>
                  </dgm:if>
                  <dgm:else name="Name17">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18" axis="ch" ptType="node">
                  <dgm:layoutNode name="vertThree">
                    <dgm:alg type="lin">
                      <dgm:param type="linDir" val="fromT"/>
                    </dgm:alg>
                    <dgm:shape xmlns:r="http://schemas.openxmlformats.org/officeDocument/2006/relationships" r:blip="">
                      <dgm:adjLst/>
                    </dgm:shape>
                    <dgm:presOf/>
                    <dgm:constrLst>
                      <dgm:constr type="w" for="ch" forName="txThree" refType="w" refFor="ch" refForName="horzThree" op="gte"/>
                    </dgm:constrLst>
                    <dgm:ruleLst/>
                    <dgm:layoutNode name="txThree">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19">
                      <dgm:if name="Name20" axis="des" ptType="node" func="cnt" op="gt" val="0">
                        <dgm:layoutNode name="parTransThree">
                          <dgm:alg type="sp"/>
                          <dgm:shape xmlns:r="http://schemas.openxmlformats.org/officeDocument/2006/relationships" r:blip="">
                            <dgm:adjLst/>
                          </dgm:shape>
                          <dgm:presOf/>
                          <dgm:constrLst/>
                          <dgm:ruleLst/>
                        </dgm:layoutNode>
                      </dgm:if>
                      <dgm:else name="Name21"/>
                    </dgm:choose>
                    <dgm:layoutNode name="horzThree">
                      <dgm:choose name="Name22">
                        <dgm:if name="Name23" func="var" arg="dir" op="equ" val="norm">
                          <dgm:alg type="lin">
                            <dgm:param type="linDir" val="fromL"/>
                            <dgm:param type="nodeVertAlign" val="t"/>
                          </dgm:alg>
                        </dgm:if>
                        <dgm:else name="Name24">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repeat" axis="ch" ptType="node">
                        <dgm:layoutNode name="vertFour">
                          <dgm:varLst>
                            <dgm:chPref val="3"/>
                          </dgm:varLst>
                          <dgm:alg type="lin">
                            <dgm:param type="linDir" val="fromT"/>
                          </dgm:alg>
                          <dgm:shape xmlns:r="http://schemas.openxmlformats.org/officeDocument/2006/relationships" r:blip="">
                            <dgm:adjLst/>
                          </dgm:shape>
                          <dgm:presOf/>
                          <dgm:constrLst>
                            <dgm:constr type="w" for="ch" forName="txFour" refType="w" refFor="ch" refForName="horzFour" op="gte"/>
                          </dgm:constrLst>
                          <dgm:ruleLst/>
                          <dgm:layoutNode name="txFour">
                            <dgm:varLst>
                              <dgm:chPref val="3"/>
                            </dgm:varLst>
                            <dgm:alg type="tx"/>
                            <dgm:shape xmlns:r="http://schemas.openxmlformats.org/officeDocument/2006/relationships" type="roundRect" r:blip="">
                              <dgm:adjLst>
                                <dgm:adj idx="1" val="0.1"/>
                              </dgm:adjLst>
                            </dgm:shape>
                            <dgm:presOf axis="self"/>
                            <dgm:constrLst>
                              <dgm:constr type="userH"/>
                              <dgm:constr type="h" refType="userH"/>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25">
                            <dgm:if name="Name26" axis="des" ptType="node" func="cnt" op="gt" val="0">
                              <dgm:layoutNode name="parTransFour">
                                <dgm:alg type="sp"/>
                                <dgm:shape xmlns:r="http://schemas.openxmlformats.org/officeDocument/2006/relationships" r:blip="">
                                  <dgm:adjLst/>
                                </dgm:shape>
                                <dgm:presOf/>
                                <dgm:constrLst/>
                                <dgm:ruleLst/>
                              </dgm:layoutNode>
                            </dgm:if>
                            <dgm:else name="Name27"/>
                          </dgm:choose>
                          <dgm:layoutNode name="horzFour">
                            <dgm:choose name="Name28">
                              <dgm:if name="Name29" func="var" arg="dir" op="equ" val="norm">
                                <dgm:alg type="lin">
                                  <dgm:param type="linDir" val="fromL"/>
                                  <dgm:param type="nodeVertAlign" val="t"/>
                                </dgm:alg>
                              </dgm:if>
                              <dgm:else name="Name30">
                                <dgm:alg type="lin">
                                  <dgm:param type="linDir" val="fromR"/>
                                  <dgm:param type="nodeVertAlign" val="t"/>
                                </dgm:alg>
                              </dgm:else>
                            </dgm:choose>
                            <dgm:shape xmlns:r="http://schemas.openxmlformats.org/officeDocument/2006/relationships" r:blip="">
                              <dgm:adjLst/>
                            </dgm:shape>
                            <dgm:presOf/>
                            <dgm:constrLst/>
                            <dgm:ruleLst>
                              <dgm:rule type="w" val="INF" fact="NaN" max="NaN"/>
                            </dgm:ruleLst>
                            <dgm:forEach name="Name31" ref="repeat"/>
                          </dgm:layoutNode>
                        </dgm:layoutNode>
                        <dgm:choose name="Name32">
                          <dgm:if name="Name33" axis="self" ptType="node" func="revPos" op="gte" val="2">
                            <dgm:forEach name="Name34" axis="followSib" ptType="sibTrans" cnt="1">
                              <dgm:layoutNode name="sibSpaceFour">
                                <dgm:alg type="sp"/>
                                <dgm:shape xmlns:r="http://schemas.openxmlformats.org/officeDocument/2006/relationships" r:blip="">
                                  <dgm:adjLst/>
                                </dgm:shape>
                                <dgm:presOf/>
                                <dgm:constrLst/>
                                <dgm:ruleLst/>
                              </dgm:layoutNode>
                            </dgm:forEach>
                          </dgm:if>
                          <dgm:else name="Name35"/>
                        </dgm:choose>
                      </dgm:forEach>
                    </dgm:layoutNode>
                  </dgm:layoutNode>
                  <dgm:choose name="Name36">
                    <dgm:if name="Name37" axis="self" ptType="node" func="revPos" op="gte" val="2">
                      <dgm:forEach name="Name38" axis="followSib" ptType="sibTrans" cnt="1">
                        <dgm:layoutNode name="sibSpaceThree">
                          <dgm:alg type="sp"/>
                          <dgm:shape xmlns:r="http://schemas.openxmlformats.org/officeDocument/2006/relationships" r:blip="">
                            <dgm:adjLst/>
                          </dgm:shape>
                          <dgm:presOf/>
                          <dgm:constrLst/>
                          <dgm:ruleLst/>
                        </dgm:layoutNode>
                      </dgm:forEach>
                    </dgm:if>
                    <dgm:else name="Name39"/>
                  </dgm:choose>
                </dgm:forEach>
              </dgm:layoutNode>
            </dgm:layoutNode>
            <dgm:choose name="Name40">
              <dgm:if name="Name41" axis="self" ptType="node" func="revPos" op="gte" val="2">
                <dgm:forEach name="Name42" axis="followSib" ptType="sibTrans" cnt="1">
                  <dgm:layoutNode name="sibSpaceTwo">
                    <dgm:alg type="sp"/>
                    <dgm:shape xmlns:r="http://schemas.openxmlformats.org/officeDocument/2006/relationships" r:blip="">
                      <dgm:adjLst/>
                    </dgm:shape>
                    <dgm:presOf/>
                    <dgm:constrLst/>
                    <dgm:ruleLst/>
                  </dgm:layoutNode>
                </dgm:forEach>
              </dgm:if>
              <dgm:else name="Name43"/>
            </dgm:choose>
          </dgm:forEach>
        </dgm:layoutNode>
      </dgm:layoutNode>
      <dgm:choose name="Name44">
        <dgm:if name="Name45" axis="self" ptType="node" func="revPos" op="gte" val="2">
          <dgm:forEach name="Name46" axis="followSib" ptType="sibTrans" cnt="1">
            <dgm:layoutNode name="sibSpaceOne">
              <dgm:alg type="sp"/>
              <dgm:shape xmlns:r="http://schemas.openxmlformats.org/officeDocument/2006/relationships" r:blip="">
                <dgm:adjLst/>
              </dgm:shape>
              <dgm:presOf/>
              <dgm:constrLst/>
              <dgm:ruleLst/>
            </dgm:layoutNode>
          </dgm:forEach>
        </dgm:if>
        <dgm:else name="Name47"/>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CD005A74-8192-E243-BF05-19FAA54770A7}"/>
              </a:ext>
            </a:extLst>
          </p:cNvPr>
          <p:cNvSpPr>
            <a:spLocks noGrp="1"/>
          </p:cNvSpPr>
          <p:nvPr>
            <p:ph type="hdr" sz="quarter"/>
          </p:nvPr>
        </p:nvSpPr>
        <p:spPr>
          <a:xfrm>
            <a:off x="0" y="1"/>
            <a:ext cx="2971800" cy="458788"/>
          </a:xfrm>
          <a:prstGeom prst="rect">
            <a:avLst/>
          </a:prstGeom>
        </p:spPr>
        <p:txBody>
          <a:bodyPr vert="horz" lIns="91440" tIns="45720" rIns="91440" bIns="45720" rtlCol="0"/>
          <a:lstStyle>
            <a:lvl1pPr algn="l">
              <a:defRPr sz="1200"/>
            </a:lvl1pPr>
          </a:lstStyle>
          <a:p>
            <a:endParaRPr lang="en-US">
              <a:latin typeface="Arial" panose="020B0604020202020204" pitchFamily="34" charset="0"/>
            </a:endParaRPr>
          </a:p>
        </p:txBody>
      </p:sp>
      <p:sp>
        <p:nvSpPr>
          <p:cNvPr id="3" name="Date Placeholder 2">
            <a:extLst>
              <a:ext uri="{FF2B5EF4-FFF2-40B4-BE49-F238E27FC236}">
                <a16:creationId xmlns:a16="http://schemas.microsoft.com/office/drawing/2014/main" id="{9EE06139-B360-6641-8870-A73A6F312FB9}"/>
              </a:ext>
            </a:extLst>
          </p:cNvPr>
          <p:cNvSpPr>
            <a:spLocks noGrp="1"/>
          </p:cNvSpPr>
          <p:nvPr>
            <p:ph type="dt" sz="quarter" idx="1"/>
          </p:nvPr>
        </p:nvSpPr>
        <p:spPr>
          <a:xfrm>
            <a:off x="3884613" y="1"/>
            <a:ext cx="2971800" cy="458788"/>
          </a:xfrm>
          <a:prstGeom prst="rect">
            <a:avLst/>
          </a:prstGeom>
        </p:spPr>
        <p:txBody>
          <a:bodyPr vert="horz" lIns="91440" tIns="45720" rIns="91440" bIns="45720" rtlCol="0"/>
          <a:lstStyle>
            <a:lvl1pPr algn="r">
              <a:defRPr sz="1200"/>
            </a:lvl1pPr>
          </a:lstStyle>
          <a:p>
            <a:fld id="{4400B075-6191-2C4A-8193-1A00EE3832A8}" type="datetimeFigureOut">
              <a:rPr lang="en-US" smtClean="0">
                <a:latin typeface="Arial" panose="020B0604020202020204" pitchFamily="34" charset="0"/>
              </a:rPr>
              <a:t>10/6/25</a:t>
            </a:fld>
            <a:endParaRPr lang="en-US">
              <a:latin typeface="Arial" panose="020B0604020202020204" pitchFamily="34" charset="0"/>
            </a:endParaRPr>
          </a:p>
        </p:txBody>
      </p:sp>
      <p:sp>
        <p:nvSpPr>
          <p:cNvPr id="4" name="Footer Placeholder 3">
            <a:extLst>
              <a:ext uri="{FF2B5EF4-FFF2-40B4-BE49-F238E27FC236}">
                <a16:creationId xmlns:a16="http://schemas.microsoft.com/office/drawing/2014/main" id="{9E74DB19-38C5-2248-8123-DFA22CA544C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latin typeface="Arial" panose="020B0604020202020204" pitchFamily="34" charset="0"/>
            </a:endParaRPr>
          </a:p>
        </p:txBody>
      </p:sp>
      <p:sp>
        <p:nvSpPr>
          <p:cNvPr id="5" name="Slide Number Placeholder 4">
            <a:extLst>
              <a:ext uri="{FF2B5EF4-FFF2-40B4-BE49-F238E27FC236}">
                <a16:creationId xmlns:a16="http://schemas.microsoft.com/office/drawing/2014/main" id="{94EF6CDA-6B14-0543-B4E7-3146E832E5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632EFB9-C4E9-5545-821A-1AB601A44092}" type="slidenum">
              <a:rPr lang="en-US" smtClean="0">
                <a:latin typeface="Arial" panose="020B0604020202020204" pitchFamily="34" charset="0"/>
              </a:rPr>
              <a:t>‹#›</a:t>
            </a:fld>
            <a:endParaRPr lang="en-US">
              <a:latin typeface="Arial" panose="020B0604020202020204" pitchFamily="34" charset="0"/>
            </a:endParaRPr>
          </a:p>
        </p:txBody>
      </p:sp>
    </p:spTree>
    <p:extLst>
      <p:ext uri="{BB962C8B-B14F-4D97-AF65-F5344CB8AC3E}">
        <p14:creationId xmlns:p14="http://schemas.microsoft.com/office/powerpoint/2010/main" val="23071593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b="0" i="0">
                <a:latin typeface="Arial" panose="020B0604020202020204" pitchFamily="34" charset="0"/>
              </a:defRPr>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b="0" i="0">
                <a:latin typeface="Arial" panose="020B0604020202020204" pitchFamily="34" charset="0"/>
              </a:defRPr>
            </a:lvl1pPr>
          </a:lstStyle>
          <a:p>
            <a:fld id="{A1292C84-C571-9E4B-B574-75AB31C44F0E}" type="datetimeFigureOut">
              <a:rPr lang="en-US" smtClean="0"/>
              <a:pPr/>
              <a:t>10/6/25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b="0" i="0">
                <a:latin typeface="Arial" panose="020B0604020202020204" pitchFamily="34" charset="0"/>
              </a:defRPr>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b="0" i="0">
                <a:latin typeface="Arial" panose="020B0604020202020204" pitchFamily="34" charset="0"/>
              </a:defRPr>
            </a:lvl1pPr>
          </a:lstStyle>
          <a:p>
            <a:fld id="{EEADBA4F-8DE6-A546-9160-9B04B784B47A}" type="slidenum">
              <a:rPr lang="en-US" smtClean="0"/>
              <a:pPr/>
              <a:t>‹#›</a:t>
            </a:fld>
            <a:endParaRPr lang="en-US"/>
          </a:p>
        </p:txBody>
      </p:sp>
    </p:spTree>
    <p:extLst>
      <p:ext uri="{BB962C8B-B14F-4D97-AF65-F5344CB8AC3E}">
        <p14:creationId xmlns:p14="http://schemas.microsoft.com/office/powerpoint/2010/main" val="3657297413"/>
      </p:ext>
    </p:extLst>
  </p:cSld>
  <p:clrMap bg1="lt1" tx1="dk1" bg2="lt2" tx2="dk2" accent1="accent1" accent2="accent2" accent3="accent3" accent4="accent4" accent5="accent5" accent6="accent6" hlink="hlink" folHlink="folHlink"/>
  <p:notesStyle>
    <a:lvl1pPr marL="0" algn="l" defTabSz="914400" rtl="0" eaLnBrk="1" latinLnBrk="0" hangingPunct="1">
      <a:defRPr sz="1200" b="0" i="0" kern="1200">
        <a:solidFill>
          <a:schemeClr val="tx1"/>
        </a:solidFill>
        <a:latin typeface="Arial" panose="020B0604020202020204" pitchFamily="34" charset="0"/>
        <a:ea typeface="+mn-ea"/>
        <a:cs typeface="+mn-cs"/>
      </a:defRPr>
    </a:lvl1pPr>
    <a:lvl2pPr marL="457200" algn="l" defTabSz="914400" rtl="0" eaLnBrk="1" latinLnBrk="0" hangingPunct="1">
      <a:defRPr sz="1200" b="0" i="0" kern="1200">
        <a:solidFill>
          <a:schemeClr val="tx1"/>
        </a:solidFill>
        <a:latin typeface="Arial" panose="020B0604020202020204" pitchFamily="34" charset="0"/>
        <a:ea typeface="+mn-ea"/>
        <a:cs typeface="+mn-cs"/>
      </a:defRPr>
    </a:lvl2pPr>
    <a:lvl3pPr marL="914400" algn="l" defTabSz="914400" rtl="0" eaLnBrk="1" latinLnBrk="0" hangingPunct="1">
      <a:defRPr sz="1200" b="0" i="0" kern="1200">
        <a:solidFill>
          <a:schemeClr val="tx1"/>
        </a:solidFill>
        <a:latin typeface="Arial" panose="020B0604020202020204" pitchFamily="34" charset="0"/>
        <a:ea typeface="+mn-ea"/>
        <a:cs typeface="+mn-cs"/>
      </a:defRPr>
    </a:lvl3pPr>
    <a:lvl4pPr marL="1371600" algn="l" defTabSz="914400" rtl="0" eaLnBrk="1" latinLnBrk="0" hangingPunct="1">
      <a:defRPr sz="1200" b="0" i="0" kern="1200">
        <a:solidFill>
          <a:schemeClr val="tx1"/>
        </a:solidFill>
        <a:latin typeface="Arial" panose="020B0604020202020204" pitchFamily="34" charset="0"/>
        <a:ea typeface="+mn-ea"/>
        <a:cs typeface="+mn-cs"/>
      </a:defRPr>
    </a:lvl4pPr>
    <a:lvl5pPr marL="1828800" algn="l" defTabSz="914400" rtl="0" eaLnBrk="1" latinLnBrk="0" hangingPunct="1">
      <a:defRPr sz="1200" b="0" i="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4011419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ADBA4F-8DE6-A546-9160-9B04B784B47A}" type="slidenum">
              <a:rPr lang="en-US" smtClean="0"/>
              <a:pPr/>
              <a:t>4</a:t>
            </a:fld>
            <a:endParaRPr lang="en-US" dirty="0"/>
          </a:p>
        </p:txBody>
      </p:sp>
    </p:spTree>
    <p:extLst>
      <p:ext uri="{BB962C8B-B14F-4D97-AF65-F5344CB8AC3E}">
        <p14:creationId xmlns:p14="http://schemas.microsoft.com/office/powerpoint/2010/main" val="17070794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ADBA4F-8DE6-A546-9160-9B04B784B47A}" type="slidenum">
              <a:rPr lang="en-US" smtClean="0"/>
              <a:pPr/>
              <a:t>5</a:t>
            </a:fld>
            <a:endParaRPr lang="en-US" dirty="0"/>
          </a:p>
        </p:txBody>
      </p:sp>
    </p:spTree>
    <p:extLst>
      <p:ext uri="{BB962C8B-B14F-4D97-AF65-F5344CB8AC3E}">
        <p14:creationId xmlns:p14="http://schemas.microsoft.com/office/powerpoint/2010/main" val="5145502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EADBA4F-8DE6-A546-9160-9B04B784B47A}" type="slidenum">
              <a:rPr lang="en-US" smtClean="0"/>
              <a:pPr/>
              <a:t>6</a:t>
            </a:fld>
            <a:endParaRPr lang="en-US" dirty="0"/>
          </a:p>
        </p:txBody>
      </p:sp>
    </p:spTree>
    <p:extLst>
      <p:ext uri="{BB962C8B-B14F-4D97-AF65-F5344CB8AC3E}">
        <p14:creationId xmlns:p14="http://schemas.microsoft.com/office/powerpoint/2010/main" val="172791150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5117590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EADBA4F-8DE6-A546-9160-9B04B784B47A}" type="slidenum">
              <a:rPr kumimoji="0" lang="en-US"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1200" b="0" i="0" u="none" strike="noStrike" kern="1200" cap="none" spc="0" normalizeH="0" baseline="0" noProof="0" dirty="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05943454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1C3DDF2-9EC4-1348-BA55-CF7556117905}"/>
              </a:ext>
            </a:extLst>
          </p:cNvPr>
          <p:cNvPicPr>
            <a:picLocks noChangeAspect="1"/>
          </p:cNvPicPr>
          <p:nvPr userDrawn="1"/>
        </p:nvPicPr>
        <p:blipFill>
          <a:blip r:embed="rId2"/>
          <a:srcRect/>
          <a:stretch/>
        </p:blipFill>
        <p:spPr>
          <a:xfrm>
            <a:off x="-1" y="4545"/>
            <a:ext cx="12192000" cy="5501342"/>
          </a:xfrm>
          <a:prstGeom prst="rect">
            <a:avLst/>
          </a:prstGeom>
        </p:spPr>
      </p:pic>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8B0F826-8891-A141-8130-B96AB0C07DFF}"/>
              </a:ext>
            </a:extLst>
          </p:cNvPr>
          <p:cNvPicPr>
            <a:picLocks noChangeAspect="1"/>
          </p:cNvPicPr>
          <p:nvPr userDrawn="1"/>
        </p:nvPicPr>
        <p:blipFill>
          <a:blip r:embed="rId3"/>
          <a:stretch>
            <a:fillRect/>
          </a:stretch>
        </p:blipFill>
        <p:spPr>
          <a:xfrm>
            <a:off x="790831" y="5892801"/>
            <a:ext cx="1651000" cy="596900"/>
          </a:xfrm>
          <a:prstGeom prst="rect">
            <a:avLst/>
          </a:prstGeom>
        </p:spPr>
      </p:pic>
      <p:sp>
        <p:nvSpPr>
          <p:cNvPr id="12" name="Text Placeholder 13" descr="Place your title in Uppercase">
            <a:extLst>
              <a:ext uri="{FF2B5EF4-FFF2-40B4-BE49-F238E27FC236}">
                <a16:creationId xmlns:a16="http://schemas.microsoft.com/office/drawing/2014/main" id="{9241A955-071C-E246-A9FB-9916A8AEB268}"/>
              </a:ext>
            </a:extLst>
          </p:cNvPr>
          <p:cNvSpPr>
            <a:spLocks noGrp="1" noChangeAspect="1"/>
          </p:cNvSpPr>
          <p:nvPr>
            <p:ph type="body" sz="quarter" idx="11" hasCustomPrompt="1"/>
          </p:nvPr>
        </p:nvSpPr>
        <p:spPr>
          <a:xfrm>
            <a:off x="790829" y="368299"/>
            <a:ext cx="9531042" cy="3144173"/>
          </a:xfrm>
          <a:prstGeom prst="rect">
            <a:avLst/>
          </a:prstGeom>
        </p:spPr>
        <p:txBody>
          <a:bodyPr vert="horz" anchor="b"/>
          <a:lstStyle>
            <a:lvl1pPr marL="0" indent="0">
              <a:buNone/>
              <a:defRPr sz="5400" b="1" i="0" spc="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a:t>PRESENTATION TITLE GOES HERE </a:t>
            </a:r>
            <a:br>
              <a:rPr lang="en-US"/>
            </a:br>
            <a:r>
              <a:rPr lang="en-US"/>
              <a:t>IN ALL CAPS</a:t>
            </a:r>
          </a:p>
        </p:txBody>
      </p:sp>
      <p:sp>
        <p:nvSpPr>
          <p:cNvPr id="10" name="Text Placeholder 2">
            <a:extLst>
              <a:ext uri="{FF2B5EF4-FFF2-40B4-BE49-F238E27FC236}">
                <a16:creationId xmlns:a16="http://schemas.microsoft.com/office/drawing/2014/main" id="{2C4B9709-7A4D-B049-B64B-FEF18BAF39BD}"/>
              </a:ext>
            </a:extLst>
          </p:cNvPr>
          <p:cNvSpPr>
            <a:spLocks noGrp="1"/>
          </p:cNvSpPr>
          <p:nvPr>
            <p:ph type="body" sz="quarter" idx="13" hasCustomPrompt="1"/>
          </p:nvPr>
        </p:nvSpPr>
        <p:spPr>
          <a:xfrm>
            <a:off x="790829" y="4204152"/>
            <a:ext cx="10491459" cy="308473"/>
          </a:xfrm>
          <a:prstGeom prst="rect">
            <a:avLst/>
          </a:prstGeom>
        </p:spPr>
        <p:txBody>
          <a:bodyPr/>
          <a:lstStyle>
            <a:lvl1pPr marL="0" indent="0" algn="l">
              <a:buNone/>
              <a:defRPr sz="1800" b="1" i="0">
                <a:solidFill>
                  <a:schemeClr val="tx2"/>
                </a:solidFill>
                <a:latin typeface="Arial" panose="020B0604020202020204" pitchFamily="34" charset="0"/>
              </a:defRPr>
            </a:lvl1pPr>
          </a:lstStyle>
          <a:p>
            <a:pPr lvl="0"/>
            <a:r>
              <a:rPr lang="en-US"/>
              <a:t>PRESENTATION BY NAME LASTNAME</a:t>
            </a:r>
          </a:p>
        </p:txBody>
      </p:sp>
      <p:sp>
        <p:nvSpPr>
          <p:cNvPr id="4" name="Text Placeholder 3">
            <a:extLst>
              <a:ext uri="{FF2B5EF4-FFF2-40B4-BE49-F238E27FC236}">
                <a16:creationId xmlns:a16="http://schemas.microsoft.com/office/drawing/2014/main" id="{EF24FAA0-D364-A145-89E9-9ABEA37BC8F4}"/>
              </a:ext>
            </a:extLst>
          </p:cNvPr>
          <p:cNvSpPr>
            <a:spLocks noGrp="1"/>
          </p:cNvSpPr>
          <p:nvPr>
            <p:ph type="body" sz="quarter" idx="14" hasCustomPrompt="1"/>
          </p:nvPr>
        </p:nvSpPr>
        <p:spPr>
          <a:xfrm>
            <a:off x="790830" y="4512624"/>
            <a:ext cx="3504080" cy="368301"/>
          </a:xfrm>
          <a:prstGeom prst="rect">
            <a:avLst/>
          </a:prstGeom>
        </p:spPr>
        <p:txBody>
          <a:bodyPr/>
          <a:lstStyle>
            <a:lvl1pPr marL="0" indent="0">
              <a:buNone/>
              <a:defRPr sz="1600" b="0" i="0">
                <a:latin typeface="Arial" panose="020B0604020202020204" pitchFamily="34" charset="0"/>
              </a:defRPr>
            </a:lvl1pPr>
          </a:lstStyle>
          <a:p>
            <a:pPr lvl="0"/>
            <a:r>
              <a:rPr lang="en-US"/>
              <a:t>Mai 7, 2020</a:t>
            </a:r>
          </a:p>
        </p:txBody>
      </p:sp>
    </p:spTree>
    <p:extLst>
      <p:ext uri="{BB962C8B-B14F-4D97-AF65-F5344CB8AC3E}">
        <p14:creationId xmlns:p14="http://schemas.microsoft.com/office/powerpoint/2010/main" val="1403467293"/>
      </p:ext>
    </p:extLst>
  </p:cSld>
  <p:clrMapOvr>
    <a:masterClrMapping/>
  </p:clrMapOvr>
  <p:extLst>
    <p:ext uri="{DCECCB84-F9BA-43D5-87BE-67443E8EF086}">
      <p15:sldGuideLst xmlns:p15="http://schemas.microsoft.com/office/powerpoint/2012/main">
        <p15:guide id="1" orient="horz" pos="3480">
          <p15:clr>
            <a:srgbClr val="FBAE40"/>
          </p15:clr>
        </p15:guide>
        <p15:guide id="2" pos="504">
          <p15:clr>
            <a:srgbClr val="FBAE40"/>
          </p15:clr>
        </p15:guide>
        <p15:guide id="4" orient="horz" pos="3120">
          <p15:clr>
            <a:srgbClr val="FBAE40"/>
          </p15:clr>
        </p15:guide>
        <p15:guide id="5" orient="horz" pos="2232">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Keynote Speaker">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BAAF84-0D33-8344-B266-43CC959D58DC}"/>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
            <a:extLst>
              <a:ext uri="{FF2B5EF4-FFF2-40B4-BE49-F238E27FC236}">
                <a16:creationId xmlns:a16="http://schemas.microsoft.com/office/drawing/2014/main" id="{5361A29D-078D-4548-A011-97206E81CC3F}"/>
              </a:ext>
            </a:extLst>
          </p:cNvPr>
          <p:cNvSpPr>
            <a:spLocks noGrp="1"/>
          </p:cNvSpPr>
          <p:nvPr>
            <p:ph type="pic" idx="1"/>
          </p:nvPr>
        </p:nvSpPr>
        <p:spPr>
          <a:xfrm>
            <a:off x="7520940" y="0"/>
            <a:ext cx="4671060" cy="638547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8" name="Text Placeholder 14">
            <a:extLst>
              <a:ext uri="{FF2B5EF4-FFF2-40B4-BE49-F238E27FC236}">
                <a16:creationId xmlns:a16="http://schemas.microsoft.com/office/drawing/2014/main" id="{200DF219-47DD-114F-B42F-1D445AD76AC3}"/>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SPEAKER</a:t>
            </a:r>
          </a:p>
        </p:txBody>
      </p:sp>
      <p:sp>
        <p:nvSpPr>
          <p:cNvPr id="29" name="Rectangle 28">
            <a:extLst>
              <a:ext uri="{FF2B5EF4-FFF2-40B4-BE49-F238E27FC236}">
                <a16:creationId xmlns:a16="http://schemas.microsoft.com/office/drawing/2014/main" id="{96EF2F9E-C541-2343-AE77-2253D6EAE9DA}"/>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BA1CF4E8-1B17-D14D-B42F-A6C96F787369}"/>
              </a:ext>
            </a:extLst>
          </p:cNvPr>
          <p:cNvSpPr>
            <a:spLocks noGrp="1"/>
          </p:cNvSpPr>
          <p:nvPr>
            <p:ph type="body" sz="quarter" idx="16" hasCustomPrompt="1"/>
          </p:nvPr>
        </p:nvSpPr>
        <p:spPr>
          <a:xfrm>
            <a:off x="3454403" y="475191"/>
            <a:ext cx="3677918" cy="561872"/>
          </a:xfrm>
          <a:prstGeom prst="rect">
            <a:avLst/>
          </a:prstGeom>
        </p:spPr>
        <p:txBody>
          <a:bodyPr vert="horz" anchor="b">
            <a:normAutofit/>
          </a:bodyPr>
          <a:lstStyle>
            <a:lvl1pPr marL="0" marR="0" indent="0" algn="l" defTabSz="914400" rtl="0" eaLnBrk="1" fontAlgn="auto" latinLnBrk="0" hangingPunct="1">
              <a:lnSpc>
                <a:spcPct val="50000"/>
              </a:lnSpc>
              <a:spcBef>
                <a:spcPts val="1000"/>
              </a:spcBef>
              <a:spcAft>
                <a:spcPts val="0"/>
              </a:spcAft>
              <a:buClrTx/>
              <a:buSzTx/>
              <a:buFont typeface="Arial" panose="020B0604020202020204" pitchFamily="34" charset="0"/>
              <a:buNone/>
              <a:tabLst/>
              <a:defRPr sz="20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NAME LASTNAME</a:t>
            </a:r>
          </a:p>
        </p:txBody>
      </p:sp>
      <p:sp>
        <p:nvSpPr>
          <p:cNvPr id="12" name="Text Placeholder 3">
            <a:extLst>
              <a:ext uri="{FF2B5EF4-FFF2-40B4-BE49-F238E27FC236}">
                <a16:creationId xmlns:a16="http://schemas.microsoft.com/office/drawing/2014/main" id="{CF958254-1742-1D48-AB0F-3790A26EDBDF}"/>
              </a:ext>
            </a:extLst>
          </p:cNvPr>
          <p:cNvSpPr>
            <a:spLocks noGrp="1"/>
          </p:cNvSpPr>
          <p:nvPr>
            <p:ph type="body" sz="half" idx="17" hasCustomPrompt="1"/>
          </p:nvPr>
        </p:nvSpPr>
        <p:spPr>
          <a:xfrm>
            <a:off x="3454401" y="1208281"/>
            <a:ext cx="3677918" cy="484567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Title and Team</a:t>
            </a:r>
          </a:p>
          <a:p>
            <a:pPr lvl="1"/>
            <a:r>
              <a:rPr lang="en-US"/>
              <a:t>Roles &amp; Responsibility</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62563-80DC-9044-8A5D-910E2C1EB67B}"/>
              </a:ext>
            </a:extLst>
          </p:cNvPr>
          <p:cNvSpPr>
            <a:spLocks noGrp="1"/>
          </p:cNvSpPr>
          <p:nvPr>
            <p:ph type="dt" sz="half" idx="18"/>
          </p:nvPr>
        </p:nvSpPr>
        <p:spPr/>
        <p:txBody>
          <a:bodyPr/>
          <a:lstStyle/>
          <a:p>
            <a:r>
              <a:rPr lang="en-US"/>
              <a:t>DAI Global UK Step Review Template</a:t>
            </a:r>
          </a:p>
        </p:txBody>
      </p:sp>
      <p:sp>
        <p:nvSpPr>
          <p:cNvPr id="5" name="Slide Number Placeholder 4">
            <a:extLst>
              <a:ext uri="{FF2B5EF4-FFF2-40B4-BE49-F238E27FC236}">
                <a16:creationId xmlns:a16="http://schemas.microsoft.com/office/drawing/2014/main" id="{7C586F27-910B-B040-8E1F-8B828BA3B7F5}"/>
              </a:ext>
            </a:extLst>
          </p:cNvPr>
          <p:cNvSpPr>
            <a:spLocks noGrp="1"/>
          </p:cNvSpPr>
          <p:nvPr>
            <p:ph type="sldNum" sz="quarter" idx="19"/>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08673719"/>
      </p:ext>
    </p:extLst>
  </p:cSld>
  <p:clrMapOvr>
    <a:masterClrMapping/>
  </p:clrMapOvr>
  <p:extLst>
    <p:ext uri="{DCECCB84-F9BA-43D5-87BE-67443E8EF086}">
      <p15:sldGuideLst xmlns:p15="http://schemas.microsoft.com/office/powerpoint/2012/main">
        <p15:guide id="1" orient="horz" pos="648">
          <p15:clr>
            <a:srgbClr val="FBAE40"/>
          </p15:clr>
        </p15:guide>
        <p15:guide id="2" pos="1776">
          <p15:clr>
            <a:srgbClr val="FBAE40"/>
          </p15:clr>
        </p15:guide>
        <p15:guide id="3" orient="horz" pos="288">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B28C483-5B05-1646-BF7E-62948D3522D4}"/>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Placeholder 18">
            <a:extLst>
              <a:ext uri="{FF2B5EF4-FFF2-40B4-BE49-F238E27FC236}">
                <a16:creationId xmlns:a16="http://schemas.microsoft.com/office/drawing/2014/main" id="{345D825F-0729-D442-A875-14AE0BF169EA}"/>
              </a:ext>
            </a:extLst>
          </p:cNvPr>
          <p:cNvSpPr>
            <a:spLocks noGrp="1"/>
          </p:cNvSpPr>
          <p:nvPr>
            <p:ph type="body" sz="quarter" idx="49" hasCustomPrompt="1"/>
          </p:nvPr>
        </p:nvSpPr>
        <p:spPr>
          <a:xfrm>
            <a:off x="4418689" y="482045"/>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1" i="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1</a:t>
            </a:r>
            <a:endParaRPr lang="en-US"/>
          </a:p>
        </p:txBody>
      </p:sp>
      <p:sp>
        <p:nvSpPr>
          <p:cNvPr id="28" name="Picture Placeholder 2">
            <a:extLst>
              <a:ext uri="{FF2B5EF4-FFF2-40B4-BE49-F238E27FC236}">
                <a16:creationId xmlns:a16="http://schemas.microsoft.com/office/drawing/2014/main" id="{6456C157-2EEB-0C41-B8F6-80374B0E3C00}"/>
              </a:ext>
            </a:extLst>
          </p:cNvPr>
          <p:cNvSpPr>
            <a:spLocks noGrp="1"/>
          </p:cNvSpPr>
          <p:nvPr>
            <p:ph type="pic" sz="quarter" idx="50" hasCustomPrompt="1"/>
          </p:nvPr>
        </p:nvSpPr>
        <p:spPr>
          <a:xfrm rot="10800000" flipV="1">
            <a:off x="3487058" y="496444"/>
            <a:ext cx="592483" cy="623557"/>
          </a:xfrm>
          <a:prstGeom prst="rect">
            <a:avLst/>
          </a:prstGeom>
          <a:noFill/>
        </p:spPr>
        <p:txBody>
          <a:bodyPr>
            <a:normAutofit/>
          </a:bodyPr>
          <a:lstStyle>
            <a:lvl1pPr marL="0" indent="0">
              <a:buNone/>
              <a:defRPr sz="800" b="0"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a:t>Insert icon here or delete</a:t>
            </a:r>
          </a:p>
        </p:txBody>
      </p:sp>
      <p:sp>
        <p:nvSpPr>
          <p:cNvPr id="30" name="Text Placeholder 18">
            <a:extLst>
              <a:ext uri="{FF2B5EF4-FFF2-40B4-BE49-F238E27FC236}">
                <a16:creationId xmlns:a16="http://schemas.microsoft.com/office/drawing/2014/main" id="{77ACFC34-1484-8742-9C4E-0651DAB0F1A9}"/>
              </a:ext>
            </a:extLst>
          </p:cNvPr>
          <p:cNvSpPr>
            <a:spLocks noGrp="1"/>
          </p:cNvSpPr>
          <p:nvPr>
            <p:ph type="body" sz="quarter" idx="52" hasCustomPrompt="1"/>
          </p:nvPr>
        </p:nvSpPr>
        <p:spPr>
          <a:xfrm>
            <a:off x="4418689" y="1385622"/>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2</a:t>
            </a:r>
            <a:endParaRPr lang="en-US"/>
          </a:p>
        </p:txBody>
      </p:sp>
      <p:sp>
        <p:nvSpPr>
          <p:cNvPr id="31" name="Text Placeholder 18">
            <a:extLst>
              <a:ext uri="{FF2B5EF4-FFF2-40B4-BE49-F238E27FC236}">
                <a16:creationId xmlns:a16="http://schemas.microsoft.com/office/drawing/2014/main" id="{592374D6-650C-C846-9795-F809B71C027A}"/>
              </a:ext>
            </a:extLst>
          </p:cNvPr>
          <p:cNvSpPr>
            <a:spLocks noGrp="1"/>
          </p:cNvSpPr>
          <p:nvPr>
            <p:ph type="body" sz="quarter" idx="53" hasCustomPrompt="1"/>
          </p:nvPr>
        </p:nvSpPr>
        <p:spPr>
          <a:xfrm>
            <a:off x="4418689" y="231007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3</a:t>
            </a:r>
            <a:endParaRPr lang="en-US"/>
          </a:p>
        </p:txBody>
      </p:sp>
      <p:sp>
        <p:nvSpPr>
          <p:cNvPr id="33" name="Text Placeholder 18">
            <a:extLst>
              <a:ext uri="{FF2B5EF4-FFF2-40B4-BE49-F238E27FC236}">
                <a16:creationId xmlns:a16="http://schemas.microsoft.com/office/drawing/2014/main" id="{6069DC40-7B17-174F-AAE7-B50A3C951999}"/>
              </a:ext>
            </a:extLst>
          </p:cNvPr>
          <p:cNvSpPr>
            <a:spLocks noGrp="1"/>
          </p:cNvSpPr>
          <p:nvPr>
            <p:ph type="body" sz="quarter" idx="54" hasCustomPrompt="1"/>
          </p:nvPr>
        </p:nvSpPr>
        <p:spPr>
          <a:xfrm>
            <a:off x="4418689" y="3208917"/>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4</a:t>
            </a:r>
            <a:endParaRPr lang="en-US"/>
          </a:p>
        </p:txBody>
      </p:sp>
      <p:sp>
        <p:nvSpPr>
          <p:cNvPr id="34" name="Text Placeholder 18">
            <a:extLst>
              <a:ext uri="{FF2B5EF4-FFF2-40B4-BE49-F238E27FC236}">
                <a16:creationId xmlns:a16="http://schemas.microsoft.com/office/drawing/2014/main" id="{25515D1C-0049-D745-AB5F-9458F8E7EC18}"/>
              </a:ext>
            </a:extLst>
          </p:cNvPr>
          <p:cNvSpPr>
            <a:spLocks noGrp="1"/>
          </p:cNvSpPr>
          <p:nvPr>
            <p:ph type="body" sz="quarter" idx="55" hasCustomPrompt="1"/>
          </p:nvPr>
        </p:nvSpPr>
        <p:spPr>
          <a:xfrm>
            <a:off x="4418689" y="410056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5</a:t>
            </a:r>
            <a:endParaRPr lang="en-US"/>
          </a:p>
        </p:txBody>
      </p:sp>
      <p:sp>
        <p:nvSpPr>
          <p:cNvPr id="35" name="Text Placeholder 18">
            <a:extLst>
              <a:ext uri="{FF2B5EF4-FFF2-40B4-BE49-F238E27FC236}">
                <a16:creationId xmlns:a16="http://schemas.microsoft.com/office/drawing/2014/main" id="{9969D78D-3170-AF41-A442-6E55076B0BCA}"/>
              </a:ext>
            </a:extLst>
          </p:cNvPr>
          <p:cNvSpPr>
            <a:spLocks noGrp="1"/>
          </p:cNvSpPr>
          <p:nvPr>
            <p:ph type="body" sz="quarter" idx="56" hasCustomPrompt="1"/>
          </p:nvPr>
        </p:nvSpPr>
        <p:spPr>
          <a:xfrm>
            <a:off x="4418689" y="5025010"/>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6</a:t>
            </a:r>
            <a:endParaRPr lang="en-US"/>
          </a:p>
        </p:txBody>
      </p:sp>
      <p:sp>
        <p:nvSpPr>
          <p:cNvPr id="41" name="Text Placeholder 14">
            <a:extLst>
              <a:ext uri="{FF2B5EF4-FFF2-40B4-BE49-F238E27FC236}">
                <a16:creationId xmlns:a16="http://schemas.microsoft.com/office/drawing/2014/main" id="{60559500-39AA-974A-B448-798F8C7F001B}"/>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AGENDA</a:t>
            </a:r>
          </a:p>
        </p:txBody>
      </p:sp>
      <p:sp>
        <p:nvSpPr>
          <p:cNvPr id="19" name="Rectangle 18">
            <a:extLst>
              <a:ext uri="{FF2B5EF4-FFF2-40B4-BE49-F238E27FC236}">
                <a16:creationId xmlns:a16="http://schemas.microsoft.com/office/drawing/2014/main" id="{B8ECA762-90B6-AD4A-BE2E-CEFD722145C6}"/>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7EDE3AA-B830-504E-8EDE-FFCC8EA616D0}"/>
              </a:ext>
            </a:extLst>
          </p:cNvPr>
          <p:cNvSpPr>
            <a:spLocks noGrp="1"/>
          </p:cNvSpPr>
          <p:nvPr>
            <p:ph type="dt" sz="half" idx="57"/>
          </p:nvPr>
        </p:nvSpPr>
        <p:spPr/>
        <p:txBody>
          <a:bodyPr/>
          <a:lstStyle>
            <a:lvl1pPr>
              <a:defRPr>
                <a:solidFill>
                  <a:schemeClr val="tx2"/>
                </a:solidFill>
              </a:defRPr>
            </a:lvl1pPr>
          </a:lstStyle>
          <a:p>
            <a:r>
              <a:rPr lang="en-US"/>
              <a:t>DAI Global UK Step Review Template</a:t>
            </a:r>
          </a:p>
        </p:txBody>
      </p:sp>
      <p:sp>
        <p:nvSpPr>
          <p:cNvPr id="5" name="Slide Number Placeholder 4">
            <a:extLst>
              <a:ext uri="{FF2B5EF4-FFF2-40B4-BE49-F238E27FC236}">
                <a16:creationId xmlns:a16="http://schemas.microsoft.com/office/drawing/2014/main" id="{033D58C7-CD84-1D43-A662-48C22C646C5D}"/>
              </a:ext>
            </a:extLst>
          </p:cNvPr>
          <p:cNvSpPr>
            <a:spLocks noGrp="1"/>
          </p:cNvSpPr>
          <p:nvPr>
            <p:ph type="sldNum" sz="quarter" idx="58"/>
          </p:nvPr>
        </p:nvSpPr>
        <p:spPr/>
        <p:txBody>
          <a:bodyPr/>
          <a:lstStyle/>
          <a:p>
            <a:fld id="{FC1D1ACA-FB83-934A-8F4B-0DD1CC60E8BD}" type="slidenum">
              <a:rPr lang="en-US" smtClean="0"/>
              <a:pPr/>
              <a:t>‹#›</a:t>
            </a:fld>
            <a:r>
              <a:rPr lang="en-US"/>
              <a:t> |</a:t>
            </a:r>
          </a:p>
        </p:txBody>
      </p:sp>
      <p:sp>
        <p:nvSpPr>
          <p:cNvPr id="22" name="Picture Placeholder 2">
            <a:extLst>
              <a:ext uri="{FF2B5EF4-FFF2-40B4-BE49-F238E27FC236}">
                <a16:creationId xmlns:a16="http://schemas.microsoft.com/office/drawing/2014/main" id="{9F32A50A-BF22-344E-8CAE-C9ED730ADEC3}"/>
              </a:ext>
            </a:extLst>
          </p:cNvPr>
          <p:cNvSpPr>
            <a:spLocks noGrp="1"/>
          </p:cNvSpPr>
          <p:nvPr>
            <p:ph type="pic" sz="quarter" idx="59" hasCustomPrompt="1"/>
          </p:nvPr>
        </p:nvSpPr>
        <p:spPr>
          <a:xfrm rot="10800000" flipV="1">
            <a:off x="3487058" y="1385622"/>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4" name="Picture Placeholder 2">
            <a:extLst>
              <a:ext uri="{FF2B5EF4-FFF2-40B4-BE49-F238E27FC236}">
                <a16:creationId xmlns:a16="http://schemas.microsoft.com/office/drawing/2014/main" id="{43137099-F280-C745-98B1-3E52B2987E41}"/>
              </a:ext>
            </a:extLst>
          </p:cNvPr>
          <p:cNvSpPr>
            <a:spLocks noGrp="1"/>
          </p:cNvSpPr>
          <p:nvPr>
            <p:ph type="pic" sz="quarter" idx="60" hasCustomPrompt="1"/>
          </p:nvPr>
        </p:nvSpPr>
        <p:spPr>
          <a:xfrm rot="10800000" flipV="1">
            <a:off x="3487058" y="2310070"/>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5" name="Picture Placeholder 2">
            <a:extLst>
              <a:ext uri="{FF2B5EF4-FFF2-40B4-BE49-F238E27FC236}">
                <a16:creationId xmlns:a16="http://schemas.microsoft.com/office/drawing/2014/main" id="{A5B719CA-506E-9643-ACA7-4B9B6C4136B0}"/>
              </a:ext>
            </a:extLst>
          </p:cNvPr>
          <p:cNvSpPr>
            <a:spLocks noGrp="1"/>
          </p:cNvSpPr>
          <p:nvPr>
            <p:ph type="pic" sz="quarter" idx="61" hasCustomPrompt="1"/>
          </p:nvPr>
        </p:nvSpPr>
        <p:spPr>
          <a:xfrm rot="10800000" flipV="1">
            <a:off x="3487058" y="3237713"/>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6" name="Picture Placeholder 2">
            <a:extLst>
              <a:ext uri="{FF2B5EF4-FFF2-40B4-BE49-F238E27FC236}">
                <a16:creationId xmlns:a16="http://schemas.microsoft.com/office/drawing/2014/main" id="{6D68D7AC-6044-DA47-AAB0-D4AB90FB70ED}"/>
              </a:ext>
            </a:extLst>
          </p:cNvPr>
          <p:cNvSpPr>
            <a:spLocks noGrp="1"/>
          </p:cNvSpPr>
          <p:nvPr>
            <p:ph type="pic" sz="quarter" idx="62" hasCustomPrompt="1"/>
          </p:nvPr>
        </p:nvSpPr>
        <p:spPr>
          <a:xfrm rot="10800000" flipV="1">
            <a:off x="3487058" y="4100561"/>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32" name="Picture Placeholder 2">
            <a:extLst>
              <a:ext uri="{FF2B5EF4-FFF2-40B4-BE49-F238E27FC236}">
                <a16:creationId xmlns:a16="http://schemas.microsoft.com/office/drawing/2014/main" id="{51985880-543B-AF4A-9B5F-DE68230C41B4}"/>
              </a:ext>
            </a:extLst>
          </p:cNvPr>
          <p:cNvSpPr>
            <a:spLocks noGrp="1"/>
          </p:cNvSpPr>
          <p:nvPr>
            <p:ph type="pic" sz="quarter" idx="63" hasCustomPrompt="1"/>
          </p:nvPr>
        </p:nvSpPr>
        <p:spPr>
          <a:xfrm rot="10800000" flipV="1">
            <a:off x="3487058" y="5025009"/>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Tree>
    <p:extLst>
      <p:ext uri="{BB962C8B-B14F-4D97-AF65-F5344CB8AC3E}">
        <p14:creationId xmlns:p14="http://schemas.microsoft.com/office/powerpoint/2010/main" val="2426375165"/>
      </p:ext>
    </p:extLst>
  </p:cSld>
  <p:clrMapOvr>
    <a:masterClrMapping/>
  </p:clrMapOvr>
  <p:extLst>
    <p:ext uri="{DCECCB84-F9BA-43D5-87BE-67443E8EF086}">
      <p15:sldGuideLst xmlns:p15="http://schemas.microsoft.com/office/powerpoint/2012/main">
        <p15:guide id="1" orient="horz" pos="288">
          <p15:clr>
            <a:srgbClr val="FBAE40"/>
          </p15:clr>
        </p15:guide>
        <p15:guide id="2" pos="2184">
          <p15:clr>
            <a:srgbClr val="FBAE40"/>
          </p15:clr>
        </p15:guide>
        <p15:guide id="3" orient="horz" pos="648">
          <p15:clr>
            <a:srgbClr val="FBAE40"/>
          </p15:clr>
        </p15:guide>
        <p15:guide id="4" pos="2568">
          <p15:clr>
            <a:srgbClr val="FBAE40"/>
          </p15:clr>
        </p15:guide>
        <p15:guide id="5" pos="276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AA1349-AAC0-9142-B4AA-F1F1CC5B25A7}"/>
              </a:ext>
            </a:extLst>
          </p:cNvPr>
          <p:cNvSpPr/>
          <p:nvPr userDrawn="1"/>
        </p:nvSpPr>
        <p:spPr>
          <a:xfrm>
            <a:off x="0" y="0"/>
            <a:ext cx="12192001" cy="5524501"/>
          </a:xfrm>
          <a:prstGeom prst="rect">
            <a:avLst/>
          </a:prstGeom>
          <a:solidFill>
            <a:srgbClr val="D3E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Text Placeholder 3">
            <a:extLst>
              <a:ext uri="{FF2B5EF4-FFF2-40B4-BE49-F238E27FC236}">
                <a16:creationId xmlns:a16="http://schemas.microsoft.com/office/drawing/2014/main" id="{9E3E988D-C5B5-F94C-8DDA-8EA9BE464989}"/>
              </a:ext>
            </a:extLst>
          </p:cNvPr>
          <p:cNvSpPr>
            <a:spLocks noGrp="1"/>
          </p:cNvSpPr>
          <p:nvPr>
            <p:ph type="body" sz="quarter" idx="12" hasCustomPrompt="1"/>
          </p:nvPr>
        </p:nvSpPr>
        <p:spPr>
          <a:xfrm>
            <a:off x="790832" y="993381"/>
            <a:ext cx="8834431" cy="2585323"/>
          </a:xfrm>
          <a:prstGeom prst="rect">
            <a:avLst/>
          </a:prstGeom>
        </p:spPr>
        <p:txBody>
          <a:bodyPr anchor="b"/>
          <a:lstStyle>
            <a:lvl1pPr marL="0" indent="0">
              <a:buNone/>
              <a:defRPr sz="5400" b="1" i="0">
                <a:solidFill>
                  <a:schemeClr val="tx2"/>
                </a:solidFill>
                <a:latin typeface="+mj-lt"/>
                <a:cs typeface="Arial" panose="020B0604020202020204" pitchFamily="34" charset="0"/>
              </a:defRPr>
            </a:lvl1pPr>
          </a:lstStyle>
          <a:p>
            <a:pPr lvl="0"/>
            <a:r>
              <a:rPr lang="en-US"/>
              <a:t>PLACE SECTION TITLE HERE</a:t>
            </a:r>
          </a:p>
        </p:txBody>
      </p:sp>
      <p:sp>
        <p:nvSpPr>
          <p:cNvPr id="10" name="Text Placeholder 2">
            <a:extLst>
              <a:ext uri="{FF2B5EF4-FFF2-40B4-BE49-F238E27FC236}">
                <a16:creationId xmlns:a16="http://schemas.microsoft.com/office/drawing/2014/main" id="{5B7E8172-D72B-3345-B694-874B5A589F42}"/>
              </a:ext>
            </a:extLst>
          </p:cNvPr>
          <p:cNvSpPr>
            <a:spLocks noGrp="1"/>
          </p:cNvSpPr>
          <p:nvPr>
            <p:ph type="body" sz="quarter" idx="13" hasCustomPrompt="1"/>
          </p:nvPr>
        </p:nvSpPr>
        <p:spPr>
          <a:xfrm>
            <a:off x="790829" y="4204152"/>
            <a:ext cx="8834431" cy="952050"/>
          </a:xfrm>
          <a:prstGeom prst="rect">
            <a:avLst/>
          </a:prstGeom>
        </p:spPr>
        <p:txBody>
          <a:bodyPr/>
          <a:lstStyle>
            <a:lvl1pPr marL="0" indent="0" algn="l">
              <a:lnSpc>
                <a:spcPct val="100000"/>
              </a:lnSpc>
              <a:buNone/>
              <a:defRPr sz="2400" b="0" i="0">
                <a:solidFill>
                  <a:schemeClr val="tx2"/>
                </a:solidFill>
                <a:latin typeface="+mj-lt"/>
                <a:cs typeface="Arial" panose="020B0604020202020204" pitchFamily="34" charset="0"/>
              </a:defRPr>
            </a:lvl1pPr>
          </a:lstStyle>
          <a:p>
            <a:pPr lvl="0"/>
            <a:r>
              <a:rPr lang="en-US"/>
              <a:t>Click to edit the subtitle of the section.</a:t>
            </a:r>
          </a:p>
        </p:txBody>
      </p:sp>
      <p:sp>
        <p:nvSpPr>
          <p:cNvPr id="2" name="Date Placeholder 1">
            <a:extLst>
              <a:ext uri="{FF2B5EF4-FFF2-40B4-BE49-F238E27FC236}">
                <a16:creationId xmlns:a16="http://schemas.microsoft.com/office/drawing/2014/main" id="{A50D681F-672F-D045-BDE9-96B7A2B549EF}"/>
              </a:ext>
            </a:extLst>
          </p:cNvPr>
          <p:cNvSpPr>
            <a:spLocks noGrp="1"/>
          </p:cNvSpPr>
          <p:nvPr>
            <p:ph type="dt" sz="half" idx="15"/>
          </p:nvPr>
        </p:nvSpPr>
        <p:spPr>
          <a:xfrm>
            <a:off x="1154323" y="6022069"/>
            <a:ext cx="10634906" cy="338364"/>
          </a:xfrm>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3D6BCAE9-ED82-9A4D-908C-1B8A9542A49F}"/>
              </a:ext>
            </a:extLst>
          </p:cNvPr>
          <p:cNvSpPr>
            <a:spLocks noGrp="1"/>
          </p:cNvSpPr>
          <p:nvPr>
            <p:ph type="sldNum" sz="quarter" idx="16"/>
          </p:nvPr>
        </p:nvSpPr>
        <p:spPr>
          <a:xfrm>
            <a:off x="790829" y="6022069"/>
            <a:ext cx="651882" cy="338364"/>
          </a:xfrm>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033281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b-Section Titl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931488-95AF-1A4A-B82F-0A48F2962661}"/>
              </a:ext>
            </a:extLst>
          </p:cNvPr>
          <p:cNvSpPr/>
          <p:nvPr userDrawn="1"/>
        </p:nvSpPr>
        <p:spPr>
          <a:xfrm>
            <a:off x="0" y="1"/>
            <a:ext cx="12183739" cy="6857999"/>
          </a:xfrm>
          <a:prstGeom prst="rect">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FB8DFA8-8FA4-6948-8067-CA6AFA2DE9AB}"/>
              </a:ext>
            </a:extLst>
          </p:cNvPr>
          <p:cNvSpPr/>
          <p:nvPr userDrawn="1"/>
        </p:nvSpPr>
        <p:spPr>
          <a:xfrm>
            <a:off x="792778" y="4390683"/>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E6E7F"/>
              </a:solidFill>
            </a:endParaRPr>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792778" y="1516063"/>
            <a:ext cx="5559036" cy="2585323"/>
          </a:xfrm>
          <a:prstGeom prst="rect">
            <a:avLst/>
          </a:prstGeom>
        </p:spPr>
        <p:txBody>
          <a:bodyPr anchor="b"/>
          <a:lstStyle>
            <a:lvl1pPr marL="0" indent="0">
              <a:buNone/>
              <a:defRPr sz="5400" b="1">
                <a:solidFill>
                  <a:schemeClr val="tx2"/>
                </a:solidFill>
                <a:latin typeface="+mj-lt"/>
                <a:cs typeface="Arial" panose="020B0604020202020204" pitchFamily="34" charset="0"/>
              </a:defRPr>
            </a:lvl1pPr>
          </a:lstStyle>
          <a:p>
            <a:pPr lvl="0"/>
            <a:r>
              <a:rPr lang="en-US"/>
              <a:t>PLACE SUB-SECTION TITLE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790830" y="4840617"/>
            <a:ext cx="5559036" cy="952050"/>
          </a:xfrm>
          <a:prstGeom prst="rect">
            <a:avLst/>
          </a:prstGeom>
        </p:spPr>
        <p:txBody>
          <a:bodyPr/>
          <a:lstStyle>
            <a:lvl1pPr marL="0" indent="0" algn="l">
              <a:lnSpc>
                <a:spcPct val="100000"/>
              </a:lnSpc>
              <a:buNone/>
              <a:defRPr sz="2400" b="0" i="0">
                <a:solidFill>
                  <a:schemeClr val="tx2"/>
                </a:solidFill>
                <a:latin typeface="+mn-lt"/>
                <a:cs typeface="Arial" panose="020B0604020202020204" pitchFamily="34" charset="0"/>
              </a:defRPr>
            </a:lvl1pPr>
          </a:lstStyle>
          <a:p>
            <a:pPr lvl="0"/>
            <a:r>
              <a:rPr lang="en-US"/>
              <a:t>Click to edit the subtitle of the sub-section.</a:t>
            </a:r>
          </a:p>
        </p:txBody>
      </p:sp>
      <p:sp>
        <p:nvSpPr>
          <p:cNvPr id="6" name="Rectangle 5">
            <a:extLst>
              <a:ext uri="{FF2B5EF4-FFF2-40B4-BE49-F238E27FC236}">
                <a16:creationId xmlns:a16="http://schemas.microsoft.com/office/drawing/2014/main" id="{78898946-1EF9-4B4C-AD51-3EF876E9BED5}"/>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7" name="Picture Placeholder 5">
            <a:extLst>
              <a:ext uri="{FF2B5EF4-FFF2-40B4-BE49-F238E27FC236}">
                <a16:creationId xmlns:a16="http://schemas.microsoft.com/office/drawing/2014/main" id="{3B7E65DD-B01A-EA42-AED4-5AA8201FDF49}"/>
              </a:ext>
            </a:extLst>
          </p:cNvPr>
          <p:cNvSpPr>
            <a:spLocks noGrp="1"/>
          </p:cNvSpPr>
          <p:nvPr>
            <p:ph type="pic" sz="quarter" idx="14"/>
          </p:nvPr>
        </p:nvSpPr>
        <p:spPr>
          <a:xfrm>
            <a:off x="6962327" y="-1"/>
            <a:ext cx="5210287" cy="6858000"/>
          </a:xfrm>
          <a:pattFill prst="pct5">
            <a:fgClr>
              <a:schemeClr val="accent1"/>
            </a:fgClr>
            <a:bgClr>
              <a:schemeClr val="bg1"/>
            </a:bgClr>
          </a:pattFill>
        </p:spPr>
        <p:txBody>
          <a:bodyPr/>
          <a:lstStyle/>
          <a:p>
            <a:r>
              <a:rPr lang="en-US"/>
              <a:t>Click icon to add picture</a:t>
            </a:r>
          </a:p>
        </p:txBody>
      </p:sp>
    </p:spTree>
    <p:extLst>
      <p:ext uri="{BB962C8B-B14F-4D97-AF65-F5344CB8AC3E}">
        <p14:creationId xmlns:p14="http://schemas.microsoft.com/office/powerpoint/2010/main" val="9146568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838200" y="115751"/>
            <a:ext cx="10515600"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838199" y="1531213"/>
            <a:ext cx="10855299"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B716DF0-8B9E-0241-818E-3D3AD1CA2BF7}"/>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A2DEDFA-16F0-E14A-957A-02FF45A2E5B8}"/>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0126108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4C7F28C-DC7C-5F4E-9F29-328E1BE9E332}"/>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3EDC95AB-5E0C-504A-ADB8-92DE84077505}"/>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7986040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511559102"/>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454BFA5-C693-4A4C-93EB-1A16A08F3BD1}"/>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8382406"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04EF87E8-B846-0B46-82D8-CDF1C7F55DB4}"/>
              </a:ext>
            </a:extLst>
          </p:cNvPr>
          <p:cNvSpPr>
            <a:spLocks noGrp="1"/>
          </p:cNvSpPr>
          <p:nvPr>
            <p:ph type="body" sz="quarter" idx="10" hasCustomPrompt="1"/>
          </p:nvPr>
        </p:nvSpPr>
        <p:spPr>
          <a:xfrm>
            <a:off x="198130" y="110961"/>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4" name="Text Placeholder 14">
            <a:extLst>
              <a:ext uri="{FF2B5EF4-FFF2-40B4-BE49-F238E27FC236}">
                <a16:creationId xmlns:a16="http://schemas.microsoft.com/office/drawing/2014/main" id="{5BAE26F7-6E1C-8D40-B54E-2C241ECD84E5}"/>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FE4F7DE7-296D-244A-89E7-2AA0C67CE716}"/>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C34569A2-7F3E-0A4A-8AA9-1DB7FED9C6EA}"/>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5" name="Text Placeholder 4">
            <a:extLst>
              <a:ext uri="{FF2B5EF4-FFF2-40B4-BE49-F238E27FC236}">
                <a16:creationId xmlns:a16="http://schemas.microsoft.com/office/drawing/2014/main" id="{8362B8DE-9B02-9E44-B60B-F13546564910}"/>
              </a:ext>
            </a:extLst>
          </p:cNvPr>
          <p:cNvSpPr>
            <a:spLocks noGrp="1"/>
          </p:cNvSpPr>
          <p:nvPr>
            <p:ph type="body" sz="quarter" idx="14" hasCustomPrompt="1"/>
          </p:nvPr>
        </p:nvSpPr>
        <p:spPr>
          <a:xfrm>
            <a:off x="3311092" y="0"/>
            <a:ext cx="8382406"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2427161755"/>
      </p:ext>
    </p:extLst>
  </p:cSld>
  <p:clrMapOvr>
    <a:masterClrMapping/>
  </p:clrMapOvr>
  <p:extLst>
    <p:ext uri="{DCECCB84-F9BA-43D5-87BE-67443E8EF086}">
      <p15:sldGuideLst xmlns:p15="http://schemas.microsoft.com/office/powerpoint/2012/main">
        <p15:guide id="1" orient="horz" pos="696" userDrawn="1">
          <p15:clr>
            <a:srgbClr val="FBAE40"/>
          </p15:clr>
        </p15:guide>
        <p15:guide id="2" pos="384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682389"/>
            <a:ext cx="2867649" cy="5260658"/>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chemeClr val="tx2"/>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Paragraph</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567887448"/>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Compa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0" y="110962"/>
            <a:ext cx="283993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COMPARE SLIDE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16" name="Text Placeholder 3">
            <a:extLst>
              <a:ext uri="{FF2B5EF4-FFF2-40B4-BE49-F238E27FC236}">
                <a16:creationId xmlns:a16="http://schemas.microsoft.com/office/drawing/2014/main" id="{4CC1F227-5257-7345-8FBC-BE9CA51E6D70}"/>
              </a:ext>
            </a:extLst>
          </p:cNvPr>
          <p:cNvSpPr>
            <a:spLocks noGrp="1"/>
          </p:cNvSpPr>
          <p:nvPr>
            <p:ph type="body" sz="half" idx="18"/>
          </p:nvPr>
        </p:nvSpPr>
        <p:spPr>
          <a:xfrm>
            <a:off x="7782186" y="1528156"/>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CDEEDB2-1204-CF43-A97E-8AD06DC069FF}"/>
              </a:ext>
            </a:extLst>
          </p:cNvPr>
          <p:cNvSpPr>
            <a:spLocks noGrp="1"/>
          </p:cNvSpPr>
          <p:nvPr>
            <p:ph type="dt" sz="half" idx="19"/>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B0928BD4-779E-514C-B70E-7F71FE793DD3}"/>
              </a:ext>
            </a:extLst>
          </p:cNvPr>
          <p:cNvSpPr>
            <a:spLocks noGrp="1"/>
          </p:cNvSpPr>
          <p:nvPr>
            <p:ph type="sldNum" sz="quarter" idx="20"/>
          </p:nvPr>
        </p:nvSpPr>
        <p:spPr/>
        <p:txBody>
          <a:bodyPr/>
          <a:lstStyle/>
          <a:p>
            <a:fld id="{FC1D1ACA-FB83-934A-8F4B-0DD1CC60E8BD}" type="slidenum">
              <a:rPr lang="en-US" smtClean="0"/>
              <a:pPr/>
              <a:t>‹#›</a:t>
            </a:fld>
            <a:r>
              <a:rPr lang="en-US"/>
              <a:t> |</a:t>
            </a:r>
          </a:p>
        </p:txBody>
      </p:sp>
      <p:sp>
        <p:nvSpPr>
          <p:cNvPr id="12" name="Text Placeholder 4">
            <a:extLst>
              <a:ext uri="{FF2B5EF4-FFF2-40B4-BE49-F238E27FC236}">
                <a16:creationId xmlns:a16="http://schemas.microsoft.com/office/drawing/2014/main" id="{90A0B43C-8690-D343-8C56-86335D95BB09}"/>
              </a:ext>
            </a:extLst>
          </p:cNvPr>
          <p:cNvSpPr>
            <a:spLocks noGrp="1"/>
          </p:cNvSpPr>
          <p:nvPr>
            <p:ph type="body" sz="quarter" idx="14" hasCustomPrompt="1"/>
          </p:nvPr>
        </p:nvSpPr>
        <p:spPr>
          <a:xfrm>
            <a:off x="3311092" y="0"/>
            <a:ext cx="4198072" cy="1124999"/>
          </a:xfrm>
        </p:spPr>
        <p:txBody>
          <a:bodyPr anchor="b"/>
          <a:lstStyle>
            <a:lvl1pPr marL="0" indent="0">
              <a:buNone/>
              <a:defRPr b="1">
                <a:latin typeface="+mj-lt"/>
              </a:defRPr>
            </a:lvl1pPr>
          </a:lstStyle>
          <a:p>
            <a:pPr lvl="0"/>
            <a:r>
              <a:rPr lang="en-US"/>
              <a:t>CLICK TO EDIT MASTER TEXT STYLES</a:t>
            </a:r>
          </a:p>
        </p:txBody>
      </p:sp>
      <p:sp>
        <p:nvSpPr>
          <p:cNvPr id="13" name="Text Placeholder 4">
            <a:extLst>
              <a:ext uri="{FF2B5EF4-FFF2-40B4-BE49-F238E27FC236}">
                <a16:creationId xmlns:a16="http://schemas.microsoft.com/office/drawing/2014/main" id="{8902C443-6219-ED49-BFC5-FC4C16E1053D}"/>
              </a:ext>
            </a:extLst>
          </p:cNvPr>
          <p:cNvSpPr>
            <a:spLocks noGrp="1"/>
          </p:cNvSpPr>
          <p:nvPr>
            <p:ph type="body" sz="quarter" idx="21" hasCustomPrompt="1"/>
          </p:nvPr>
        </p:nvSpPr>
        <p:spPr>
          <a:xfrm>
            <a:off x="7750889" y="0"/>
            <a:ext cx="4198072"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3094362893"/>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1_Compar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885DB07-B7A2-8F4C-86B4-C1E28D55A859}"/>
              </a:ext>
            </a:extLst>
          </p:cNvPr>
          <p:cNvSpPr/>
          <p:nvPr userDrawn="1"/>
        </p:nvSpPr>
        <p:spPr>
          <a:xfrm>
            <a:off x="6096001" y="1315677"/>
            <a:ext cx="6095999" cy="5165981"/>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4" name="Rectangle 13">
            <a:extLst>
              <a:ext uri="{FF2B5EF4-FFF2-40B4-BE49-F238E27FC236}">
                <a16:creationId xmlns:a16="http://schemas.microsoft.com/office/drawing/2014/main" id="{EFF0AAE0-3DD4-4146-BCC7-C2641EE58E0D}"/>
              </a:ext>
            </a:extLst>
          </p:cNvPr>
          <p:cNvSpPr/>
          <p:nvPr userDrawn="1"/>
        </p:nvSpPr>
        <p:spPr>
          <a:xfrm>
            <a:off x="0" y="1315676"/>
            <a:ext cx="5911703" cy="5166189"/>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33DBA28E-9C95-0548-948A-AFC23501D80D}"/>
              </a:ext>
            </a:extLst>
          </p:cNvPr>
          <p:cNvSpPr/>
          <p:nvPr userDrawn="1"/>
        </p:nvSpPr>
        <p:spPr>
          <a:xfrm>
            <a:off x="0" y="-20263"/>
            <a:ext cx="5911703" cy="133594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33E5C62-FA3B-8545-AA88-062DEE3012EC}"/>
              </a:ext>
            </a:extLst>
          </p:cNvPr>
          <p:cNvSpPr/>
          <p:nvPr userDrawn="1"/>
        </p:nvSpPr>
        <p:spPr>
          <a:xfrm>
            <a:off x="6096000" y="1"/>
            <a:ext cx="6096001" cy="1315676"/>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19099" y="1562749"/>
            <a:ext cx="5073503"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0BE5C26D-31A1-7D44-96A1-E7BFCA82EA5F}"/>
              </a:ext>
            </a:extLst>
          </p:cNvPr>
          <p:cNvSpPr>
            <a:spLocks noGrp="1"/>
          </p:cNvSpPr>
          <p:nvPr>
            <p:ph type="body" sz="half" idx="11"/>
          </p:nvPr>
        </p:nvSpPr>
        <p:spPr>
          <a:xfrm>
            <a:off x="6699400" y="1531213"/>
            <a:ext cx="5257801"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8457884E-1897-764D-B5EC-9184C0A88570}"/>
              </a:ext>
            </a:extLst>
          </p:cNvPr>
          <p:cNvSpPr>
            <a:spLocks noGrp="1"/>
          </p:cNvSpPr>
          <p:nvPr>
            <p:ph sz="quarter" idx="12" hasCustomPrompt="1"/>
          </p:nvPr>
        </p:nvSpPr>
        <p:spPr>
          <a:xfrm>
            <a:off x="6096000" y="226602"/>
            <a:ext cx="6096000" cy="968786"/>
          </a:xfrm>
        </p:spPr>
        <p:txBody>
          <a:bodyPr anchor="ctr">
            <a:normAutofit/>
          </a:bodyPr>
          <a:lstStyle>
            <a:lvl1pPr marL="0" indent="0" algn="ctr">
              <a:lnSpc>
                <a:spcPct val="100000"/>
              </a:lnSpc>
              <a:buNone/>
              <a:defRPr lang="en-US" sz="2800" b="0" kern="1200" dirty="0">
                <a:solidFill>
                  <a:schemeClr val="bg1"/>
                </a:solidFill>
                <a:latin typeface="+mj-lt"/>
                <a:ea typeface="+mj-ea"/>
                <a:cs typeface="+mj-cs"/>
              </a:defRPr>
            </a:lvl1pPr>
          </a:lstStyle>
          <a:p>
            <a:pPr lvl="0"/>
            <a:r>
              <a:rPr lang="en-US"/>
              <a:t>click to edit master text styles</a:t>
            </a:r>
          </a:p>
        </p:txBody>
      </p:sp>
      <p:sp>
        <p:nvSpPr>
          <p:cNvPr id="3" name="Date Placeholder 2">
            <a:extLst>
              <a:ext uri="{FF2B5EF4-FFF2-40B4-BE49-F238E27FC236}">
                <a16:creationId xmlns:a16="http://schemas.microsoft.com/office/drawing/2014/main" id="{95CF314C-25DF-0D44-8190-5D06D15ADC56}"/>
              </a:ext>
            </a:extLst>
          </p:cNvPr>
          <p:cNvSpPr>
            <a:spLocks noGrp="1"/>
          </p:cNvSpPr>
          <p:nvPr>
            <p:ph type="dt" sz="half" idx="13"/>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92E7EDF0-DC17-3E45-9235-56656C85C221}"/>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5" name="Title 4">
            <a:extLst>
              <a:ext uri="{FF2B5EF4-FFF2-40B4-BE49-F238E27FC236}">
                <a16:creationId xmlns:a16="http://schemas.microsoft.com/office/drawing/2014/main" id="{992FECEC-E392-F340-AA9C-336D1FB699D2}"/>
              </a:ext>
            </a:extLst>
          </p:cNvPr>
          <p:cNvSpPr>
            <a:spLocks noGrp="1"/>
          </p:cNvSpPr>
          <p:nvPr>
            <p:ph type="title" hasCustomPrompt="1"/>
          </p:nvPr>
        </p:nvSpPr>
        <p:spPr>
          <a:xfrm>
            <a:off x="1" y="226809"/>
            <a:ext cx="5911702" cy="968786"/>
          </a:xfrm>
        </p:spPr>
        <p:txBody>
          <a:bodyPr anchor="ctr"/>
          <a:lstStyle>
            <a:lvl1pPr algn="ctr">
              <a:lnSpc>
                <a:spcPct val="100000"/>
              </a:lnSpc>
              <a:defRPr b="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3067237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Quo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1D750503-4B77-D843-89A5-78019AE22CD5}"/>
              </a:ext>
            </a:extLst>
          </p:cNvPr>
          <p:cNvSpPr/>
          <p:nvPr userDrawn="1"/>
        </p:nvSpPr>
        <p:spPr>
          <a:xfrm>
            <a:off x="6981713" y="0"/>
            <a:ext cx="5210287" cy="685800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4" name="Text Placeholder 3">
            <a:extLst>
              <a:ext uri="{FF2B5EF4-FFF2-40B4-BE49-F238E27FC236}">
                <a16:creationId xmlns:a16="http://schemas.microsoft.com/office/drawing/2014/main" id="{6F817B6A-9447-4A4E-BFE9-B05174CF4B33}"/>
              </a:ext>
            </a:extLst>
          </p:cNvPr>
          <p:cNvSpPr>
            <a:spLocks noGrp="1"/>
          </p:cNvSpPr>
          <p:nvPr>
            <p:ph type="body" sz="quarter" idx="11" hasCustomPrompt="1"/>
          </p:nvPr>
        </p:nvSpPr>
        <p:spPr>
          <a:xfrm>
            <a:off x="7638200" y="2984378"/>
            <a:ext cx="3897312" cy="889245"/>
          </a:xfrm>
        </p:spPr>
        <p:txBody>
          <a:bodyPr anchor="ctr">
            <a:normAutofit/>
          </a:bodyPr>
          <a:lstStyle>
            <a:lvl1pPr marL="0" indent="0" algn="l">
              <a:buNone/>
              <a:defRPr sz="2400" b="1">
                <a:solidFill>
                  <a:schemeClr val="bg1"/>
                </a:solidFill>
                <a:latin typeface="+mj-lt"/>
              </a:defRPr>
            </a:lvl1pPr>
            <a:lvl2pPr marL="457200" indent="0">
              <a:buNone/>
              <a:defRPr/>
            </a:lvl2pPr>
          </a:lstStyle>
          <a:p>
            <a:pPr lvl="0"/>
            <a:r>
              <a:rPr lang="en-US"/>
              <a:t>“Click to edit your quote or image here”</a:t>
            </a:r>
          </a:p>
        </p:txBody>
      </p:sp>
      <p:sp>
        <p:nvSpPr>
          <p:cNvPr id="5" name="Date Placeholder 4">
            <a:extLst>
              <a:ext uri="{FF2B5EF4-FFF2-40B4-BE49-F238E27FC236}">
                <a16:creationId xmlns:a16="http://schemas.microsoft.com/office/drawing/2014/main" id="{4C69C21C-1E75-0A41-8039-6C24FA92724A}"/>
              </a:ext>
            </a:extLst>
          </p:cNvPr>
          <p:cNvSpPr>
            <a:spLocks noGrp="1"/>
          </p:cNvSpPr>
          <p:nvPr>
            <p:ph type="dt" sz="half" idx="12"/>
          </p:nvPr>
        </p:nvSpPr>
        <p:spPr>
          <a:xfrm>
            <a:off x="617308" y="6481865"/>
            <a:ext cx="6097816" cy="297835"/>
          </a:xfrm>
        </p:spPr>
        <p:txBody>
          <a:bodyPr/>
          <a:lstStyle/>
          <a:p>
            <a:r>
              <a:rPr lang="en-US"/>
              <a:t>DAI Global UK Step Review Template</a:t>
            </a:r>
          </a:p>
        </p:txBody>
      </p:sp>
      <p:sp>
        <p:nvSpPr>
          <p:cNvPr id="6" name="Slide Number Placeholder 5">
            <a:extLst>
              <a:ext uri="{FF2B5EF4-FFF2-40B4-BE49-F238E27FC236}">
                <a16:creationId xmlns:a16="http://schemas.microsoft.com/office/drawing/2014/main" id="{BD7E08BD-8905-1345-855C-D78E8D5C494D}"/>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71689168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Timeline">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TIMELINE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10" name="Rectangle 9">
            <a:extLst>
              <a:ext uri="{FF2B5EF4-FFF2-40B4-BE49-F238E27FC236}">
                <a16:creationId xmlns:a16="http://schemas.microsoft.com/office/drawing/2014/main" id="{A1CA3714-FACF-8046-B1D0-7C8864D422D3}"/>
              </a:ext>
            </a:extLst>
          </p:cNvPr>
          <p:cNvSpPr/>
          <p:nvPr userDrawn="1"/>
        </p:nvSpPr>
        <p:spPr>
          <a:xfrm>
            <a:off x="6183371" y="3523274"/>
            <a:ext cx="2898648"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1487F297-822B-B443-BAED-A307762F3768}"/>
              </a:ext>
            </a:extLst>
          </p:cNvPr>
          <p:cNvSpPr/>
          <p:nvPr userDrawn="1"/>
        </p:nvSpPr>
        <p:spPr>
          <a:xfrm>
            <a:off x="9311640"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57E79B0-BF5B-9D45-9ED9-912DB58D50CD}"/>
              </a:ext>
            </a:extLst>
          </p:cNvPr>
          <p:cNvSpPr/>
          <p:nvPr userDrawn="1"/>
        </p:nvSpPr>
        <p:spPr>
          <a:xfrm>
            <a:off x="3073391"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5" name="Rectangle 14">
            <a:extLst>
              <a:ext uri="{FF2B5EF4-FFF2-40B4-BE49-F238E27FC236}">
                <a16:creationId xmlns:a16="http://schemas.microsoft.com/office/drawing/2014/main" id="{31655673-9E70-784E-B808-BD39C1B2EE02}"/>
              </a:ext>
            </a:extLst>
          </p:cNvPr>
          <p:cNvSpPr/>
          <p:nvPr userDrawn="1"/>
        </p:nvSpPr>
        <p:spPr>
          <a:xfrm>
            <a:off x="3073390" y="2910626"/>
            <a:ext cx="2884676"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8" name="Rectangle 17">
            <a:extLst>
              <a:ext uri="{FF2B5EF4-FFF2-40B4-BE49-F238E27FC236}">
                <a16:creationId xmlns:a16="http://schemas.microsoft.com/office/drawing/2014/main" id="{7ED15A6B-A2AE-F74B-9066-CDF48B03B92A}"/>
              </a:ext>
            </a:extLst>
          </p:cNvPr>
          <p:cNvSpPr/>
          <p:nvPr userDrawn="1"/>
        </p:nvSpPr>
        <p:spPr>
          <a:xfrm>
            <a:off x="6185529" y="2910626"/>
            <a:ext cx="2898648"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21" name="Rectangle 20">
            <a:extLst>
              <a:ext uri="{FF2B5EF4-FFF2-40B4-BE49-F238E27FC236}">
                <a16:creationId xmlns:a16="http://schemas.microsoft.com/office/drawing/2014/main" id="{9FC8A256-D95B-2642-AF3B-A3C28A7BCAD7}"/>
              </a:ext>
            </a:extLst>
          </p:cNvPr>
          <p:cNvSpPr/>
          <p:nvPr userDrawn="1"/>
        </p:nvSpPr>
        <p:spPr>
          <a:xfrm>
            <a:off x="9311640" y="2910626"/>
            <a:ext cx="2880360"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5" name="Picture Placeholder 4">
            <a:extLst>
              <a:ext uri="{FF2B5EF4-FFF2-40B4-BE49-F238E27FC236}">
                <a16:creationId xmlns:a16="http://schemas.microsoft.com/office/drawing/2014/main" id="{CA3D8956-FAE4-DF4B-A43D-682C26BBE26E}"/>
              </a:ext>
            </a:extLst>
          </p:cNvPr>
          <p:cNvSpPr>
            <a:spLocks noGrp="1"/>
          </p:cNvSpPr>
          <p:nvPr>
            <p:ph type="pic" sz="quarter" idx="14" hasCustomPrompt="1"/>
          </p:nvPr>
        </p:nvSpPr>
        <p:spPr>
          <a:xfrm>
            <a:off x="3065779" y="10263"/>
            <a:ext cx="2880360" cy="2900363"/>
          </a:xfrm>
          <a:pattFill prst="pct5">
            <a:fgClr>
              <a:schemeClr val="accent1"/>
            </a:fgClr>
            <a:bgClr>
              <a:schemeClr val="bg1"/>
            </a:bgClr>
          </a:pattFill>
        </p:spPr>
        <p:txBody>
          <a:bodyPr/>
          <a:lstStyle>
            <a:lvl1pPr marL="0" indent="0">
              <a:buNone/>
              <a:defRPr/>
            </a:lvl1pPr>
          </a:lstStyle>
          <a:p>
            <a:r>
              <a:rPr lang="en-US"/>
              <a:t>Picture</a:t>
            </a:r>
          </a:p>
        </p:txBody>
      </p:sp>
      <p:sp>
        <p:nvSpPr>
          <p:cNvPr id="29" name="Picture Placeholder 4">
            <a:extLst>
              <a:ext uri="{FF2B5EF4-FFF2-40B4-BE49-F238E27FC236}">
                <a16:creationId xmlns:a16="http://schemas.microsoft.com/office/drawing/2014/main" id="{19375E87-CAF3-7E45-8974-B93C2834B165}"/>
              </a:ext>
            </a:extLst>
          </p:cNvPr>
          <p:cNvSpPr>
            <a:spLocks noGrp="1"/>
          </p:cNvSpPr>
          <p:nvPr>
            <p:ph type="pic" sz="quarter" idx="15" hasCustomPrompt="1"/>
          </p:nvPr>
        </p:nvSpPr>
        <p:spPr>
          <a:xfrm>
            <a:off x="6188709" y="11978"/>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9311640" y="10263"/>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7" name="Text Placeholder 6">
            <a:extLst>
              <a:ext uri="{FF2B5EF4-FFF2-40B4-BE49-F238E27FC236}">
                <a16:creationId xmlns:a16="http://schemas.microsoft.com/office/drawing/2014/main" id="{2FA23E7E-8EF2-E741-A84E-5AD15996C15A}"/>
              </a:ext>
            </a:extLst>
          </p:cNvPr>
          <p:cNvSpPr>
            <a:spLocks noGrp="1"/>
          </p:cNvSpPr>
          <p:nvPr>
            <p:ph type="body" sz="quarter" idx="17" hasCustomPrompt="1"/>
          </p:nvPr>
        </p:nvSpPr>
        <p:spPr>
          <a:xfrm>
            <a:off x="307339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1" name="Text Placeholder 6">
            <a:extLst>
              <a:ext uri="{FF2B5EF4-FFF2-40B4-BE49-F238E27FC236}">
                <a16:creationId xmlns:a16="http://schemas.microsoft.com/office/drawing/2014/main" id="{D5F7F3E0-288F-A645-8127-B310AB079293}"/>
              </a:ext>
            </a:extLst>
          </p:cNvPr>
          <p:cNvSpPr>
            <a:spLocks noGrp="1"/>
          </p:cNvSpPr>
          <p:nvPr>
            <p:ph type="body" sz="quarter" idx="18" hasCustomPrompt="1"/>
          </p:nvPr>
        </p:nvSpPr>
        <p:spPr>
          <a:xfrm>
            <a:off x="621283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2" name="Text Placeholder 6">
            <a:extLst>
              <a:ext uri="{FF2B5EF4-FFF2-40B4-BE49-F238E27FC236}">
                <a16:creationId xmlns:a16="http://schemas.microsoft.com/office/drawing/2014/main" id="{4885194A-B5AE-DE4A-A36C-6C7341915CFD}"/>
              </a:ext>
            </a:extLst>
          </p:cNvPr>
          <p:cNvSpPr>
            <a:spLocks noGrp="1"/>
          </p:cNvSpPr>
          <p:nvPr>
            <p:ph type="body" sz="quarter" idx="19" hasCustomPrompt="1"/>
          </p:nvPr>
        </p:nvSpPr>
        <p:spPr>
          <a:xfrm>
            <a:off x="9312079"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3" name="Text Placeholder 32">
            <a:extLst>
              <a:ext uri="{FF2B5EF4-FFF2-40B4-BE49-F238E27FC236}">
                <a16:creationId xmlns:a16="http://schemas.microsoft.com/office/drawing/2014/main" id="{D3852F33-8A35-EF41-822B-0C1BDB40D7A8}"/>
              </a:ext>
            </a:extLst>
          </p:cNvPr>
          <p:cNvSpPr>
            <a:spLocks noGrp="1"/>
          </p:cNvSpPr>
          <p:nvPr>
            <p:ph type="body" sz="quarter" idx="20"/>
          </p:nvPr>
        </p:nvSpPr>
        <p:spPr>
          <a:xfrm>
            <a:off x="3291085" y="397510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6" name="Text Placeholder 32">
            <a:extLst>
              <a:ext uri="{FF2B5EF4-FFF2-40B4-BE49-F238E27FC236}">
                <a16:creationId xmlns:a16="http://schemas.microsoft.com/office/drawing/2014/main" id="{1F8C85DD-FC03-5B43-B318-65C3717E7304}"/>
              </a:ext>
            </a:extLst>
          </p:cNvPr>
          <p:cNvSpPr>
            <a:spLocks noGrp="1"/>
          </p:cNvSpPr>
          <p:nvPr>
            <p:ph type="body" sz="quarter" idx="21"/>
          </p:nvPr>
        </p:nvSpPr>
        <p:spPr>
          <a:xfrm>
            <a:off x="6395674"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7" name="Text Placeholder 32">
            <a:extLst>
              <a:ext uri="{FF2B5EF4-FFF2-40B4-BE49-F238E27FC236}">
                <a16:creationId xmlns:a16="http://schemas.microsoft.com/office/drawing/2014/main" id="{59AAE73B-AE16-5448-A32D-CDC79973E39A}"/>
              </a:ext>
            </a:extLst>
          </p:cNvPr>
          <p:cNvSpPr>
            <a:spLocks noGrp="1"/>
          </p:cNvSpPr>
          <p:nvPr>
            <p:ph type="body" sz="quarter" idx="22"/>
          </p:nvPr>
        </p:nvSpPr>
        <p:spPr>
          <a:xfrm>
            <a:off x="9508461"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363710493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2 pictures">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6981712" y="10262"/>
            <a:ext cx="5210288" cy="3279279"/>
          </a:xfrm>
          <a:pattFill prst="pct5">
            <a:fgClr>
              <a:schemeClr val="accent1"/>
            </a:fgClr>
            <a:bgClr>
              <a:schemeClr val="bg1"/>
            </a:bgClr>
          </a:pattFill>
        </p:spPr>
        <p:txBody>
          <a:bodyPr/>
          <a:lstStyle>
            <a:lvl1pPr marL="0" indent="0">
              <a:buNone/>
              <a:defRPr/>
            </a:lvl1pPr>
          </a:lstStyle>
          <a:p>
            <a:r>
              <a:rPr lang="en-US"/>
              <a:t>Picture</a:t>
            </a:r>
          </a:p>
        </p:txBody>
      </p:sp>
      <p:sp>
        <p:nvSpPr>
          <p:cNvPr id="24" name="Picture Placeholder 4">
            <a:extLst>
              <a:ext uri="{FF2B5EF4-FFF2-40B4-BE49-F238E27FC236}">
                <a16:creationId xmlns:a16="http://schemas.microsoft.com/office/drawing/2014/main" id="{FEAD95BE-5091-B446-932C-08A72FF613D4}"/>
              </a:ext>
            </a:extLst>
          </p:cNvPr>
          <p:cNvSpPr>
            <a:spLocks noGrp="1"/>
          </p:cNvSpPr>
          <p:nvPr>
            <p:ph type="pic" sz="quarter" idx="17" hasCustomPrompt="1"/>
          </p:nvPr>
        </p:nvSpPr>
        <p:spPr>
          <a:xfrm>
            <a:off x="6981712" y="3299803"/>
            <a:ext cx="5210288" cy="3571508"/>
          </a:xfrm>
          <a:pattFill prst="pct5">
            <a:fgClr>
              <a:schemeClr val="accent1"/>
            </a:fgClr>
            <a:bgClr>
              <a:schemeClr val="bg1"/>
            </a:bgClr>
          </a:pattFill>
        </p:spPr>
        <p:txBody>
          <a:bodyPr/>
          <a:lstStyle>
            <a:lvl1pPr marL="0" indent="0">
              <a:buNone/>
              <a:defRPr/>
            </a:lvl1pPr>
          </a:lstStyle>
          <a:p>
            <a:r>
              <a:rPr lang="en-US"/>
              <a:t>Picture</a:t>
            </a:r>
          </a:p>
        </p:txBody>
      </p:sp>
      <p:sp>
        <p:nvSpPr>
          <p:cNvPr id="25" name="Text Placeholder 3">
            <a:extLst>
              <a:ext uri="{FF2B5EF4-FFF2-40B4-BE49-F238E27FC236}">
                <a16:creationId xmlns:a16="http://schemas.microsoft.com/office/drawing/2014/main" id="{11F9F74B-5EBB-BA44-9237-103B061C270C}"/>
              </a:ext>
            </a:extLst>
          </p:cNvPr>
          <p:cNvSpPr>
            <a:spLocks noGrp="1"/>
          </p:cNvSpPr>
          <p:nvPr>
            <p:ph type="body" sz="half" idx="2"/>
          </p:nvPr>
        </p:nvSpPr>
        <p:spPr>
          <a:xfrm>
            <a:off x="3311092" y="682388"/>
            <a:ext cx="3374188" cy="577921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305999201"/>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1_Title Content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236A3CF-857C-EC4D-8872-08076A68D205}"/>
              </a:ext>
            </a:extLst>
          </p:cNvPr>
          <p:cNvSpPr/>
          <p:nvPr userDrawn="1"/>
        </p:nvSpPr>
        <p:spPr>
          <a:xfrm>
            <a:off x="0" y="6403565"/>
            <a:ext cx="6981711"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A595CF-F827-8849-BBEE-64A2BF7B5BBC}"/>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6" name="Picture Placeholder 5">
            <a:extLst>
              <a:ext uri="{FF2B5EF4-FFF2-40B4-BE49-F238E27FC236}">
                <a16:creationId xmlns:a16="http://schemas.microsoft.com/office/drawing/2014/main" id="{A1A47198-CF20-CE43-A89F-AE5F0EFAF05D}"/>
              </a:ext>
            </a:extLst>
          </p:cNvPr>
          <p:cNvSpPr>
            <a:spLocks noGrp="1"/>
          </p:cNvSpPr>
          <p:nvPr>
            <p:ph type="pic" sz="quarter" idx="12"/>
          </p:nvPr>
        </p:nvSpPr>
        <p:spPr>
          <a:xfrm>
            <a:off x="6981712" y="-7191"/>
            <a:ext cx="5210287" cy="6858000"/>
          </a:xfrm>
          <a:pattFill prst="pct5">
            <a:fgClr>
              <a:schemeClr val="accent1"/>
            </a:fgClr>
            <a:bgClr>
              <a:schemeClr val="bg1"/>
            </a:bgClr>
          </a:pattFill>
        </p:spPr>
        <p:txBody>
          <a:bodyPr/>
          <a:lstStyle/>
          <a:p>
            <a:r>
              <a:rPr lang="en-US"/>
              <a:t>Click icon to add picture</a:t>
            </a:r>
          </a:p>
        </p:txBody>
      </p:sp>
      <p:sp>
        <p:nvSpPr>
          <p:cNvPr id="3" name="Date Placeholder 2">
            <a:extLst>
              <a:ext uri="{FF2B5EF4-FFF2-40B4-BE49-F238E27FC236}">
                <a16:creationId xmlns:a16="http://schemas.microsoft.com/office/drawing/2014/main" id="{854E7CE1-D133-FC47-A2E9-8BB902448D6B}"/>
              </a:ext>
            </a:extLst>
          </p:cNvPr>
          <p:cNvSpPr>
            <a:spLocks noGrp="1"/>
          </p:cNvSpPr>
          <p:nvPr>
            <p:ph type="dt" sz="half" idx="13"/>
          </p:nvPr>
        </p:nvSpPr>
        <p:spPr>
          <a:xfrm>
            <a:off x="617308" y="6481865"/>
            <a:ext cx="6097816" cy="297835"/>
          </a:xfrm>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F29058C-70C1-4D47-8FED-95852139D3BE}"/>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18" name="Title 1">
            <a:extLst>
              <a:ext uri="{FF2B5EF4-FFF2-40B4-BE49-F238E27FC236}">
                <a16:creationId xmlns:a16="http://schemas.microsoft.com/office/drawing/2014/main" id="{EBBCC13F-DB14-DC4D-8801-474CABB4983A}"/>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9" name="Rectangle 18">
            <a:extLst>
              <a:ext uri="{FF2B5EF4-FFF2-40B4-BE49-F238E27FC236}">
                <a16:creationId xmlns:a16="http://schemas.microsoft.com/office/drawing/2014/main" id="{8624EBD5-ED52-CB42-831C-4DDD143E7B56}"/>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8D644471-A07B-F245-9ABC-5B586B51AFBF}"/>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7043053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Title Content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1" y="110962"/>
            <a:ext cx="2856898"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263909" y="3084723"/>
            <a:ext cx="8382406" cy="305167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18138420-A711-0544-85FF-256A6478A5DF}"/>
              </a:ext>
            </a:extLst>
          </p:cNvPr>
          <p:cNvSpPr>
            <a:spLocks noGrp="1"/>
          </p:cNvSpPr>
          <p:nvPr>
            <p:ph type="pic" sz="quarter" idx="16"/>
          </p:nvPr>
        </p:nvSpPr>
        <p:spPr>
          <a:xfrm>
            <a:off x="3065780" y="0"/>
            <a:ext cx="9116091" cy="2822402"/>
          </a:xfrm>
          <a:prstGeom prst="rect">
            <a:avLst/>
          </a:prstGeom>
          <a:pattFill prst="pct5">
            <a:fgClr>
              <a:schemeClr val="accent1"/>
            </a:fgClr>
            <a:bgClr>
              <a:schemeClr val="bg1"/>
            </a:bgClr>
          </a:pattFill>
        </p:spPr>
        <p:txBody>
          <a:bodyPr/>
          <a:lstStyle>
            <a:lvl1pPr marL="0" indent="0">
              <a:buNone/>
              <a:defRPr/>
            </a:lvl1pPr>
          </a:lstStyle>
          <a:p>
            <a:r>
              <a:rPr lang="en-US"/>
              <a:t>Click icon to add picture</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5689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699A3CEA-C523-094E-A118-E89314F9EBA3}"/>
              </a:ext>
            </a:extLst>
          </p:cNvPr>
          <p:cNvSpPr>
            <a:spLocks noGrp="1"/>
          </p:cNvSpPr>
          <p:nvPr>
            <p:ph type="dt" sz="half" idx="17"/>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24A83E3F-B3DD-BD4A-99B8-95B7EFC9D1D4}"/>
              </a:ext>
            </a:extLst>
          </p:cNvPr>
          <p:cNvSpPr>
            <a:spLocks noGrp="1"/>
          </p:cNvSpPr>
          <p:nvPr>
            <p:ph type="sldNum" sz="quarter" idx="18"/>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131434898"/>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C53B9CA-4B25-CD46-8109-9D8A0E91D928}"/>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2">
            <a:extLst>
              <a:ext uri="{FF2B5EF4-FFF2-40B4-BE49-F238E27FC236}">
                <a16:creationId xmlns:a16="http://schemas.microsoft.com/office/drawing/2014/main" id="{063C64AA-0FDB-0E46-8A4F-BEC5A97251B7}"/>
              </a:ext>
            </a:extLst>
          </p:cNvPr>
          <p:cNvSpPr>
            <a:spLocks noGrp="1"/>
          </p:cNvSpPr>
          <p:nvPr>
            <p:ph type="pic" idx="1"/>
          </p:nvPr>
        </p:nvSpPr>
        <p:spPr>
          <a:xfrm>
            <a:off x="3065780" y="0"/>
            <a:ext cx="9126219" cy="6380922"/>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6" name="Rectangle 15">
            <a:extLst>
              <a:ext uri="{FF2B5EF4-FFF2-40B4-BE49-F238E27FC236}">
                <a16:creationId xmlns:a16="http://schemas.microsoft.com/office/drawing/2014/main" id="{36D8E1EB-4CEB-B342-B9B2-0EE875DF4D56}"/>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4">
            <a:extLst>
              <a:ext uri="{FF2B5EF4-FFF2-40B4-BE49-F238E27FC236}">
                <a16:creationId xmlns:a16="http://schemas.microsoft.com/office/drawing/2014/main" id="{D9CAEC74-15A6-4042-BA3A-9DE8666F5A3E}"/>
              </a:ext>
            </a:extLst>
          </p:cNvPr>
          <p:cNvSpPr>
            <a:spLocks noGrp="1"/>
          </p:cNvSpPr>
          <p:nvPr>
            <p:ph type="body" sz="quarter" idx="10" hasCustomPrompt="1"/>
          </p:nvPr>
        </p:nvSpPr>
        <p:spPr>
          <a:xfrm>
            <a:off x="198130" y="110962"/>
            <a:ext cx="286764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7" name="Text Placeholder 14">
            <a:extLst>
              <a:ext uri="{FF2B5EF4-FFF2-40B4-BE49-F238E27FC236}">
                <a16:creationId xmlns:a16="http://schemas.microsoft.com/office/drawing/2014/main" id="{61099818-DE47-9D44-8177-EE88CC8103F2}"/>
              </a:ext>
            </a:extLst>
          </p:cNvPr>
          <p:cNvSpPr>
            <a:spLocks noGrp="1"/>
          </p:cNvSpPr>
          <p:nvPr>
            <p:ph type="body" sz="quarter" idx="11" hasCustomPrompt="1"/>
          </p:nvPr>
        </p:nvSpPr>
        <p:spPr>
          <a:xfrm>
            <a:off x="198130" y="1776933"/>
            <a:ext cx="2867650"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9C76ACE1-8643-FE44-A61F-7F8AA82CAEE2}"/>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841AD59E-6B54-3B43-B351-45F7E62C1EFC}"/>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3750465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ED935A7-9941-4C44-89BE-2AE9B5FDA900}"/>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1B6D11C8-D61E-9846-8AF9-7FD637346A1F}"/>
              </a:ext>
            </a:extLst>
          </p:cNvPr>
          <p:cNvSpPr>
            <a:spLocks noGrp="1"/>
          </p:cNvSpPr>
          <p:nvPr>
            <p:ph type="pic" idx="1"/>
          </p:nvPr>
        </p:nvSpPr>
        <p:spPr>
          <a:xfrm>
            <a:off x="-2" y="1"/>
            <a:ext cx="12192000" cy="6390860"/>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Date Placeholder 1">
            <a:extLst>
              <a:ext uri="{FF2B5EF4-FFF2-40B4-BE49-F238E27FC236}">
                <a16:creationId xmlns:a16="http://schemas.microsoft.com/office/drawing/2014/main" id="{A36E6120-472D-4245-AA37-5A8F14525472}"/>
              </a:ext>
            </a:extLst>
          </p:cNvPr>
          <p:cNvSpPr>
            <a:spLocks noGrp="1"/>
          </p:cNvSpPr>
          <p:nvPr>
            <p:ph type="dt" sz="half" idx="10"/>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5B47A114-E183-584F-BA95-7B599913FCE4}"/>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76164007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E356CDF-BC71-E84C-B4AB-7C304EA18B3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931488-95AF-1A4A-B82F-0A48F296266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1503650" y="1218544"/>
            <a:ext cx="9191835" cy="4114239"/>
          </a:xfrm>
          <a:prstGeom prst="rect">
            <a:avLst/>
          </a:prstGeom>
        </p:spPr>
        <p:txBody>
          <a:bodyPr anchor="ctr">
            <a:normAutofit/>
          </a:bodyPr>
          <a:lstStyle>
            <a:lvl1pPr marL="0" indent="0" algn="ctr">
              <a:lnSpc>
                <a:spcPct val="100000"/>
              </a:lnSpc>
              <a:buNone/>
              <a:defRPr sz="4000" b="1" i="0">
                <a:solidFill>
                  <a:schemeClr val="bg1"/>
                </a:solidFill>
                <a:latin typeface="+mj-lt"/>
                <a:cs typeface="Arial" panose="020B0604020202020204" pitchFamily="34" charset="0"/>
              </a:defRPr>
            </a:lvl1pPr>
          </a:lstStyle>
          <a:p>
            <a:pPr lvl="0"/>
            <a:r>
              <a:rPr lang="en-US"/>
              <a:t>PLACE YOUR QUOTE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1558476" y="5349183"/>
            <a:ext cx="8572003" cy="532205"/>
          </a:xfrm>
          <a:prstGeom prst="rect">
            <a:avLst/>
          </a:prstGeom>
        </p:spPr>
        <p:txBody>
          <a:bodyPr/>
          <a:lstStyle>
            <a:lvl1pPr marL="0" indent="0" algn="r">
              <a:lnSpc>
                <a:spcPct val="100000"/>
              </a:lnSpc>
              <a:buNone/>
              <a:defRPr sz="2400" b="0" i="0">
                <a:solidFill>
                  <a:schemeClr val="bg1"/>
                </a:solidFill>
                <a:latin typeface="+mn-lt"/>
                <a:cs typeface="Arial" panose="020B0604020202020204" pitchFamily="34" charset="0"/>
              </a:defRPr>
            </a:lvl1pPr>
          </a:lstStyle>
          <a:p>
            <a:pPr lvl="0"/>
            <a:r>
              <a:rPr lang="en-US"/>
              <a:t>By first name last name</a:t>
            </a:r>
          </a:p>
        </p:txBody>
      </p:sp>
      <p:pic>
        <p:nvPicPr>
          <p:cNvPr id="6" name="Picture 5">
            <a:extLst>
              <a:ext uri="{FF2B5EF4-FFF2-40B4-BE49-F238E27FC236}">
                <a16:creationId xmlns:a16="http://schemas.microsoft.com/office/drawing/2014/main" id="{96422407-63E0-E441-94E9-3303C7637DAC}"/>
              </a:ext>
            </a:extLst>
          </p:cNvPr>
          <p:cNvPicPr>
            <a:picLocks noChangeAspect="1"/>
          </p:cNvPicPr>
          <p:nvPr userDrawn="1"/>
        </p:nvPicPr>
        <p:blipFill>
          <a:blip r:embed="rId2"/>
          <a:stretch>
            <a:fillRect/>
          </a:stretch>
        </p:blipFill>
        <p:spPr>
          <a:xfrm rot="5400000">
            <a:off x="1199644" y="928418"/>
            <a:ext cx="608010" cy="608010"/>
          </a:xfrm>
          <a:prstGeom prst="rect">
            <a:avLst/>
          </a:prstGeom>
        </p:spPr>
      </p:pic>
      <p:pic>
        <p:nvPicPr>
          <p:cNvPr id="7" name="Picture 6">
            <a:extLst>
              <a:ext uri="{FF2B5EF4-FFF2-40B4-BE49-F238E27FC236}">
                <a16:creationId xmlns:a16="http://schemas.microsoft.com/office/drawing/2014/main" id="{599099D0-B6FA-5743-82BF-AA4EDE7C243F}"/>
              </a:ext>
            </a:extLst>
          </p:cNvPr>
          <p:cNvPicPr>
            <a:picLocks noChangeAspect="1"/>
          </p:cNvPicPr>
          <p:nvPr userDrawn="1"/>
        </p:nvPicPr>
        <p:blipFill>
          <a:blip r:embed="rId2"/>
          <a:stretch>
            <a:fillRect/>
          </a:stretch>
        </p:blipFill>
        <p:spPr>
          <a:xfrm rot="16200000">
            <a:off x="10406990" y="5332783"/>
            <a:ext cx="565006" cy="565006"/>
          </a:xfrm>
          <a:prstGeom prst="rect">
            <a:avLst/>
          </a:prstGeom>
        </p:spPr>
      </p:pic>
    </p:spTree>
    <p:extLst>
      <p:ext uri="{BB962C8B-B14F-4D97-AF65-F5344CB8AC3E}">
        <p14:creationId xmlns:p14="http://schemas.microsoft.com/office/powerpoint/2010/main" val="75284952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blank" preserve="1">
  <p:cSld name="Ending Slide Light">
    <p:spTree>
      <p:nvGrpSpPr>
        <p:cNvPr id="1" name=""/>
        <p:cNvGrpSpPr/>
        <p:nvPr/>
      </p:nvGrpSpPr>
      <p:grpSpPr>
        <a:xfrm>
          <a:off x="0" y="0"/>
          <a:ext cx="0" cy="0"/>
          <a:chOff x="0" y="0"/>
          <a:chExt cx="0" cy="0"/>
        </a:xfrm>
      </p:grpSpPr>
      <p:pic>
        <p:nvPicPr>
          <p:cNvPr id="3" name="Picture 2" descr="A picture containing umbrella, game&#10;&#10;Description automatically generated">
            <a:extLst>
              <a:ext uri="{FF2B5EF4-FFF2-40B4-BE49-F238E27FC236}">
                <a16:creationId xmlns:a16="http://schemas.microsoft.com/office/drawing/2014/main" id="{E6C8F624-0CCA-B64C-9259-C90B79B2D74D}"/>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53006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blank" preserve="1">
  <p:cSld name="Ending Slid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4CC0B-990F-9743-BB08-D865C859A5DA}"/>
              </a:ext>
            </a:extLst>
          </p:cNvPr>
          <p:cNvPicPr>
            <a:picLocks noChangeAspect="1"/>
          </p:cNvPicPr>
          <p:nvPr userDrawn="1"/>
        </p:nvPicPr>
        <p:blipFill>
          <a:blip r:embed="rId2"/>
          <a:srcRect/>
          <a:stretch/>
        </p:blipFill>
        <p:spPr>
          <a:xfrm>
            <a:off x="6096" y="0"/>
            <a:ext cx="12185904" cy="6858000"/>
          </a:xfrm>
          <a:prstGeom prst="rect">
            <a:avLst/>
          </a:prstGeom>
        </p:spPr>
      </p:pic>
    </p:spTree>
    <p:extLst>
      <p:ext uri="{BB962C8B-B14F-4D97-AF65-F5344CB8AC3E}">
        <p14:creationId xmlns:p14="http://schemas.microsoft.com/office/powerpoint/2010/main" val="420194936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Content and Objec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8" y="1825625"/>
            <a:ext cx="5328000" cy="3906435"/>
          </a:xfrm>
        </p:spPr>
        <p:txBody>
          <a:bodyPr>
            <a:noAutofit/>
          </a:bodyPr>
          <a:lstStyle>
            <a:lvl1pPr>
              <a:spcAft>
                <a:spcPts val="1800"/>
              </a:spcAft>
              <a:defRPr/>
            </a:lvl1pPr>
            <a:lvl2pPr>
              <a:spcAft>
                <a:spcPts val="1800"/>
              </a:spcAft>
              <a:defRPr/>
            </a:lvl2pPr>
            <a:lvl3pPr>
              <a:spcAft>
                <a:spcPts val="1800"/>
              </a:spcAft>
              <a:defRPr/>
            </a:lvl3pPr>
            <a:lvl4pPr>
              <a:spcAft>
                <a:spcPts val="1800"/>
              </a:spcAft>
              <a:defRPr/>
            </a:lvl4pPr>
            <a:lvl5pPr>
              <a:spcAft>
                <a:spcPts val="180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402250" y="1825625"/>
            <a:ext cx="5328000" cy="3906435"/>
          </a:xfrm>
          <a:noFill/>
        </p:spPr>
        <p:txBody>
          <a:bodyPr>
            <a:noAutofit/>
          </a:bodyPr>
          <a:lstStyle>
            <a:lvl1pPr marL="0" indent="0">
              <a:buNone/>
              <a:defRPr/>
            </a:lvl1pPr>
          </a:lstStyle>
          <a:p>
            <a:pPr lvl="0"/>
            <a:r>
              <a:rPr lang="en-US"/>
              <a:t>Edit Master text styles</a:t>
            </a:r>
          </a:p>
        </p:txBody>
      </p:sp>
      <p:sp>
        <p:nvSpPr>
          <p:cNvPr id="7" name="Slide Number Placeholder 6"/>
          <p:cNvSpPr>
            <a:spLocks noGrp="1"/>
          </p:cNvSpPr>
          <p:nvPr>
            <p:ph type="sldNum" sz="quarter" idx="12"/>
          </p:nvPr>
        </p:nvSpPr>
        <p:spPr/>
        <p:txBody>
          <a:bodyPr>
            <a:noAutofit/>
          </a:bodyPr>
          <a:lstStyle/>
          <a:p>
            <a:fld id="{F46C79FD-C571-418B-AB0F-5EE936C85276}" type="slidenum">
              <a:rPr lang="en-GB" smtClean="0"/>
              <a:t>‹#›</a:t>
            </a:fld>
            <a:endParaRPr lang="en-GB" dirty="0"/>
          </a:p>
        </p:txBody>
      </p:sp>
      <p:cxnSp>
        <p:nvCxnSpPr>
          <p:cNvPr id="9" name="Straight Connector 8"/>
          <p:cNvCxnSpPr/>
          <p:nvPr userDrawn="1"/>
        </p:nvCxnSpPr>
        <p:spPr>
          <a:xfrm flipH="1">
            <a:off x="838199" y="0"/>
            <a:ext cx="1" cy="1276357"/>
          </a:xfrm>
          <a:prstGeom prst="line">
            <a:avLst/>
          </a:prstGeom>
          <a:ln w="28575">
            <a:solidFill>
              <a:srgbClr val="90C852"/>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p:nvPr>
        </p:nvSpPr>
        <p:spPr>
          <a:xfrm>
            <a:off x="970722" y="482860"/>
            <a:ext cx="10515600" cy="782357"/>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102549938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E1C3DDF2-9EC4-1348-BA55-CF7556117905}"/>
              </a:ext>
            </a:extLst>
          </p:cNvPr>
          <p:cNvPicPr>
            <a:picLocks noChangeAspect="1"/>
          </p:cNvPicPr>
          <p:nvPr userDrawn="1"/>
        </p:nvPicPr>
        <p:blipFill>
          <a:blip r:embed="rId2"/>
          <a:srcRect/>
          <a:stretch/>
        </p:blipFill>
        <p:spPr>
          <a:xfrm>
            <a:off x="-1" y="4545"/>
            <a:ext cx="12192000" cy="5501342"/>
          </a:xfrm>
          <a:prstGeom prst="rect">
            <a:avLst/>
          </a:prstGeom>
        </p:spPr>
      </p:pic>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8B0F826-8891-A141-8130-B96AB0C07DFF}"/>
              </a:ext>
            </a:extLst>
          </p:cNvPr>
          <p:cNvPicPr>
            <a:picLocks noChangeAspect="1"/>
          </p:cNvPicPr>
          <p:nvPr userDrawn="1"/>
        </p:nvPicPr>
        <p:blipFill>
          <a:blip r:embed="rId3"/>
          <a:stretch>
            <a:fillRect/>
          </a:stretch>
        </p:blipFill>
        <p:spPr>
          <a:xfrm>
            <a:off x="790831" y="5892801"/>
            <a:ext cx="1651000" cy="596900"/>
          </a:xfrm>
          <a:prstGeom prst="rect">
            <a:avLst/>
          </a:prstGeom>
        </p:spPr>
      </p:pic>
      <p:sp>
        <p:nvSpPr>
          <p:cNvPr id="12" name="Text Placeholder 13" descr="Place your title in Uppercase">
            <a:extLst>
              <a:ext uri="{FF2B5EF4-FFF2-40B4-BE49-F238E27FC236}">
                <a16:creationId xmlns:a16="http://schemas.microsoft.com/office/drawing/2014/main" id="{9241A955-071C-E246-A9FB-9916A8AEB268}"/>
              </a:ext>
            </a:extLst>
          </p:cNvPr>
          <p:cNvSpPr>
            <a:spLocks noGrp="1" noChangeAspect="1"/>
          </p:cNvSpPr>
          <p:nvPr>
            <p:ph type="body" sz="quarter" idx="11" hasCustomPrompt="1"/>
          </p:nvPr>
        </p:nvSpPr>
        <p:spPr>
          <a:xfrm>
            <a:off x="790829" y="368299"/>
            <a:ext cx="9531042" cy="3144173"/>
          </a:xfrm>
          <a:prstGeom prst="rect">
            <a:avLst/>
          </a:prstGeom>
        </p:spPr>
        <p:txBody>
          <a:bodyPr vert="horz" anchor="b"/>
          <a:lstStyle>
            <a:lvl1pPr marL="0" indent="0">
              <a:buNone/>
              <a:defRPr sz="5400" b="1" i="0" spc="0">
                <a:solidFill>
                  <a:schemeClr val="bg1"/>
                </a:solidFill>
                <a:latin typeface="Arial" panose="020B0604020202020204" pitchFamily="34" charset="0"/>
                <a:ea typeface="Helvetica Neue" panose="02000503000000020004" pitchFamily="2" charset="0"/>
                <a:cs typeface="Arial" panose="020B0604020202020204" pitchFamily="34" charset="0"/>
              </a:defRPr>
            </a:lvl1pPr>
          </a:lstStyle>
          <a:p>
            <a:pPr lvl="0"/>
            <a:r>
              <a:rPr lang="en-US"/>
              <a:t>PRESENTATION TITLE GOES HERE </a:t>
            </a:r>
            <a:br>
              <a:rPr lang="en-US"/>
            </a:br>
            <a:r>
              <a:rPr lang="en-US"/>
              <a:t>IN ALL CAPS</a:t>
            </a:r>
          </a:p>
        </p:txBody>
      </p:sp>
      <p:sp>
        <p:nvSpPr>
          <p:cNvPr id="10" name="Text Placeholder 2">
            <a:extLst>
              <a:ext uri="{FF2B5EF4-FFF2-40B4-BE49-F238E27FC236}">
                <a16:creationId xmlns:a16="http://schemas.microsoft.com/office/drawing/2014/main" id="{2C4B9709-7A4D-B049-B64B-FEF18BAF39BD}"/>
              </a:ext>
            </a:extLst>
          </p:cNvPr>
          <p:cNvSpPr>
            <a:spLocks noGrp="1"/>
          </p:cNvSpPr>
          <p:nvPr>
            <p:ph type="body" sz="quarter" idx="13" hasCustomPrompt="1"/>
          </p:nvPr>
        </p:nvSpPr>
        <p:spPr>
          <a:xfrm>
            <a:off x="790829" y="4204152"/>
            <a:ext cx="10491459" cy="308473"/>
          </a:xfrm>
          <a:prstGeom prst="rect">
            <a:avLst/>
          </a:prstGeom>
        </p:spPr>
        <p:txBody>
          <a:bodyPr/>
          <a:lstStyle>
            <a:lvl1pPr marL="0" indent="0" algn="l">
              <a:buNone/>
              <a:defRPr sz="1800" b="1" i="0">
                <a:solidFill>
                  <a:schemeClr val="tx2"/>
                </a:solidFill>
                <a:latin typeface="Arial" panose="020B0604020202020204" pitchFamily="34" charset="0"/>
              </a:defRPr>
            </a:lvl1pPr>
          </a:lstStyle>
          <a:p>
            <a:pPr lvl="0"/>
            <a:r>
              <a:rPr lang="en-US"/>
              <a:t>PRESENTATION BY NAME LASTNAME</a:t>
            </a:r>
          </a:p>
        </p:txBody>
      </p:sp>
      <p:sp>
        <p:nvSpPr>
          <p:cNvPr id="4" name="Text Placeholder 3">
            <a:extLst>
              <a:ext uri="{FF2B5EF4-FFF2-40B4-BE49-F238E27FC236}">
                <a16:creationId xmlns:a16="http://schemas.microsoft.com/office/drawing/2014/main" id="{EF24FAA0-D364-A145-89E9-9ABEA37BC8F4}"/>
              </a:ext>
            </a:extLst>
          </p:cNvPr>
          <p:cNvSpPr>
            <a:spLocks noGrp="1"/>
          </p:cNvSpPr>
          <p:nvPr>
            <p:ph type="body" sz="quarter" idx="14" hasCustomPrompt="1"/>
          </p:nvPr>
        </p:nvSpPr>
        <p:spPr>
          <a:xfrm>
            <a:off x="790830" y="4512624"/>
            <a:ext cx="3504080" cy="368301"/>
          </a:xfrm>
          <a:prstGeom prst="rect">
            <a:avLst/>
          </a:prstGeom>
        </p:spPr>
        <p:txBody>
          <a:bodyPr/>
          <a:lstStyle>
            <a:lvl1pPr marL="0" indent="0">
              <a:buNone/>
              <a:defRPr sz="1600" b="0" i="0">
                <a:latin typeface="Arial" panose="020B0604020202020204" pitchFamily="34" charset="0"/>
              </a:defRPr>
            </a:lvl1pPr>
          </a:lstStyle>
          <a:p>
            <a:pPr lvl="0"/>
            <a:r>
              <a:rPr lang="en-US"/>
              <a:t>Mai 7, 2020</a:t>
            </a:r>
          </a:p>
        </p:txBody>
      </p:sp>
    </p:spTree>
    <p:extLst>
      <p:ext uri="{BB962C8B-B14F-4D97-AF65-F5344CB8AC3E}">
        <p14:creationId xmlns:p14="http://schemas.microsoft.com/office/powerpoint/2010/main" val="3919871046"/>
      </p:ext>
    </p:extLst>
  </p:cSld>
  <p:clrMapOvr>
    <a:masterClrMapping/>
  </p:clrMapOvr>
  <p:extLst>
    <p:ext uri="{DCECCB84-F9BA-43D5-87BE-67443E8EF086}">
      <p15:sldGuideLst xmlns:p15="http://schemas.microsoft.com/office/powerpoint/2012/main">
        <p15:guide id="1" orient="horz" pos="3480">
          <p15:clr>
            <a:srgbClr val="FBAE40"/>
          </p15:clr>
        </p15:guide>
        <p15:guide id="2" pos="504">
          <p15:clr>
            <a:srgbClr val="FBAE40"/>
          </p15:clr>
        </p15:guide>
        <p15:guide id="4" orient="horz" pos="3120">
          <p15:clr>
            <a:srgbClr val="FBAE40"/>
          </p15:clr>
        </p15:guide>
        <p15:guide id="5" orient="horz" pos="2232">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Keynote Speaker">
    <p:bg>
      <p:bgPr>
        <a:solidFill>
          <a:schemeClr val="bg1"/>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D3BAAF84-0D33-8344-B266-43CC959D58DC}"/>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2">
            <a:extLst>
              <a:ext uri="{FF2B5EF4-FFF2-40B4-BE49-F238E27FC236}">
                <a16:creationId xmlns:a16="http://schemas.microsoft.com/office/drawing/2014/main" id="{5361A29D-078D-4548-A011-97206E81CC3F}"/>
              </a:ext>
            </a:extLst>
          </p:cNvPr>
          <p:cNvSpPr>
            <a:spLocks noGrp="1"/>
          </p:cNvSpPr>
          <p:nvPr>
            <p:ph type="pic" idx="1"/>
          </p:nvPr>
        </p:nvSpPr>
        <p:spPr>
          <a:xfrm>
            <a:off x="7520940" y="0"/>
            <a:ext cx="4671060" cy="6385474"/>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8" name="Text Placeholder 14">
            <a:extLst>
              <a:ext uri="{FF2B5EF4-FFF2-40B4-BE49-F238E27FC236}">
                <a16:creationId xmlns:a16="http://schemas.microsoft.com/office/drawing/2014/main" id="{200DF219-47DD-114F-B42F-1D445AD76AC3}"/>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SPEAKER</a:t>
            </a:r>
          </a:p>
        </p:txBody>
      </p:sp>
      <p:sp>
        <p:nvSpPr>
          <p:cNvPr id="29" name="Rectangle 28">
            <a:extLst>
              <a:ext uri="{FF2B5EF4-FFF2-40B4-BE49-F238E27FC236}">
                <a16:creationId xmlns:a16="http://schemas.microsoft.com/office/drawing/2014/main" id="{96EF2F9E-C541-2343-AE77-2253D6EAE9DA}"/>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14">
            <a:extLst>
              <a:ext uri="{FF2B5EF4-FFF2-40B4-BE49-F238E27FC236}">
                <a16:creationId xmlns:a16="http://schemas.microsoft.com/office/drawing/2014/main" id="{BA1CF4E8-1B17-D14D-B42F-A6C96F787369}"/>
              </a:ext>
            </a:extLst>
          </p:cNvPr>
          <p:cNvSpPr>
            <a:spLocks noGrp="1"/>
          </p:cNvSpPr>
          <p:nvPr>
            <p:ph type="body" sz="quarter" idx="16" hasCustomPrompt="1"/>
          </p:nvPr>
        </p:nvSpPr>
        <p:spPr>
          <a:xfrm>
            <a:off x="3454403" y="475191"/>
            <a:ext cx="3677918" cy="561872"/>
          </a:xfrm>
          <a:prstGeom prst="rect">
            <a:avLst/>
          </a:prstGeom>
        </p:spPr>
        <p:txBody>
          <a:bodyPr vert="horz" anchor="b">
            <a:normAutofit/>
          </a:bodyPr>
          <a:lstStyle>
            <a:lvl1pPr marL="0" marR="0" indent="0" algn="l" defTabSz="914400" rtl="0" eaLnBrk="1" fontAlgn="auto" latinLnBrk="0" hangingPunct="1">
              <a:lnSpc>
                <a:spcPct val="50000"/>
              </a:lnSpc>
              <a:spcBef>
                <a:spcPts val="1000"/>
              </a:spcBef>
              <a:spcAft>
                <a:spcPts val="0"/>
              </a:spcAft>
              <a:buClrTx/>
              <a:buSzTx/>
              <a:buFont typeface="Arial" panose="020B0604020202020204" pitchFamily="34" charset="0"/>
              <a:buNone/>
              <a:tabLst/>
              <a:defRPr sz="20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NAME LASTNAME</a:t>
            </a:r>
          </a:p>
        </p:txBody>
      </p:sp>
      <p:sp>
        <p:nvSpPr>
          <p:cNvPr id="12" name="Text Placeholder 3">
            <a:extLst>
              <a:ext uri="{FF2B5EF4-FFF2-40B4-BE49-F238E27FC236}">
                <a16:creationId xmlns:a16="http://schemas.microsoft.com/office/drawing/2014/main" id="{CF958254-1742-1D48-AB0F-3790A26EDBDF}"/>
              </a:ext>
            </a:extLst>
          </p:cNvPr>
          <p:cNvSpPr>
            <a:spLocks noGrp="1"/>
          </p:cNvSpPr>
          <p:nvPr>
            <p:ph type="body" sz="half" idx="17" hasCustomPrompt="1"/>
          </p:nvPr>
        </p:nvSpPr>
        <p:spPr>
          <a:xfrm>
            <a:off x="3454401" y="1208281"/>
            <a:ext cx="3677918" cy="484567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t>Title and Team</a:t>
            </a:r>
          </a:p>
          <a:p>
            <a:pPr lvl="1"/>
            <a:r>
              <a:rPr lang="en-US"/>
              <a:t>Roles &amp; Responsibility</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2462563-80DC-9044-8A5D-910E2C1EB67B}"/>
              </a:ext>
            </a:extLst>
          </p:cNvPr>
          <p:cNvSpPr>
            <a:spLocks noGrp="1"/>
          </p:cNvSpPr>
          <p:nvPr>
            <p:ph type="dt" sz="half" idx="18"/>
          </p:nvPr>
        </p:nvSpPr>
        <p:spPr/>
        <p:txBody>
          <a:bodyPr/>
          <a:lstStyle/>
          <a:p>
            <a:r>
              <a:rPr lang="en-US"/>
              <a:t>DAI Global UK Step Review Template</a:t>
            </a:r>
          </a:p>
        </p:txBody>
      </p:sp>
      <p:sp>
        <p:nvSpPr>
          <p:cNvPr id="5" name="Slide Number Placeholder 4">
            <a:extLst>
              <a:ext uri="{FF2B5EF4-FFF2-40B4-BE49-F238E27FC236}">
                <a16:creationId xmlns:a16="http://schemas.microsoft.com/office/drawing/2014/main" id="{7C586F27-910B-B040-8E1F-8B828BA3B7F5}"/>
              </a:ext>
            </a:extLst>
          </p:cNvPr>
          <p:cNvSpPr>
            <a:spLocks noGrp="1"/>
          </p:cNvSpPr>
          <p:nvPr>
            <p:ph type="sldNum" sz="quarter" idx="19"/>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521848543"/>
      </p:ext>
    </p:extLst>
  </p:cSld>
  <p:clrMapOvr>
    <a:masterClrMapping/>
  </p:clrMapOvr>
  <p:extLst>
    <p:ext uri="{DCECCB84-F9BA-43D5-87BE-67443E8EF086}">
      <p15:sldGuideLst xmlns:p15="http://schemas.microsoft.com/office/powerpoint/2012/main">
        <p15:guide id="1" orient="horz" pos="648">
          <p15:clr>
            <a:srgbClr val="FBAE40"/>
          </p15:clr>
        </p15:guide>
        <p15:guide id="2" pos="1776">
          <p15:clr>
            <a:srgbClr val="FBAE40"/>
          </p15:clr>
        </p15:guide>
        <p15:guide id="3" orient="horz" pos="288">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23" name="Rectangle 22">
            <a:extLst>
              <a:ext uri="{FF2B5EF4-FFF2-40B4-BE49-F238E27FC236}">
                <a16:creationId xmlns:a16="http://schemas.microsoft.com/office/drawing/2014/main" id="{AB28C483-5B05-1646-BF7E-62948D3522D4}"/>
              </a:ext>
            </a:extLst>
          </p:cNvPr>
          <p:cNvSpPr/>
          <p:nvPr userDrawn="1"/>
        </p:nvSpPr>
        <p:spPr>
          <a:xfrm>
            <a:off x="0" y="0"/>
            <a:ext cx="3065780" cy="638547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 Placeholder 18">
            <a:extLst>
              <a:ext uri="{FF2B5EF4-FFF2-40B4-BE49-F238E27FC236}">
                <a16:creationId xmlns:a16="http://schemas.microsoft.com/office/drawing/2014/main" id="{345D825F-0729-D442-A875-14AE0BF169EA}"/>
              </a:ext>
            </a:extLst>
          </p:cNvPr>
          <p:cNvSpPr>
            <a:spLocks noGrp="1"/>
          </p:cNvSpPr>
          <p:nvPr>
            <p:ph type="body" sz="quarter" idx="49" hasCustomPrompt="1"/>
          </p:nvPr>
        </p:nvSpPr>
        <p:spPr>
          <a:xfrm>
            <a:off x="4418689" y="482045"/>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b="1" i="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1</a:t>
            </a:r>
            <a:endParaRPr lang="en-US"/>
          </a:p>
        </p:txBody>
      </p:sp>
      <p:sp>
        <p:nvSpPr>
          <p:cNvPr id="28" name="Picture Placeholder 2">
            <a:extLst>
              <a:ext uri="{FF2B5EF4-FFF2-40B4-BE49-F238E27FC236}">
                <a16:creationId xmlns:a16="http://schemas.microsoft.com/office/drawing/2014/main" id="{6456C157-2EEB-0C41-B8F6-80374B0E3C00}"/>
              </a:ext>
            </a:extLst>
          </p:cNvPr>
          <p:cNvSpPr>
            <a:spLocks noGrp="1"/>
          </p:cNvSpPr>
          <p:nvPr>
            <p:ph type="pic" sz="quarter" idx="50" hasCustomPrompt="1"/>
          </p:nvPr>
        </p:nvSpPr>
        <p:spPr>
          <a:xfrm rot="10800000" flipV="1">
            <a:off x="3487058" y="496444"/>
            <a:ext cx="592483" cy="623557"/>
          </a:xfrm>
          <a:prstGeom prst="rect">
            <a:avLst/>
          </a:prstGeom>
          <a:noFill/>
        </p:spPr>
        <p:txBody>
          <a:bodyPr>
            <a:normAutofit/>
          </a:bodyPr>
          <a:lstStyle>
            <a:lvl1pPr marL="0" indent="0">
              <a:buNone/>
              <a:defRPr sz="800" b="0" i="0">
                <a:solidFill>
                  <a:schemeClr val="tx2"/>
                </a:solidFill>
                <a:latin typeface="Arial" panose="020B0604020202020204" pitchFamily="34" charset="0"/>
                <a:ea typeface="Arial" panose="020B0604020202020204" pitchFamily="34" charset="0"/>
                <a:cs typeface="Arial" panose="020B0604020202020204" pitchFamily="34" charset="0"/>
              </a:defRPr>
            </a:lvl1pPr>
          </a:lstStyle>
          <a:p>
            <a:r>
              <a:rPr lang="en-US"/>
              <a:t>Insert icon here or delete</a:t>
            </a:r>
          </a:p>
        </p:txBody>
      </p:sp>
      <p:sp>
        <p:nvSpPr>
          <p:cNvPr id="30" name="Text Placeholder 18">
            <a:extLst>
              <a:ext uri="{FF2B5EF4-FFF2-40B4-BE49-F238E27FC236}">
                <a16:creationId xmlns:a16="http://schemas.microsoft.com/office/drawing/2014/main" id="{77ACFC34-1484-8742-9C4E-0651DAB0F1A9}"/>
              </a:ext>
            </a:extLst>
          </p:cNvPr>
          <p:cNvSpPr>
            <a:spLocks noGrp="1"/>
          </p:cNvSpPr>
          <p:nvPr>
            <p:ph type="body" sz="quarter" idx="52" hasCustomPrompt="1"/>
          </p:nvPr>
        </p:nvSpPr>
        <p:spPr>
          <a:xfrm>
            <a:off x="4418689" y="1385622"/>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2</a:t>
            </a:r>
            <a:endParaRPr lang="en-US"/>
          </a:p>
        </p:txBody>
      </p:sp>
      <p:sp>
        <p:nvSpPr>
          <p:cNvPr id="31" name="Text Placeholder 18">
            <a:extLst>
              <a:ext uri="{FF2B5EF4-FFF2-40B4-BE49-F238E27FC236}">
                <a16:creationId xmlns:a16="http://schemas.microsoft.com/office/drawing/2014/main" id="{592374D6-650C-C846-9795-F809B71C027A}"/>
              </a:ext>
            </a:extLst>
          </p:cNvPr>
          <p:cNvSpPr>
            <a:spLocks noGrp="1"/>
          </p:cNvSpPr>
          <p:nvPr>
            <p:ph type="body" sz="quarter" idx="53" hasCustomPrompt="1"/>
          </p:nvPr>
        </p:nvSpPr>
        <p:spPr>
          <a:xfrm>
            <a:off x="4418689" y="231007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3</a:t>
            </a:r>
            <a:endParaRPr lang="en-US"/>
          </a:p>
        </p:txBody>
      </p:sp>
      <p:sp>
        <p:nvSpPr>
          <p:cNvPr id="33" name="Text Placeholder 18">
            <a:extLst>
              <a:ext uri="{FF2B5EF4-FFF2-40B4-BE49-F238E27FC236}">
                <a16:creationId xmlns:a16="http://schemas.microsoft.com/office/drawing/2014/main" id="{6069DC40-7B17-174F-AAE7-B50A3C951999}"/>
              </a:ext>
            </a:extLst>
          </p:cNvPr>
          <p:cNvSpPr>
            <a:spLocks noGrp="1"/>
          </p:cNvSpPr>
          <p:nvPr>
            <p:ph type="body" sz="quarter" idx="54" hasCustomPrompt="1"/>
          </p:nvPr>
        </p:nvSpPr>
        <p:spPr>
          <a:xfrm>
            <a:off x="4418689" y="3208917"/>
            <a:ext cx="7288901" cy="652354"/>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4</a:t>
            </a:r>
            <a:endParaRPr lang="en-US"/>
          </a:p>
        </p:txBody>
      </p:sp>
      <p:sp>
        <p:nvSpPr>
          <p:cNvPr id="34" name="Text Placeholder 18">
            <a:extLst>
              <a:ext uri="{FF2B5EF4-FFF2-40B4-BE49-F238E27FC236}">
                <a16:creationId xmlns:a16="http://schemas.microsoft.com/office/drawing/2014/main" id="{25515D1C-0049-D745-AB5F-9458F8E7EC18}"/>
              </a:ext>
            </a:extLst>
          </p:cNvPr>
          <p:cNvSpPr>
            <a:spLocks noGrp="1"/>
          </p:cNvSpPr>
          <p:nvPr>
            <p:ph type="body" sz="quarter" idx="55" hasCustomPrompt="1"/>
          </p:nvPr>
        </p:nvSpPr>
        <p:spPr>
          <a:xfrm>
            <a:off x="4418689" y="4100561"/>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5</a:t>
            </a:r>
            <a:endParaRPr lang="en-US"/>
          </a:p>
        </p:txBody>
      </p:sp>
      <p:sp>
        <p:nvSpPr>
          <p:cNvPr id="35" name="Text Placeholder 18">
            <a:extLst>
              <a:ext uri="{FF2B5EF4-FFF2-40B4-BE49-F238E27FC236}">
                <a16:creationId xmlns:a16="http://schemas.microsoft.com/office/drawing/2014/main" id="{9969D78D-3170-AF41-A442-6E55076B0BCA}"/>
              </a:ext>
            </a:extLst>
          </p:cNvPr>
          <p:cNvSpPr>
            <a:spLocks noGrp="1"/>
          </p:cNvSpPr>
          <p:nvPr>
            <p:ph type="body" sz="quarter" idx="56" hasCustomPrompt="1"/>
          </p:nvPr>
        </p:nvSpPr>
        <p:spPr>
          <a:xfrm>
            <a:off x="4418689" y="5025010"/>
            <a:ext cx="7288901" cy="623557"/>
          </a:xfrm>
          <a:prstGeom prst="rect">
            <a:avLst/>
          </a:prstGeom>
        </p:spPr>
        <p:txBody>
          <a:bodyPr anchor="ctr">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1800">
                <a:solidFill>
                  <a:schemeClr val="tx2"/>
                </a:solidFill>
                <a:latin typeface="+mj-lt"/>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a:ln>
                  <a:noFill/>
                </a:ln>
                <a:solidFill>
                  <a:srgbClr val="5E6E7F"/>
                </a:solidFill>
                <a:effectLst/>
                <a:uLnTx/>
                <a:uFillTx/>
                <a:latin typeface="Arial" panose="020B0604020202020204" pitchFamily="34" charset="0"/>
                <a:ea typeface="+mn-ea"/>
                <a:cs typeface="Arial" panose="020B0604020202020204" pitchFamily="34" charset="0"/>
              </a:rPr>
              <a:t>Section 6</a:t>
            </a:r>
            <a:endParaRPr lang="en-US"/>
          </a:p>
        </p:txBody>
      </p:sp>
      <p:sp>
        <p:nvSpPr>
          <p:cNvPr id="41" name="Text Placeholder 14">
            <a:extLst>
              <a:ext uri="{FF2B5EF4-FFF2-40B4-BE49-F238E27FC236}">
                <a16:creationId xmlns:a16="http://schemas.microsoft.com/office/drawing/2014/main" id="{60559500-39AA-974A-B448-798F8C7F001B}"/>
              </a:ext>
            </a:extLst>
          </p:cNvPr>
          <p:cNvSpPr>
            <a:spLocks noGrp="1"/>
          </p:cNvSpPr>
          <p:nvPr>
            <p:ph type="body" sz="quarter" idx="10" hasCustomPrompt="1"/>
          </p:nvPr>
        </p:nvSpPr>
        <p:spPr>
          <a:xfrm>
            <a:off x="198131" y="472526"/>
            <a:ext cx="2550282" cy="48146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chemeClr val="tx2"/>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AGENDA</a:t>
            </a:r>
          </a:p>
        </p:txBody>
      </p:sp>
      <p:sp>
        <p:nvSpPr>
          <p:cNvPr id="19" name="Rectangle 18">
            <a:extLst>
              <a:ext uri="{FF2B5EF4-FFF2-40B4-BE49-F238E27FC236}">
                <a16:creationId xmlns:a16="http://schemas.microsoft.com/office/drawing/2014/main" id="{B8ECA762-90B6-AD4A-BE2E-CEFD722145C6}"/>
              </a:ext>
            </a:extLst>
          </p:cNvPr>
          <p:cNvSpPr/>
          <p:nvPr userDrawn="1"/>
        </p:nvSpPr>
        <p:spPr>
          <a:xfrm>
            <a:off x="285283" y="959701"/>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a:extLst>
              <a:ext uri="{FF2B5EF4-FFF2-40B4-BE49-F238E27FC236}">
                <a16:creationId xmlns:a16="http://schemas.microsoft.com/office/drawing/2014/main" id="{07EDE3AA-B830-504E-8EDE-FFCC8EA616D0}"/>
              </a:ext>
            </a:extLst>
          </p:cNvPr>
          <p:cNvSpPr>
            <a:spLocks noGrp="1"/>
          </p:cNvSpPr>
          <p:nvPr>
            <p:ph type="dt" sz="half" idx="57"/>
          </p:nvPr>
        </p:nvSpPr>
        <p:spPr/>
        <p:txBody>
          <a:bodyPr/>
          <a:lstStyle>
            <a:lvl1pPr>
              <a:defRPr>
                <a:solidFill>
                  <a:schemeClr val="tx2"/>
                </a:solidFill>
              </a:defRPr>
            </a:lvl1pPr>
          </a:lstStyle>
          <a:p>
            <a:r>
              <a:rPr lang="en-US"/>
              <a:t>DAI Global UK Step Review Template</a:t>
            </a:r>
          </a:p>
        </p:txBody>
      </p:sp>
      <p:sp>
        <p:nvSpPr>
          <p:cNvPr id="5" name="Slide Number Placeholder 4">
            <a:extLst>
              <a:ext uri="{FF2B5EF4-FFF2-40B4-BE49-F238E27FC236}">
                <a16:creationId xmlns:a16="http://schemas.microsoft.com/office/drawing/2014/main" id="{033D58C7-CD84-1D43-A662-48C22C646C5D}"/>
              </a:ext>
            </a:extLst>
          </p:cNvPr>
          <p:cNvSpPr>
            <a:spLocks noGrp="1"/>
          </p:cNvSpPr>
          <p:nvPr>
            <p:ph type="sldNum" sz="quarter" idx="58"/>
          </p:nvPr>
        </p:nvSpPr>
        <p:spPr/>
        <p:txBody>
          <a:bodyPr/>
          <a:lstStyle/>
          <a:p>
            <a:fld id="{FC1D1ACA-FB83-934A-8F4B-0DD1CC60E8BD}" type="slidenum">
              <a:rPr lang="en-US" smtClean="0"/>
              <a:pPr/>
              <a:t>‹#›</a:t>
            </a:fld>
            <a:r>
              <a:rPr lang="en-US"/>
              <a:t> |</a:t>
            </a:r>
          </a:p>
        </p:txBody>
      </p:sp>
      <p:sp>
        <p:nvSpPr>
          <p:cNvPr id="22" name="Picture Placeholder 2">
            <a:extLst>
              <a:ext uri="{FF2B5EF4-FFF2-40B4-BE49-F238E27FC236}">
                <a16:creationId xmlns:a16="http://schemas.microsoft.com/office/drawing/2014/main" id="{9F32A50A-BF22-344E-8CAE-C9ED730ADEC3}"/>
              </a:ext>
            </a:extLst>
          </p:cNvPr>
          <p:cNvSpPr>
            <a:spLocks noGrp="1"/>
          </p:cNvSpPr>
          <p:nvPr>
            <p:ph type="pic" sz="quarter" idx="59" hasCustomPrompt="1"/>
          </p:nvPr>
        </p:nvSpPr>
        <p:spPr>
          <a:xfrm rot="10800000" flipV="1">
            <a:off x="3487058" y="1385622"/>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4" name="Picture Placeholder 2">
            <a:extLst>
              <a:ext uri="{FF2B5EF4-FFF2-40B4-BE49-F238E27FC236}">
                <a16:creationId xmlns:a16="http://schemas.microsoft.com/office/drawing/2014/main" id="{43137099-F280-C745-98B1-3E52B2987E41}"/>
              </a:ext>
            </a:extLst>
          </p:cNvPr>
          <p:cNvSpPr>
            <a:spLocks noGrp="1"/>
          </p:cNvSpPr>
          <p:nvPr>
            <p:ph type="pic" sz="quarter" idx="60" hasCustomPrompt="1"/>
          </p:nvPr>
        </p:nvSpPr>
        <p:spPr>
          <a:xfrm rot="10800000" flipV="1">
            <a:off x="3487058" y="2310070"/>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5" name="Picture Placeholder 2">
            <a:extLst>
              <a:ext uri="{FF2B5EF4-FFF2-40B4-BE49-F238E27FC236}">
                <a16:creationId xmlns:a16="http://schemas.microsoft.com/office/drawing/2014/main" id="{A5B719CA-506E-9643-ACA7-4B9B6C4136B0}"/>
              </a:ext>
            </a:extLst>
          </p:cNvPr>
          <p:cNvSpPr>
            <a:spLocks noGrp="1"/>
          </p:cNvSpPr>
          <p:nvPr>
            <p:ph type="pic" sz="quarter" idx="61" hasCustomPrompt="1"/>
          </p:nvPr>
        </p:nvSpPr>
        <p:spPr>
          <a:xfrm rot="10800000" flipV="1">
            <a:off x="3487058" y="3237713"/>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26" name="Picture Placeholder 2">
            <a:extLst>
              <a:ext uri="{FF2B5EF4-FFF2-40B4-BE49-F238E27FC236}">
                <a16:creationId xmlns:a16="http://schemas.microsoft.com/office/drawing/2014/main" id="{6D68D7AC-6044-DA47-AAB0-D4AB90FB70ED}"/>
              </a:ext>
            </a:extLst>
          </p:cNvPr>
          <p:cNvSpPr>
            <a:spLocks noGrp="1"/>
          </p:cNvSpPr>
          <p:nvPr>
            <p:ph type="pic" sz="quarter" idx="62" hasCustomPrompt="1"/>
          </p:nvPr>
        </p:nvSpPr>
        <p:spPr>
          <a:xfrm rot="10800000" flipV="1">
            <a:off x="3487058" y="4100561"/>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
        <p:nvSpPr>
          <p:cNvPr id="32" name="Picture Placeholder 2">
            <a:extLst>
              <a:ext uri="{FF2B5EF4-FFF2-40B4-BE49-F238E27FC236}">
                <a16:creationId xmlns:a16="http://schemas.microsoft.com/office/drawing/2014/main" id="{51985880-543B-AF4A-9B5F-DE68230C41B4}"/>
              </a:ext>
            </a:extLst>
          </p:cNvPr>
          <p:cNvSpPr>
            <a:spLocks noGrp="1"/>
          </p:cNvSpPr>
          <p:nvPr>
            <p:ph type="pic" sz="quarter" idx="63" hasCustomPrompt="1"/>
          </p:nvPr>
        </p:nvSpPr>
        <p:spPr>
          <a:xfrm rot="10800000" flipV="1">
            <a:off x="3487058" y="5025009"/>
            <a:ext cx="592483" cy="623557"/>
          </a:xfrm>
          <a:prstGeom prst="rect">
            <a:avLst/>
          </a:prstGeom>
          <a:noFill/>
        </p:spPr>
        <p:txBody>
          <a:bodyPr>
            <a:normAutofit/>
          </a:bodyPr>
          <a:lstStyle>
            <a:lvl1pPr marL="0" indent="0">
              <a:buNone/>
              <a:defRPr sz="800" b="0" i="0">
                <a:solidFill>
                  <a:schemeClr val="tx2"/>
                </a:solidFill>
                <a:latin typeface="+mn-lt"/>
                <a:ea typeface="Arial" panose="020B0604020202020204" pitchFamily="34" charset="0"/>
                <a:cs typeface="Arial" panose="020B0604020202020204" pitchFamily="34" charset="0"/>
              </a:defRPr>
            </a:lvl1pPr>
          </a:lstStyle>
          <a:p>
            <a:r>
              <a:rPr lang="en-US"/>
              <a:t>Insert icon here or delete</a:t>
            </a:r>
          </a:p>
        </p:txBody>
      </p:sp>
    </p:spTree>
    <p:extLst>
      <p:ext uri="{BB962C8B-B14F-4D97-AF65-F5344CB8AC3E}">
        <p14:creationId xmlns:p14="http://schemas.microsoft.com/office/powerpoint/2010/main" val="2465180089"/>
      </p:ext>
    </p:extLst>
  </p:cSld>
  <p:clrMapOvr>
    <a:masterClrMapping/>
  </p:clrMapOvr>
  <p:extLst>
    <p:ext uri="{DCECCB84-F9BA-43D5-87BE-67443E8EF086}">
      <p15:sldGuideLst xmlns:p15="http://schemas.microsoft.com/office/powerpoint/2012/main">
        <p15:guide id="1" orient="horz" pos="288">
          <p15:clr>
            <a:srgbClr val="FBAE40"/>
          </p15:clr>
        </p15:guide>
        <p15:guide id="2" pos="2184">
          <p15:clr>
            <a:srgbClr val="FBAE40"/>
          </p15:clr>
        </p15:guide>
        <p15:guide id="3" orient="horz" pos="648">
          <p15:clr>
            <a:srgbClr val="FBAE40"/>
          </p15:clr>
        </p15:guide>
        <p15:guide id="4" pos="2568">
          <p15:clr>
            <a:srgbClr val="FBAE40"/>
          </p15:clr>
        </p15:guide>
        <p15:guide id="5" pos="2760">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Title">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A13E16A-0B74-5F4D-8696-64237D273DF5}"/>
              </a:ext>
            </a:extLst>
          </p:cNvPr>
          <p:cNvSpPr/>
          <p:nvPr userDrawn="1"/>
        </p:nvSpPr>
        <p:spPr>
          <a:xfrm>
            <a:off x="-1" y="5524501"/>
            <a:ext cx="12192001" cy="1333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3FAA1349-AAC0-9142-B4AA-F1F1CC5B25A7}"/>
              </a:ext>
            </a:extLst>
          </p:cNvPr>
          <p:cNvSpPr/>
          <p:nvPr userDrawn="1"/>
        </p:nvSpPr>
        <p:spPr>
          <a:xfrm>
            <a:off x="0" y="0"/>
            <a:ext cx="12192001" cy="5524501"/>
          </a:xfrm>
          <a:prstGeom prst="rect">
            <a:avLst/>
          </a:prstGeom>
          <a:solidFill>
            <a:srgbClr val="D3E3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2F3146-A838-8A4B-8237-B11E50AB3BD6}"/>
              </a:ext>
            </a:extLst>
          </p:cNvPr>
          <p:cNvSpPr/>
          <p:nvPr userDrawn="1"/>
        </p:nvSpPr>
        <p:spPr>
          <a:xfrm>
            <a:off x="790831" y="3781168"/>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2"/>
              </a:solidFill>
            </a:endParaRPr>
          </a:p>
        </p:txBody>
      </p:sp>
      <p:sp>
        <p:nvSpPr>
          <p:cNvPr id="13" name="Text Placeholder 3">
            <a:extLst>
              <a:ext uri="{FF2B5EF4-FFF2-40B4-BE49-F238E27FC236}">
                <a16:creationId xmlns:a16="http://schemas.microsoft.com/office/drawing/2014/main" id="{9E3E988D-C5B5-F94C-8DDA-8EA9BE464989}"/>
              </a:ext>
            </a:extLst>
          </p:cNvPr>
          <p:cNvSpPr>
            <a:spLocks noGrp="1"/>
          </p:cNvSpPr>
          <p:nvPr>
            <p:ph type="body" sz="quarter" idx="12" hasCustomPrompt="1"/>
          </p:nvPr>
        </p:nvSpPr>
        <p:spPr>
          <a:xfrm>
            <a:off x="790832" y="993381"/>
            <a:ext cx="8834431" cy="2585323"/>
          </a:xfrm>
          <a:prstGeom prst="rect">
            <a:avLst/>
          </a:prstGeom>
        </p:spPr>
        <p:txBody>
          <a:bodyPr anchor="b"/>
          <a:lstStyle>
            <a:lvl1pPr marL="0" indent="0">
              <a:buNone/>
              <a:defRPr sz="5400" b="1" i="0">
                <a:solidFill>
                  <a:schemeClr val="tx2"/>
                </a:solidFill>
                <a:latin typeface="+mj-lt"/>
                <a:cs typeface="Arial" panose="020B0604020202020204" pitchFamily="34" charset="0"/>
              </a:defRPr>
            </a:lvl1pPr>
          </a:lstStyle>
          <a:p>
            <a:pPr lvl="0"/>
            <a:r>
              <a:rPr lang="en-US"/>
              <a:t>PLACE SECTION TITLE HERE</a:t>
            </a:r>
          </a:p>
        </p:txBody>
      </p:sp>
      <p:sp>
        <p:nvSpPr>
          <p:cNvPr id="10" name="Text Placeholder 2">
            <a:extLst>
              <a:ext uri="{FF2B5EF4-FFF2-40B4-BE49-F238E27FC236}">
                <a16:creationId xmlns:a16="http://schemas.microsoft.com/office/drawing/2014/main" id="{5B7E8172-D72B-3345-B694-874B5A589F42}"/>
              </a:ext>
            </a:extLst>
          </p:cNvPr>
          <p:cNvSpPr>
            <a:spLocks noGrp="1"/>
          </p:cNvSpPr>
          <p:nvPr>
            <p:ph type="body" sz="quarter" idx="13" hasCustomPrompt="1"/>
          </p:nvPr>
        </p:nvSpPr>
        <p:spPr>
          <a:xfrm>
            <a:off x="790829" y="4204152"/>
            <a:ext cx="8834431" cy="952050"/>
          </a:xfrm>
          <a:prstGeom prst="rect">
            <a:avLst/>
          </a:prstGeom>
        </p:spPr>
        <p:txBody>
          <a:bodyPr/>
          <a:lstStyle>
            <a:lvl1pPr marL="0" indent="0" algn="l">
              <a:lnSpc>
                <a:spcPct val="100000"/>
              </a:lnSpc>
              <a:buNone/>
              <a:defRPr sz="2400" b="0" i="0">
                <a:solidFill>
                  <a:schemeClr val="tx2"/>
                </a:solidFill>
                <a:latin typeface="+mj-lt"/>
                <a:cs typeface="Arial" panose="020B0604020202020204" pitchFamily="34" charset="0"/>
              </a:defRPr>
            </a:lvl1pPr>
          </a:lstStyle>
          <a:p>
            <a:pPr lvl="0"/>
            <a:r>
              <a:rPr lang="en-US"/>
              <a:t>Click to edit the subtitle of the section.</a:t>
            </a:r>
          </a:p>
        </p:txBody>
      </p:sp>
      <p:sp>
        <p:nvSpPr>
          <p:cNvPr id="2" name="Date Placeholder 1">
            <a:extLst>
              <a:ext uri="{FF2B5EF4-FFF2-40B4-BE49-F238E27FC236}">
                <a16:creationId xmlns:a16="http://schemas.microsoft.com/office/drawing/2014/main" id="{A50D681F-672F-D045-BDE9-96B7A2B549EF}"/>
              </a:ext>
            </a:extLst>
          </p:cNvPr>
          <p:cNvSpPr>
            <a:spLocks noGrp="1"/>
          </p:cNvSpPr>
          <p:nvPr>
            <p:ph type="dt" sz="half" idx="15"/>
          </p:nvPr>
        </p:nvSpPr>
        <p:spPr>
          <a:xfrm>
            <a:off x="1154323" y="6022069"/>
            <a:ext cx="10634906" cy="338364"/>
          </a:xfrm>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3D6BCAE9-ED82-9A4D-908C-1B8A9542A49F}"/>
              </a:ext>
            </a:extLst>
          </p:cNvPr>
          <p:cNvSpPr>
            <a:spLocks noGrp="1"/>
          </p:cNvSpPr>
          <p:nvPr>
            <p:ph type="sldNum" sz="quarter" idx="16"/>
          </p:nvPr>
        </p:nvSpPr>
        <p:spPr>
          <a:xfrm>
            <a:off x="790829" y="6022069"/>
            <a:ext cx="651882" cy="338364"/>
          </a:xfrm>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217166294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ub-Section Title">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09931488-95AF-1A4A-B82F-0A48F2962661}"/>
              </a:ext>
            </a:extLst>
          </p:cNvPr>
          <p:cNvSpPr/>
          <p:nvPr userDrawn="1"/>
        </p:nvSpPr>
        <p:spPr>
          <a:xfrm>
            <a:off x="0" y="1"/>
            <a:ext cx="12183739" cy="6857999"/>
          </a:xfrm>
          <a:prstGeom prst="rect">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AFB8DFA8-8FA4-6948-8067-CA6AFA2DE9AB}"/>
              </a:ext>
            </a:extLst>
          </p:cNvPr>
          <p:cNvSpPr/>
          <p:nvPr userDrawn="1"/>
        </p:nvSpPr>
        <p:spPr>
          <a:xfrm>
            <a:off x="792778" y="4390683"/>
            <a:ext cx="1000898" cy="160637"/>
          </a:xfrm>
          <a:prstGeom prst="rect">
            <a:avLst/>
          </a:prstGeom>
          <a:solidFill>
            <a:srgbClr val="5E6E7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5E6E7F"/>
              </a:solidFill>
            </a:endParaRPr>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792778" y="1516063"/>
            <a:ext cx="5559036" cy="2585323"/>
          </a:xfrm>
          <a:prstGeom prst="rect">
            <a:avLst/>
          </a:prstGeom>
        </p:spPr>
        <p:txBody>
          <a:bodyPr anchor="b"/>
          <a:lstStyle>
            <a:lvl1pPr marL="0" indent="0">
              <a:buNone/>
              <a:defRPr sz="5400" b="1">
                <a:solidFill>
                  <a:schemeClr val="tx2"/>
                </a:solidFill>
                <a:latin typeface="+mj-lt"/>
                <a:cs typeface="Arial" panose="020B0604020202020204" pitchFamily="34" charset="0"/>
              </a:defRPr>
            </a:lvl1pPr>
          </a:lstStyle>
          <a:p>
            <a:pPr lvl="0"/>
            <a:r>
              <a:rPr lang="en-US"/>
              <a:t>PLACE SUB-SECTION TITLE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790830" y="4840617"/>
            <a:ext cx="5559036" cy="952050"/>
          </a:xfrm>
          <a:prstGeom prst="rect">
            <a:avLst/>
          </a:prstGeom>
        </p:spPr>
        <p:txBody>
          <a:bodyPr/>
          <a:lstStyle>
            <a:lvl1pPr marL="0" indent="0" algn="l">
              <a:lnSpc>
                <a:spcPct val="100000"/>
              </a:lnSpc>
              <a:buNone/>
              <a:defRPr sz="2400" b="0" i="0">
                <a:solidFill>
                  <a:schemeClr val="tx2"/>
                </a:solidFill>
                <a:latin typeface="+mn-lt"/>
                <a:cs typeface="Arial" panose="020B0604020202020204" pitchFamily="34" charset="0"/>
              </a:defRPr>
            </a:lvl1pPr>
          </a:lstStyle>
          <a:p>
            <a:pPr lvl="0"/>
            <a:r>
              <a:rPr lang="en-US"/>
              <a:t>Click to edit the subtitle of the sub-section.</a:t>
            </a:r>
          </a:p>
        </p:txBody>
      </p:sp>
      <p:sp>
        <p:nvSpPr>
          <p:cNvPr id="6" name="Rectangle 5">
            <a:extLst>
              <a:ext uri="{FF2B5EF4-FFF2-40B4-BE49-F238E27FC236}">
                <a16:creationId xmlns:a16="http://schemas.microsoft.com/office/drawing/2014/main" id="{78898946-1EF9-4B4C-AD51-3EF876E9BED5}"/>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7" name="Picture Placeholder 5">
            <a:extLst>
              <a:ext uri="{FF2B5EF4-FFF2-40B4-BE49-F238E27FC236}">
                <a16:creationId xmlns:a16="http://schemas.microsoft.com/office/drawing/2014/main" id="{3B7E65DD-B01A-EA42-AED4-5AA8201FDF49}"/>
              </a:ext>
            </a:extLst>
          </p:cNvPr>
          <p:cNvSpPr>
            <a:spLocks noGrp="1"/>
          </p:cNvSpPr>
          <p:nvPr>
            <p:ph type="pic" sz="quarter" idx="14"/>
          </p:nvPr>
        </p:nvSpPr>
        <p:spPr>
          <a:xfrm>
            <a:off x="6962327" y="-1"/>
            <a:ext cx="5210287" cy="6858000"/>
          </a:xfrm>
          <a:pattFill prst="pct5">
            <a:fgClr>
              <a:schemeClr val="accent1"/>
            </a:fgClr>
            <a:bgClr>
              <a:schemeClr val="bg1"/>
            </a:bgClr>
          </a:pattFill>
        </p:spPr>
        <p:txBody>
          <a:bodyPr/>
          <a:lstStyle/>
          <a:p>
            <a:r>
              <a:rPr lang="en-US"/>
              <a:t>Click icon to add picture</a:t>
            </a:r>
          </a:p>
        </p:txBody>
      </p:sp>
    </p:spTree>
    <p:extLst>
      <p:ext uri="{BB962C8B-B14F-4D97-AF65-F5344CB8AC3E}">
        <p14:creationId xmlns:p14="http://schemas.microsoft.com/office/powerpoint/2010/main" val="252836949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1_BASIC slid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838200" y="115751"/>
            <a:ext cx="10515600"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838199" y="1531213"/>
            <a:ext cx="10855299"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AB716DF0-8B9E-0241-818E-3D3AD1CA2BF7}"/>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A2DEDFA-16F0-E14A-957A-02FF45A2E5B8}"/>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2095944555"/>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94C7F28C-DC7C-5F4E-9F29-328E1BE9E332}"/>
              </a:ext>
            </a:extLst>
          </p:cNvPr>
          <p:cNvSpPr>
            <a:spLocks noGrp="1"/>
          </p:cNvSpPr>
          <p:nvPr>
            <p:ph type="dt" sz="half" idx="10"/>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3EDC95AB-5E0C-504A-ADB8-92DE84077505}"/>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3651153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130068960"/>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454BFA5-C693-4A4C-93EB-1A16A08F3BD1}"/>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8382406"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4">
            <a:extLst>
              <a:ext uri="{FF2B5EF4-FFF2-40B4-BE49-F238E27FC236}">
                <a16:creationId xmlns:a16="http://schemas.microsoft.com/office/drawing/2014/main" id="{04EF87E8-B846-0B46-82D8-CDF1C7F55DB4}"/>
              </a:ext>
            </a:extLst>
          </p:cNvPr>
          <p:cNvSpPr>
            <a:spLocks noGrp="1"/>
          </p:cNvSpPr>
          <p:nvPr>
            <p:ph type="body" sz="quarter" idx="10" hasCustomPrompt="1"/>
          </p:nvPr>
        </p:nvSpPr>
        <p:spPr>
          <a:xfrm>
            <a:off x="198130" y="110961"/>
            <a:ext cx="2867648" cy="1420252"/>
          </a:xfrm>
          <a:prstGeom prst="rect">
            <a:avLst/>
          </a:prstGeom>
        </p:spPr>
        <p:txBody>
          <a:bodyPr anchor="b">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4" name="Text Placeholder 14">
            <a:extLst>
              <a:ext uri="{FF2B5EF4-FFF2-40B4-BE49-F238E27FC236}">
                <a16:creationId xmlns:a16="http://schemas.microsoft.com/office/drawing/2014/main" id="{5BAE26F7-6E1C-8D40-B54E-2C241ECD84E5}"/>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FE4F7DE7-296D-244A-89E7-2AA0C67CE716}"/>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C34569A2-7F3E-0A4A-8AA9-1DB7FED9C6EA}"/>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5" name="Text Placeholder 4">
            <a:extLst>
              <a:ext uri="{FF2B5EF4-FFF2-40B4-BE49-F238E27FC236}">
                <a16:creationId xmlns:a16="http://schemas.microsoft.com/office/drawing/2014/main" id="{8362B8DE-9B02-9E44-B60B-F13546564910}"/>
              </a:ext>
            </a:extLst>
          </p:cNvPr>
          <p:cNvSpPr>
            <a:spLocks noGrp="1"/>
          </p:cNvSpPr>
          <p:nvPr>
            <p:ph type="body" sz="quarter" idx="14" hasCustomPrompt="1"/>
          </p:nvPr>
        </p:nvSpPr>
        <p:spPr>
          <a:xfrm>
            <a:off x="3311092" y="0"/>
            <a:ext cx="8382406"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7334160"/>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4_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 Placeholder 3">
            <a:extLst>
              <a:ext uri="{FF2B5EF4-FFF2-40B4-BE49-F238E27FC236}">
                <a16:creationId xmlns:a16="http://schemas.microsoft.com/office/drawing/2014/main" id="{4B438FF5-F417-6444-BFEA-348528AE08C4}"/>
              </a:ext>
            </a:extLst>
          </p:cNvPr>
          <p:cNvSpPr>
            <a:spLocks noGrp="1"/>
          </p:cNvSpPr>
          <p:nvPr>
            <p:ph type="body" sz="half" idx="2"/>
          </p:nvPr>
        </p:nvSpPr>
        <p:spPr>
          <a:xfrm>
            <a:off x="3311092" y="682388"/>
            <a:ext cx="8382406" cy="5260658"/>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682389"/>
            <a:ext cx="2867649" cy="5260658"/>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chemeClr val="tx2"/>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Paragraph</a:t>
            </a:r>
          </a:p>
        </p:txBody>
      </p:sp>
      <p:sp>
        <p:nvSpPr>
          <p:cNvPr id="2" name="Date Placeholder 1">
            <a:extLst>
              <a:ext uri="{FF2B5EF4-FFF2-40B4-BE49-F238E27FC236}">
                <a16:creationId xmlns:a16="http://schemas.microsoft.com/office/drawing/2014/main" id="{ED2563BD-0ED1-5447-85DF-FFC06E545257}"/>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054503874"/>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2_Compa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00000"/>
              </a:lnSpc>
            </a:pP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0" y="110962"/>
            <a:ext cx="283993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COMPARE SLIDE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311092" y="1531213"/>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16" name="Text Placeholder 3">
            <a:extLst>
              <a:ext uri="{FF2B5EF4-FFF2-40B4-BE49-F238E27FC236}">
                <a16:creationId xmlns:a16="http://schemas.microsoft.com/office/drawing/2014/main" id="{4CC1F227-5257-7345-8FBC-BE9CA51E6D70}"/>
              </a:ext>
            </a:extLst>
          </p:cNvPr>
          <p:cNvSpPr>
            <a:spLocks noGrp="1"/>
          </p:cNvSpPr>
          <p:nvPr>
            <p:ph type="body" sz="half" idx="18"/>
          </p:nvPr>
        </p:nvSpPr>
        <p:spPr>
          <a:xfrm>
            <a:off x="7782186" y="1528156"/>
            <a:ext cx="4198072" cy="175832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Date Placeholder 1">
            <a:extLst>
              <a:ext uri="{FF2B5EF4-FFF2-40B4-BE49-F238E27FC236}">
                <a16:creationId xmlns:a16="http://schemas.microsoft.com/office/drawing/2014/main" id="{9CDEEDB2-1204-CF43-A97E-8AD06DC069FF}"/>
              </a:ext>
            </a:extLst>
          </p:cNvPr>
          <p:cNvSpPr>
            <a:spLocks noGrp="1"/>
          </p:cNvSpPr>
          <p:nvPr>
            <p:ph type="dt" sz="half" idx="19"/>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B0928BD4-779E-514C-B70E-7F71FE793DD3}"/>
              </a:ext>
            </a:extLst>
          </p:cNvPr>
          <p:cNvSpPr>
            <a:spLocks noGrp="1"/>
          </p:cNvSpPr>
          <p:nvPr>
            <p:ph type="sldNum" sz="quarter" idx="20"/>
          </p:nvPr>
        </p:nvSpPr>
        <p:spPr/>
        <p:txBody>
          <a:bodyPr/>
          <a:lstStyle/>
          <a:p>
            <a:fld id="{FC1D1ACA-FB83-934A-8F4B-0DD1CC60E8BD}" type="slidenum">
              <a:rPr lang="en-US" smtClean="0"/>
              <a:pPr/>
              <a:t>‹#›</a:t>
            </a:fld>
            <a:r>
              <a:rPr lang="en-US"/>
              <a:t> |</a:t>
            </a:r>
          </a:p>
        </p:txBody>
      </p:sp>
      <p:sp>
        <p:nvSpPr>
          <p:cNvPr id="12" name="Text Placeholder 4">
            <a:extLst>
              <a:ext uri="{FF2B5EF4-FFF2-40B4-BE49-F238E27FC236}">
                <a16:creationId xmlns:a16="http://schemas.microsoft.com/office/drawing/2014/main" id="{90A0B43C-8690-D343-8C56-86335D95BB09}"/>
              </a:ext>
            </a:extLst>
          </p:cNvPr>
          <p:cNvSpPr>
            <a:spLocks noGrp="1"/>
          </p:cNvSpPr>
          <p:nvPr>
            <p:ph type="body" sz="quarter" idx="14" hasCustomPrompt="1"/>
          </p:nvPr>
        </p:nvSpPr>
        <p:spPr>
          <a:xfrm>
            <a:off x="3311092" y="0"/>
            <a:ext cx="4198072" cy="1124999"/>
          </a:xfrm>
        </p:spPr>
        <p:txBody>
          <a:bodyPr anchor="b"/>
          <a:lstStyle>
            <a:lvl1pPr marL="0" indent="0">
              <a:buNone/>
              <a:defRPr b="1">
                <a:latin typeface="+mj-lt"/>
              </a:defRPr>
            </a:lvl1pPr>
          </a:lstStyle>
          <a:p>
            <a:pPr lvl="0"/>
            <a:r>
              <a:rPr lang="en-US"/>
              <a:t>CLICK TO EDIT MASTER TEXT STYLES</a:t>
            </a:r>
          </a:p>
        </p:txBody>
      </p:sp>
      <p:sp>
        <p:nvSpPr>
          <p:cNvPr id="13" name="Text Placeholder 4">
            <a:extLst>
              <a:ext uri="{FF2B5EF4-FFF2-40B4-BE49-F238E27FC236}">
                <a16:creationId xmlns:a16="http://schemas.microsoft.com/office/drawing/2014/main" id="{8902C443-6219-ED49-BFC5-FC4C16E1053D}"/>
              </a:ext>
            </a:extLst>
          </p:cNvPr>
          <p:cNvSpPr>
            <a:spLocks noGrp="1"/>
          </p:cNvSpPr>
          <p:nvPr>
            <p:ph type="body" sz="quarter" idx="21" hasCustomPrompt="1"/>
          </p:nvPr>
        </p:nvSpPr>
        <p:spPr>
          <a:xfrm>
            <a:off x="7750889" y="0"/>
            <a:ext cx="4198072" cy="1124999"/>
          </a:xfrm>
        </p:spPr>
        <p:txBody>
          <a:bodyPr anchor="b"/>
          <a:lstStyle>
            <a:lvl1pPr marL="0" indent="0">
              <a:buNone/>
              <a:defRPr b="1">
                <a:latin typeface="+mj-lt"/>
              </a:defRPr>
            </a:lvl1pPr>
          </a:lstStyle>
          <a:p>
            <a:pPr lvl="0"/>
            <a:r>
              <a:rPr lang="en-US"/>
              <a:t>CLICK TO EDIT MASTER TEXT STYLES</a:t>
            </a:r>
          </a:p>
        </p:txBody>
      </p:sp>
    </p:spTree>
    <p:extLst>
      <p:ext uri="{BB962C8B-B14F-4D97-AF65-F5344CB8AC3E}">
        <p14:creationId xmlns:p14="http://schemas.microsoft.com/office/powerpoint/2010/main" val="201170458"/>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Compare">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885DB07-B7A2-8F4C-86B4-C1E28D55A859}"/>
              </a:ext>
            </a:extLst>
          </p:cNvPr>
          <p:cNvSpPr/>
          <p:nvPr userDrawn="1"/>
        </p:nvSpPr>
        <p:spPr>
          <a:xfrm>
            <a:off x="6096001" y="1315677"/>
            <a:ext cx="6095999" cy="5165981"/>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4" name="Rectangle 13">
            <a:extLst>
              <a:ext uri="{FF2B5EF4-FFF2-40B4-BE49-F238E27FC236}">
                <a16:creationId xmlns:a16="http://schemas.microsoft.com/office/drawing/2014/main" id="{EFF0AAE0-3DD4-4146-BCC7-C2641EE58E0D}"/>
              </a:ext>
            </a:extLst>
          </p:cNvPr>
          <p:cNvSpPr/>
          <p:nvPr userDrawn="1"/>
        </p:nvSpPr>
        <p:spPr>
          <a:xfrm>
            <a:off x="0" y="1315676"/>
            <a:ext cx="5911703" cy="5166189"/>
          </a:xfrm>
          <a:prstGeom prst="rect">
            <a:avLst/>
          </a:prstGeom>
          <a:solidFill>
            <a:srgbClr val="E4E5E6">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33DBA28E-9C95-0548-948A-AFC23501D80D}"/>
              </a:ext>
            </a:extLst>
          </p:cNvPr>
          <p:cNvSpPr/>
          <p:nvPr userDrawn="1"/>
        </p:nvSpPr>
        <p:spPr>
          <a:xfrm>
            <a:off x="0" y="-20263"/>
            <a:ext cx="5911703" cy="133594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33E5C62-FA3B-8545-AA88-062DEE3012EC}"/>
              </a:ext>
            </a:extLst>
          </p:cNvPr>
          <p:cNvSpPr/>
          <p:nvPr userDrawn="1"/>
        </p:nvSpPr>
        <p:spPr>
          <a:xfrm>
            <a:off x="6096000" y="1"/>
            <a:ext cx="6096001" cy="1315676"/>
          </a:xfrm>
          <a:prstGeom prst="rect">
            <a:avLst/>
          </a:prstGeom>
          <a:solidFill>
            <a:schemeClr val="tx2"/>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19099" y="1562749"/>
            <a:ext cx="5073503"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0BE5C26D-31A1-7D44-96A1-E7BFCA82EA5F}"/>
              </a:ext>
            </a:extLst>
          </p:cNvPr>
          <p:cNvSpPr>
            <a:spLocks noGrp="1"/>
          </p:cNvSpPr>
          <p:nvPr>
            <p:ph type="body" sz="half" idx="11"/>
          </p:nvPr>
        </p:nvSpPr>
        <p:spPr>
          <a:xfrm>
            <a:off x="6699400" y="1531213"/>
            <a:ext cx="5257801" cy="4735116"/>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8457884E-1897-764D-B5EC-9184C0A88570}"/>
              </a:ext>
            </a:extLst>
          </p:cNvPr>
          <p:cNvSpPr>
            <a:spLocks noGrp="1"/>
          </p:cNvSpPr>
          <p:nvPr>
            <p:ph sz="quarter" idx="12" hasCustomPrompt="1"/>
          </p:nvPr>
        </p:nvSpPr>
        <p:spPr>
          <a:xfrm>
            <a:off x="6096000" y="226602"/>
            <a:ext cx="6096000" cy="968786"/>
          </a:xfrm>
        </p:spPr>
        <p:txBody>
          <a:bodyPr anchor="ctr">
            <a:normAutofit/>
          </a:bodyPr>
          <a:lstStyle>
            <a:lvl1pPr marL="0" indent="0" algn="ctr">
              <a:lnSpc>
                <a:spcPct val="100000"/>
              </a:lnSpc>
              <a:buNone/>
              <a:defRPr lang="en-US" sz="2800" b="0" kern="1200" dirty="0">
                <a:solidFill>
                  <a:schemeClr val="bg1"/>
                </a:solidFill>
                <a:latin typeface="+mj-lt"/>
                <a:ea typeface="+mj-ea"/>
                <a:cs typeface="+mj-cs"/>
              </a:defRPr>
            </a:lvl1pPr>
          </a:lstStyle>
          <a:p>
            <a:pPr lvl="0"/>
            <a:r>
              <a:rPr lang="en-US"/>
              <a:t>click to edit master text styles</a:t>
            </a:r>
          </a:p>
        </p:txBody>
      </p:sp>
      <p:sp>
        <p:nvSpPr>
          <p:cNvPr id="3" name="Date Placeholder 2">
            <a:extLst>
              <a:ext uri="{FF2B5EF4-FFF2-40B4-BE49-F238E27FC236}">
                <a16:creationId xmlns:a16="http://schemas.microsoft.com/office/drawing/2014/main" id="{95CF314C-25DF-0D44-8190-5D06D15ADC56}"/>
              </a:ext>
            </a:extLst>
          </p:cNvPr>
          <p:cNvSpPr>
            <a:spLocks noGrp="1"/>
          </p:cNvSpPr>
          <p:nvPr>
            <p:ph type="dt" sz="half" idx="13"/>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92E7EDF0-DC17-3E45-9235-56656C85C221}"/>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5" name="Title 4">
            <a:extLst>
              <a:ext uri="{FF2B5EF4-FFF2-40B4-BE49-F238E27FC236}">
                <a16:creationId xmlns:a16="http://schemas.microsoft.com/office/drawing/2014/main" id="{992FECEC-E392-F340-AA9C-336D1FB699D2}"/>
              </a:ext>
            </a:extLst>
          </p:cNvPr>
          <p:cNvSpPr>
            <a:spLocks noGrp="1"/>
          </p:cNvSpPr>
          <p:nvPr>
            <p:ph type="title" hasCustomPrompt="1"/>
          </p:nvPr>
        </p:nvSpPr>
        <p:spPr>
          <a:xfrm>
            <a:off x="1" y="226809"/>
            <a:ext cx="5911702" cy="968786"/>
          </a:xfrm>
        </p:spPr>
        <p:txBody>
          <a:bodyPr anchor="ctr"/>
          <a:lstStyle>
            <a:lvl1pPr algn="ctr">
              <a:lnSpc>
                <a:spcPct val="100000"/>
              </a:lnSpc>
              <a:defRPr b="0">
                <a:solidFill>
                  <a:schemeClr val="bg1"/>
                </a:solidFill>
                <a:latin typeface="+mj-lt"/>
              </a:defRPr>
            </a:lvl1pPr>
          </a:lstStyle>
          <a:p>
            <a:r>
              <a:rPr lang="en-US"/>
              <a:t>click to edit master title style</a:t>
            </a:r>
          </a:p>
        </p:txBody>
      </p:sp>
    </p:spTree>
    <p:extLst>
      <p:ext uri="{BB962C8B-B14F-4D97-AF65-F5344CB8AC3E}">
        <p14:creationId xmlns:p14="http://schemas.microsoft.com/office/powerpoint/2010/main" val="21745828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itle Content Quot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7F3A6729-B65F-314B-907F-E342673F3D5F}"/>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3675E7-C4AA-5A49-A313-F224709D2ECD}"/>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7" name="Rectangle 16">
            <a:extLst>
              <a:ext uri="{FF2B5EF4-FFF2-40B4-BE49-F238E27FC236}">
                <a16:creationId xmlns:a16="http://schemas.microsoft.com/office/drawing/2014/main" id="{3CEF38A2-E8DF-9E4A-8268-661561A58598}"/>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3">
            <a:extLst>
              <a:ext uri="{FF2B5EF4-FFF2-40B4-BE49-F238E27FC236}">
                <a16:creationId xmlns:a16="http://schemas.microsoft.com/office/drawing/2014/main" id="{35DCFDCB-6D96-5A4C-A8D7-DB60518DC686}"/>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1D750503-4B77-D843-89A5-78019AE22CD5}"/>
              </a:ext>
            </a:extLst>
          </p:cNvPr>
          <p:cNvSpPr/>
          <p:nvPr userDrawn="1"/>
        </p:nvSpPr>
        <p:spPr>
          <a:xfrm>
            <a:off x="6981713" y="0"/>
            <a:ext cx="5210287" cy="6858000"/>
          </a:xfrm>
          <a:prstGeom prst="rect">
            <a:avLst/>
          </a:prstGeom>
          <a:solidFill>
            <a:schemeClr val="accent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4" name="Text Placeholder 3">
            <a:extLst>
              <a:ext uri="{FF2B5EF4-FFF2-40B4-BE49-F238E27FC236}">
                <a16:creationId xmlns:a16="http://schemas.microsoft.com/office/drawing/2014/main" id="{6F817B6A-9447-4A4E-BFE9-B05174CF4B33}"/>
              </a:ext>
            </a:extLst>
          </p:cNvPr>
          <p:cNvSpPr>
            <a:spLocks noGrp="1"/>
          </p:cNvSpPr>
          <p:nvPr>
            <p:ph type="body" sz="quarter" idx="11" hasCustomPrompt="1"/>
          </p:nvPr>
        </p:nvSpPr>
        <p:spPr>
          <a:xfrm>
            <a:off x="7638200" y="2984378"/>
            <a:ext cx="3897312" cy="889245"/>
          </a:xfrm>
        </p:spPr>
        <p:txBody>
          <a:bodyPr anchor="ctr">
            <a:normAutofit/>
          </a:bodyPr>
          <a:lstStyle>
            <a:lvl1pPr marL="0" indent="0" algn="l">
              <a:buNone/>
              <a:defRPr sz="2400" b="1">
                <a:solidFill>
                  <a:schemeClr val="bg1"/>
                </a:solidFill>
                <a:latin typeface="+mj-lt"/>
              </a:defRPr>
            </a:lvl1pPr>
            <a:lvl2pPr marL="457200" indent="0">
              <a:buNone/>
              <a:defRPr/>
            </a:lvl2pPr>
          </a:lstStyle>
          <a:p>
            <a:pPr lvl="0"/>
            <a:r>
              <a:rPr lang="en-US"/>
              <a:t>“Click to edit your quote or image here”</a:t>
            </a:r>
          </a:p>
        </p:txBody>
      </p:sp>
      <p:sp>
        <p:nvSpPr>
          <p:cNvPr id="5" name="Date Placeholder 4">
            <a:extLst>
              <a:ext uri="{FF2B5EF4-FFF2-40B4-BE49-F238E27FC236}">
                <a16:creationId xmlns:a16="http://schemas.microsoft.com/office/drawing/2014/main" id="{4C69C21C-1E75-0A41-8039-6C24FA92724A}"/>
              </a:ext>
            </a:extLst>
          </p:cNvPr>
          <p:cNvSpPr>
            <a:spLocks noGrp="1"/>
          </p:cNvSpPr>
          <p:nvPr>
            <p:ph type="dt" sz="half" idx="12"/>
          </p:nvPr>
        </p:nvSpPr>
        <p:spPr>
          <a:xfrm>
            <a:off x="617308" y="6481865"/>
            <a:ext cx="6097816" cy="297835"/>
          </a:xfrm>
        </p:spPr>
        <p:txBody>
          <a:bodyPr/>
          <a:lstStyle/>
          <a:p>
            <a:r>
              <a:rPr lang="en-US"/>
              <a:t>DAI Global UK Step Review Template</a:t>
            </a:r>
          </a:p>
        </p:txBody>
      </p:sp>
      <p:sp>
        <p:nvSpPr>
          <p:cNvPr id="6" name="Slide Number Placeholder 5">
            <a:extLst>
              <a:ext uri="{FF2B5EF4-FFF2-40B4-BE49-F238E27FC236}">
                <a16:creationId xmlns:a16="http://schemas.microsoft.com/office/drawing/2014/main" id="{BD7E08BD-8905-1345-855C-D78E8D5C494D}"/>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422729404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Timeline">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TIMELINE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10" name="Rectangle 9">
            <a:extLst>
              <a:ext uri="{FF2B5EF4-FFF2-40B4-BE49-F238E27FC236}">
                <a16:creationId xmlns:a16="http://schemas.microsoft.com/office/drawing/2014/main" id="{A1CA3714-FACF-8046-B1D0-7C8864D422D3}"/>
              </a:ext>
            </a:extLst>
          </p:cNvPr>
          <p:cNvSpPr/>
          <p:nvPr userDrawn="1"/>
        </p:nvSpPr>
        <p:spPr>
          <a:xfrm>
            <a:off x="6183371" y="3523274"/>
            <a:ext cx="2898648"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2" name="Rectangle 11">
            <a:extLst>
              <a:ext uri="{FF2B5EF4-FFF2-40B4-BE49-F238E27FC236}">
                <a16:creationId xmlns:a16="http://schemas.microsoft.com/office/drawing/2014/main" id="{1487F297-822B-B443-BAED-A307762F3768}"/>
              </a:ext>
            </a:extLst>
          </p:cNvPr>
          <p:cNvSpPr/>
          <p:nvPr userDrawn="1"/>
        </p:nvSpPr>
        <p:spPr>
          <a:xfrm>
            <a:off x="9311640"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3" name="Rectangle 12">
            <a:extLst>
              <a:ext uri="{FF2B5EF4-FFF2-40B4-BE49-F238E27FC236}">
                <a16:creationId xmlns:a16="http://schemas.microsoft.com/office/drawing/2014/main" id="{057E79B0-BF5B-9D45-9ED9-912DB58D50CD}"/>
              </a:ext>
            </a:extLst>
          </p:cNvPr>
          <p:cNvSpPr/>
          <p:nvPr userDrawn="1"/>
        </p:nvSpPr>
        <p:spPr>
          <a:xfrm>
            <a:off x="3073391" y="3523274"/>
            <a:ext cx="2880360" cy="3334726"/>
          </a:xfrm>
          <a:prstGeom prst="rect">
            <a:avLst/>
          </a:prstGeom>
          <a:solidFill>
            <a:srgbClr val="D3E3F0">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5" name="Rectangle 14">
            <a:extLst>
              <a:ext uri="{FF2B5EF4-FFF2-40B4-BE49-F238E27FC236}">
                <a16:creationId xmlns:a16="http://schemas.microsoft.com/office/drawing/2014/main" id="{31655673-9E70-784E-B808-BD39C1B2EE02}"/>
              </a:ext>
            </a:extLst>
          </p:cNvPr>
          <p:cNvSpPr/>
          <p:nvPr userDrawn="1"/>
        </p:nvSpPr>
        <p:spPr>
          <a:xfrm>
            <a:off x="3073390" y="2910626"/>
            <a:ext cx="2884676"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18" name="Rectangle 17">
            <a:extLst>
              <a:ext uri="{FF2B5EF4-FFF2-40B4-BE49-F238E27FC236}">
                <a16:creationId xmlns:a16="http://schemas.microsoft.com/office/drawing/2014/main" id="{7ED15A6B-A2AE-F74B-9066-CDF48B03B92A}"/>
              </a:ext>
            </a:extLst>
          </p:cNvPr>
          <p:cNvSpPr/>
          <p:nvPr userDrawn="1"/>
        </p:nvSpPr>
        <p:spPr>
          <a:xfrm>
            <a:off x="6185529" y="2910626"/>
            <a:ext cx="2898648"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21" name="Rectangle 20">
            <a:extLst>
              <a:ext uri="{FF2B5EF4-FFF2-40B4-BE49-F238E27FC236}">
                <a16:creationId xmlns:a16="http://schemas.microsoft.com/office/drawing/2014/main" id="{9FC8A256-D95B-2642-AF3B-A3C28A7BCAD7}"/>
              </a:ext>
            </a:extLst>
          </p:cNvPr>
          <p:cNvSpPr/>
          <p:nvPr userDrawn="1"/>
        </p:nvSpPr>
        <p:spPr>
          <a:xfrm>
            <a:off x="9311640" y="2910626"/>
            <a:ext cx="2880360" cy="612648"/>
          </a:xfrm>
          <a:prstGeom prst="rect">
            <a:avLst/>
          </a:prstGeom>
          <a:solidFill>
            <a:srgbClr val="A1C7E3">
              <a:alpha val="45000"/>
            </a:srgb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a:solidFill>
                <a:schemeClr val="accent1"/>
              </a:solidFill>
            </a:endParaRPr>
          </a:p>
        </p:txBody>
      </p:sp>
      <p:sp>
        <p:nvSpPr>
          <p:cNvPr id="5" name="Picture Placeholder 4">
            <a:extLst>
              <a:ext uri="{FF2B5EF4-FFF2-40B4-BE49-F238E27FC236}">
                <a16:creationId xmlns:a16="http://schemas.microsoft.com/office/drawing/2014/main" id="{CA3D8956-FAE4-DF4B-A43D-682C26BBE26E}"/>
              </a:ext>
            </a:extLst>
          </p:cNvPr>
          <p:cNvSpPr>
            <a:spLocks noGrp="1"/>
          </p:cNvSpPr>
          <p:nvPr>
            <p:ph type="pic" sz="quarter" idx="14" hasCustomPrompt="1"/>
          </p:nvPr>
        </p:nvSpPr>
        <p:spPr>
          <a:xfrm>
            <a:off x="3065779" y="10263"/>
            <a:ext cx="2880360" cy="2900363"/>
          </a:xfrm>
          <a:pattFill prst="pct5">
            <a:fgClr>
              <a:schemeClr val="accent1"/>
            </a:fgClr>
            <a:bgClr>
              <a:schemeClr val="bg1"/>
            </a:bgClr>
          </a:pattFill>
        </p:spPr>
        <p:txBody>
          <a:bodyPr/>
          <a:lstStyle>
            <a:lvl1pPr marL="0" indent="0">
              <a:buNone/>
              <a:defRPr/>
            </a:lvl1pPr>
          </a:lstStyle>
          <a:p>
            <a:r>
              <a:rPr lang="en-US"/>
              <a:t>Picture</a:t>
            </a:r>
          </a:p>
        </p:txBody>
      </p:sp>
      <p:sp>
        <p:nvSpPr>
          <p:cNvPr id="29" name="Picture Placeholder 4">
            <a:extLst>
              <a:ext uri="{FF2B5EF4-FFF2-40B4-BE49-F238E27FC236}">
                <a16:creationId xmlns:a16="http://schemas.microsoft.com/office/drawing/2014/main" id="{19375E87-CAF3-7E45-8974-B93C2834B165}"/>
              </a:ext>
            </a:extLst>
          </p:cNvPr>
          <p:cNvSpPr>
            <a:spLocks noGrp="1"/>
          </p:cNvSpPr>
          <p:nvPr>
            <p:ph type="pic" sz="quarter" idx="15" hasCustomPrompt="1"/>
          </p:nvPr>
        </p:nvSpPr>
        <p:spPr>
          <a:xfrm>
            <a:off x="6188709" y="11978"/>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9311640" y="10263"/>
            <a:ext cx="2880360" cy="2898648"/>
          </a:xfrm>
          <a:pattFill prst="pct5">
            <a:fgClr>
              <a:schemeClr val="accent1"/>
            </a:fgClr>
            <a:bgClr>
              <a:schemeClr val="bg1"/>
            </a:bgClr>
          </a:pattFill>
        </p:spPr>
        <p:txBody>
          <a:bodyPr/>
          <a:lstStyle>
            <a:lvl1pPr marL="0" indent="0">
              <a:buNone/>
              <a:defRPr/>
            </a:lvl1pPr>
          </a:lstStyle>
          <a:p>
            <a:r>
              <a:rPr lang="en-US"/>
              <a:t>Picture</a:t>
            </a:r>
          </a:p>
        </p:txBody>
      </p:sp>
      <p:sp>
        <p:nvSpPr>
          <p:cNvPr id="7" name="Text Placeholder 6">
            <a:extLst>
              <a:ext uri="{FF2B5EF4-FFF2-40B4-BE49-F238E27FC236}">
                <a16:creationId xmlns:a16="http://schemas.microsoft.com/office/drawing/2014/main" id="{2FA23E7E-8EF2-E741-A84E-5AD15996C15A}"/>
              </a:ext>
            </a:extLst>
          </p:cNvPr>
          <p:cNvSpPr>
            <a:spLocks noGrp="1"/>
          </p:cNvSpPr>
          <p:nvPr>
            <p:ph type="body" sz="quarter" idx="17" hasCustomPrompt="1"/>
          </p:nvPr>
        </p:nvSpPr>
        <p:spPr>
          <a:xfrm>
            <a:off x="307339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1" name="Text Placeholder 6">
            <a:extLst>
              <a:ext uri="{FF2B5EF4-FFF2-40B4-BE49-F238E27FC236}">
                <a16:creationId xmlns:a16="http://schemas.microsoft.com/office/drawing/2014/main" id="{D5F7F3E0-288F-A645-8127-B310AB079293}"/>
              </a:ext>
            </a:extLst>
          </p:cNvPr>
          <p:cNvSpPr>
            <a:spLocks noGrp="1"/>
          </p:cNvSpPr>
          <p:nvPr>
            <p:ph type="body" sz="quarter" idx="18" hasCustomPrompt="1"/>
          </p:nvPr>
        </p:nvSpPr>
        <p:spPr>
          <a:xfrm>
            <a:off x="6212830"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2" name="Text Placeholder 6">
            <a:extLst>
              <a:ext uri="{FF2B5EF4-FFF2-40B4-BE49-F238E27FC236}">
                <a16:creationId xmlns:a16="http://schemas.microsoft.com/office/drawing/2014/main" id="{4885194A-B5AE-DE4A-A36C-6C7341915CFD}"/>
              </a:ext>
            </a:extLst>
          </p:cNvPr>
          <p:cNvSpPr>
            <a:spLocks noGrp="1"/>
          </p:cNvSpPr>
          <p:nvPr>
            <p:ph type="body" sz="quarter" idx="19" hasCustomPrompt="1"/>
          </p:nvPr>
        </p:nvSpPr>
        <p:spPr>
          <a:xfrm>
            <a:off x="9312079" y="2908911"/>
            <a:ext cx="2852406" cy="613751"/>
          </a:xfrm>
        </p:spPr>
        <p:txBody>
          <a:bodyPr anchor="ctr">
            <a:normAutofit/>
          </a:bodyPr>
          <a:lstStyle>
            <a:lvl1pPr marL="0" indent="0" algn="ctr">
              <a:buFontTx/>
              <a:buNone/>
              <a:defRPr sz="2800" b="1">
                <a:latin typeface="+mj-lt"/>
              </a:defRPr>
            </a:lvl1pPr>
          </a:lstStyle>
          <a:p>
            <a:pPr lvl="0"/>
            <a:r>
              <a:rPr lang="en-US"/>
              <a:t>DATE</a:t>
            </a:r>
          </a:p>
        </p:txBody>
      </p:sp>
      <p:sp>
        <p:nvSpPr>
          <p:cNvPr id="33" name="Text Placeholder 32">
            <a:extLst>
              <a:ext uri="{FF2B5EF4-FFF2-40B4-BE49-F238E27FC236}">
                <a16:creationId xmlns:a16="http://schemas.microsoft.com/office/drawing/2014/main" id="{D3852F33-8A35-EF41-822B-0C1BDB40D7A8}"/>
              </a:ext>
            </a:extLst>
          </p:cNvPr>
          <p:cNvSpPr>
            <a:spLocks noGrp="1"/>
          </p:cNvSpPr>
          <p:nvPr>
            <p:ph type="body" sz="quarter" idx="20"/>
          </p:nvPr>
        </p:nvSpPr>
        <p:spPr>
          <a:xfrm>
            <a:off x="3291085" y="397510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6" name="Text Placeholder 32">
            <a:extLst>
              <a:ext uri="{FF2B5EF4-FFF2-40B4-BE49-F238E27FC236}">
                <a16:creationId xmlns:a16="http://schemas.microsoft.com/office/drawing/2014/main" id="{1F8C85DD-FC03-5B43-B318-65C3717E7304}"/>
              </a:ext>
            </a:extLst>
          </p:cNvPr>
          <p:cNvSpPr>
            <a:spLocks noGrp="1"/>
          </p:cNvSpPr>
          <p:nvPr>
            <p:ph type="body" sz="quarter" idx="21"/>
          </p:nvPr>
        </p:nvSpPr>
        <p:spPr>
          <a:xfrm>
            <a:off x="6395674"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7" name="Text Placeholder 32">
            <a:extLst>
              <a:ext uri="{FF2B5EF4-FFF2-40B4-BE49-F238E27FC236}">
                <a16:creationId xmlns:a16="http://schemas.microsoft.com/office/drawing/2014/main" id="{59AAE73B-AE16-5448-A32D-CDC79973E39A}"/>
              </a:ext>
            </a:extLst>
          </p:cNvPr>
          <p:cNvSpPr>
            <a:spLocks noGrp="1"/>
          </p:cNvSpPr>
          <p:nvPr>
            <p:ph type="body" sz="quarter" idx="22"/>
          </p:nvPr>
        </p:nvSpPr>
        <p:spPr>
          <a:xfrm>
            <a:off x="9508461" y="3962681"/>
            <a:ext cx="2486718" cy="2360762"/>
          </a:xfrm>
        </p:spPr>
        <p:txBody>
          <a:bodyPr anchor="t">
            <a:normAutofit/>
          </a:bodyPr>
          <a:lstStyle>
            <a:lvl1pPr marL="0" indent="0" algn="l">
              <a:lnSpc>
                <a:spcPct val="100000"/>
              </a:lnSpc>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Tree>
    <p:extLst>
      <p:ext uri="{BB962C8B-B14F-4D97-AF65-F5344CB8AC3E}">
        <p14:creationId xmlns:p14="http://schemas.microsoft.com/office/powerpoint/2010/main" val="149080147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2 pictures">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4A1CEAE7-9FBD-FD4F-8149-0A042CE39ADA}"/>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85D03862-315E-4F4F-84F5-FD8335BA58B1}"/>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Text Placeholder 14">
            <a:extLst>
              <a:ext uri="{FF2B5EF4-FFF2-40B4-BE49-F238E27FC236}">
                <a16:creationId xmlns:a16="http://schemas.microsoft.com/office/drawing/2014/main" id="{5E9D3C13-29FB-9940-B888-BA4363B45326}"/>
              </a:ext>
            </a:extLst>
          </p:cNvPr>
          <p:cNvSpPr>
            <a:spLocks noGrp="1"/>
          </p:cNvSpPr>
          <p:nvPr>
            <p:ph type="body" sz="quarter" idx="11" hasCustomPrompt="1"/>
          </p:nvPr>
        </p:nvSpPr>
        <p:spPr>
          <a:xfrm>
            <a:off x="198130" y="1776933"/>
            <a:ext cx="286764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9" name="Text Placeholder 14">
            <a:extLst>
              <a:ext uri="{FF2B5EF4-FFF2-40B4-BE49-F238E27FC236}">
                <a16:creationId xmlns:a16="http://schemas.microsoft.com/office/drawing/2014/main" id="{5B2DC1A7-3F3E-374E-9AA3-817C008956AF}"/>
              </a:ext>
            </a:extLst>
          </p:cNvPr>
          <p:cNvSpPr>
            <a:spLocks noGrp="1"/>
          </p:cNvSpPr>
          <p:nvPr>
            <p:ph type="body" sz="quarter" idx="10" hasCustomPrompt="1"/>
          </p:nvPr>
        </p:nvSpPr>
        <p:spPr>
          <a:xfrm>
            <a:off x="198131" y="110962"/>
            <a:ext cx="2756084"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3" name="Slide Number Placeholder 2">
            <a:extLst>
              <a:ext uri="{FF2B5EF4-FFF2-40B4-BE49-F238E27FC236}">
                <a16:creationId xmlns:a16="http://schemas.microsoft.com/office/drawing/2014/main" id="{1E93C5A5-5921-AC4E-8492-400D6156FE76}"/>
              </a:ext>
            </a:extLst>
          </p:cNvPr>
          <p:cNvSpPr>
            <a:spLocks noGrp="1"/>
          </p:cNvSpPr>
          <p:nvPr>
            <p:ph type="sldNum" sz="quarter" idx="13"/>
          </p:nvPr>
        </p:nvSpPr>
        <p:spPr/>
        <p:txBody>
          <a:bodyPr/>
          <a:lstStyle/>
          <a:p>
            <a:fld id="{FC1D1ACA-FB83-934A-8F4B-0DD1CC60E8BD}" type="slidenum">
              <a:rPr lang="en-US" smtClean="0"/>
              <a:pPr/>
              <a:t>‹#›</a:t>
            </a:fld>
            <a:r>
              <a:rPr lang="en-US"/>
              <a:t> |</a:t>
            </a:r>
          </a:p>
        </p:txBody>
      </p:sp>
      <p:sp>
        <p:nvSpPr>
          <p:cNvPr id="30" name="Picture Placeholder 4">
            <a:extLst>
              <a:ext uri="{FF2B5EF4-FFF2-40B4-BE49-F238E27FC236}">
                <a16:creationId xmlns:a16="http://schemas.microsoft.com/office/drawing/2014/main" id="{10E5EC0F-F7F4-DA44-9E83-A0FABC956055}"/>
              </a:ext>
            </a:extLst>
          </p:cNvPr>
          <p:cNvSpPr>
            <a:spLocks noGrp="1"/>
          </p:cNvSpPr>
          <p:nvPr>
            <p:ph type="pic" sz="quarter" idx="16" hasCustomPrompt="1"/>
          </p:nvPr>
        </p:nvSpPr>
        <p:spPr>
          <a:xfrm>
            <a:off x="6981712" y="10262"/>
            <a:ext cx="5210288" cy="3279279"/>
          </a:xfrm>
          <a:pattFill prst="pct5">
            <a:fgClr>
              <a:schemeClr val="accent1"/>
            </a:fgClr>
            <a:bgClr>
              <a:schemeClr val="bg1"/>
            </a:bgClr>
          </a:pattFill>
        </p:spPr>
        <p:txBody>
          <a:bodyPr/>
          <a:lstStyle>
            <a:lvl1pPr marL="0" indent="0">
              <a:buNone/>
              <a:defRPr/>
            </a:lvl1pPr>
          </a:lstStyle>
          <a:p>
            <a:r>
              <a:rPr lang="en-US"/>
              <a:t>Picture</a:t>
            </a:r>
          </a:p>
        </p:txBody>
      </p:sp>
      <p:sp>
        <p:nvSpPr>
          <p:cNvPr id="24" name="Picture Placeholder 4">
            <a:extLst>
              <a:ext uri="{FF2B5EF4-FFF2-40B4-BE49-F238E27FC236}">
                <a16:creationId xmlns:a16="http://schemas.microsoft.com/office/drawing/2014/main" id="{FEAD95BE-5091-B446-932C-08A72FF613D4}"/>
              </a:ext>
            </a:extLst>
          </p:cNvPr>
          <p:cNvSpPr>
            <a:spLocks noGrp="1"/>
          </p:cNvSpPr>
          <p:nvPr>
            <p:ph type="pic" sz="quarter" idx="17" hasCustomPrompt="1"/>
          </p:nvPr>
        </p:nvSpPr>
        <p:spPr>
          <a:xfrm>
            <a:off x="6981712" y="3299803"/>
            <a:ext cx="5210288" cy="3571508"/>
          </a:xfrm>
          <a:pattFill prst="pct5">
            <a:fgClr>
              <a:schemeClr val="accent1"/>
            </a:fgClr>
            <a:bgClr>
              <a:schemeClr val="bg1"/>
            </a:bgClr>
          </a:pattFill>
        </p:spPr>
        <p:txBody>
          <a:bodyPr/>
          <a:lstStyle>
            <a:lvl1pPr marL="0" indent="0">
              <a:buNone/>
              <a:defRPr/>
            </a:lvl1pPr>
          </a:lstStyle>
          <a:p>
            <a:r>
              <a:rPr lang="en-US"/>
              <a:t>Picture</a:t>
            </a:r>
          </a:p>
        </p:txBody>
      </p:sp>
      <p:sp>
        <p:nvSpPr>
          <p:cNvPr id="25" name="Text Placeholder 3">
            <a:extLst>
              <a:ext uri="{FF2B5EF4-FFF2-40B4-BE49-F238E27FC236}">
                <a16:creationId xmlns:a16="http://schemas.microsoft.com/office/drawing/2014/main" id="{11F9F74B-5EBB-BA44-9237-103B061C270C}"/>
              </a:ext>
            </a:extLst>
          </p:cNvPr>
          <p:cNvSpPr>
            <a:spLocks noGrp="1"/>
          </p:cNvSpPr>
          <p:nvPr>
            <p:ph type="body" sz="half" idx="2"/>
          </p:nvPr>
        </p:nvSpPr>
        <p:spPr>
          <a:xfrm>
            <a:off x="3311092" y="682388"/>
            <a:ext cx="3374188" cy="5779212"/>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5809347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1_Title Content Picture">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9236A3CF-857C-EC4D-8872-08076A68D205}"/>
              </a:ext>
            </a:extLst>
          </p:cNvPr>
          <p:cNvSpPr/>
          <p:nvPr userDrawn="1"/>
        </p:nvSpPr>
        <p:spPr>
          <a:xfrm>
            <a:off x="0" y="6403565"/>
            <a:ext cx="6981711"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EA595CF-F827-8849-BBEE-64A2BF7B5BBC}"/>
              </a:ext>
            </a:extLst>
          </p:cNvPr>
          <p:cNvSpPr/>
          <p:nvPr userDrawn="1"/>
        </p:nvSpPr>
        <p:spPr>
          <a:xfrm>
            <a:off x="6981713" y="0"/>
            <a:ext cx="5210287" cy="6858000"/>
          </a:xfrm>
          <a:prstGeom prst="rect">
            <a:avLst/>
          </a:prstGeom>
          <a:solidFill>
            <a:srgbClr val="E4E5E6"/>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solidFill>
                <a:schemeClr val="accent1"/>
              </a:solidFill>
            </a:endParaRPr>
          </a:p>
        </p:txBody>
      </p:sp>
      <p:sp>
        <p:nvSpPr>
          <p:cNvPr id="6" name="Picture Placeholder 5">
            <a:extLst>
              <a:ext uri="{FF2B5EF4-FFF2-40B4-BE49-F238E27FC236}">
                <a16:creationId xmlns:a16="http://schemas.microsoft.com/office/drawing/2014/main" id="{A1A47198-CF20-CE43-A89F-AE5F0EFAF05D}"/>
              </a:ext>
            </a:extLst>
          </p:cNvPr>
          <p:cNvSpPr>
            <a:spLocks noGrp="1"/>
          </p:cNvSpPr>
          <p:nvPr>
            <p:ph type="pic" sz="quarter" idx="12"/>
          </p:nvPr>
        </p:nvSpPr>
        <p:spPr>
          <a:xfrm>
            <a:off x="6981712" y="-7191"/>
            <a:ext cx="5210287" cy="6858000"/>
          </a:xfrm>
          <a:pattFill prst="pct5">
            <a:fgClr>
              <a:schemeClr val="accent1"/>
            </a:fgClr>
            <a:bgClr>
              <a:schemeClr val="bg1"/>
            </a:bgClr>
          </a:pattFill>
        </p:spPr>
        <p:txBody>
          <a:bodyPr/>
          <a:lstStyle/>
          <a:p>
            <a:r>
              <a:rPr lang="en-US"/>
              <a:t>Click icon to add picture</a:t>
            </a:r>
          </a:p>
        </p:txBody>
      </p:sp>
      <p:sp>
        <p:nvSpPr>
          <p:cNvPr id="3" name="Date Placeholder 2">
            <a:extLst>
              <a:ext uri="{FF2B5EF4-FFF2-40B4-BE49-F238E27FC236}">
                <a16:creationId xmlns:a16="http://schemas.microsoft.com/office/drawing/2014/main" id="{854E7CE1-D133-FC47-A2E9-8BB902448D6B}"/>
              </a:ext>
            </a:extLst>
          </p:cNvPr>
          <p:cNvSpPr>
            <a:spLocks noGrp="1"/>
          </p:cNvSpPr>
          <p:nvPr>
            <p:ph type="dt" sz="half" idx="13"/>
          </p:nvPr>
        </p:nvSpPr>
        <p:spPr>
          <a:xfrm>
            <a:off x="617308" y="6481865"/>
            <a:ext cx="6097816" cy="297835"/>
          </a:xfrm>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CF29058C-70C1-4D47-8FED-95852139D3BE}"/>
              </a:ext>
            </a:extLst>
          </p:cNvPr>
          <p:cNvSpPr>
            <a:spLocks noGrp="1"/>
          </p:cNvSpPr>
          <p:nvPr>
            <p:ph type="sldNum" sz="quarter" idx="14"/>
          </p:nvPr>
        </p:nvSpPr>
        <p:spPr/>
        <p:txBody>
          <a:bodyPr/>
          <a:lstStyle/>
          <a:p>
            <a:fld id="{FC1D1ACA-FB83-934A-8F4B-0DD1CC60E8BD}" type="slidenum">
              <a:rPr lang="en-US" smtClean="0"/>
              <a:pPr/>
              <a:t>‹#›</a:t>
            </a:fld>
            <a:r>
              <a:rPr lang="en-US"/>
              <a:t> |</a:t>
            </a:r>
          </a:p>
        </p:txBody>
      </p:sp>
      <p:sp>
        <p:nvSpPr>
          <p:cNvPr id="18" name="Title 1">
            <a:extLst>
              <a:ext uri="{FF2B5EF4-FFF2-40B4-BE49-F238E27FC236}">
                <a16:creationId xmlns:a16="http://schemas.microsoft.com/office/drawing/2014/main" id="{EBBCC13F-DB14-DC4D-8801-474CABB4983A}"/>
              </a:ext>
            </a:extLst>
          </p:cNvPr>
          <p:cNvSpPr>
            <a:spLocks noGrp="1"/>
          </p:cNvSpPr>
          <p:nvPr>
            <p:ph type="title" hasCustomPrompt="1"/>
          </p:nvPr>
        </p:nvSpPr>
        <p:spPr>
          <a:xfrm>
            <a:off x="453242" y="115751"/>
            <a:ext cx="6261883" cy="1079844"/>
          </a:xfrm>
          <a:prstGeom prst="rect">
            <a:avLst/>
          </a:prstGeom>
        </p:spPr>
        <p:txBody>
          <a:bodyPr anchor="b">
            <a:normAutofit/>
          </a:bodyPr>
          <a:lstStyle>
            <a:lvl1pPr>
              <a:lnSpc>
                <a:spcPct val="100000"/>
              </a:lnSpc>
              <a:defRPr sz="2800" b="1">
                <a:solidFill>
                  <a:srgbClr val="5E6E7F"/>
                </a:solidFill>
                <a:latin typeface="+mj-lt"/>
                <a:cs typeface="Arial" panose="020B0604020202020204" pitchFamily="34" charset="0"/>
              </a:defRPr>
            </a:lvl1pPr>
          </a:lstStyle>
          <a:p>
            <a:r>
              <a:rPr lang="en-US"/>
              <a:t>CLICK TO EDIT MASTER TITLE STYLE</a:t>
            </a:r>
          </a:p>
        </p:txBody>
      </p:sp>
      <p:sp>
        <p:nvSpPr>
          <p:cNvPr id="19" name="Rectangle 18">
            <a:extLst>
              <a:ext uri="{FF2B5EF4-FFF2-40B4-BE49-F238E27FC236}">
                <a16:creationId xmlns:a16="http://schemas.microsoft.com/office/drawing/2014/main" id="{8624EBD5-ED52-CB42-831C-4DDD143E7B56}"/>
              </a:ext>
            </a:extLst>
          </p:cNvPr>
          <p:cNvSpPr/>
          <p:nvPr userDrawn="1"/>
        </p:nvSpPr>
        <p:spPr>
          <a:xfrm>
            <a:off x="453241" y="1299933"/>
            <a:ext cx="576737"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8D644471-A07B-F245-9ABC-5B586B51AFBF}"/>
              </a:ext>
            </a:extLst>
          </p:cNvPr>
          <p:cNvSpPr>
            <a:spLocks noGrp="1"/>
          </p:cNvSpPr>
          <p:nvPr>
            <p:ph type="body" sz="half" idx="2"/>
          </p:nvPr>
        </p:nvSpPr>
        <p:spPr>
          <a:xfrm>
            <a:off x="453241" y="1531213"/>
            <a:ext cx="6261883" cy="4411833"/>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27631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2_Title Content Pictur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2F80D3FE-456F-6349-B0C3-0060E4FF6D68}"/>
              </a:ext>
            </a:extLst>
          </p:cNvPr>
          <p:cNvSpPr/>
          <p:nvPr userDrawn="1"/>
        </p:nvSpPr>
        <p:spPr>
          <a:xfrm>
            <a:off x="0" y="0"/>
            <a:ext cx="3065780" cy="639086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 Placeholder 14">
            <a:extLst>
              <a:ext uri="{FF2B5EF4-FFF2-40B4-BE49-F238E27FC236}">
                <a16:creationId xmlns:a16="http://schemas.microsoft.com/office/drawing/2014/main" id="{94954097-8BD9-F347-88D1-6E71677CB8B3}"/>
              </a:ext>
            </a:extLst>
          </p:cNvPr>
          <p:cNvSpPr>
            <a:spLocks noGrp="1"/>
          </p:cNvSpPr>
          <p:nvPr>
            <p:ph type="body" sz="quarter" idx="10" hasCustomPrompt="1"/>
          </p:nvPr>
        </p:nvSpPr>
        <p:spPr>
          <a:xfrm>
            <a:off x="198131" y="110962"/>
            <a:ext cx="2856898"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9" name="Rectangle 18">
            <a:extLst>
              <a:ext uri="{FF2B5EF4-FFF2-40B4-BE49-F238E27FC236}">
                <a16:creationId xmlns:a16="http://schemas.microsoft.com/office/drawing/2014/main" id="{2CDFA22D-CD4F-6B4D-BC3F-124882D5E4A4}"/>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 Placeholder 3">
            <a:extLst>
              <a:ext uri="{FF2B5EF4-FFF2-40B4-BE49-F238E27FC236}">
                <a16:creationId xmlns:a16="http://schemas.microsoft.com/office/drawing/2014/main" id="{15EE0720-A6D6-A748-B7D9-DAF0FD9A4CB8}"/>
              </a:ext>
            </a:extLst>
          </p:cNvPr>
          <p:cNvSpPr>
            <a:spLocks noGrp="1"/>
          </p:cNvSpPr>
          <p:nvPr>
            <p:ph type="body" sz="half" idx="2"/>
          </p:nvPr>
        </p:nvSpPr>
        <p:spPr>
          <a:xfrm>
            <a:off x="3263909" y="3084723"/>
            <a:ext cx="8382406" cy="3051671"/>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sz="2000" b="0" i="0" kern="1200">
                <a:solidFill>
                  <a:schemeClr val="tx1"/>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sz="1800" b="0" i="0" kern="1200">
                <a:solidFill>
                  <a:schemeClr val="tx1"/>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sz="1600" b="0" i="0" kern="1200">
                <a:solidFill>
                  <a:schemeClr val="tx1"/>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Picture Placeholder 2">
            <a:extLst>
              <a:ext uri="{FF2B5EF4-FFF2-40B4-BE49-F238E27FC236}">
                <a16:creationId xmlns:a16="http://schemas.microsoft.com/office/drawing/2014/main" id="{18138420-A711-0544-85FF-256A6478A5DF}"/>
              </a:ext>
            </a:extLst>
          </p:cNvPr>
          <p:cNvSpPr>
            <a:spLocks noGrp="1"/>
          </p:cNvSpPr>
          <p:nvPr>
            <p:ph type="pic" sz="quarter" idx="16"/>
          </p:nvPr>
        </p:nvSpPr>
        <p:spPr>
          <a:xfrm>
            <a:off x="3065780" y="0"/>
            <a:ext cx="9116091" cy="2822402"/>
          </a:xfrm>
          <a:prstGeom prst="rect">
            <a:avLst/>
          </a:prstGeom>
          <a:pattFill prst="pct5">
            <a:fgClr>
              <a:schemeClr val="accent1"/>
            </a:fgClr>
            <a:bgClr>
              <a:schemeClr val="bg1"/>
            </a:bgClr>
          </a:pattFill>
        </p:spPr>
        <p:txBody>
          <a:bodyPr/>
          <a:lstStyle>
            <a:lvl1pPr marL="0" indent="0">
              <a:buNone/>
              <a:defRPr/>
            </a:lvl1pPr>
          </a:lstStyle>
          <a:p>
            <a:r>
              <a:rPr lang="en-US"/>
              <a:t>Click icon to add picture</a:t>
            </a:r>
          </a:p>
        </p:txBody>
      </p:sp>
      <p:sp>
        <p:nvSpPr>
          <p:cNvPr id="14" name="Text Placeholder 14">
            <a:extLst>
              <a:ext uri="{FF2B5EF4-FFF2-40B4-BE49-F238E27FC236}">
                <a16:creationId xmlns:a16="http://schemas.microsoft.com/office/drawing/2014/main" id="{45A23151-78A7-D044-82CA-E0B09EDFEDDA}"/>
              </a:ext>
            </a:extLst>
          </p:cNvPr>
          <p:cNvSpPr>
            <a:spLocks noGrp="1"/>
          </p:cNvSpPr>
          <p:nvPr>
            <p:ph type="body" sz="quarter" idx="11" hasCustomPrompt="1"/>
          </p:nvPr>
        </p:nvSpPr>
        <p:spPr>
          <a:xfrm>
            <a:off x="198130" y="1776933"/>
            <a:ext cx="2856899"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699A3CEA-C523-094E-A118-E89314F9EBA3}"/>
              </a:ext>
            </a:extLst>
          </p:cNvPr>
          <p:cNvSpPr>
            <a:spLocks noGrp="1"/>
          </p:cNvSpPr>
          <p:nvPr>
            <p:ph type="dt" sz="half" idx="17"/>
          </p:nvPr>
        </p:nvSpPr>
        <p:spPr/>
        <p:txBody>
          <a:bodyPr/>
          <a:lstStyle/>
          <a:p>
            <a:r>
              <a:rPr lang="en-US"/>
              <a:t>DAI Global UK Step Review Template</a:t>
            </a:r>
          </a:p>
        </p:txBody>
      </p:sp>
      <p:sp>
        <p:nvSpPr>
          <p:cNvPr id="4" name="Slide Number Placeholder 3">
            <a:extLst>
              <a:ext uri="{FF2B5EF4-FFF2-40B4-BE49-F238E27FC236}">
                <a16:creationId xmlns:a16="http://schemas.microsoft.com/office/drawing/2014/main" id="{24A83E3F-B3DD-BD4A-99B8-95B7EFC9D1D4}"/>
              </a:ext>
            </a:extLst>
          </p:cNvPr>
          <p:cNvSpPr>
            <a:spLocks noGrp="1"/>
          </p:cNvSpPr>
          <p:nvPr>
            <p:ph type="sldNum" sz="quarter" idx="18"/>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2375196102"/>
      </p:ext>
    </p:extLst>
  </p:cSld>
  <p:clrMapOvr>
    <a:masterClrMapping/>
  </p:clrMapOvr>
  <p:extLst>
    <p:ext uri="{DCECCB84-F9BA-43D5-87BE-67443E8EF086}">
      <p15:sldGuideLst xmlns:p15="http://schemas.microsoft.com/office/powerpoint/2012/main">
        <p15:guide id="1" orient="horz" pos="696">
          <p15:clr>
            <a:srgbClr val="FBAE40"/>
          </p15:clr>
        </p15:guide>
        <p15:guide id="2" pos="3840">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tle and Picture">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C53B9CA-4B25-CD46-8109-9D8A0E91D928}"/>
              </a:ext>
            </a:extLst>
          </p:cNvPr>
          <p:cNvSpPr/>
          <p:nvPr userDrawn="1"/>
        </p:nvSpPr>
        <p:spPr>
          <a:xfrm>
            <a:off x="0" y="0"/>
            <a:ext cx="3065780" cy="63809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Picture Placeholder 2">
            <a:extLst>
              <a:ext uri="{FF2B5EF4-FFF2-40B4-BE49-F238E27FC236}">
                <a16:creationId xmlns:a16="http://schemas.microsoft.com/office/drawing/2014/main" id="{063C64AA-0FDB-0E46-8A4F-BEC5A97251B7}"/>
              </a:ext>
            </a:extLst>
          </p:cNvPr>
          <p:cNvSpPr>
            <a:spLocks noGrp="1"/>
          </p:cNvSpPr>
          <p:nvPr>
            <p:ph type="pic" idx="1"/>
          </p:nvPr>
        </p:nvSpPr>
        <p:spPr>
          <a:xfrm>
            <a:off x="3065780" y="0"/>
            <a:ext cx="9126219" cy="6380922"/>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16" name="Rectangle 15">
            <a:extLst>
              <a:ext uri="{FF2B5EF4-FFF2-40B4-BE49-F238E27FC236}">
                <a16:creationId xmlns:a16="http://schemas.microsoft.com/office/drawing/2014/main" id="{36D8E1EB-4CEB-B342-B9B2-0EE875DF4D56}"/>
              </a:ext>
            </a:extLst>
          </p:cNvPr>
          <p:cNvSpPr/>
          <p:nvPr userDrawn="1"/>
        </p:nvSpPr>
        <p:spPr>
          <a:xfrm>
            <a:off x="285283" y="153121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 Placeholder 14">
            <a:extLst>
              <a:ext uri="{FF2B5EF4-FFF2-40B4-BE49-F238E27FC236}">
                <a16:creationId xmlns:a16="http://schemas.microsoft.com/office/drawing/2014/main" id="{D9CAEC74-15A6-4042-BA3A-9DE8666F5A3E}"/>
              </a:ext>
            </a:extLst>
          </p:cNvPr>
          <p:cNvSpPr>
            <a:spLocks noGrp="1"/>
          </p:cNvSpPr>
          <p:nvPr>
            <p:ph type="body" sz="quarter" idx="10" hasCustomPrompt="1"/>
          </p:nvPr>
        </p:nvSpPr>
        <p:spPr>
          <a:xfrm>
            <a:off x="198130" y="110962"/>
            <a:ext cx="2867649" cy="1420252"/>
          </a:xfrm>
          <a:prstGeom prst="rect">
            <a:avLst/>
          </a:prstGeom>
        </p:spPr>
        <p:txBody>
          <a:bodyPr anchor="b">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2400" b="1" i="0" u="none">
                <a:solidFill>
                  <a:srgbClr val="5E6E7F"/>
                </a:solidFill>
                <a:latin typeface="+mj-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TITLE</a:t>
            </a:r>
          </a:p>
        </p:txBody>
      </p:sp>
      <p:sp>
        <p:nvSpPr>
          <p:cNvPr id="17" name="Text Placeholder 14">
            <a:extLst>
              <a:ext uri="{FF2B5EF4-FFF2-40B4-BE49-F238E27FC236}">
                <a16:creationId xmlns:a16="http://schemas.microsoft.com/office/drawing/2014/main" id="{61099818-DE47-9D44-8177-EE88CC8103F2}"/>
              </a:ext>
            </a:extLst>
          </p:cNvPr>
          <p:cNvSpPr>
            <a:spLocks noGrp="1"/>
          </p:cNvSpPr>
          <p:nvPr>
            <p:ph type="body" sz="quarter" idx="11" hasCustomPrompt="1"/>
          </p:nvPr>
        </p:nvSpPr>
        <p:spPr>
          <a:xfrm>
            <a:off x="198130" y="1776933"/>
            <a:ext cx="2867650" cy="1512609"/>
          </a:xfrm>
          <a:prstGeom prst="rect">
            <a:avLst/>
          </a:prstGeom>
        </p:spPr>
        <p:txBody>
          <a:bodyPr>
            <a:norm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800" b="0" i="0">
                <a:solidFill>
                  <a:srgbClr val="5E6E7F"/>
                </a:solidFill>
                <a:latin typeface="+mn-lt"/>
                <a:cs typeface="Arial" panose="020B0604020202020204" pitchFamily="34" charset="0"/>
              </a:defRPr>
            </a:lvl1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lang="en-US"/>
              <a:t>Segment subtitle</a:t>
            </a:r>
          </a:p>
        </p:txBody>
      </p:sp>
      <p:sp>
        <p:nvSpPr>
          <p:cNvPr id="2" name="Date Placeholder 1">
            <a:extLst>
              <a:ext uri="{FF2B5EF4-FFF2-40B4-BE49-F238E27FC236}">
                <a16:creationId xmlns:a16="http://schemas.microsoft.com/office/drawing/2014/main" id="{9C76ACE1-8643-FE44-A61F-7F8AA82CAEE2}"/>
              </a:ext>
            </a:extLst>
          </p:cNvPr>
          <p:cNvSpPr>
            <a:spLocks noGrp="1"/>
          </p:cNvSpPr>
          <p:nvPr>
            <p:ph type="dt" sz="half" idx="12"/>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841AD59E-6B54-3B43-B351-45F7E62C1EFC}"/>
              </a:ext>
            </a:extLst>
          </p:cNvPr>
          <p:cNvSpPr>
            <a:spLocks noGrp="1"/>
          </p:cNvSpPr>
          <p:nvPr>
            <p:ph type="sldNum" sz="quarter" idx="13"/>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39112521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Picture">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9ED935A7-9941-4C44-89BE-2AE9B5FDA900}"/>
              </a:ext>
            </a:extLst>
          </p:cNvPr>
          <p:cNvSpPr/>
          <p:nvPr userDrawn="1"/>
        </p:nvSpPr>
        <p:spPr>
          <a:xfrm>
            <a:off x="-1" y="0"/>
            <a:ext cx="12192001" cy="6188765"/>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Picture Placeholder 2">
            <a:extLst>
              <a:ext uri="{FF2B5EF4-FFF2-40B4-BE49-F238E27FC236}">
                <a16:creationId xmlns:a16="http://schemas.microsoft.com/office/drawing/2014/main" id="{1B6D11C8-D61E-9846-8AF9-7FD637346A1F}"/>
              </a:ext>
            </a:extLst>
          </p:cNvPr>
          <p:cNvSpPr>
            <a:spLocks noGrp="1"/>
          </p:cNvSpPr>
          <p:nvPr>
            <p:ph type="pic" idx="1"/>
          </p:nvPr>
        </p:nvSpPr>
        <p:spPr>
          <a:xfrm>
            <a:off x="-2" y="1"/>
            <a:ext cx="12192000" cy="6390860"/>
          </a:xfrm>
          <a:prstGeom prst="rect">
            <a:avLst/>
          </a:prstGeom>
          <a:pattFill prst="pct5">
            <a:fgClr>
              <a:schemeClr val="accent1"/>
            </a:fgClr>
            <a:bgClr>
              <a:schemeClr val="bg1"/>
            </a:bgClr>
          </a:pattFill>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2" name="Date Placeholder 1">
            <a:extLst>
              <a:ext uri="{FF2B5EF4-FFF2-40B4-BE49-F238E27FC236}">
                <a16:creationId xmlns:a16="http://schemas.microsoft.com/office/drawing/2014/main" id="{A36E6120-472D-4245-AA37-5A8F14525472}"/>
              </a:ext>
            </a:extLst>
          </p:cNvPr>
          <p:cNvSpPr>
            <a:spLocks noGrp="1"/>
          </p:cNvSpPr>
          <p:nvPr>
            <p:ph type="dt" sz="half" idx="10"/>
          </p:nvPr>
        </p:nvSpPr>
        <p:spPr/>
        <p:txBody>
          <a:bodyPr/>
          <a:lstStyle/>
          <a:p>
            <a:r>
              <a:rPr lang="en-US"/>
              <a:t>DAI Global UK Step Review Template</a:t>
            </a:r>
          </a:p>
        </p:txBody>
      </p:sp>
      <p:sp>
        <p:nvSpPr>
          <p:cNvPr id="3" name="Slide Number Placeholder 2">
            <a:extLst>
              <a:ext uri="{FF2B5EF4-FFF2-40B4-BE49-F238E27FC236}">
                <a16:creationId xmlns:a16="http://schemas.microsoft.com/office/drawing/2014/main" id="{5B47A114-E183-584F-BA95-7B599913FCE4}"/>
              </a:ext>
            </a:extLst>
          </p:cNvPr>
          <p:cNvSpPr>
            <a:spLocks noGrp="1"/>
          </p:cNvSpPr>
          <p:nvPr>
            <p:ph type="sldNum" sz="quarter" idx="11"/>
          </p:nvPr>
        </p:nvSpPr>
        <p:spPr/>
        <p:txBody>
          <a:bodyPr/>
          <a:lstStyle/>
          <a:p>
            <a:fld id="{FC1D1ACA-FB83-934A-8F4B-0DD1CC60E8BD}" type="slidenum">
              <a:rPr lang="en-US" smtClean="0"/>
              <a:pPr/>
              <a:t>‹#›</a:t>
            </a:fld>
            <a:r>
              <a:rPr lang="en-US"/>
              <a:t> |</a:t>
            </a:r>
          </a:p>
        </p:txBody>
      </p:sp>
    </p:spTree>
    <p:extLst>
      <p:ext uri="{BB962C8B-B14F-4D97-AF65-F5344CB8AC3E}">
        <p14:creationId xmlns:p14="http://schemas.microsoft.com/office/powerpoint/2010/main" val="110154621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E356CDF-BC71-E84C-B4AB-7C304EA18B35}"/>
              </a:ext>
            </a:extLst>
          </p:cNvPr>
          <p:cNvSpPr/>
          <p:nvPr userDrawn="1"/>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9931488-95AF-1A4A-B82F-0A48F2962661}"/>
              </a:ext>
            </a:extLst>
          </p:cNvPr>
          <p:cNvSpPr/>
          <p:nvPr userDrawn="1"/>
        </p:nvSpPr>
        <p:spPr>
          <a:xfrm>
            <a:off x="0" y="0"/>
            <a:ext cx="121920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35635CFD-33DC-4E43-B823-0D5351AE3DC7}"/>
              </a:ext>
            </a:extLst>
          </p:cNvPr>
          <p:cNvSpPr>
            <a:spLocks noGrp="1"/>
          </p:cNvSpPr>
          <p:nvPr>
            <p:ph type="body" sz="quarter" idx="12" hasCustomPrompt="1"/>
          </p:nvPr>
        </p:nvSpPr>
        <p:spPr>
          <a:xfrm>
            <a:off x="1503650" y="1218544"/>
            <a:ext cx="9191835" cy="4114239"/>
          </a:xfrm>
          <a:prstGeom prst="rect">
            <a:avLst/>
          </a:prstGeom>
        </p:spPr>
        <p:txBody>
          <a:bodyPr anchor="ctr">
            <a:normAutofit/>
          </a:bodyPr>
          <a:lstStyle>
            <a:lvl1pPr marL="0" indent="0" algn="ctr">
              <a:lnSpc>
                <a:spcPct val="100000"/>
              </a:lnSpc>
              <a:buNone/>
              <a:defRPr sz="4000" b="1" i="0">
                <a:solidFill>
                  <a:schemeClr val="bg1"/>
                </a:solidFill>
                <a:latin typeface="+mj-lt"/>
                <a:cs typeface="Arial" panose="020B0604020202020204" pitchFamily="34" charset="0"/>
              </a:defRPr>
            </a:lvl1pPr>
          </a:lstStyle>
          <a:p>
            <a:pPr lvl="0"/>
            <a:r>
              <a:rPr lang="en-US"/>
              <a:t>PLACE YOUR QUOTE HERE</a:t>
            </a:r>
          </a:p>
        </p:txBody>
      </p:sp>
      <p:sp>
        <p:nvSpPr>
          <p:cNvPr id="5" name="Text Placeholder 2">
            <a:extLst>
              <a:ext uri="{FF2B5EF4-FFF2-40B4-BE49-F238E27FC236}">
                <a16:creationId xmlns:a16="http://schemas.microsoft.com/office/drawing/2014/main" id="{0363C58A-72EC-E844-95EE-F0B6BF91B1BB}"/>
              </a:ext>
            </a:extLst>
          </p:cNvPr>
          <p:cNvSpPr>
            <a:spLocks noGrp="1"/>
          </p:cNvSpPr>
          <p:nvPr>
            <p:ph type="body" sz="quarter" idx="13" hasCustomPrompt="1"/>
          </p:nvPr>
        </p:nvSpPr>
        <p:spPr>
          <a:xfrm>
            <a:off x="1558476" y="5349183"/>
            <a:ext cx="8572003" cy="532205"/>
          </a:xfrm>
          <a:prstGeom prst="rect">
            <a:avLst/>
          </a:prstGeom>
        </p:spPr>
        <p:txBody>
          <a:bodyPr/>
          <a:lstStyle>
            <a:lvl1pPr marL="0" indent="0" algn="r">
              <a:lnSpc>
                <a:spcPct val="100000"/>
              </a:lnSpc>
              <a:buNone/>
              <a:defRPr sz="2400" b="0" i="0">
                <a:solidFill>
                  <a:schemeClr val="bg1"/>
                </a:solidFill>
                <a:latin typeface="+mn-lt"/>
                <a:cs typeface="Arial" panose="020B0604020202020204" pitchFamily="34" charset="0"/>
              </a:defRPr>
            </a:lvl1pPr>
          </a:lstStyle>
          <a:p>
            <a:pPr lvl="0"/>
            <a:r>
              <a:rPr lang="en-US"/>
              <a:t>By first name last name</a:t>
            </a:r>
          </a:p>
        </p:txBody>
      </p:sp>
      <p:pic>
        <p:nvPicPr>
          <p:cNvPr id="6" name="Picture 5">
            <a:extLst>
              <a:ext uri="{FF2B5EF4-FFF2-40B4-BE49-F238E27FC236}">
                <a16:creationId xmlns:a16="http://schemas.microsoft.com/office/drawing/2014/main" id="{96422407-63E0-E441-94E9-3303C7637DAC}"/>
              </a:ext>
            </a:extLst>
          </p:cNvPr>
          <p:cNvPicPr>
            <a:picLocks noChangeAspect="1"/>
          </p:cNvPicPr>
          <p:nvPr userDrawn="1"/>
        </p:nvPicPr>
        <p:blipFill>
          <a:blip r:embed="rId2"/>
          <a:stretch>
            <a:fillRect/>
          </a:stretch>
        </p:blipFill>
        <p:spPr>
          <a:xfrm rot="5400000">
            <a:off x="1199644" y="928418"/>
            <a:ext cx="608010" cy="608010"/>
          </a:xfrm>
          <a:prstGeom prst="rect">
            <a:avLst/>
          </a:prstGeom>
        </p:spPr>
      </p:pic>
      <p:pic>
        <p:nvPicPr>
          <p:cNvPr id="7" name="Picture 6">
            <a:extLst>
              <a:ext uri="{FF2B5EF4-FFF2-40B4-BE49-F238E27FC236}">
                <a16:creationId xmlns:a16="http://schemas.microsoft.com/office/drawing/2014/main" id="{599099D0-B6FA-5743-82BF-AA4EDE7C243F}"/>
              </a:ext>
            </a:extLst>
          </p:cNvPr>
          <p:cNvPicPr>
            <a:picLocks noChangeAspect="1"/>
          </p:cNvPicPr>
          <p:nvPr userDrawn="1"/>
        </p:nvPicPr>
        <p:blipFill>
          <a:blip r:embed="rId2"/>
          <a:stretch>
            <a:fillRect/>
          </a:stretch>
        </p:blipFill>
        <p:spPr>
          <a:xfrm rot="16200000">
            <a:off x="10406990" y="5332783"/>
            <a:ext cx="565006" cy="565006"/>
          </a:xfrm>
          <a:prstGeom prst="rect">
            <a:avLst/>
          </a:prstGeom>
        </p:spPr>
      </p:pic>
    </p:spTree>
    <p:extLst>
      <p:ext uri="{BB962C8B-B14F-4D97-AF65-F5344CB8AC3E}">
        <p14:creationId xmlns:p14="http://schemas.microsoft.com/office/powerpoint/2010/main" val="20068840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Ending Slide Light">
    <p:spTree>
      <p:nvGrpSpPr>
        <p:cNvPr id="1" name=""/>
        <p:cNvGrpSpPr/>
        <p:nvPr/>
      </p:nvGrpSpPr>
      <p:grpSpPr>
        <a:xfrm>
          <a:off x="0" y="0"/>
          <a:ext cx="0" cy="0"/>
          <a:chOff x="0" y="0"/>
          <a:chExt cx="0" cy="0"/>
        </a:xfrm>
      </p:grpSpPr>
      <p:pic>
        <p:nvPicPr>
          <p:cNvPr id="3" name="Picture 2" descr="A picture containing umbrella, game&#10;&#10;Description automatically generated">
            <a:extLst>
              <a:ext uri="{FF2B5EF4-FFF2-40B4-BE49-F238E27FC236}">
                <a16:creationId xmlns:a16="http://schemas.microsoft.com/office/drawing/2014/main" id="{E6C8F624-0CCA-B64C-9259-C90B79B2D74D}"/>
              </a:ext>
            </a:extLst>
          </p:cNvPr>
          <p:cNvPicPr>
            <a:picLocks noChangeAspect="1"/>
          </p:cNvPicPr>
          <p:nvPr userDrawn="1"/>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3638755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blank" preserve="1">
  <p:cSld name="Ending Slide Dark">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C34CC0B-990F-9743-BB08-D865C859A5DA}"/>
              </a:ext>
            </a:extLst>
          </p:cNvPr>
          <p:cNvPicPr>
            <a:picLocks noChangeAspect="1"/>
          </p:cNvPicPr>
          <p:nvPr userDrawn="1"/>
        </p:nvPicPr>
        <p:blipFill>
          <a:blip r:embed="rId2"/>
          <a:srcRect/>
          <a:stretch/>
        </p:blipFill>
        <p:spPr>
          <a:xfrm>
            <a:off x="6096" y="0"/>
            <a:ext cx="12185904" cy="6858000"/>
          </a:xfrm>
          <a:prstGeom prst="rect">
            <a:avLst/>
          </a:prstGeom>
        </p:spPr>
      </p:pic>
    </p:spTree>
    <p:extLst>
      <p:ext uri="{BB962C8B-B14F-4D97-AF65-F5344CB8AC3E}">
        <p14:creationId xmlns:p14="http://schemas.microsoft.com/office/powerpoint/2010/main" val="157415400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userDrawn="1">
  <p:cSld name="Content and Objec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838198" y="1825625"/>
            <a:ext cx="5328000" cy="3906435"/>
          </a:xfrm>
        </p:spPr>
        <p:txBody>
          <a:bodyPr>
            <a:noAutofit/>
          </a:bodyPr>
          <a:lstStyle>
            <a:lvl1pPr>
              <a:spcAft>
                <a:spcPts val="1800"/>
              </a:spcAft>
              <a:defRPr/>
            </a:lvl1pPr>
            <a:lvl2pPr>
              <a:spcAft>
                <a:spcPts val="1800"/>
              </a:spcAft>
              <a:defRPr/>
            </a:lvl2pPr>
            <a:lvl3pPr>
              <a:spcAft>
                <a:spcPts val="1800"/>
              </a:spcAft>
              <a:defRPr/>
            </a:lvl3pPr>
            <a:lvl4pPr>
              <a:spcAft>
                <a:spcPts val="1800"/>
              </a:spcAft>
              <a:defRPr/>
            </a:lvl4pPr>
            <a:lvl5pPr>
              <a:spcAft>
                <a:spcPts val="180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dirty="0"/>
          </a:p>
        </p:txBody>
      </p:sp>
      <p:sp>
        <p:nvSpPr>
          <p:cNvPr id="4" name="Content Placeholder 3"/>
          <p:cNvSpPr>
            <a:spLocks noGrp="1"/>
          </p:cNvSpPr>
          <p:nvPr>
            <p:ph sz="half" idx="2"/>
          </p:nvPr>
        </p:nvSpPr>
        <p:spPr>
          <a:xfrm>
            <a:off x="6402250" y="1825625"/>
            <a:ext cx="5328000" cy="3906435"/>
          </a:xfrm>
          <a:noFill/>
        </p:spPr>
        <p:txBody>
          <a:bodyPr>
            <a:noAutofit/>
          </a:bodyPr>
          <a:lstStyle>
            <a:lvl1pPr marL="0" indent="0">
              <a:buNone/>
              <a:defRPr/>
            </a:lvl1pPr>
          </a:lstStyle>
          <a:p>
            <a:pPr lvl="0"/>
            <a:r>
              <a:rPr lang="en-US"/>
              <a:t>Edit Master text styles</a:t>
            </a:r>
          </a:p>
        </p:txBody>
      </p:sp>
      <p:sp>
        <p:nvSpPr>
          <p:cNvPr id="7" name="Slide Number Placeholder 6"/>
          <p:cNvSpPr>
            <a:spLocks noGrp="1"/>
          </p:cNvSpPr>
          <p:nvPr>
            <p:ph type="sldNum" sz="quarter" idx="12"/>
          </p:nvPr>
        </p:nvSpPr>
        <p:spPr/>
        <p:txBody>
          <a:bodyPr>
            <a:noAutofit/>
          </a:bodyPr>
          <a:lstStyle/>
          <a:p>
            <a:fld id="{F46C79FD-C571-418B-AB0F-5EE936C85276}" type="slidenum">
              <a:rPr lang="en-GB" smtClean="0"/>
              <a:t>‹#›</a:t>
            </a:fld>
            <a:endParaRPr lang="en-GB" dirty="0"/>
          </a:p>
        </p:txBody>
      </p:sp>
      <p:cxnSp>
        <p:nvCxnSpPr>
          <p:cNvPr id="9" name="Straight Connector 8"/>
          <p:cNvCxnSpPr/>
          <p:nvPr userDrawn="1"/>
        </p:nvCxnSpPr>
        <p:spPr>
          <a:xfrm flipH="1">
            <a:off x="838199" y="0"/>
            <a:ext cx="1" cy="1276357"/>
          </a:xfrm>
          <a:prstGeom prst="line">
            <a:avLst/>
          </a:prstGeom>
          <a:ln w="28575">
            <a:solidFill>
              <a:srgbClr val="90C852"/>
            </a:solidFill>
          </a:ln>
        </p:spPr>
        <p:style>
          <a:lnRef idx="1">
            <a:schemeClr val="accent1"/>
          </a:lnRef>
          <a:fillRef idx="0">
            <a:schemeClr val="accent1"/>
          </a:fillRef>
          <a:effectRef idx="0">
            <a:schemeClr val="accent1"/>
          </a:effectRef>
          <a:fontRef idx="minor">
            <a:schemeClr val="tx1"/>
          </a:fontRef>
        </p:style>
      </p:cxnSp>
      <p:sp>
        <p:nvSpPr>
          <p:cNvPr id="10" name="Title Placeholder 1"/>
          <p:cNvSpPr>
            <a:spLocks noGrp="1"/>
          </p:cNvSpPr>
          <p:nvPr>
            <p:ph type="title"/>
          </p:nvPr>
        </p:nvSpPr>
        <p:spPr>
          <a:xfrm>
            <a:off x="970722" y="482860"/>
            <a:ext cx="10515600" cy="782357"/>
          </a:xfrm>
          <a:prstGeom prst="rect">
            <a:avLst/>
          </a:prstGeom>
        </p:spPr>
        <p:txBody>
          <a:bodyPr vert="horz" lIns="91440" tIns="45720" rIns="91440" bIns="0" rtlCol="0" anchor="b" anchorCtr="0">
            <a:noAutofit/>
          </a:bodyPr>
          <a:lstStyle/>
          <a:p>
            <a:r>
              <a:rPr lang="en-US"/>
              <a:t>Click to edit Master title style</a:t>
            </a:r>
            <a:endParaRPr lang="en-GB" dirty="0"/>
          </a:p>
        </p:txBody>
      </p:sp>
    </p:spTree>
    <p:extLst>
      <p:ext uri="{BB962C8B-B14F-4D97-AF65-F5344CB8AC3E}">
        <p14:creationId xmlns:p14="http://schemas.microsoft.com/office/powerpoint/2010/main" val="42427018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2.sv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slideLayout" Target="../slideLayouts/slideLayout36.xml"/><Relationship Id="rId18" Type="http://schemas.openxmlformats.org/officeDocument/2006/relationships/slideLayout" Target="../slideLayouts/slideLayout41.xml"/><Relationship Id="rId26" Type="http://schemas.openxmlformats.org/officeDocument/2006/relationships/image" Target="../media/image2.svg"/><Relationship Id="rId3" Type="http://schemas.openxmlformats.org/officeDocument/2006/relationships/slideLayout" Target="../slideLayouts/slideLayout26.xml"/><Relationship Id="rId21" Type="http://schemas.openxmlformats.org/officeDocument/2006/relationships/slideLayout" Target="../slideLayouts/slideLayout44.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17" Type="http://schemas.openxmlformats.org/officeDocument/2006/relationships/slideLayout" Target="../slideLayouts/slideLayout40.xml"/><Relationship Id="rId25" Type="http://schemas.openxmlformats.org/officeDocument/2006/relationships/image" Target="../media/image1.png"/><Relationship Id="rId2" Type="http://schemas.openxmlformats.org/officeDocument/2006/relationships/slideLayout" Target="../slideLayouts/slideLayout25.xml"/><Relationship Id="rId16" Type="http://schemas.openxmlformats.org/officeDocument/2006/relationships/slideLayout" Target="../slideLayouts/slideLayout39.xml"/><Relationship Id="rId20" Type="http://schemas.openxmlformats.org/officeDocument/2006/relationships/slideLayout" Target="../slideLayouts/slideLayout43.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24" Type="http://schemas.openxmlformats.org/officeDocument/2006/relationships/theme" Target="../theme/theme2.xml"/><Relationship Id="rId5" Type="http://schemas.openxmlformats.org/officeDocument/2006/relationships/slideLayout" Target="../slideLayouts/slideLayout28.xml"/><Relationship Id="rId15" Type="http://schemas.openxmlformats.org/officeDocument/2006/relationships/slideLayout" Target="../slideLayouts/slideLayout38.xml"/><Relationship Id="rId23" Type="http://schemas.openxmlformats.org/officeDocument/2006/relationships/slideLayout" Target="../slideLayouts/slideLayout46.xml"/><Relationship Id="rId10" Type="http://schemas.openxmlformats.org/officeDocument/2006/relationships/slideLayout" Target="../slideLayouts/slideLayout33.xml"/><Relationship Id="rId19" Type="http://schemas.openxmlformats.org/officeDocument/2006/relationships/slideLayout" Target="../slideLayouts/slideLayout42.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slideLayout" Target="../slideLayouts/slideLayout37.xml"/><Relationship Id="rId22" Type="http://schemas.openxmlformats.org/officeDocument/2006/relationships/slideLayout" Target="../slideLayouts/slideLayout4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0A0AD6-1446-BE4D-AB82-640671EF75E3}"/>
              </a:ext>
            </a:extLst>
          </p:cNvPr>
          <p:cNvSpPr/>
          <p:nvPr userDrawn="1"/>
        </p:nvSpPr>
        <p:spPr>
          <a:xfrm>
            <a:off x="0" y="6403565"/>
            <a:ext cx="10883615"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3D9618-5447-3847-A9D9-6DA4B0078B35}"/>
              </a:ext>
            </a:extLst>
          </p:cNvPr>
          <p:cNvSpPr/>
          <p:nvPr userDrawn="1"/>
        </p:nvSpPr>
        <p:spPr>
          <a:xfrm>
            <a:off x="10883615" y="6405375"/>
            <a:ext cx="1308385" cy="4516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4484C82-8975-BE44-831C-F3E75CB942C2}"/>
              </a:ext>
            </a:extLst>
          </p:cNvPr>
          <p:cNvPicPr>
            <a:picLocks noChangeAspect="1"/>
          </p:cNvPicPr>
          <p:nvPr userDrawn="1"/>
        </p:nvPicPr>
        <p:blipFill>
          <a:blip r:embed="rId25">
            <a:extLst>
              <a:ext uri="{96DAC541-7B7A-43D3-8B79-37D633B846F1}">
                <asvg:svgBlip xmlns:asvg="http://schemas.microsoft.com/office/drawing/2016/SVG/main" r:embed="rId26"/>
              </a:ext>
            </a:extLst>
          </a:blip>
          <a:srcRect/>
          <a:stretch/>
        </p:blipFill>
        <p:spPr>
          <a:xfrm>
            <a:off x="11200800" y="6555937"/>
            <a:ext cx="728606" cy="177800"/>
          </a:xfrm>
          <a:prstGeom prst="rect">
            <a:avLst/>
          </a:prstGeom>
        </p:spPr>
      </p:pic>
      <p:sp>
        <p:nvSpPr>
          <p:cNvPr id="17" name="Date Placeholder 3">
            <a:extLst>
              <a:ext uri="{FF2B5EF4-FFF2-40B4-BE49-F238E27FC236}">
                <a16:creationId xmlns:a16="http://schemas.microsoft.com/office/drawing/2014/main" id="{0A4C3FA1-486C-A747-BE00-44510B019ACD}"/>
              </a:ext>
            </a:extLst>
          </p:cNvPr>
          <p:cNvSpPr>
            <a:spLocks noGrp="1"/>
          </p:cNvSpPr>
          <p:nvPr>
            <p:ph type="dt" sz="half" idx="2"/>
          </p:nvPr>
        </p:nvSpPr>
        <p:spPr>
          <a:xfrm>
            <a:off x="617308" y="6481865"/>
            <a:ext cx="9502312" cy="297835"/>
          </a:xfrm>
          <a:prstGeom prst="rect">
            <a:avLst/>
          </a:prstGeom>
        </p:spPr>
        <p:txBody>
          <a:bodyPr anchor="ctr"/>
          <a:lstStyle>
            <a:lvl1pPr algn="l">
              <a:defRPr sz="1400" b="0" i="0">
                <a:solidFill>
                  <a:schemeClr val="tx2"/>
                </a:solidFill>
                <a:latin typeface="+mn-lt"/>
                <a:cs typeface="Arial" panose="020B0604020202020204" pitchFamily="34" charset="0"/>
              </a:defRPr>
            </a:lvl1pPr>
          </a:lstStyle>
          <a:p>
            <a:r>
              <a:rPr lang="en-US"/>
              <a:t>DAI Global UK Step Review Template</a:t>
            </a:r>
          </a:p>
        </p:txBody>
      </p:sp>
      <p:sp>
        <p:nvSpPr>
          <p:cNvPr id="18" name="Rectangle 17">
            <a:extLst>
              <a:ext uri="{FF2B5EF4-FFF2-40B4-BE49-F238E27FC236}">
                <a16:creationId xmlns:a16="http://schemas.microsoft.com/office/drawing/2014/main" id="{DECB40FC-D282-8F43-B0D5-DDFE0336C9A3}"/>
              </a:ext>
            </a:extLst>
          </p:cNvPr>
          <p:cNvSpPr/>
          <p:nvPr userDrawn="1"/>
        </p:nvSpPr>
        <p:spPr>
          <a:xfrm>
            <a:off x="0" y="0"/>
            <a:ext cx="12192000" cy="6405374"/>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BD22548-5EFE-EF4B-A3EC-259A1CF4C21D}"/>
              </a:ext>
            </a:extLst>
          </p:cNvPr>
          <p:cNvSpPr>
            <a:spLocks noGrp="1"/>
          </p:cNvSpPr>
          <p:nvPr>
            <p:ph type="sldNum" sz="quarter" idx="4"/>
          </p:nvPr>
        </p:nvSpPr>
        <p:spPr>
          <a:xfrm>
            <a:off x="186437" y="6461600"/>
            <a:ext cx="651882" cy="338364"/>
          </a:xfrm>
          <a:prstGeom prst="rect">
            <a:avLst/>
          </a:prstGeom>
        </p:spPr>
        <p:txBody>
          <a:bodyPr vert="horz" lIns="91440" tIns="45720" rIns="91440" bIns="45720" rtlCol="0" anchor="ctr"/>
          <a:lstStyle>
            <a:lvl1pPr algn="l">
              <a:defRPr sz="1400" b="1">
                <a:solidFill>
                  <a:schemeClr val="tx2"/>
                </a:solidFill>
              </a:defRPr>
            </a:lvl1pPr>
          </a:lstStyle>
          <a:p>
            <a:fld id="{FC1D1ACA-FB83-934A-8F4B-0DD1CC60E8BD}" type="slidenum">
              <a:rPr lang="en-US" smtClean="0"/>
              <a:pPr/>
              <a:t>‹#›</a:t>
            </a:fld>
            <a:r>
              <a:rPr lang="en-US"/>
              <a:t> |</a:t>
            </a:r>
          </a:p>
        </p:txBody>
      </p:sp>
      <p:sp>
        <p:nvSpPr>
          <p:cNvPr id="9" name="Rectangle 8">
            <a:extLst>
              <a:ext uri="{FF2B5EF4-FFF2-40B4-BE49-F238E27FC236}">
                <a16:creationId xmlns:a16="http://schemas.microsoft.com/office/drawing/2014/main" id="{834F10D6-881C-7A42-9C34-70C214D49647}"/>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Placeholder 2">
            <a:extLst>
              <a:ext uri="{FF2B5EF4-FFF2-40B4-BE49-F238E27FC236}">
                <a16:creationId xmlns:a16="http://schemas.microsoft.com/office/drawing/2014/main" id="{BC379EB2-1AF7-5D4C-8563-CA107F9A0369}"/>
              </a:ext>
            </a:extLst>
          </p:cNvPr>
          <p:cNvSpPr>
            <a:spLocks noGrp="1"/>
          </p:cNvSpPr>
          <p:nvPr>
            <p:ph type="title"/>
          </p:nvPr>
        </p:nvSpPr>
        <p:spPr>
          <a:xfrm>
            <a:off x="838199" y="226809"/>
            <a:ext cx="10638089" cy="968786"/>
          </a:xfrm>
          <a:prstGeom prst="rect">
            <a:avLst/>
          </a:prstGeom>
        </p:spPr>
        <p:txBody>
          <a:bodyPr vert="horz" lIns="91440" tIns="45720" rIns="91440" bIns="45720" rtlCol="0" anchor="b">
            <a:normAutofit/>
          </a:bodyPr>
          <a:lstStyle/>
          <a:p>
            <a:r>
              <a:rPr lang="en-US"/>
              <a:t>Click to edit Master title style</a:t>
            </a:r>
          </a:p>
        </p:txBody>
      </p:sp>
      <p:sp>
        <p:nvSpPr>
          <p:cNvPr id="4" name="Text Placeholder 3">
            <a:extLst>
              <a:ext uri="{FF2B5EF4-FFF2-40B4-BE49-F238E27FC236}">
                <a16:creationId xmlns:a16="http://schemas.microsoft.com/office/drawing/2014/main" id="{FB03F42A-31F1-2D4C-8FA7-83D03FB878AB}"/>
              </a:ext>
            </a:extLst>
          </p:cNvPr>
          <p:cNvSpPr>
            <a:spLocks noGrp="1"/>
          </p:cNvSpPr>
          <p:nvPr>
            <p:ph type="body" idx="1"/>
          </p:nvPr>
        </p:nvSpPr>
        <p:spPr>
          <a:xfrm>
            <a:off x="838199" y="1578727"/>
            <a:ext cx="10638089"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933721"/>
      </p:ext>
    </p:extLst>
  </p:cSld>
  <p:clrMap bg1="lt1" tx1="dk1" bg2="lt2" tx2="dk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90" r:id="rId6"/>
    <p:sldLayoutId id="2147483684" r:id="rId7"/>
    <p:sldLayoutId id="2147483686" r:id="rId8"/>
    <p:sldLayoutId id="2147483689" r:id="rId9"/>
    <p:sldLayoutId id="2147483786" r:id="rId10"/>
    <p:sldLayoutId id="2147483784" r:id="rId11"/>
    <p:sldLayoutId id="2147483785" r:id="rId12"/>
    <p:sldLayoutId id="2147483782" r:id="rId13"/>
    <p:sldLayoutId id="2147483788" r:id="rId14"/>
    <p:sldLayoutId id="2147483789" r:id="rId15"/>
    <p:sldLayoutId id="2147483783" r:id="rId16"/>
    <p:sldLayoutId id="2147483781" r:id="rId17"/>
    <p:sldLayoutId id="2147483685" r:id="rId18"/>
    <p:sldLayoutId id="2147483683" r:id="rId19"/>
    <p:sldLayoutId id="2147483780" r:id="rId20"/>
    <p:sldLayoutId id="2147483787" r:id="rId21"/>
    <p:sldLayoutId id="2147483693" r:id="rId22"/>
    <p:sldLayoutId id="2147483791" r:id="rId23"/>
  </p:sldLayoutIdLst>
  <p:hf hdr="0" ftr="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lang="en-US" sz="2000" b="0" i="0" kern="1200" dirty="0" smtClean="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itchFamily="2" charset="2"/>
        <a:buChar char="§"/>
        <a:defRPr lang="en-US" sz="1600" b="0" i="0" kern="1200" dirty="0" smtClean="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
        <a:defRPr lang="en-US" sz="1600" b="0" i="0" kern="1200" dirty="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40A0AD6-1446-BE4D-AB82-640671EF75E3}"/>
              </a:ext>
            </a:extLst>
          </p:cNvPr>
          <p:cNvSpPr/>
          <p:nvPr userDrawn="1"/>
        </p:nvSpPr>
        <p:spPr>
          <a:xfrm>
            <a:off x="0" y="6403565"/>
            <a:ext cx="10883615" cy="454435"/>
          </a:xfrm>
          <a:prstGeom prst="rect">
            <a:avLst/>
          </a:prstGeom>
          <a:solidFill>
            <a:srgbClr val="EDE9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3D9618-5447-3847-A9D9-6DA4B0078B35}"/>
              </a:ext>
            </a:extLst>
          </p:cNvPr>
          <p:cNvSpPr/>
          <p:nvPr userDrawn="1"/>
        </p:nvSpPr>
        <p:spPr>
          <a:xfrm>
            <a:off x="10883615" y="6405375"/>
            <a:ext cx="1308385" cy="45163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6" name="Picture 15">
            <a:extLst>
              <a:ext uri="{FF2B5EF4-FFF2-40B4-BE49-F238E27FC236}">
                <a16:creationId xmlns:a16="http://schemas.microsoft.com/office/drawing/2014/main" id="{F4484C82-8975-BE44-831C-F3E75CB942C2}"/>
              </a:ext>
            </a:extLst>
          </p:cNvPr>
          <p:cNvPicPr>
            <a:picLocks noChangeAspect="1"/>
          </p:cNvPicPr>
          <p:nvPr userDrawn="1"/>
        </p:nvPicPr>
        <p:blipFill>
          <a:blip r:embed="rId25">
            <a:extLst>
              <a:ext uri="{96DAC541-7B7A-43D3-8B79-37D633B846F1}">
                <asvg:svgBlip xmlns:asvg="http://schemas.microsoft.com/office/drawing/2016/SVG/main" r:embed="rId26"/>
              </a:ext>
            </a:extLst>
          </a:blip>
          <a:srcRect/>
          <a:stretch/>
        </p:blipFill>
        <p:spPr>
          <a:xfrm>
            <a:off x="11200800" y="6555937"/>
            <a:ext cx="728606" cy="177800"/>
          </a:xfrm>
          <a:prstGeom prst="rect">
            <a:avLst/>
          </a:prstGeom>
        </p:spPr>
      </p:pic>
      <p:sp>
        <p:nvSpPr>
          <p:cNvPr id="17" name="Date Placeholder 3">
            <a:extLst>
              <a:ext uri="{FF2B5EF4-FFF2-40B4-BE49-F238E27FC236}">
                <a16:creationId xmlns:a16="http://schemas.microsoft.com/office/drawing/2014/main" id="{0A4C3FA1-486C-A747-BE00-44510B019ACD}"/>
              </a:ext>
            </a:extLst>
          </p:cNvPr>
          <p:cNvSpPr>
            <a:spLocks noGrp="1"/>
          </p:cNvSpPr>
          <p:nvPr>
            <p:ph type="dt" sz="half" idx="2"/>
          </p:nvPr>
        </p:nvSpPr>
        <p:spPr>
          <a:xfrm>
            <a:off x="617308" y="6481865"/>
            <a:ext cx="9502312" cy="297835"/>
          </a:xfrm>
          <a:prstGeom prst="rect">
            <a:avLst/>
          </a:prstGeom>
        </p:spPr>
        <p:txBody>
          <a:bodyPr anchor="ctr"/>
          <a:lstStyle>
            <a:lvl1pPr algn="l">
              <a:defRPr sz="1400" b="0" i="0">
                <a:solidFill>
                  <a:schemeClr val="tx2"/>
                </a:solidFill>
                <a:latin typeface="+mn-lt"/>
                <a:cs typeface="Arial" panose="020B0604020202020204" pitchFamily="34" charset="0"/>
              </a:defRPr>
            </a:lvl1pPr>
          </a:lstStyle>
          <a:p>
            <a:r>
              <a:rPr lang="en-US"/>
              <a:t>DAI Global UK Step Review Template</a:t>
            </a:r>
          </a:p>
        </p:txBody>
      </p:sp>
      <p:sp>
        <p:nvSpPr>
          <p:cNvPr id="18" name="Rectangle 17">
            <a:extLst>
              <a:ext uri="{FF2B5EF4-FFF2-40B4-BE49-F238E27FC236}">
                <a16:creationId xmlns:a16="http://schemas.microsoft.com/office/drawing/2014/main" id="{DECB40FC-D282-8F43-B0D5-DDFE0336C9A3}"/>
              </a:ext>
            </a:extLst>
          </p:cNvPr>
          <p:cNvSpPr/>
          <p:nvPr userDrawn="1"/>
        </p:nvSpPr>
        <p:spPr>
          <a:xfrm>
            <a:off x="0" y="0"/>
            <a:ext cx="12192000" cy="6405374"/>
          </a:xfrm>
          <a:prstGeom prst="rect">
            <a:avLst/>
          </a:prstGeom>
          <a:solidFill>
            <a:srgbClr val="F6F6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Slide Number Placeholder 1">
            <a:extLst>
              <a:ext uri="{FF2B5EF4-FFF2-40B4-BE49-F238E27FC236}">
                <a16:creationId xmlns:a16="http://schemas.microsoft.com/office/drawing/2014/main" id="{1BD22548-5EFE-EF4B-A3EC-259A1CF4C21D}"/>
              </a:ext>
            </a:extLst>
          </p:cNvPr>
          <p:cNvSpPr>
            <a:spLocks noGrp="1"/>
          </p:cNvSpPr>
          <p:nvPr>
            <p:ph type="sldNum" sz="quarter" idx="4"/>
          </p:nvPr>
        </p:nvSpPr>
        <p:spPr>
          <a:xfrm>
            <a:off x="186437" y="6461600"/>
            <a:ext cx="651882" cy="338364"/>
          </a:xfrm>
          <a:prstGeom prst="rect">
            <a:avLst/>
          </a:prstGeom>
        </p:spPr>
        <p:txBody>
          <a:bodyPr vert="horz" lIns="91440" tIns="45720" rIns="91440" bIns="45720" rtlCol="0" anchor="ctr"/>
          <a:lstStyle>
            <a:lvl1pPr algn="l">
              <a:defRPr sz="1400" b="1">
                <a:solidFill>
                  <a:schemeClr val="tx2"/>
                </a:solidFill>
              </a:defRPr>
            </a:lvl1pPr>
          </a:lstStyle>
          <a:p>
            <a:fld id="{FC1D1ACA-FB83-934A-8F4B-0DD1CC60E8BD}" type="slidenum">
              <a:rPr lang="en-US" smtClean="0"/>
              <a:pPr/>
              <a:t>‹#›</a:t>
            </a:fld>
            <a:r>
              <a:rPr lang="en-US"/>
              <a:t> |</a:t>
            </a:r>
          </a:p>
        </p:txBody>
      </p:sp>
      <p:sp>
        <p:nvSpPr>
          <p:cNvPr id="9" name="Rectangle 8">
            <a:extLst>
              <a:ext uri="{FF2B5EF4-FFF2-40B4-BE49-F238E27FC236}">
                <a16:creationId xmlns:a16="http://schemas.microsoft.com/office/drawing/2014/main" id="{834F10D6-881C-7A42-9C34-70C214D49647}"/>
              </a:ext>
            </a:extLst>
          </p:cNvPr>
          <p:cNvSpPr/>
          <p:nvPr userDrawn="1"/>
        </p:nvSpPr>
        <p:spPr>
          <a:xfrm>
            <a:off x="838199" y="1299933"/>
            <a:ext cx="541281" cy="79896"/>
          </a:xfrm>
          <a:prstGeom prst="rect">
            <a:avLst/>
          </a:prstGeom>
          <a:solidFill>
            <a:srgbClr val="A1C8E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itle Placeholder 2">
            <a:extLst>
              <a:ext uri="{FF2B5EF4-FFF2-40B4-BE49-F238E27FC236}">
                <a16:creationId xmlns:a16="http://schemas.microsoft.com/office/drawing/2014/main" id="{BC379EB2-1AF7-5D4C-8563-CA107F9A0369}"/>
              </a:ext>
            </a:extLst>
          </p:cNvPr>
          <p:cNvSpPr>
            <a:spLocks noGrp="1"/>
          </p:cNvSpPr>
          <p:nvPr>
            <p:ph type="title"/>
          </p:nvPr>
        </p:nvSpPr>
        <p:spPr>
          <a:xfrm>
            <a:off x="838199" y="226809"/>
            <a:ext cx="10638089" cy="968786"/>
          </a:xfrm>
          <a:prstGeom prst="rect">
            <a:avLst/>
          </a:prstGeom>
        </p:spPr>
        <p:txBody>
          <a:bodyPr vert="horz" lIns="91440" tIns="45720" rIns="91440" bIns="45720" rtlCol="0" anchor="b">
            <a:normAutofit/>
          </a:bodyPr>
          <a:lstStyle/>
          <a:p>
            <a:r>
              <a:rPr lang="en-US"/>
              <a:t>Click to edit Master title style</a:t>
            </a:r>
          </a:p>
        </p:txBody>
      </p:sp>
      <p:sp>
        <p:nvSpPr>
          <p:cNvPr id="4" name="Text Placeholder 3">
            <a:extLst>
              <a:ext uri="{FF2B5EF4-FFF2-40B4-BE49-F238E27FC236}">
                <a16:creationId xmlns:a16="http://schemas.microsoft.com/office/drawing/2014/main" id="{FB03F42A-31F1-2D4C-8FA7-83D03FB878AB}"/>
              </a:ext>
            </a:extLst>
          </p:cNvPr>
          <p:cNvSpPr>
            <a:spLocks noGrp="1"/>
          </p:cNvSpPr>
          <p:nvPr>
            <p:ph type="body" idx="1"/>
          </p:nvPr>
        </p:nvSpPr>
        <p:spPr>
          <a:xfrm>
            <a:off x="838199" y="1578727"/>
            <a:ext cx="10638089"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5700209"/>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808" r:id="rId16"/>
    <p:sldLayoutId id="2147483809" r:id="rId17"/>
    <p:sldLayoutId id="2147483810" r:id="rId18"/>
    <p:sldLayoutId id="2147483811" r:id="rId19"/>
    <p:sldLayoutId id="2147483812" r:id="rId20"/>
    <p:sldLayoutId id="2147483813" r:id="rId21"/>
    <p:sldLayoutId id="2147483814" r:id="rId22"/>
    <p:sldLayoutId id="2147483815" r:id="rId23"/>
  </p:sldLayoutIdLst>
  <p:hf hdr="0" ftr="0"/>
  <p:txStyles>
    <p:titleStyle>
      <a:lvl1pPr algn="l" defTabSz="914400" rtl="0" eaLnBrk="1" latinLnBrk="0" hangingPunct="1">
        <a:lnSpc>
          <a:spcPct val="90000"/>
        </a:lnSpc>
        <a:spcBef>
          <a:spcPct val="0"/>
        </a:spcBef>
        <a:buNone/>
        <a:defRPr sz="2800" b="1" kern="1200">
          <a:solidFill>
            <a:schemeClr val="tx2"/>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itchFamily="2" charset="2"/>
        <a:buChar char="§"/>
        <a:defRPr lang="en-US" sz="2000" b="0" i="0" kern="1200" dirty="0" smtClean="0">
          <a:solidFill>
            <a:schemeClr val="tx2"/>
          </a:solidFill>
          <a:latin typeface="+mn-lt"/>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itchFamily="2" charset="2"/>
        <a:buChar char="§"/>
        <a:defRPr lang="en-US" sz="1600" b="0" i="0" kern="1200" dirty="0" smtClean="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
        <a:defRPr lang="en-US" sz="1600" b="0" i="0" kern="1200" dirty="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5.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 Id="rId9" Type="http://schemas.openxmlformats.org/officeDocument/2006/relationships/image" Target="../media/image16.png"/></Relationships>
</file>

<file path=ppt/slides/_rels/slide7.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5.xml"/><Relationship Id="rId1" Type="http://schemas.openxmlformats.org/officeDocument/2006/relationships/slideLayout" Target="../slideLayouts/slideLayout25.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3ADCA13E-C3A2-3E13-A9D2-D06FB668E0F4}"/>
              </a:ext>
            </a:extLst>
          </p:cNvPr>
          <p:cNvSpPr/>
          <p:nvPr/>
        </p:nvSpPr>
        <p:spPr>
          <a:xfrm>
            <a:off x="0" y="-8644"/>
            <a:ext cx="12192000" cy="1815352"/>
          </a:xfrm>
          <a:prstGeom prst="rect">
            <a:avLst/>
          </a:prstGeom>
          <a:solidFill>
            <a:schemeClr val="bg2">
              <a:alpha val="4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pic>
        <p:nvPicPr>
          <p:cNvPr id="7" name="Picture 6">
            <a:extLst>
              <a:ext uri="{FF2B5EF4-FFF2-40B4-BE49-F238E27FC236}">
                <a16:creationId xmlns:a16="http://schemas.microsoft.com/office/drawing/2014/main" id="{CEDE34B6-1540-0C2A-F314-C5106B05857C}"/>
              </a:ext>
            </a:extLst>
          </p:cNvPr>
          <p:cNvPicPr>
            <a:picLocks noChangeAspect="1"/>
          </p:cNvPicPr>
          <p:nvPr/>
        </p:nvPicPr>
        <p:blipFill>
          <a:blip r:embed="rId3"/>
          <a:stretch>
            <a:fillRect/>
          </a:stretch>
        </p:blipFill>
        <p:spPr>
          <a:xfrm>
            <a:off x="120712" y="103736"/>
            <a:ext cx="1710314" cy="1590593"/>
          </a:xfrm>
          <a:prstGeom prst="rect">
            <a:avLst/>
          </a:prstGeom>
        </p:spPr>
      </p:pic>
      <p:pic>
        <p:nvPicPr>
          <p:cNvPr id="9" name="Picture 8">
            <a:extLst>
              <a:ext uri="{FF2B5EF4-FFF2-40B4-BE49-F238E27FC236}">
                <a16:creationId xmlns:a16="http://schemas.microsoft.com/office/drawing/2014/main" id="{AEB58199-680F-E69A-87E5-9AE90644A4A5}"/>
              </a:ext>
            </a:extLst>
          </p:cNvPr>
          <p:cNvPicPr>
            <a:picLocks noChangeAspect="1"/>
          </p:cNvPicPr>
          <p:nvPr/>
        </p:nvPicPr>
        <p:blipFill>
          <a:blip r:embed="rId4"/>
          <a:stretch>
            <a:fillRect/>
          </a:stretch>
        </p:blipFill>
        <p:spPr>
          <a:xfrm>
            <a:off x="10065124" y="103735"/>
            <a:ext cx="2006164" cy="1378011"/>
          </a:xfrm>
          <a:prstGeom prst="rect">
            <a:avLst/>
          </a:prstGeom>
        </p:spPr>
      </p:pic>
      <p:pic>
        <p:nvPicPr>
          <p:cNvPr id="11" name="Picture 10">
            <a:extLst>
              <a:ext uri="{FF2B5EF4-FFF2-40B4-BE49-F238E27FC236}">
                <a16:creationId xmlns:a16="http://schemas.microsoft.com/office/drawing/2014/main" id="{54ECBF75-DA78-0066-0205-DE8A0A15BA32}"/>
              </a:ext>
            </a:extLst>
          </p:cNvPr>
          <p:cNvPicPr>
            <a:picLocks noChangeAspect="1"/>
          </p:cNvPicPr>
          <p:nvPr/>
        </p:nvPicPr>
        <p:blipFill>
          <a:blip r:embed="rId5"/>
          <a:stretch>
            <a:fillRect/>
          </a:stretch>
        </p:blipFill>
        <p:spPr>
          <a:xfrm>
            <a:off x="3279115" y="762522"/>
            <a:ext cx="5901686" cy="1715685"/>
          </a:xfrm>
          <a:prstGeom prst="rect">
            <a:avLst/>
          </a:prstGeom>
        </p:spPr>
      </p:pic>
      <p:pic>
        <p:nvPicPr>
          <p:cNvPr id="16" name="Picture 15">
            <a:extLst>
              <a:ext uri="{FF2B5EF4-FFF2-40B4-BE49-F238E27FC236}">
                <a16:creationId xmlns:a16="http://schemas.microsoft.com/office/drawing/2014/main" id="{7252DDF9-34C1-0E34-944C-187145EDE4F6}"/>
              </a:ext>
            </a:extLst>
          </p:cNvPr>
          <p:cNvPicPr>
            <a:picLocks noChangeAspect="1"/>
          </p:cNvPicPr>
          <p:nvPr/>
        </p:nvPicPr>
        <p:blipFill>
          <a:blip r:embed="rId6"/>
          <a:stretch>
            <a:fillRect/>
          </a:stretch>
        </p:blipFill>
        <p:spPr>
          <a:xfrm>
            <a:off x="0" y="5583170"/>
            <a:ext cx="3798795" cy="1221041"/>
          </a:xfrm>
          <a:prstGeom prst="rect">
            <a:avLst/>
          </a:prstGeom>
        </p:spPr>
      </p:pic>
      <p:pic>
        <p:nvPicPr>
          <p:cNvPr id="18" name="Picture 17">
            <a:extLst>
              <a:ext uri="{FF2B5EF4-FFF2-40B4-BE49-F238E27FC236}">
                <a16:creationId xmlns:a16="http://schemas.microsoft.com/office/drawing/2014/main" id="{A712893C-3D05-3913-EBDF-F4D0523CDDBF}"/>
              </a:ext>
            </a:extLst>
          </p:cNvPr>
          <p:cNvPicPr>
            <a:picLocks noChangeAspect="1"/>
          </p:cNvPicPr>
          <p:nvPr/>
        </p:nvPicPr>
        <p:blipFill>
          <a:blip r:embed="rId7"/>
          <a:stretch>
            <a:fillRect/>
          </a:stretch>
        </p:blipFill>
        <p:spPr>
          <a:xfrm>
            <a:off x="10287000" y="5839607"/>
            <a:ext cx="1905000" cy="796516"/>
          </a:xfrm>
          <a:prstGeom prst="rect">
            <a:avLst/>
          </a:prstGeom>
        </p:spPr>
      </p:pic>
      <p:sp>
        <p:nvSpPr>
          <p:cNvPr id="19" name="Text Placeholder 1">
            <a:extLst>
              <a:ext uri="{FF2B5EF4-FFF2-40B4-BE49-F238E27FC236}">
                <a16:creationId xmlns:a16="http://schemas.microsoft.com/office/drawing/2014/main" id="{F82DD464-2BBE-A1C7-347A-F6A3C85E0A59}"/>
              </a:ext>
            </a:extLst>
          </p:cNvPr>
          <p:cNvSpPr>
            <a:spLocks noGrp="1"/>
          </p:cNvSpPr>
          <p:nvPr>
            <p:ph type="body" sz="quarter" idx="11"/>
          </p:nvPr>
        </p:nvSpPr>
        <p:spPr>
          <a:xfrm>
            <a:off x="654162" y="2857871"/>
            <a:ext cx="11680907" cy="995082"/>
          </a:xfrm>
        </p:spPr>
        <p:txBody>
          <a:bodyPr>
            <a:noAutofit/>
          </a:bodyPr>
          <a:lstStyle/>
          <a:p>
            <a:r>
              <a:rPr lang="bs-Latn-BA" sz="3600" dirty="0"/>
              <a:t>T</a:t>
            </a:r>
            <a:r>
              <a:rPr lang="en-US" sz="3600" dirty="0"/>
              <a:t>raining on reporting obligations for the adapted </a:t>
            </a:r>
          </a:p>
          <a:p>
            <a:r>
              <a:rPr lang="en-US" sz="3600" dirty="0"/>
              <a:t>Governance Regulation</a:t>
            </a:r>
            <a:r>
              <a:rPr lang="bs-Latn-BA" sz="3600" dirty="0"/>
              <a:t> (EEA)</a:t>
            </a:r>
            <a:endParaRPr lang="en-US" sz="3600" dirty="0"/>
          </a:p>
        </p:txBody>
      </p:sp>
      <p:sp>
        <p:nvSpPr>
          <p:cNvPr id="20" name="Text Placeholder 2">
            <a:extLst>
              <a:ext uri="{FF2B5EF4-FFF2-40B4-BE49-F238E27FC236}">
                <a16:creationId xmlns:a16="http://schemas.microsoft.com/office/drawing/2014/main" id="{1811BD0B-8613-A209-6F51-9323B71FA520}"/>
              </a:ext>
            </a:extLst>
          </p:cNvPr>
          <p:cNvSpPr>
            <a:spLocks noGrp="1"/>
          </p:cNvSpPr>
          <p:nvPr>
            <p:ph type="body" sz="quarter" idx="13"/>
          </p:nvPr>
        </p:nvSpPr>
        <p:spPr>
          <a:xfrm>
            <a:off x="790829" y="4204152"/>
            <a:ext cx="10491459" cy="436225"/>
          </a:xfrm>
        </p:spPr>
        <p:txBody>
          <a:bodyPr>
            <a:normAutofit/>
          </a:bodyPr>
          <a:lstStyle/>
          <a:p>
            <a:r>
              <a:rPr lang="hr-HR" sz="2400" dirty="0">
                <a:latin typeface="HelveticaNeueLT Std"/>
              </a:rPr>
              <a:t>EU4Energy Project </a:t>
            </a:r>
            <a:r>
              <a:rPr lang="hr-HR" sz="2400" dirty="0" err="1">
                <a:latin typeface="HelveticaNeueLT Std"/>
              </a:rPr>
              <a:t>Presentation</a:t>
            </a:r>
            <a:endParaRPr lang="en-US" sz="2400" dirty="0"/>
          </a:p>
          <a:p>
            <a:endParaRPr lang="en-US" dirty="0"/>
          </a:p>
        </p:txBody>
      </p:sp>
      <p:sp>
        <p:nvSpPr>
          <p:cNvPr id="21" name="Text Placeholder 3">
            <a:extLst>
              <a:ext uri="{FF2B5EF4-FFF2-40B4-BE49-F238E27FC236}">
                <a16:creationId xmlns:a16="http://schemas.microsoft.com/office/drawing/2014/main" id="{3938106F-524F-F7CB-9E2D-BCB6B431CB6E}"/>
              </a:ext>
            </a:extLst>
          </p:cNvPr>
          <p:cNvSpPr>
            <a:spLocks noGrp="1"/>
          </p:cNvSpPr>
          <p:nvPr>
            <p:ph type="body" sz="quarter" idx="14"/>
          </p:nvPr>
        </p:nvSpPr>
        <p:spPr>
          <a:xfrm>
            <a:off x="790830" y="4640377"/>
            <a:ext cx="4406458" cy="363027"/>
          </a:xfrm>
        </p:spPr>
        <p:txBody>
          <a:bodyPr>
            <a:normAutofit/>
          </a:bodyPr>
          <a:lstStyle/>
          <a:p>
            <a:r>
              <a:rPr lang="en-US" dirty="0"/>
              <a:t>Sarajevo, </a:t>
            </a:r>
            <a:r>
              <a:rPr lang="bs-Latn-BA" dirty="0"/>
              <a:t>07</a:t>
            </a:r>
            <a:r>
              <a:rPr lang="en-US" dirty="0"/>
              <a:t> </a:t>
            </a:r>
            <a:r>
              <a:rPr lang="bs-Latn-BA" dirty="0" err="1"/>
              <a:t>October</a:t>
            </a:r>
            <a:r>
              <a:rPr lang="bs-Latn-BA" dirty="0"/>
              <a:t>,</a:t>
            </a:r>
            <a:r>
              <a:rPr lang="en-US" dirty="0"/>
              <a:t> 2025</a:t>
            </a:r>
          </a:p>
        </p:txBody>
      </p:sp>
      <p:sp>
        <p:nvSpPr>
          <p:cNvPr id="22" name="TextBox 21">
            <a:extLst>
              <a:ext uri="{FF2B5EF4-FFF2-40B4-BE49-F238E27FC236}">
                <a16:creationId xmlns:a16="http://schemas.microsoft.com/office/drawing/2014/main" id="{4BBC0072-8617-ADA8-F3A1-9A676F4334C1}"/>
              </a:ext>
            </a:extLst>
          </p:cNvPr>
          <p:cNvSpPr txBox="1"/>
          <p:nvPr/>
        </p:nvSpPr>
        <p:spPr>
          <a:xfrm>
            <a:off x="7870954" y="5853064"/>
            <a:ext cx="2416046" cy="261610"/>
          </a:xfrm>
          <a:prstGeom prst="rect">
            <a:avLst/>
          </a:prstGeom>
          <a:noFill/>
        </p:spPr>
        <p:txBody>
          <a:bodyPr wrap="none" rtlCol="0" anchor="b">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hr-HR"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rPr>
              <a:t>Implemented by DAI led consortium</a:t>
            </a:r>
            <a:endParaRPr kumimoji="0" lang="en-US" sz="1100" b="0" i="0" u="none" strike="noStrike" kern="1200" cap="none" spc="0" normalizeH="0" baseline="0" noProof="0" dirty="0">
              <a:ln>
                <a:noFill/>
              </a:ln>
              <a:solidFill>
                <a:srgbClr val="FFFFFF"/>
              </a:solidFill>
              <a:effectLst/>
              <a:uLnTx/>
              <a:uFillTx/>
              <a:latin typeface="Arial" panose="020B0604020202020204" pitchFamily="34" charset="0"/>
              <a:ea typeface="+mn-ea"/>
              <a:cs typeface="Arial" panose="020B0604020202020204" pitchFamily="34" charset="0"/>
            </a:endParaRPr>
          </a:p>
        </p:txBody>
      </p:sp>
      <p:sp>
        <p:nvSpPr>
          <p:cNvPr id="2" name="Text Placeholder 3">
            <a:extLst>
              <a:ext uri="{FF2B5EF4-FFF2-40B4-BE49-F238E27FC236}">
                <a16:creationId xmlns:a16="http://schemas.microsoft.com/office/drawing/2014/main" id="{4EA96EB4-C71B-573F-866F-BFAACC608983}"/>
              </a:ext>
            </a:extLst>
          </p:cNvPr>
          <p:cNvSpPr txBox="1">
            <a:spLocks/>
          </p:cNvSpPr>
          <p:nvPr/>
        </p:nvSpPr>
        <p:spPr>
          <a:xfrm>
            <a:off x="790830" y="5003404"/>
            <a:ext cx="4406458" cy="363027"/>
          </a:xfrm>
          <a:prstGeom prst="rect">
            <a:avLst/>
          </a:prstGeom>
        </p:spPr>
        <p:txBody>
          <a:bodyPr vert="horz" lIns="91440" tIns="45720" rIns="91440" bIns="45720" rtlCol="0">
            <a:normAutofit/>
          </a:bodyPr>
          <a:lstStyle>
            <a:lvl1pPr marL="0" indent="0" algn="l" defTabSz="914400" rtl="0" eaLnBrk="1" latinLnBrk="0" hangingPunct="1">
              <a:lnSpc>
                <a:spcPct val="90000"/>
              </a:lnSpc>
              <a:spcBef>
                <a:spcPts val="1000"/>
              </a:spcBef>
              <a:buFont typeface="Wingdings" pitchFamily="2" charset="2"/>
              <a:buNone/>
              <a:defRPr lang="en-US" sz="1600" b="0" i="0" kern="1200">
                <a:solidFill>
                  <a:schemeClr val="tx2"/>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itchFamily="2" charset="2"/>
              <a:buChar char="§"/>
              <a:defRPr lang="en-US" sz="1600" b="0" i="0" kern="1200" dirty="0" smtClean="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
              <a:defRPr lang="en-US" sz="1600" b="0" i="0" kern="1200" dirty="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GB" dirty="0"/>
              <a:t>Fethi Silajdžić, Enova</a:t>
            </a:r>
          </a:p>
        </p:txBody>
      </p:sp>
    </p:spTree>
    <p:extLst>
      <p:ext uri="{BB962C8B-B14F-4D97-AF65-F5344CB8AC3E}">
        <p14:creationId xmlns:p14="http://schemas.microsoft.com/office/powerpoint/2010/main" val="278292725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9FA5899-01D5-42A2-8D90-9EC53780DAE7}"/>
              </a:ext>
            </a:extLst>
          </p:cNvPr>
          <p:cNvSpPr>
            <a:spLocks noGrp="1"/>
          </p:cNvSpPr>
          <p:nvPr>
            <p:ph type="body" sz="quarter" idx="10"/>
          </p:nvPr>
        </p:nvSpPr>
        <p:spPr>
          <a:xfrm>
            <a:off x="186437" y="272575"/>
            <a:ext cx="2550282" cy="481462"/>
          </a:xfrm>
        </p:spPr>
        <p:txBody>
          <a:bodyPr>
            <a:normAutofit/>
          </a:bodyPr>
          <a:lstStyle/>
          <a:p>
            <a:r>
              <a:rPr lang="en-GB" sz="2000" dirty="0">
                <a:solidFill>
                  <a:schemeClr val="accent1">
                    <a:lumMod val="75000"/>
                  </a:schemeClr>
                </a:solidFill>
              </a:rPr>
              <a:t>Company Info</a:t>
            </a:r>
            <a:endParaRPr lang="de-AT" sz="2000" dirty="0">
              <a:solidFill>
                <a:schemeClr val="accent1">
                  <a:lumMod val="75000"/>
                </a:schemeClr>
              </a:solidFill>
            </a:endParaRPr>
          </a:p>
        </p:txBody>
      </p:sp>
      <p:sp>
        <p:nvSpPr>
          <p:cNvPr id="7" name="Slide Number Placeholder 6">
            <a:extLst>
              <a:ext uri="{FF2B5EF4-FFF2-40B4-BE49-F238E27FC236}">
                <a16:creationId xmlns:a16="http://schemas.microsoft.com/office/drawing/2014/main" id="{5BA52152-2C36-429E-8EC1-C57E4958BDB4}"/>
              </a:ext>
            </a:extLst>
          </p:cNvPr>
          <p:cNvSpPr>
            <a:spLocks noGrp="1"/>
          </p:cNvSpPr>
          <p:nvPr>
            <p:ph type="sldNum" sz="quarter"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r>
              <a:rPr kumimoji="0" lang="en-US" sz="1400" b="1" i="0" u="none" strike="noStrike" kern="1200" cap="none" spc="0" normalizeH="0" baseline="0" noProof="0" dirty="0">
                <a:ln>
                  <a:noFill/>
                </a:ln>
                <a:solidFill>
                  <a:srgbClr val="56687B"/>
                </a:solidFill>
                <a:effectLst/>
                <a:uLnTx/>
                <a:uFillTx/>
                <a:latin typeface="Arial" panose="020B0604020202020204"/>
                <a:ea typeface="+mn-ea"/>
                <a:cs typeface="+mn-cs"/>
              </a:rPr>
              <a:t> |</a:t>
            </a:r>
          </a:p>
        </p:txBody>
      </p:sp>
      <p:sp>
        <p:nvSpPr>
          <p:cNvPr id="8" name="Textplatzhalter 1">
            <a:extLst>
              <a:ext uri="{FF2B5EF4-FFF2-40B4-BE49-F238E27FC236}">
                <a16:creationId xmlns:a16="http://schemas.microsoft.com/office/drawing/2014/main" id="{21F85B17-864F-49BA-91BE-B2BF2BCF61B7}"/>
              </a:ext>
            </a:extLst>
          </p:cNvPr>
          <p:cNvSpPr txBox="1">
            <a:spLocks/>
          </p:cNvSpPr>
          <p:nvPr/>
        </p:nvSpPr>
        <p:spPr>
          <a:xfrm>
            <a:off x="3449148" y="78300"/>
            <a:ext cx="8406224" cy="6245382"/>
          </a:xfrm>
          <a:prstGeom prst="rect">
            <a:avLst/>
          </a:prstGeom>
          <a:ln>
            <a:noFill/>
          </a:ln>
        </p:spPr>
        <p:txBody>
          <a:bodyPr lIns="121899" tIns="60949" rIns="121899" bIns="60949"/>
          <a:lstStyle>
            <a:lvl1pPr marL="357655" indent="-357655" algn="l" defTabSz="609493" rtl="0" eaLnBrk="1" latinLnBrk="0" hangingPunct="1">
              <a:lnSpc>
                <a:spcPct val="120000"/>
              </a:lnSpc>
              <a:spcBef>
                <a:spcPts val="1600"/>
              </a:spcBef>
              <a:buClr>
                <a:schemeClr val="dk2"/>
              </a:buClr>
              <a:buFont typeface="Symbol" pitchFamily="18" charset="2"/>
              <a:buChar char="-"/>
              <a:defRPr sz="2000" kern="1200" baseline="0">
                <a:solidFill>
                  <a:schemeClr val="tx1"/>
                </a:solidFill>
                <a:latin typeface="+mn-lt"/>
                <a:ea typeface="+mn-ea"/>
                <a:cs typeface="+mn-cs"/>
              </a:defRPr>
            </a:lvl1pPr>
            <a:lvl2pPr marL="715308" indent="-355538" algn="l" defTabSz="609493" rtl="0" eaLnBrk="1" latinLnBrk="0" hangingPunct="1">
              <a:lnSpc>
                <a:spcPct val="120000"/>
              </a:lnSpc>
              <a:spcBef>
                <a:spcPts val="112"/>
              </a:spcBef>
              <a:buClr>
                <a:schemeClr val="tx2"/>
              </a:buClr>
              <a:buFont typeface="Symbol" pitchFamily="18" charset="2"/>
              <a:buChar char="-"/>
              <a:defRPr sz="1600" kern="1200" baseline="0">
                <a:solidFill>
                  <a:schemeClr val="tx1"/>
                </a:solidFill>
                <a:latin typeface="+mn-lt"/>
                <a:ea typeface="+mn-ea"/>
                <a:cs typeface="+mn-cs"/>
              </a:defRPr>
            </a:lvl2pPr>
            <a:lvl3pPr marL="1072963" indent="-357655" algn="l" defTabSz="609493" rtl="0" eaLnBrk="1" latinLnBrk="0" hangingPunct="1">
              <a:lnSpc>
                <a:spcPct val="120000"/>
              </a:lnSpc>
              <a:spcBef>
                <a:spcPts val="112"/>
              </a:spcBef>
              <a:buClr>
                <a:schemeClr val="tx2"/>
              </a:buClr>
              <a:buFont typeface="Symbol" pitchFamily="18" charset="2"/>
              <a:buChar char="-"/>
              <a:defRPr sz="1600" kern="1200">
                <a:solidFill>
                  <a:schemeClr val="tx1"/>
                </a:solidFill>
                <a:latin typeface="+mn-lt"/>
                <a:ea typeface="+mn-ea"/>
                <a:cs typeface="+mn-cs"/>
              </a:defRPr>
            </a:lvl3pPr>
            <a:lvl4pPr marL="1439081" indent="-359770" algn="l" defTabSz="609493" rtl="0" eaLnBrk="1" latinLnBrk="0" hangingPunct="1">
              <a:lnSpc>
                <a:spcPct val="120000"/>
              </a:lnSpc>
              <a:spcBef>
                <a:spcPts val="112"/>
              </a:spcBef>
              <a:buClr>
                <a:schemeClr val="tx2"/>
              </a:buClr>
              <a:buFont typeface="Symbol" pitchFamily="18" charset="2"/>
              <a:buChar char="-"/>
              <a:defRPr sz="1600" kern="1200" baseline="0">
                <a:solidFill>
                  <a:schemeClr val="dk1"/>
                </a:solidFill>
                <a:latin typeface="+mn-lt"/>
                <a:ea typeface="+mn-ea"/>
                <a:cs typeface="+mn-cs"/>
              </a:defRPr>
            </a:lvl4pPr>
            <a:lvl5pPr marL="1820015" marR="0" indent="-380933" algn="l" defTabSz="609493" rtl="0" eaLnBrk="1" fontAlgn="auto" latinLnBrk="0" hangingPunct="1">
              <a:lnSpc>
                <a:spcPct val="120000"/>
              </a:lnSpc>
              <a:spcBef>
                <a:spcPts val="112"/>
              </a:spcBef>
              <a:spcAft>
                <a:spcPts val="0"/>
              </a:spcAft>
              <a:buClr>
                <a:schemeClr val="tx2"/>
              </a:buClr>
              <a:buSzTx/>
              <a:buFont typeface="Symbol" pitchFamily="18" charset="2"/>
              <a:buChar char="-"/>
              <a:tabLst/>
              <a:defRPr sz="1600" kern="1200" baseline="0">
                <a:solidFill>
                  <a:schemeClr val="dk1"/>
                </a:solidFill>
                <a:latin typeface="+mn-lt"/>
                <a:ea typeface="+mn-ea"/>
                <a:cs typeface="+mn-cs"/>
              </a:defRPr>
            </a:lvl5pPr>
            <a:lvl6pPr marL="2145924" indent="-357655" algn="l" defTabSz="609493" rtl="0" eaLnBrk="1" latinLnBrk="0" hangingPunct="1">
              <a:lnSpc>
                <a:spcPct val="120000"/>
              </a:lnSpc>
              <a:spcBef>
                <a:spcPts val="112"/>
              </a:spcBef>
              <a:buClr>
                <a:schemeClr val="tx2"/>
              </a:buClr>
              <a:buFont typeface="Symbol" pitchFamily="18" charset="2"/>
              <a:buChar char="-"/>
              <a:defRPr sz="1600" kern="1200">
                <a:solidFill>
                  <a:schemeClr val="tx1"/>
                </a:solidFill>
                <a:latin typeface="+mn-lt"/>
                <a:ea typeface="+mn-ea"/>
                <a:cs typeface="+mn-cs"/>
              </a:defRPr>
            </a:lvl6pPr>
            <a:lvl7pPr marL="2503579" indent="-357655" algn="l" defTabSz="609493" rtl="0" eaLnBrk="1" latinLnBrk="0" hangingPunct="1">
              <a:lnSpc>
                <a:spcPct val="120000"/>
              </a:lnSpc>
              <a:spcBef>
                <a:spcPts val="112"/>
              </a:spcBef>
              <a:buClr>
                <a:schemeClr val="tx2"/>
              </a:buClr>
              <a:buFont typeface="Symbol" pitchFamily="18" charset="2"/>
              <a:buChar char="-"/>
              <a:defRPr sz="1600" kern="1200">
                <a:solidFill>
                  <a:schemeClr val="tx1"/>
                </a:solidFill>
                <a:latin typeface="+mn-lt"/>
                <a:ea typeface="+mn-ea"/>
                <a:cs typeface="+mn-cs"/>
              </a:defRPr>
            </a:lvl7pPr>
            <a:lvl8pPr marL="2876047" indent="-372468" algn="l" defTabSz="609493" rtl="0" eaLnBrk="1" latinLnBrk="0" hangingPunct="1">
              <a:lnSpc>
                <a:spcPct val="120000"/>
              </a:lnSpc>
              <a:spcBef>
                <a:spcPts val="112"/>
              </a:spcBef>
              <a:buClr>
                <a:schemeClr val="tx2"/>
              </a:buClr>
              <a:buFont typeface="Symbol" pitchFamily="18" charset="2"/>
              <a:buChar char="-"/>
              <a:defRPr sz="1600" kern="1200">
                <a:solidFill>
                  <a:schemeClr val="tx1"/>
                </a:solidFill>
                <a:latin typeface="+mn-lt"/>
                <a:ea typeface="+mn-ea"/>
                <a:cs typeface="+mn-cs"/>
              </a:defRPr>
            </a:lvl8pPr>
            <a:lvl9pPr marL="3233701" indent="-357655" algn="l" defTabSz="609493" rtl="0" eaLnBrk="1" latinLnBrk="0" hangingPunct="1">
              <a:lnSpc>
                <a:spcPct val="120000"/>
              </a:lnSpc>
              <a:spcBef>
                <a:spcPts val="112"/>
              </a:spcBef>
              <a:buClr>
                <a:schemeClr val="tx2"/>
              </a:buClr>
              <a:buFont typeface="Symbol" pitchFamily="18" charset="2"/>
              <a:buChar char="-"/>
              <a:defRPr sz="1600" kern="1200">
                <a:solidFill>
                  <a:schemeClr val="tx1"/>
                </a:solidFill>
                <a:latin typeface="+mn-lt"/>
                <a:ea typeface="+mn-ea"/>
                <a:cs typeface="+mn-cs"/>
              </a:defRPr>
            </a:lvl9pPr>
          </a:lstStyle>
          <a:p>
            <a:pPr marL="0" marR="0" lvl="0" indent="0" algn="just" defTabSz="609493" rtl="0" eaLnBrk="1" fontAlgn="auto" latinLnBrk="0" hangingPunct="1">
              <a:lnSpc>
                <a:spcPct val="120000"/>
              </a:lnSpc>
              <a:spcBef>
                <a:spcPts val="0"/>
              </a:spcBef>
              <a:spcAft>
                <a:spcPts val="600"/>
              </a:spcAft>
              <a:buClr>
                <a:srgbClr val="E75420"/>
              </a:buClr>
              <a:buSzTx/>
              <a:buFont typeface="Symbol" pitchFamily="18" charset="2"/>
              <a:buNone/>
              <a:tabLst/>
              <a:defRPr/>
            </a:pPr>
            <a:r>
              <a:rPr kumimoji="0" lang="de-DE" sz="1300" b="1" i="0" u="none" strike="noStrike" kern="1200" cap="none" spc="0" normalizeH="0" baseline="0" noProof="0" dirty="0">
                <a:ln>
                  <a:noFill/>
                </a:ln>
                <a:solidFill>
                  <a:srgbClr val="E75420"/>
                </a:solidFill>
                <a:effectLst/>
                <a:uLnTx/>
                <a:uFillTx/>
                <a:latin typeface="Arial"/>
                <a:ea typeface="+mn-ea"/>
                <a:cs typeface="+mn-cs"/>
              </a:rPr>
              <a:t>Consortium Leader</a:t>
            </a:r>
            <a:endParaRPr kumimoji="0" lang="de-DE" sz="1300" b="1" i="0" u="none" strike="noStrike" kern="1200" cap="none" spc="0" normalizeH="0" baseline="0" noProof="0" dirty="0">
              <a:ln>
                <a:noFill/>
              </a:ln>
              <a:solidFill>
                <a:srgbClr val="46535B"/>
              </a:solidFill>
              <a:effectLst/>
              <a:uLnTx/>
              <a:uFillTx/>
              <a:latin typeface="Arial"/>
              <a:ea typeface="+mn-ea"/>
              <a:cs typeface="+mn-cs"/>
            </a:endParaRPr>
          </a:p>
          <a:p>
            <a:pPr marL="0" indent="0" algn="just">
              <a:spcBef>
                <a:spcPts val="0"/>
              </a:spcBef>
              <a:buClr>
                <a:srgbClr val="E75420"/>
              </a:buClr>
              <a:buNone/>
            </a:pPr>
            <a:r>
              <a:rPr lang="en-GB" sz="1300" b="1" dirty="0">
                <a:solidFill>
                  <a:srgbClr val="46535B"/>
                </a:solidFill>
                <a:latin typeface="Arial"/>
              </a:rPr>
              <a:t>DAI</a:t>
            </a:r>
            <a:r>
              <a:rPr lang="en-GB" sz="1300" dirty="0">
                <a:solidFill>
                  <a:srgbClr val="46535B"/>
                </a:solidFill>
                <a:latin typeface="Arial"/>
              </a:rPr>
              <a:t> is n</a:t>
            </a:r>
            <a:r>
              <a:rPr kumimoji="0" lang="en-US" sz="1300" b="0" i="0" u="none" strike="noStrike" kern="1200" cap="none" spc="0" normalizeH="0" baseline="0" noProof="0" dirty="0">
                <a:ln>
                  <a:noFill/>
                </a:ln>
                <a:solidFill>
                  <a:srgbClr val="46535B"/>
                </a:solidFill>
                <a:effectLst/>
                <a:uLnTx/>
                <a:uFillTx/>
                <a:latin typeface="Arial"/>
                <a:ea typeface="+mn-ea"/>
                <a:cs typeface="+mn-cs"/>
              </a:rPr>
              <a:t>umber one contractor of technical assistance projects before the acquisition, DAI/HD becomes the largest provider of development services to the European Commission</a:t>
            </a:r>
          </a:p>
          <a:p>
            <a:pPr marL="0" indent="0" algn="just">
              <a:spcBef>
                <a:spcPts val="0"/>
              </a:spcBef>
              <a:buClr>
                <a:srgbClr val="E75420"/>
              </a:buClr>
              <a:buNone/>
            </a:pPr>
            <a:r>
              <a:rPr kumimoji="0" lang="en-US" sz="1300" b="0" i="0" u="none" strike="noStrike" kern="1200" cap="none" spc="0" normalizeH="0" baseline="0" noProof="0" dirty="0">
                <a:ln>
                  <a:noFill/>
                </a:ln>
                <a:solidFill>
                  <a:srgbClr val="46535B"/>
                </a:solidFill>
                <a:effectLst/>
                <a:uLnTx/>
                <a:uFillTx/>
                <a:latin typeface="Arial"/>
                <a:ea typeface="+mn-ea"/>
                <a:cs typeface="+mn-cs"/>
              </a:rPr>
              <a:t>Corporate locations in Ankara (Turkey), Belgrade (Serbia), Brussels (Belgium), Cologne (Germany), London (United Kingdom), Sofia (Bulgaria), and Vienna (Austria), and  team of 100+ employees oversees a portfolio of more than 50 EU projects in 75 countries.</a:t>
            </a:r>
          </a:p>
          <a:p>
            <a:pPr marL="0" indent="0" algn="just">
              <a:spcBef>
                <a:spcPts val="0"/>
              </a:spcBef>
              <a:buClr>
                <a:srgbClr val="E75420"/>
              </a:buClr>
              <a:buNone/>
            </a:pPr>
            <a:r>
              <a:rPr kumimoji="0" lang="en-US" sz="1300" b="0" i="0" u="none" strike="noStrike" kern="1200" cap="none" spc="0" normalizeH="0" baseline="0" noProof="0" dirty="0">
                <a:ln>
                  <a:noFill/>
                </a:ln>
                <a:solidFill>
                  <a:srgbClr val="46535B"/>
                </a:solidFill>
                <a:effectLst/>
                <a:uLnTx/>
                <a:uFillTx/>
                <a:latin typeface="Arial"/>
                <a:ea typeface="+mn-ea"/>
                <a:cs typeface="+mn-cs"/>
              </a:rPr>
              <a:t>Network of 800 in-house and external experts engaged on short and long-term assignments </a:t>
            </a:r>
            <a:endParaRPr kumimoji="0" lang="en-GB" sz="1300" b="0" i="0" u="none" strike="noStrike" kern="1200" cap="none" spc="0" normalizeH="0" baseline="0" noProof="0" dirty="0">
              <a:ln>
                <a:noFill/>
              </a:ln>
              <a:solidFill>
                <a:srgbClr val="46535B"/>
              </a:solidFill>
              <a:effectLst/>
              <a:uLnTx/>
              <a:uFillTx/>
              <a:latin typeface="Arial"/>
              <a:ea typeface="+mn-ea"/>
              <a:cs typeface="+mn-cs"/>
            </a:endParaRPr>
          </a:p>
          <a:p>
            <a:pPr marL="0" marR="0" lvl="0" indent="0" algn="just" defTabSz="609493" rtl="0" eaLnBrk="1" fontAlgn="auto" latinLnBrk="0" hangingPunct="1">
              <a:lnSpc>
                <a:spcPct val="120000"/>
              </a:lnSpc>
              <a:spcBef>
                <a:spcPts val="0"/>
              </a:spcBef>
              <a:spcAft>
                <a:spcPts val="0"/>
              </a:spcAft>
              <a:buClr>
                <a:srgbClr val="E75420"/>
              </a:buClr>
              <a:buSzTx/>
              <a:buFont typeface="Symbol" pitchFamily="18" charset="2"/>
              <a:buNone/>
              <a:tabLst/>
              <a:defRPr/>
            </a:pPr>
            <a:endParaRPr lang="en-GB" sz="1300" b="1" dirty="0">
              <a:solidFill>
                <a:srgbClr val="E75420"/>
              </a:solidFill>
              <a:latin typeface="Arial"/>
            </a:endParaRPr>
          </a:p>
          <a:p>
            <a:pPr marL="0" marR="0" lvl="0" indent="0" algn="just" defTabSz="609493" rtl="0" eaLnBrk="1" fontAlgn="auto" latinLnBrk="0" hangingPunct="1">
              <a:lnSpc>
                <a:spcPct val="120000"/>
              </a:lnSpc>
              <a:spcBef>
                <a:spcPts val="0"/>
              </a:spcBef>
              <a:spcAft>
                <a:spcPts val="0"/>
              </a:spcAft>
              <a:buClr>
                <a:srgbClr val="E75420"/>
              </a:buClr>
              <a:buSzTx/>
              <a:buFont typeface="Symbol" pitchFamily="18" charset="2"/>
              <a:buNone/>
              <a:tabLst/>
              <a:defRPr/>
            </a:pPr>
            <a:r>
              <a:rPr lang="en-GB" sz="1300" b="1" dirty="0">
                <a:solidFill>
                  <a:srgbClr val="E75420"/>
                </a:solidFill>
                <a:latin typeface="Arial"/>
              </a:rPr>
              <a:t>Consortium Partners</a:t>
            </a:r>
            <a:endParaRPr lang="de-DE" sz="1300" b="1" dirty="0">
              <a:solidFill>
                <a:srgbClr val="E75420"/>
              </a:solidFill>
              <a:latin typeface="Arial"/>
            </a:endParaRPr>
          </a:p>
          <a:p>
            <a:pPr marL="0" lvl="0" indent="0" algn="just">
              <a:spcBef>
                <a:spcPts val="0"/>
              </a:spcBef>
              <a:buClr>
                <a:srgbClr val="E75420"/>
              </a:buClr>
              <a:buNone/>
              <a:defRPr/>
            </a:pPr>
            <a:r>
              <a:rPr lang="en-GB" sz="1300" b="1" dirty="0">
                <a:solidFill>
                  <a:srgbClr val="46535B"/>
                </a:solidFill>
                <a:latin typeface="Arial"/>
              </a:rPr>
              <a:t>NIRAS</a:t>
            </a:r>
            <a:r>
              <a:rPr lang="en-GB" sz="1300" dirty="0">
                <a:solidFill>
                  <a:srgbClr val="46535B"/>
                </a:solidFill>
                <a:latin typeface="Arial"/>
              </a:rPr>
              <a:t> IC Sp. z o. o. and NIRAS Norge AS belong to the International Consulting (NIC) division of the NIRAS Group, a consultancy and engineering company that works with worldwide donor agencies and has more than 2 400 permanent employees. With more than 45 years of international experience and management of projects in more than 120 countries</a:t>
            </a:r>
          </a:p>
          <a:p>
            <a:pPr marL="0" marR="0" lvl="0" indent="0" algn="just" defTabSz="609493" rtl="0" eaLnBrk="1" fontAlgn="auto" latinLnBrk="0" hangingPunct="1">
              <a:lnSpc>
                <a:spcPct val="120000"/>
              </a:lnSpc>
              <a:spcBef>
                <a:spcPts val="0"/>
              </a:spcBef>
              <a:spcAft>
                <a:spcPts val="0"/>
              </a:spcAft>
              <a:buClr>
                <a:srgbClr val="E75420"/>
              </a:buClr>
              <a:buSzTx/>
              <a:buFont typeface="Symbol" pitchFamily="18" charset="2"/>
              <a:buNone/>
              <a:tabLst/>
              <a:defRPr/>
            </a:pPr>
            <a:endParaRPr lang="en-GB" sz="1300" dirty="0">
              <a:solidFill>
                <a:srgbClr val="46535B"/>
              </a:solidFill>
              <a:latin typeface="Arial"/>
            </a:endParaRPr>
          </a:p>
          <a:p>
            <a:pPr marL="0" marR="0" lvl="0" indent="0" algn="just" defTabSz="609493" rtl="0" eaLnBrk="1" fontAlgn="auto" latinLnBrk="0" hangingPunct="1">
              <a:lnSpc>
                <a:spcPct val="120000"/>
              </a:lnSpc>
              <a:spcBef>
                <a:spcPts val="0"/>
              </a:spcBef>
              <a:spcAft>
                <a:spcPts val="0"/>
              </a:spcAft>
              <a:buClr>
                <a:srgbClr val="E75420"/>
              </a:buClr>
              <a:buSzTx/>
              <a:buFont typeface="Symbol" pitchFamily="18" charset="2"/>
              <a:buNone/>
              <a:tabLst/>
              <a:defRPr/>
            </a:pPr>
            <a:r>
              <a:rPr lang="en-US" sz="1300" b="1" dirty="0">
                <a:solidFill>
                  <a:srgbClr val="46535B"/>
                </a:solidFill>
                <a:latin typeface="Arial"/>
              </a:rPr>
              <a:t>ENOVA</a:t>
            </a:r>
            <a:r>
              <a:rPr lang="en-US" sz="1300" dirty="0">
                <a:solidFill>
                  <a:srgbClr val="46535B"/>
                </a:solidFill>
                <a:latin typeface="Arial"/>
              </a:rPr>
              <a:t> is a leading multi-disciplinary development consulting company with a staff of 50 full-time professionals. The company has more than 20 years of experience in environment, energy, and economic development studies. ENOVA headquarter is located in Sarajevo, Bosnia and Herzegovina, and the company has also established a representative office in Belgrade, Serbia, with successfully implemented projects through-out the region. </a:t>
            </a:r>
          </a:p>
          <a:p>
            <a:pPr marL="0" marR="0" lvl="0" indent="0" algn="just" defTabSz="609493" rtl="0" eaLnBrk="1" fontAlgn="auto" latinLnBrk="0" hangingPunct="1">
              <a:lnSpc>
                <a:spcPct val="120000"/>
              </a:lnSpc>
              <a:spcBef>
                <a:spcPts val="0"/>
              </a:spcBef>
              <a:spcAft>
                <a:spcPts val="0"/>
              </a:spcAft>
              <a:buClr>
                <a:srgbClr val="E75420"/>
              </a:buClr>
              <a:buSzTx/>
              <a:buFont typeface="Symbol" pitchFamily="18" charset="2"/>
              <a:buNone/>
              <a:tabLst/>
              <a:defRPr/>
            </a:pPr>
            <a:endParaRPr lang="en-US" sz="1300" dirty="0">
              <a:solidFill>
                <a:srgbClr val="46535B"/>
              </a:solidFill>
              <a:latin typeface="Arial"/>
            </a:endParaRPr>
          </a:p>
          <a:p>
            <a:pPr marL="0" marR="0" lvl="0" indent="0" algn="just" defTabSz="609493" rtl="0" eaLnBrk="1" fontAlgn="auto" latinLnBrk="0" hangingPunct="1">
              <a:lnSpc>
                <a:spcPct val="120000"/>
              </a:lnSpc>
              <a:spcBef>
                <a:spcPts val="0"/>
              </a:spcBef>
              <a:spcAft>
                <a:spcPts val="0"/>
              </a:spcAft>
              <a:buClr>
                <a:srgbClr val="E75420"/>
              </a:buClr>
              <a:buSzTx/>
              <a:buFont typeface="Symbol" pitchFamily="18" charset="2"/>
              <a:buNone/>
              <a:tabLst/>
              <a:defRPr/>
            </a:pPr>
            <a:r>
              <a:rPr lang="en-US" sz="1300" b="1" dirty="0" err="1">
                <a:solidFill>
                  <a:srgbClr val="46535B"/>
                </a:solidFill>
                <a:latin typeface="Arial"/>
              </a:rPr>
              <a:t>Inndego</a:t>
            </a:r>
            <a:r>
              <a:rPr lang="en-US" sz="1300" dirty="0">
                <a:solidFill>
                  <a:srgbClr val="46535B"/>
                </a:solidFill>
                <a:latin typeface="Arial"/>
              </a:rPr>
              <a:t> is a young and dynamic engineering consulting company focusing on finding innovative and modern solutions to the challenges within the public construction sector and within the large infrastructure projects of strategic importance within the public sphere. It grew out of a UK based think-tank SEER NEXUS LTD in 2011, due to high demand and with the aim to focus on direct consultancy services to the public sector in transition and developing countries.</a:t>
            </a:r>
          </a:p>
          <a:p>
            <a:pPr marL="0" marR="0" lvl="0" indent="0" algn="just" defTabSz="609493" rtl="0" eaLnBrk="1" fontAlgn="auto" latinLnBrk="0" hangingPunct="1">
              <a:lnSpc>
                <a:spcPct val="120000"/>
              </a:lnSpc>
              <a:spcBef>
                <a:spcPts val="0"/>
              </a:spcBef>
              <a:spcAft>
                <a:spcPts val="0"/>
              </a:spcAft>
              <a:buClr>
                <a:srgbClr val="E75420"/>
              </a:buClr>
              <a:buSzTx/>
              <a:buFont typeface="Symbol" pitchFamily="18" charset="2"/>
              <a:buNone/>
              <a:tabLst/>
              <a:defRPr/>
            </a:pPr>
            <a:r>
              <a:rPr lang="en-GB" sz="1200" dirty="0">
                <a:solidFill>
                  <a:srgbClr val="46535B"/>
                </a:solidFill>
                <a:latin typeface="Arial"/>
              </a:rPr>
              <a:t>. </a:t>
            </a:r>
            <a:endParaRPr lang="de-DE" sz="1200" dirty="0">
              <a:solidFill>
                <a:srgbClr val="46535B"/>
              </a:solidFill>
              <a:latin typeface="Arial"/>
            </a:endParaRPr>
          </a:p>
        </p:txBody>
      </p:sp>
      <p:pic>
        <p:nvPicPr>
          <p:cNvPr id="11" name="Picture 10">
            <a:extLst>
              <a:ext uri="{FF2B5EF4-FFF2-40B4-BE49-F238E27FC236}">
                <a16:creationId xmlns:a16="http://schemas.microsoft.com/office/drawing/2014/main" id="{39027C01-E9E1-4EEA-B282-CF56D6E354BF}"/>
              </a:ext>
            </a:extLst>
          </p:cNvPr>
          <p:cNvPicPr>
            <a:picLocks noChangeAspect="1"/>
          </p:cNvPicPr>
          <p:nvPr/>
        </p:nvPicPr>
        <p:blipFill>
          <a:blip r:embed="rId2"/>
          <a:stretch>
            <a:fillRect/>
          </a:stretch>
        </p:blipFill>
        <p:spPr>
          <a:xfrm>
            <a:off x="509050" y="2287803"/>
            <a:ext cx="1793299" cy="583097"/>
          </a:xfrm>
          <a:prstGeom prst="rect">
            <a:avLst/>
          </a:prstGeom>
        </p:spPr>
      </p:pic>
      <p:pic>
        <p:nvPicPr>
          <p:cNvPr id="9" name="Picture 8" descr="Logo&#10;&#10;Description automatically generated">
            <a:extLst>
              <a:ext uri="{FF2B5EF4-FFF2-40B4-BE49-F238E27FC236}">
                <a16:creationId xmlns:a16="http://schemas.microsoft.com/office/drawing/2014/main" id="{A7EE0D04-0AE8-4460-95F5-988BBE298B55}"/>
              </a:ext>
            </a:extLst>
          </p:cNvPr>
          <p:cNvPicPr>
            <a:picLocks noChangeAspect="1"/>
          </p:cNvPicPr>
          <p:nvPr/>
        </p:nvPicPr>
        <p:blipFill>
          <a:blip r:embed="rId3"/>
          <a:stretch>
            <a:fillRect/>
          </a:stretch>
        </p:blipFill>
        <p:spPr>
          <a:xfrm>
            <a:off x="234366" y="4913388"/>
            <a:ext cx="2067983" cy="502884"/>
          </a:xfrm>
          <a:prstGeom prst="rect">
            <a:avLst/>
          </a:prstGeom>
        </p:spPr>
      </p:pic>
      <p:pic>
        <p:nvPicPr>
          <p:cNvPr id="5" name="Picture 4">
            <a:extLst>
              <a:ext uri="{FF2B5EF4-FFF2-40B4-BE49-F238E27FC236}">
                <a16:creationId xmlns:a16="http://schemas.microsoft.com/office/drawing/2014/main" id="{F5D2C289-2659-4DC4-BAE4-5662A1D2BEC5}"/>
              </a:ext>
            </a:extLst>
          </p:cNvPr>
          <p:cNvPicPr>
            <a:picLocks noChangeAspect="1"/>
          </p:cNvPicPr>
          <p:nvPr/>
        </p:nvPicPr>
        <p:blipFill>
          <a:blip r:embed="rId4"/>
          <a:stretch>
            <a:fillRect/>
          </a:stretch>
        </p:blipFill>
        <p:spPr>
          <a:xfrm>
            <a:off x="509050" y="1234706"/>
            <a:ext cx="1793299" cy="655266"/>
          </a:xfrm>
          <a:prstGeom prst="rect">
            <a:avLst/>
          </a:prstGeom>
        </p:spPr>
      </p:pic>
      <p:pic>
        <p:nvPicPr>
          <p:cNvPr id="2" name="Picture 1">
            <a:extLst>
              <a:ext uri="{FF2B5EF4-FFF2-40B4-BE49-F238E27FC236}">
                <a16:creationId xmlns:a16="http://schemas.microsoft.com/office/drawing/2014/main" id="{D475665B-9B24-FB70-9178-FD8D6C185003}"/>
              </a:ext>
            </a:extLst>
          </p:cNvPr>
          <p:cNvPicPr>
            <a:picLocks noChangeAspect="1"/>
          </p:cNvPicPr>
          <p:nvPr/>
        </p:nvPicPr>
        <p:blipFill>
          <a:blip r:embed="rId5"/>
          <a:stretch>
            <a:fillRect/>
          </a:stretch>
        </p:blipFill>
        <p:spPr>
          <a:xfrm>
            <a:off x="10090158" y="6400801"/>
            <a:ext cx="2101842" cy="457198"/>
          </a:xfrm>
          <a:prstGeom prst="rect">
            <a:avLst/>
          </a:prstGeom>
        </p:spPr>
      </p:pic>
      <p:pic>
        <p:nvPicPr>
          <p:cNvPr id="6" name="Picture 5">
            <a:extLst>
              <a:ext uri="{FF2B5EF4-FFF2-40B4-BE49-F238E27FC236}">
                <a16:creationId xmlns:a16="http://schemas.microsoft.com/office/drawing/2014/main" id="{CB7AF83E-A289-8A2B-8AA1-EF5648873A84}"/>
              </a:ext>
            </a:extLst>
          </p:cNvPr>
          <p:cNvPicPr>
            <a:picLocks noChangeAspect="1"/>
          </p:cNvPicPr>
          <p:nvPr/>
        </p:nvPicPr>
        <p:blipFill>
          <a:blip r:embed="rId6"/>
          <a:stretch>
            <a:fillRect/>
          </a:stretch>
        </p:blipFill>
        <p:spPr>
          <a:xfrm>
            <a:off x="431400" y="3770695"/>
            <a:ext cx="1870949" cy="432811"/>
          </a:xfrm>
          <a:prstGeom prst="rect">
            <a:avLst/>
          </a:prstGeom>
        </p:spPr>
      </p:pic>
    </p:spTree>
    <p:extLst>
      <p:ext uri="{BB962C8B-B14F-4D97-AF65-F5344CB8AC3E}">
        <p14:creationId xmlns:p14="http://schemas.microsoft.com/office/powerpoint/2010/main" val="83537132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3">
            <a:extLst>
              <a:ext uri="{FF2B5EF4-FFF2-40B4-BE49-F238E27FC236}">
                <a16:creationId xmlns:a16="http://schemas.microsoft.com/office/drawing/2014/main" id="{68FE9F71-6667-6E31-4884-565E7070038F}"/>
              </a:ext>
            </a:extLst>
          </p:cNvPr>
          <p:cNvSpPr/>
          <p:nvPr/>
        </p:nvSpPr>
        <p:spPr>
          <a:xfrm>
            <a:off x="83976" y="58036"/>
            <a:ext cx="2884117" cy="6258788"/>
          </a:xfrm>
          <a:prstGeom prst="roundRect">
            <a:avLst/>
          </a:prstGeom>
          <a:solidFill>
            <a:schemeClr val="accent1">
              <a:lumMod val="40000"/>
              <a:lumOff val="60000"/>
              <a:alpha val="4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accent1"/>
              </a:solidFill>
            </a:endParaRPr>
          </a:p>
        </p:txBody>
      </p:sp>
      <p:sp>
        <p:nvSpPr>
          <p:cNvPr id="3" name="Text Placeholder 2">
            <a:extLst>
              <a:ext uri="{FF2B5EF4-FFF2-40B4-BE49-F238E27FC236}">
                <a16:creationId xmlns:a16="http://schemas.microsoft.com/office/drawing/2014/main" id="{6927C804-AF42-2644-9C6B-B5F9D6960294}"/>
              </a:ext>
            </a:extLst>
          </p:cNvPr>
          <p:cNvSpPr>
            <a:spLocks noGrp="1"/>
          </p:cNvSpPr>
          <p:nvPr>
            <p:ph type="body" sz="quarter" idx="10"/>
          </p:nvPr>
        </p:nvSpPr>
        <p:spPr>
          <a:xfrm>
            <a:off x="266818" y="231795"/>
            <a:ext cx="1986269" cy="481462"/>
          </a:xfrm>
        </p:spPr>
        <p:txBody>
          <a:bodyPr>
            <a:noAutofit/>
          </a:bodyPr>
          <a:lstStyle/>
          <a:p>
            <a:r>
              <a:rPr lang="en-GB" sz="2000" dirty="0">
                <a:solidFill>
                  <a:schemeClr val="accent1">
                    <a:lumMod val="75000"/>
                  </a:schemeClr>
                </a:solidFill>
              </a:rPr>
              <a:t>Project Info</a:t>
            </a:r>
            <a:endParaRPr lang="en-US" sz="2000" dirty="0">
              <a:solidFill>
                <a:schemeClr val="accent1">
                  <a:lumMod val="75000"/>
                </a:schemeClr>
              </a:solidFill>
            </a:endParaRPr>
          </a:p>
        </p:txBody>
      </p:sp>
      <p:sp>
        <p:nvSpPr>
          <p:cNvPr id="5" name="Text Placeholder 4">
            <a:extLst>
              <a:ext uri="{FF2B5EF4-FFF2-40B4-BE49-F238E27FC236}">
                <a16:creationId xmlns:a16="http://schemas.microsoft.com/office/drawing/2014/main" id="{57E64AB6-4692-2841-8C80-2D595D8820FB}"/>
              </a:ext>
            </a:extLst>
          </p:cNvPr>
          <p:cNvSpPr>
            <a:spLocks noGrp="1"/>
          </p:cNvSpPr>
          <p:nvPr>
            <p:ph type="body" sz="half" idx="17"/>
          </p:nvPr>
        </p:nvSpPr>
        <p:spPr>
          <a:xfrm>
            <a:off x="3107707" y="472526"/>
            <a:ext cx="8817475" cy="5718411"/>
          </a:xfrm>
        </p:spPr>
        <p:txBody>
          <a:bodyPr>
            <a:normAutofit/>
          </a:bodyPr>
          <a:lstStyle/>
          <a:p>
            <a:pPr>
              <a:lnSpc>
                <a:spcPct val="80000"/>
              </a:lnSpc>
            </a:pPr>
            <a:r>
              <a:rPr lang="en-US" sz="1900" b="1" dirty="0">
                <a:solidFill>
                  <a:schemeClr val="accent1">
                    <a:lumMod val="75000"/>
                  </a:schemeClr>
                </a:solidFill>
              </a:rPr>
              <a:t>Name: EU4Energy Technical Assistance to the energy sector in BiH</a:t>
            </a:r>
          </a:p>
          <a:p>
            <a:pPr>
              <a:lnSpc>
                <a:spcPct val="80000"/>
              </a:lnSpc>
            </a:pPr>
            <a:endParaRPr lang="en-US" sz="1900" dirty="0">
              <a:solidFill>
                <a:schemeClr val="tx1"/>
              </a:solidFill>
            </a:endParaRPr>
          </a:p>
          <a:p>
            <a:pPr marL="342900" indent="-342900">
              <a:lnSpc>
                <a:spcPct val="80000"/>
              </a:lnSpc>
              <a:buFont typeface="Wingdings" panose="05000000000000000000" pitchFamily="2" charset="2"/>
              <a:buChar char="ü"/>
            </a:pPr>
            <a:r>
              <a:rPr lang="en-US" sz="1900" dirty="0">
                <a:solidFill>
                  <a:schemeClr val="tx1"/>
                </a:solidFill>
              </a:rPr>
              <a:t>Duration: </a:t>
            </a:r>
            <a:r>
              <a:rPr lang="en-US" sz="1900" b="1" dirty="0">
                <a:solidFill>
                  <a:schemeClr val="accent1">
                    <a:lumMod val="75000"/>
                  </a:schemeClr>
                </a:solidFill>
              </a:rPr>
              <a:t>Initial 36 months+12 months extension </a:t>
            </a:r>
          </a:p>
          <a:p>
            <a:pPr marL="342900" indent="-342900">
              <a:lnSpc>
                <a:spcPct val="80000"/>
              </a:lnSpc>
              <a:buFont typeface="Wingdings" panose="05000000000000000000" pitchFamily="2" charset="2"/>
              <a:buChar char="ü"/>
            </a:pPr>
            <a:r>
              <a:rPr lang="en-US" sz="1900" dirty="0">
                <a:solidFill>
                  <a:schemeClr val="tx1"/>
                </a:solidFill>
              </a:rPr>
              <a:t>Project end: </a:t>
            </a:r>
            <a:r>
              <a:rPr lang="en-US" sz="1900" b="1" dirty="0">
                <a:solidFill>
                  <a:schemeClr val="accent1">
                    <a:lumMod val="75000"/>
                  </a:schemeClr>
                </a:solidFill>
              </a:rPr>
              <a:t>end of August 2026</a:t>
            </a:r>
          </a:p>
          <a:p>
            <a:pPr marL="342900" indent="-342900">
              <a:lnSpc>
                <a:spcPct val="80000"/>
              </a:lnSpc>
              <a:buFont typeface="Wingdings" panose="05000000000000000000" pitchFamily="2" charset="2"/>
              <a:buChar char="ü"/>
            </a:pPr>
            <a:r>
              <a:rPr lang="en-US" sz="1900" dirty="0">
                <a:solidFill>
                  <a:schemeClr val="tx1"/>
                </a:solidFill>
              </a:rPr>
              <a:t>Launched: </a:t>
            </a:r>
            <a:r>
              <a:rPr lang="en-US" sz="1900" b="1" dirty="0">
                <a:solidFill>
                  <a:schemeClr val="accent1">
                    <a:lumMod val="75000"/>
                  </a:schemeClr>
                </a:solidFill>
              </a:rPr>
              <a:t>Sept 2022</a:t>
            </a:r>
          </a:p>
        </p:txBody>
      </p:sp>
      <p:sp>
        <p:nvSpPr>
          <p:cNvPr id="7" name="Slide Number Placeholder 6">
            <a:extLst>
              <a:ext uri="{FF2B5EF4-FFF2-40B4-BE49-F238E27FC236}">
                <a16:creationId xmlns:a16="http://schemas.microsoft.com/office/drawing/2014/main" id="{80722D87-C134-A149-B9C1-9242FFBD9410}"/>
              </a:ext>
            </a:extLst>
          </p:cNvPr>
          <p:cNvSpPr>
            <a:spLocks noGrp="1"/>
          </p:cNvSpPr>
          <p:nvPr>
            <p:ph type="sldNum" sz="quarter" idx="19"/>
          </p:nvPr>
        </p:nvSpPr>
        <p:spPr/>
        <p:txBody>
          <a:bodyPr/>
          <a:lstStyle/>
          <a:p>
            <a:fld id="{FC1D1ACA-FB83-934A-8F4B-0DD1CC60E8BD}" type="slidenum">
              <a:rPr lang="en-US" smtClean="0"/>
              <a:pPr/>
              <a:t>3</a:t>
            </a:fld>
            <a:r>
              <a:rPr lang="en-US"/>
              <a:t> |</a:t>
            </a:r>
            <a:endParaRPr lang="en-US" dirty="0"/>
          </a:p>
        </p:txBody>
      </p:sp>
      <p:sp>
        <p:nvSpPr>
          <p:cNvPr id="8" name="Text Placeholder 4">
            <a:extLst>
              <a:ext uri="{FF2B5EF4-FFF2-40B4-BE49-F238E27FC236}">
                <a16:creationId xmlns:a16="http://schemas.microsoft.com/office/drawing/2014/main" id="{84B378A3-490E-4DF4-8239-663A2C68AAA3}"/>
              </a:ext>
            </a:extLst>
          </p:cNvPr>
          <p:cNvSpPr txBox="1">
            <a:spLocks/>
          </p:cNvSpPr>
          <p:nvPr/>
        </p:nvSpPr>
        <p:spPr>
          <a:xfrm>
            <a:off x="7902372" y="2931876"/>
            <a:ext cx="3883196" cy="2354499"/>
          </a:xfrm>
          <a:prstGeom prst="rect">
            <a:avLst/>
          </a:prstGeom>
        </p:spPr>
        <p:txBody>
          <a:bodyPr vert="horz" lIns="91440" tIns="45720" rIns="91440" bIns="45720" rtlCol="0" anchor="t">
            <a:normAutofit/>
          </a:bodyPr>
          <a:lstStyle>
            <a:lvl1pPr marL="0" indent="0" algn="l" defTabSz="914400" rtl="0" eaLnBrk="1" latinLnBrk="0" hangingPunct="1">
              <a:lnSpc>
                <a:spcPct val="100000"/>
              </a:lnSpc>
              <a:spcBef>
                <a:spcPts val="1000"/>
              </a:spcBef>
              <a:buFont typeface="Wingdings" pitchFamily="2" charset="2"/>
              <a:buNone/>
              <a:defRPr lang="en-US"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lang="en-US"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lang="en-US"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lang="en-US"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lang="en-US"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900" b="1" dirty="0"/>
              <a:t>DAI Team </a:t>
            </a:r>
          </a:p>
          <a:p>
            <a:r>
              <a:rPr lang="en-US" sz="1900" dirty="0"/>
              <a:t>Martin </a:t>
            </a:r>
            <a:r>
              <a:rPr lang="en-US" sz="1900" dirty="0" err="1"/>
              <a:t>Zlatev</a:t>
            </a:r>
            <a:r>
              <a:rPr lang="en-US" sz="1900" dirty="0"/>
              <a:t>,  Project Director</a:t>
            </a:r>
          </a:p>
          <a:p>
            <a:r>
              <a:rPr lang="en-US" sz="1900" dirty="0" err="1"/>
              <a:t>Bernat</a:t>
            </a:r>
            <a:r>
              <a:rPr lang="en-US" sz="1900" dirty="0"/>
              <a:t> </a:t>
            </a:r>
            <a:r>
              <a:rPr lang="en-US" sz="1900" dirty="0" err="1"/>
              <a:t>Palleja</a:t>
            </a:r>
            <a:r>
              <a:rPr lang="en-US" sz="1900" dirty="0"/>
              <a:t> </a:t>
            </a:r>
            <a:r>
              <a:rPr lang="en-US" sz="1900" dirty="0" err="1"/>
              <a:t>Claveria</a:t>
            </a:r>
            <a:r>
              <a:rPr lang="en-US" sz="1900" dirty="0"/>
              <a:t>, Project Manager </a:t>
            </a:r>
          </a:p>
          <a:p>
            <a:r>
              <a:rPr lang="en-US" sz="1900" dirty="0"/>
              <a:t>Mariola </a:t>
            </a:r>
            <a:r>
              <a:rPr lang="en-US" sz="1900" dirty="0" err="1"/>
              <a:t>Ostrowska</a:t>
            </a:r>
            <a:r>
              <a:rPr lang="en-US" sz="1900" dirty="0"/>
              <a:t>, Project Accountant </a:t>
            </a:r>
          </a:p>
        </p:txBody>
      </p:sp>
      <p:sp>
        <p:nvSpPr>
          <p:cNvPr id="9" name="Text Placeholder 4">
            <a:extLst>
              <a:ext uri="{FF2B5EF4-FFF2-40B4-BE49-F238E27FC236}">
                <a16:creationId xmlns:a16="http://schemas.microsoft.com/office/drawing/2014/main" id="{234E7337-CCAF-4144-81E6-F4FDF616E3B1}"/>
              </a:ext>
            </a:extLst>
          </p:cNvPr>
          <p:cNvSpPr txBox="1">
            <a:spLocks/>
          </p:cNvSpPr>
          <p:nvPr/>
        </p:nvSpPr>
        <p:spPr>
          <a:xfrm>
            <a:off x="3107707" y="3008076"/>
            <a:ext cx="4407518" cy="2183049"/>
          </a:xfrm>
          <a:prstGeom prst="rect">
            <a:avLst/>
          </a:prstGeom>
        </p:spPr>
        <p:txBody>
          <a:bodyPr vert="horz" lIns="91440" tIns="45720" rIns="91440" bIns="45720" rtlCol="0" anchor="t">
            <a:normAutofit fontScale="77500" lnSpcReduction="20000"/>
          </a:bodyPr>
          <a:lstStyle>
            <a:lvl1pPr marL="0" indent="0" algn="l" defTabSz="914400" rtl="0" eaLnBrk="1" latinLnBrk="0" hangingPunct="1">
              <a:lnSpc>
                <a:spcPct val="100000"/>
              </a:lnSpc>
              <a:spcBef>
                <a:spcPts val="1000"/>
              </a:spcBef>
              <a:buFont typeface="Wingdings" pitchFamily="2" charset="2"/>
              <a:buNone/>
              <a:defRPr lang="en-US"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lang="en-US"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lang="en-US"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lang="en-US"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lang="en-US"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500" b="1" dirty="0"/>
              <a:t>Project Team</a:t>
            </a:r>
          </a:p>
          <a:p>
            <a:r>
              <a:rPr lang="en-US" sz="2500" b="1" dirty="0">
                <a:solidFill>
                  <a:schemeClr val="tx1"/>
                </a:solidFill>
              </a:rPr>
              <a:t>Team Leader &amp; KE 1</a:t>
            </a:r>
            <a:r>
              <a:rPr lang="en-US" sz="2500" dirty="0">
                <a:solidFill>
                  <a:schemeClr val="tx1"/>
                </a:solidFill>
              </a:rPr>
              <a:t>- Nikos Tsakalidis</a:t>
            </a:r>
          </a:p>
          <a:p>
            <a:r>
              <a:rPr lang="en-US" sz="2500" b="1" dirty="0">
                <a:solidFill>
                  <a:schemeClr val="tx1"/>
                </a:solidFill>
              </a:rPr>
              <a:t>Deputy Team Leader </a:t>
            </a:r>
            <a:r>
              <a:rPr lang="en-US" sz="2500" dirty="0">
                <a:solidFill>
                  <a:schemeClr val="tx1"/>
                </a:solidFill>
              </a:rPr>
              <a:t>– </a:t>
            </a:r>
            <a:r>
              <a:rPr lang="en-US" sz="2500" dirty="0" err="1">
                <a:solidFill>
                  <a:schemeClr val="tx1"/>
                </a:solidFill>
              </a:rPr>
              <a:t>Fethi</a:t>
            </a:r>
            <a:r>
              <a:rPr lang="en-US" sz="2500" dirty="0">
                <a:solidFill>
                  <a:schemeClr val="tx1"/>
                </a:solidFill>
              </a:rPr>
              <a:t> </a:t>
            </a:r>
            <a:r>
              <a:rPr lang="en-US" sz="2500" dirty="0" err="1">
                <a:solidFill>
                  <a:schemeClr val="tx1"/>
                </a:solidFill>
              </a:rPr>
              <a:t>Silajdzic</a:t>
            </a:r>
            <a:endParaRPr lang="en-US" sz="2500" dirty="0">
              <a:solidFill>
                <a:schemeClr val="tx1"/>
              </a:solidFill>
            </a:endParaRPr>
          </a:p>
          <a:p>
            <a:r>
              <a:rPr lang="en-US" sz="2500" b="1" dirty="0">
                <a:solidFill>
                  <a:schemeClr val="tx1"/>
                </a:solidFill>
              </a:rPr>
              <a:t>KE 2 –</a:t>
            </a:r>
            <a:r>
              <a:rPr lang="en-US" sz="2500" dirty="0">
                <a:solidFill>
                  <a:schemeClr val="tx1"/>
                </a:solidFill>
              </a:rPr>
              <a:t> </a:t>
            </a:r>
            <a:r>
              <a:rPr lang="en-US" sz="2500" dirty="0" err="1">
                <a:solidFill>
                  <a:schemeClr val="tx1"/>
                </a:solidFill>
              </a:rPr>
              <a:t>Branislava</a:t>
            </a:r>
            <a:r>
              <a:rPr lang="en-US" sz="2500" dirty="0">
                <a:solidFill>
                  <a:schemeClr val="tx1"/>
                </a:solidFill>
              </a:rPr>
              <a:t> </a:t>
            </a:r>
            <a:r>
              <a:rPr lang="en-US" sz="2500" dirty="0" err="1">
                <a:solidFill>
                  <a:schemeClr val="tx1"/>
                </a:solidFill>
              </a:rPr>
              <a:t>Lepotić</a:t>
            </a:r>
            <a:r>
              <a:rPr lang="en-US" sz="2500" dirty="0">
                <a:solidFill>
                  <a:schemeClr val="tx1"/>
                </a:solidFill>
              </a:rPr>
              <a:t> </a:t>
            </a:r>
            <a:r>
              <a:rPr lang="en-US" sz="2500" dirty="0" err="1">
                <a:solidFill>
                  <a:schemeClr val="tx1"/>
                </a:solidFill>
              </a:rPr>
              <a:t>Kovačević</a:t>
            </a:r>
            <a:endParaRPr lang="en-US" sz="2500" dirty="0">
              <a:solidFill>
                <a:schemeClr val="tx1"/>
              </a:solidFill>
            </a:endParaRPr>
          </a:p>
          <a:p>
            <a:r>
              <a:rPr lang="en-US" sz="2500" b="1" dirty="0">
                <a:solidFill>
                  <a:schemeClr val="tx1"/>
                </a:solidFill>
              </a:rPr>
              <a:t>KE 3 </a:t>
            </a:r>
            <a:r>
              <a:rPr lang="en-US" sz="2500" dirty="0">
                <a:solidFill>
                  <a:schemeClr val="tx1"/>
                </a:solidFill>
              </a:rPr>
              <a:t>– Zoran </a:t>
            </a:r>
            <a:r>
              <a:rPr lang="en-US" sz="2500" dirty="0" err="1">
                <a:solidFill>
                  <a:schemeClr val="tx1"/>
                </a:solidFill>
              </a:rPr>
              <a:t>Bogunović</a:t>
            </a:r>
            <a:endParaRPr lang="en-US" sz="2500" dirty="0">
              <a:solidFill>
                <a:schemeClr val="tx1"/>
              </a:solidFill>
            </a:endParaRPr>
          </a:p>
          <a:p>
            <a:r>
              <a:rPr lang="en-US" sz="2500" b="1" dirty="0">
                <a:solidFill>
                  <a:schemeClr val="tx1"/>
                </a:solidFill>
              </a:rPr>
              <a:t>Office Manager </a:t>
            </a:r>
            <a:r>
              <a:rPr lang="en-US" sz="2500" dirty="0">
                <a:solidFill>
                  <a:schemeClr val="tx1"/>
                </a:solidFill>
              </a:rPr>
              <a:t>- Amra </a:t>
            </a:r>
            <a:r>
              <a:rPr lang="en-US" sz="2500" dirty="0" err="1">
                <a:solidFill>
                  <a:schemeClr val="tx1"/>
                </a:solidFill>
              </a:rPr>
              <a:t>Rustanović</a:t>
            </a:r>
            <a:endParaRPr lang="en-US" dirty="0">
              <a:solidFill>
                <a:schemeClr val="tx1"/>
              </a:solidFill>
            </a:endParaRPr>
          </a:p>
        </p:txBody>
      </p:sp>
      <p:sp>
        <p:nvSpPr>
          <p:cNvPr id="10" name="TextBox 9">
            <a:extLst>
              <a:ext uri="{FF2B5EF4-FFF2-40B4-BE49-F238E27FC236}">
                <a16:creationId xmlns:a16="http://schemas.microsoft.com/office/drawing/2014/main" id="{6C546054-1027-4925-B866-1D63F2B40A6B}"/>
              </a:ext>
            </a:extLst>
          </p:cNvPr>
          <p:cNvSpPr txBox="1"/>
          <p:nvPr/>
        </p:nvSpPr>
        <p:spPr>
          <a:xfrm>
            <a:off x="4967288" y="5669220"/>
            <a:ext cx="3671887" cy="369332"/>
          </a:xfrm>
          <a:prstGeom prst="rect">
            <a:avLst/>
          </a:prstGeom>
          <a:solidFill>
            <a:schemeClr val="accent2">
              <a:lumMod val="20000"/>
              <a:lumOff val="80000"/>
            </a:schemeClr>
          </a:solidFill>
        </p:spPr>
        <p:txBody>
          <a:bodyPr wrap="square">
            <a:spAutoFit/>
          </a:bodyPr>
          <a:lstStyle/>
          <a:p>
            <a:r>
              <a:rPr lang="en-US" b="1" dirty="0"/>
              <a:t>Pool of NKEs and backstopping </a:t>
            </a:r>
          </a:p>
        </p:txBody>
      </p:sp>
      <p:pic>
        <p:nvPicPr>
          <p:cNvPr id="2" name="Picture 1">
            <a:extLst>
              <a:ext uri="{FF2B5EF4-FFF2-40B4-BE49-F238E27FC236}">
                <a16:creationId xmlns:a16="http://schemas.microsoft.com/office/drawing/2014/main" id="{2891EB3A-95AA-C0A1-2094-F20328F8CC46}"/>
              </a:ext>
            </a:extLst>
          </p:cNvPr>
          <p:cNvPicPr>
            <a:picLocks noChangeAspect="1"/>
          </p:cNvPicPr>
          <p:nvPr/>
        </p:nvPicPr>
        <p:blipFill>
          <a:blip r:embed="rId2"/>
          <a:stretch>
            <a:fillRect/>
          </a:stretch>
        </p:blipFill>
        <p:spPr>
          <a:xfrm>
            <a:off x="10090158" y="6400801"/>
            <a:ext cx="2101842" cy="457198"/>
          </a:xfrm>
          <a:prstGeom prst="rect">
            <a:avLst/>
          </a:prstGeom>
        </p:spPr>
      </p:pic>
    </p:spTree>
    <p:extLst>
      <p:ext uri="{BB962C8B-B14F-4D97-AF65-F5344CB8AC3E}">
        <p14:creationId xmlns:p14="http://schemas.microsoft.com/office/powerpoint/2010/main" val="1547097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2EE9AD2-DE75-AA5A-5B5D-A28CF79DADAE}"/>
              </a:ext>
            </a:extLst>
          </p:cNvPr>
          <p:cNvSpPr/>
          <p:nvPr/>
        </p:nvSpPr>
        <p:spPr>
          <a:xfrm>
            <a:off x="7954088" y="747564"/>
            <a:ext cx="4051475" cy="4434035"/>
          </a:xfrm>
          <a:prstGeom prst="rect">
            <a:avLst/>
          </a:prstGeom>
          <a:solidFill>
            <a:schemeClr val="accent6">
              <a:lumMod val="20000"/>
              <a:lumOff val="80000"/>
              <a:alpha val="45000"/>
            </a:schemeClr>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solidFill>
                <a:schemeClr val="accent1"/>
              </a:solidFill>
            </a:endParaRPr>
          </a:p>
        </p:txBody>
      </p:sp>
      <p:sp>
        <p:nvSpPr>
          <p:cNvPr id="3" name="Text Placeholder 2">
            <a:extLst>
              <a:ext uri="{FF2B5EF4-FFF2-40B4-BE49-F238E27FC236}">
                <a16:creationId xmlns:a16="http://schemas.microsoft.com/office/drawing/2014/main" id="{6927C804-AF42-2644-9C6B-B5F9D6960294}"/>
              </a:ext>
            </a:extLst>
          </p:cNvPr>
          <p:cNvSpPr>
            <a:spLocks noGrp="1"/>
          </p:cNvSpPr>
          <p:nvPr>
            <p:ph type="body" sz="quarter" idx="10"/>
          </p:nvPr>
        </p:nvSpPr>
        <p:spPr>
          <a:xfrm>
            <a:off x="198131" y="472526"/>
            <a:ext cx="2550282" cy="481462"/>
          </a:xfrm>
        </p:spPr>
        <p:txBody>
          <a:bodyPr>
            <a:noAutofit/>
          </a:bodyPr>
          <a:lstStyle/>
          <a:p>
            <a:r>
              <a:rPr lang="en-GB" sz="2000" dirty="0">
                <a:solidFill>
                  <a:schemeClr val="accent1">
                    <a:lumMod val="75000"/>
                  </a:schemeClr>
                </a:solidFill>
              </a:rPr>
              <a:t>Project Beneficiaries</a:t>
            </a:r>
            <a:endParaRPr lang="en-US" sz="2000" dirty="0">
              <a:solidFill>
                <a:schemeClr val="accent1">
                  <a:lumMod val="75000"/>
                </a:schemeClr>
              </a:solidFill>
            </a:endParaRPr>
          </a:p>
        </p:txBody>
      </p:sp>
      <p:sp>
        <p:nvSpPr>
          <p:cNvPr id="7" name="Slide Number Placeholder 6">
            <a:extLst>
              <a:ext uri="{FF2B5EF4-FFF2-40B4-BE49-F238E27FC236}">
                <a16:creationId xmlns:a16="http://schemas.microsoft.com/office/drawing/2014/main" id="{80722D87-C134-A149-B9C1-9242FFBD9410}"/>
              </a:ext>
            </a:extLst>
          </p:cNvPr>
          <p:cNvSpPr>
            <a:spLocks noGrp="1"/>
          </p:cNvSpPr>
          <p:nvPr>
            <p:ph type="sldNum" sz="quarter" idx="19"/>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r>
              <a:rPr kumimoji="0" lang="en-US" sz="1400" b="1" i="0" u="none" strike="noStrike" kern="1200" cap="none" spc="0" normalizeH="0" baseline="0" noProof="0">
                <a:ln>
                  <a:noFill/>
                </a:ln>
                <a:solidFill>
                  <a:srgbClr val="56687B"/>
                </a:solidFill>
                <a:effectLst/>
                <a:uLnTx/>
                <a:uFillTx/>
                <a:latin typeface="Arial" panose="020B0604020202020204"/>
                <a:ea typeface="+mn-ea"/>
                <a:cs typeface="+mn-cs"/>
              </a:rPr>
              <a:t> |</a:t>
            </a:r>
            <a:endParaRPr kumimoji="0" lang="en-US" sz="1400" b="1" i="0" u="none" strike="noStrike" kern="1200" cap="none" spc="0" normalizeH="0" baseline="0" noProof="0" dirty="0">
              <a:ln>
                <a:noFill/>
              </a:ln>
              <a:solidFill>
                <a:srgbClr val="56687B"/>
              </a:solidFill>
              <a:effectLst/>
              <a:uLnTx/>
              <a:uFillTx/>
              <a:latin typeface="Arial" panose="020B0604020202020204"/>
              <a:ea typeface="+mn-ea"/>
              <a:cs typeface="+mn-cs"/>
            </a:endParaRPr>
          </a:p>
        </p:txBody>
      </p:sp>
      <p:sp>
        <p:nvSpPr>
          <p:cNvPr id="8" name="Text Placeholder 3">
            <a:extLst>
              <a:ext uri="{FF2B5EF4-FFF2-40B4-BE49-F238E27FC236}">
                <a16:creationId xmlns:a16="http://schemas.microsoft.com/office/drawing/2014/main" id="{A43F8E14-F837-4152-B60E-A9A27907CD3F}"/>
              </a:ext>
            </a:extLst>
          </p:cNvPr>
          <p:cNvSpPr txBox="1">
            <a:spLocks/>
          </p:cNvSpPr>
          <p:nvPr/>
        </p:nvSpPr>
        <p:spPr>
          <a:xfrm>
            <a:off x="3589180" y="747564"/>
            <a:ext cx="3923839" cy="4434035"/>
          </a:xfrm>
          <a:prstGeom prst="rect">
            <a:avLst/>
          </a:prstGeom>
          <a:solidFill>
            <a:schemeClr val="accent1">
              <a:lumMod val="40000"/>
              <a:lumOff val="60000"/>
            </a:schemeClr>
          </a:solidFill>
        </p:spPr>
        <p:txBody>
          <a:bodyPr vert="horz" lIns="91440" tIns="45720" rIns="91440" bIns="45720" rtlCol="0">
            <a:normAutofit fontScale="92500" lnSpcReduction="10000"/>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457200" indent="0" algn="l" defTabSz="914400" rtl="0" eaLnBrk="1" latinLnBrk="0" hangingPunct="1">
              <a:spcBef>
                <a:spcPct val="20000"/>
              </a:spcBef>
              <a:buFont typeface="Arial" pitchFamily="34" charset="0"/>
              <a:buNone/>
              <a:defRPr sz="1200" kern="1200">
                <a:solidFill>
                  <a:schemeClr val="tx1"/>
                </a:solidFill>
                <a:latin typeface="+mn-lt"/>
                <a:ea typeface="+mn-ea"/>
                <a:cs typeface="+mn-cs"/>
              </a:defRPr>
            </a:lvl2pPr>
            <a:lvl3pPr marL="914400" indent="0" algn="l" defTabSz="914400" rtl="0" eaLnBrk="1" latinLnBrk="0" hangingPunct="1">
              <a:spcBef>
                <a:spcPct val="20000"/>
              </a:spcBef>
              <a:buFont typeface="Arial" pitchFamily="34" charset="0"/>
              <a:buNone/>
              <a:defRPr sz="1000" kern="1200">
                <a:solidFill>
                  <a:schemeClr val="tx1"/>
                </a:solidFill>
                <a:latin typeface="+mn-lt"/>
                <a:ea typeface="+mn-ea"/>
                <a:cs typeface="+mn-cs"/>
              </a:defRPr>
            </a:lvl3pPr>
            <a:lvl4pPr marL="13716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4pPr>
            <a:lvl5pPr marL="18288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5pPr>
            <a:lvl6pPr marL="22860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9pPr>
          </a:lstStyle>
          <a:p>
            <a:pPr>
              <a:lnSpc>
                <a:spcPct val="65000"/>
              </a:lnSpc>
              <a:defRPr/>
            </a:pPr>
            <a:endParaRPr lang="en-US" b="1" dirty="0">
              <a:solidFill>
                <a:sysClr val="windowText" lastClr="000000"/>
              </a:solidFill>
            </a:endParaRPr>
          </a:p>
          <a:p>
            <a:pPr algn="ctr">
              <a:lnSpc>
                <a:spcPct val="65000"/>
              </a:lnSpc>
              <a:defRPr/>
            </a:pPr>
            <a:r>
              <a:rPr lang="en-US" sz="1900" b="1" dirty="0">
                <a:solidFill>
                  <a:srgbClr val="0070C0"/>
                </a:solidFill>
              </a:rPr>
              <a:t>Direct Project Beneficiaries   </a:t>
            </a:r>
          </a:p>
          <a:p>
            <a:pPr>
              <a:lnSpc>
                <a:spcPct val="65000"/>
              </a:lnSpc>
              <a:defRPr/>
            </a:pPr>
            <a:endParaRPr lang="en-US" b="1" dirty="0">
              <a:solidFill>
                <a:sysClr val="windowText" lastClr="000000"/>
              </a:solidFill>
            </a:endParaRPr>
          </a:p>
          <a:p>
            <a:pPr marL="285750" indent="-285750">
              <a:lnSpc>
                <a:spcPct val="110000"/>
              </a:lnSpc>
              <a:spcBef>
                <a:spcPts val="0"/>
              </a:spcBef>
              <a:buFont typeface="Wingdings" panose="05000000000000000000" pitchFamily="2" charset="2"/>
              <a:buChar char="q"/>
              <a:defRPr/>
            </a:pPr>
            <a:r>
              <a:rPr lang="en-US" sz="1700" b="1" dirty="0">
                <a:solidFill>
                  <a:sysClr val="window" lastClr="FFFFFF">
                    <a:lumMod val="50000"/>
                  </a:sysClr>
                </a:solidFill>
              </a:rPr>
              <a:t>State level</a:t>
            </a:r>
          </a:p>
          <a:p>
            <a:pPr marL="285750" indent="-285750">
              <a:lnSpc>
                <a:spcPct val="110000"/>
              </a:lnSpc>
              <a:spcBef>
                <a:spcPts val="0"/>
              </a:spcBef>
              <a:buFont typeface="Wingdings" pitchFamily="2" charset="2"/>
              <a:buChar char="ü"/>
              <a:defRPr/>
            </a:pPr>
            <a:r>
              <a:rPr lang="en-US" sz="1700" b="1" dirty="0">
                <a:solidFill>
                  <a:sysClr val="window" lastClr="FFFFFF">
                    <a:lumMod val="50000"/>
                  </a:sysClr>
                </a:solidFill>
              </a:rPr>
              <a:t>BiH Ministry of Foreign Trade and Economic Relations</a:t>
            </a:r>
          </a:p>
          <a:p>
            <a:pPr marL="285750" indent="-285750">
              <a:lnSpc>
                <a:spcPct val="110000"/>
              </a:lnSpc>
              <a:spcBef>
                <a:spcPts val="0"/>
              </a:spcBef>
              <a:buFont typeface="Wingdings" pitchFamily="2" charset="2"/>
              <a:buChar char="ü"/>
              <a:defRPr/>
            </a:pPr>
            <a:endParaRPr lang="en-US" sz="1700" b="1" dirty="0">
              <a:solidFill>
                <a:sysClr val="window" lastClr="FFFFFF">
                  <a:lumMod val="50000"/>
                </a:sysClr>
              </a:solidFill>
            </a:endParaRPr>
          </a:p>
          <a:p>
            <a:pPr marL="285750" indent="-285750">
              <a:lnSpc>
                <a:spcPct val="110000"/>
              </a:lnSpc>
              <a:spcBef>
                <a:spcPts val="0"/>
              </a:spcBef>
              <a:buFont typeface="Wingdings" panose="05000000000000000000" pitchFamily="2" charset="2"/>
              <a:buChar char="q"/>
              <a:defRPr/>
            </a:pPr>
            <a:r>
              <a:rPr lang="en-US" sz="1700" b="1" dirty="0">
                <a:solidFill>
                  <a:sysClr val="window" lastClr="FFFFFF">
                    <a:lumMod val="50000"/>
                  </a:sysClr>
                </a:solidFill>
              </a:rPr>
              <a:t>Federation of BiH</a:t>
            </a:r>
          </a:p>
          <a:p>
            <a:pPr marL="285750" indent="-285750">
              <a:lnSpc>
                <a:spcPct val="110000"/>
              </a:lnSpc>
              <a:spcBef>
                <a:spcPts val="0"/>
              </a:spcBef>
              <a:buFont typeface="Wingdings" pitchFamily="2" charset="2"/>
              <a:buChar char="ü"/>
              <a:defRPr/>
            </a:pPr>
            <a:r>
              <a:rPr lang="en-US" sz="1700" b="1" dirty="0">
                <a:solidFill>
                  <a:sysClr val="window" lastClr="FFFFFF">
                    <a:lumMod val="50000"/>
                  </a:sysClr>
                </a:solidFill>
              </a:rPr>
              <a:t>Federal Ministry of Energy, Mining and Industry </a:t>
            </a:r>
          </a:p>
          <a:p>
            <a:pPr marL="285750" indent="-285750">
              <a:lnSpc>
                <a:spcPct val="110000"/>
              </a:lnSpc>
              <a:spcBef>
                <a:spcPts val="0"/>
              </a:spcBef>
              <a:buFont typeface="Wingdings" pitchFamily="2" charset="2"/>
              <a:buChar char="ü"/>
              <a:defRPr/>
            </a:pPr>
            <a:endParaRPr lang="en-US" sz="1700" b="1" dirty="0">
              <a:solidFill>
                <a:sysClr val="window" lastClr="FFFFFF">
                  <a:lumMod val="50000"/>
                </a:sysClr>
              </a:solidFill>
            </a:endParaRPr>
          </a:p>
          <a:p>
            <a:pPr marL="285750" indent="-285750">
              <a:lnSpc>
                <a:spcPct val="120000"/>
              </a:lnSpc>
              <a:spcBef>
                <a:spcPts val="0"/>
              </a:spcBef>
              <a:buFont typeface="Wingdings" panose="05000000000000000000" pitchFamily="2" charset="2"/>
              <a:buChar char="q"/>
              <a:defRPr/>
            </a:pPr>
            <a:r>
              <a:rPr lang="en-US" sz="1700" b="1" dirty="0" err="1">
                <a:solidFill>
                  <a:sysClr val="window" lastClr="FFFFFF">
                    <a:lumMod val="50000"/>
                  </a:sysClr>
                </a:solidFill>
              </a:rPr>
              <a:t>Republika</a:t>
            </a:r>
            <a:r>
              <a:rPr lang="en-US" sz="1700" b="1" dirty="0">
                <a:solidFill>
                  <a:sysClr val="window" lastClr="FFFFFF">
                    <a:lumMod val="50000"/>
                  </a:sysClr>
                </a:solidFill>
              </a:rPr>
              <a:t> Srpska</a:t>
            </a:r>
          </a:p>
          <a:p>
            <a:pPr marL="285750" indent="-285750">
              <a:lnSpc>
                <a:spcPct val="120000"/>
              </a:lnSpc>
              <a:spcBef>
                <a:spcPts val="0"/>
              </a:spcBef>
              <a:buFont typeface="Wingdings" pitchFamily="2" charset="2"/>
              <a:buChar char="ü"/>
              <a:defRPr/>
            </a:pPr>
            <a:r>
              <a:rPr lang="en-US" sz="1700" b="1" dirty="0">
                <a:solidFill>
                  <a:sysClr val="window" lastClr="FFFFFF">
                    <a:lumMod val="50000"/>
                  </a:sysClr>
                </a:solidFill>
              </a:rPr>
              <a:t>Ministry of Energy and Mining </a:t>
            </a:r>
          </a:p>
          <a:p>
            <a:pPr marL="285750" indent="-285750">
              <a:lnSpc>
                <a:spcPct val="120000"/>
              </a:lnSpc>
              <a:spcBef>
                <a:spcPts val="0"/>
              </a:spcBef>
              <a:buFont typeface="Wingdings" pitchFamily="2" charset="2"/>
              <a:buChar char="ü"/>
              <a:defRPr/>
            </a:pPr>
            <a:endParaRPr lang="en-US" sz="1700" b="1" dirty="0">
              <a:solidFill>
                <a:sysClr val="window" lastClr="FFFFFF">
                  <a:lumMod val="50000"/>
                </a:sysClr>
              </a:solidFill>
            </a:endParaRPr>
          </a:p>
          <a:p>
            <a:pPr marL="285750" indent="-285750">
              <a:lnSpc>
                <a:spcPct val="120000"/>
              </a:lnSpc>
              <a:spcBef>
                <a:spcPts val="0"/>
              </a:spcBef>
              <a:buFont typeface="Wingdings" panose="05000000000000000000" pitchFamily="2" charset="2"/>
              <a:buChar char="q"/>
              <a:defRPr/>
            </a:pPr>
            <a:r>
              <a:rPr lang="en-US" sz="1700" b="1" dirty="0">
                <a:solidFill>
                  <a:sysClr val="window" lastClr="FFFFFF">
                    <a:lumMod val="50000"/>
                  </a:sysClr>
                </a:solidFill>
              </a:rPr>
              <a:t>Brcko District of BiH</a:t>
            </a:r>
          </a:p>
          <a:p>
            <a:pPr marL="285750" indent="-285750">
              <a:lnSpc>
                <a:spcPct val="110000"/>
              </a:lnSpc>
              <a:spcBef>
                <a:spcPts val="0"/>
              </a:spcBef>
              <a:buFont typeface="Wingdings" pitchFamily="2" charset="2"/>
              <a:buChar char="ü"/>
              <a:defRPr/>
            </a:pPr>
            <a:r>
              <a:rPr lang="en-US" sz="1700" b="1" dirty="0">
                <a:solidFill>
                  <a:sysClr val="window" lastClr="FFFFFF">
                    <a:lumMod val="50000"/>
                  </a:sysClr>
                </a:solidFill>
              </a:rPr>
              <a:t>Government of the Brcko District of BiH </a:t>
            </a:r>
          </a:p>
          <a:p>
            <a:pPr marL="285750" indent="-285750">
              <a:lnSpc>
                <a:spcPct val="110000"/>
              </a:lnSpc>
              <a:spcBef>
                <a:spcPts val="0"/>
              </a:spcBef>
              <a:buFont typeface="Wingdings" pitchFamily="2" charset="2"/>
              <a:buChar char="ü"/>
              <a:defRPr/>
            </a:pPr>
            <a:endParaRPr lang="en-US" sz="1800" b="1" dirty="0">
              <a:solidFill>
                <a:sysClr val="window" lastClr="FFFFFF">
                  <a:lumMod val="50000"/>
                </a:sysClr>
              </a:solidFill>
            </a:endParaRPr>
          </a:p>
          <a:p>
            <a:pPr marL="285750" indent="-285750">
              <a:lnSpc>
                <a:spcPct val="110000"/>
              </a:lnSpc>
              <a:spcBef>
                <a:spcPts val="0"/>
              </a:spcBef>
              <a:buFont typeface="Wingdings" pitchFamily="2" charset="2"/>
              <a:buChar char="ü"/>
              <a:defRPr/>
            </a:pPr>
            <a:endParaRPr lang="en-US" sz="1800" b="1" dirty="0">
              <a:solidFill>
                <a:sysClr val="window" lastClr="FFFFFF">
                  <a:lumMod val="50000"/>
                </a:sysClr>
              </a:solidFill>
            </a:endParaRPr>
          </a:p>
          <a:p>
            <a:pPr marL="285750" indent="-285750">
              <a:lnSpc>
                <a:spcPct val="110000"/>
              </a:lnSpc>
              <a:spcBef>
                <a:spcPts val="0"/>
              </a:spcBef>
              <a:buFont typeface="Wingdings" pitchFamily="2" charset="2"/>
              <a:buChar char="ü"/>
              <a:defRPr/>
            </a:pPr>
            <a:endParaRPr lang="en-US" sz="1800" b="1" dirty="0">
              <a:solidFill>
                <a:sysClr val="window" lastClr="FFFFFF">
                  <a:lumMod val="50000"/>
                </a:sysClr>
              </a:solidFill>
            </a:endParaRPr>
          </a:p>
          <a:p>
            <a:pPr>
              <a:defRPr/>
            </a:pPr>
            <a:endParaRPr lang="en-GB" dirty="0">
              <a:solidFill>
                <a:sysClr val="windowText" lastClr="000000"/>
              </a:solidFill>
            </a:endParaRPr>
          </a:p>
        </p:txBody>
      </p:sp>
      <p:sp>
        <p:nvSpPr>
          <p:cNvPr id="10" name="Text Placeholder 3">
            <a:extLst>
              <a:ext uri="{FF2B5EF4-FFF2-40B4-BE49-F238E27FC236}">
                <a16:creationId xmlns:a16="http://schemas.microsoft.com/office/drawing/2014/main" id="{DA6E9B01-19C8-4139-825C-A38D92B5D6FE}"/>
              </a:ext>
            </a:extLst>
          </p:cNvPr>
          <p:cNvSpPr txBox="1">
            <a:spLocks/>
          </p:cNvSpPr>
          <p:nvPr/>
        </p:nvSpPr>
        <p:spPr>
          <a:xfrm>
            <a:off x="7954088" y="713257"/>
            <a:ext cx="4051475" cy="3754875"/>
          </a:xfrm>
          <a:prstGeom prst="rect">
            <a:avLst/>
          </a:prstGeom>
        </p:spPr>
        <p:txBody>
          <a:bodyPr vert="horz" lIns="91440" tIns="45720" rIns="91440" bIns="45720" rtlCol="0">
            <a:normAutofit lnSpcReduction="10000"/>
          </a:bodyPr>
          <a:lstStyle>
            <a:lvl1pPr marL="0" indent="0" algn="l" defTabSz="914400" rtl="0" eaLnBrk="1" latinLnBrk="0" hangingPunct="1">
              <a:spcBef>
                <a:spcPct val="20000"/>
              </a:spcBef>
              <a:buFont typeface="Arial" pitchFamily="34" charset="0"/>
              <a:buNone/>
              <a:defRPr sz="1400" kern="1200">
                <a:solidFill>
                  <a:schemeClr val="tx1"/>
                </a:solidFill>
                <a:latin typeface="+mn-lt"/>
                <a:ea typeface="+mn-ea"/>
                <a:cs typeface="+mn-cs"/>
              </a:defRPr>
            </a:lvl1pPr>
            <a:lvl2pPr marL="457200" indent="0" algn="l" defTabSz="914400" rtl="0" eaLnBrk="1" latinLnBrk="0" hangingPunct="1">
              <a:spcBef>
                <a:spcPct val="20000"/>
              </a:spcBef>
              <a:buFont typeface="Arial" pitchFamily="34" charset="0"/>
              <a:buNone/>
              <a:defRPr sz="1200" kern="1200">
                <a:solidFill>
                  <a:schemeClr val="tx1"/>
                </a:solidFill>
                <a:latin typeface="+mn-lt"/>
                <a:ea typeface="+mn-ea"/>
                <a:cs typeface="+mn-cs"/>
              </a:defRPr>
            </a:lvl2pPr>
            <a:lvl3pPr marL="914400" indent="0" algn="l" defTabSz="914400" rtl="0" eaLnBrk="1" latinLnBrk="0" hangingPunct="1">
              <a:spcBef>
                <a:spcPct val="20000"/>
              </a:spcBef>
              <a:buFont typeface="Arial" pitchFamily="34" charset="0"/>
              <a:buNone/>
              <a:defRPr sz="1000" kern="1200">
                <a:solidFill>
                  <a:schemeClr val="tx1"/>
                </a:solidFill>
                <a:latin typeface="+mn-lt"/>
                <a:ea typeface="+mn-ea"/>
                <a:cs typeface="+mn-cs"/>
              </a:defRPr>
            </a:lvl3pPr>
            <a:lvl4pPr marL="13716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4pPr>
            <a:lvl5pPr marL="18288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5pPr>
            <a:lvl6pPr marL="22860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6pPr>
            <a:lvl7pPr marL="27432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7pPr>
            <a:lvl8pPr marL="32004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8pPr>
            <a:lvl9pPr marL="3657600" indent="0" algn="l" defTabSz="914400" rtl="0" eaLnBrk="1" latinLnBrk="0" hangingPunct="1">
              <a:spcBef>
                <a:spcPct val="20000"/>
              </a:spcBef>
              <a:buFont typeface="Arial" pitchFamily="34" charset="0"/>
              <a:buNone/>
              <a:defRPr sz="900" kern="1200">
                <a:solidFill>
                  <a:schemeClr val="tx1"/>
                </a:solidFill>
                <a:latin typeface="+mn-lt"/>
                <a:ea typeface="+mn-ea"/>
                <a:cs typeface="+mn-cs"/>
              </a:defRPr>
            </a:lvl9pPr>
          </a:lstStyle>
          <a:p>
            <a:pPr>
              <a:lnSpc>
                <a:spcPct val="65000"/>
              </a:lnSpc>
              <a:defRPr/>
            </a:pPr>
            <a:endParaRPr lang="en-US" b="1" dirty="0">
              <a:solidFill>
                <a:schemeClr val="bg2">
                  <a:lumMod val="50000"/>
                </a:schemeClr>
              </a:solidFill>
            </a:endParaRPr>
          </a:p>
          <a:p>
            <a:pPr algn="ctr">
              <a:lnSpc>
                <a:spcPct val="65000"/>
              </a:lnSpc>
              <a:defRPr/>
            </a:pPr>
            <a:r>
              <a:rPr lang="en-US" sz="1800" b="1" dirty="0">
                <a:solidFill>
                  <a:schemeClr val="accent6">
                    <a:lumMod val="75000"/>
                  </a:schemeClr>
                </a:solidFill>
              </a:rPr>
              <a:t>Indirect Project Beneficiaries  </a:t>
            </a:r>
          </a:p>
          <a:p>
            <a:pPr>
              <a:lnSpc>
                <a:spcPct val="65000"/>
              </a:lnSpc>
              <a:defRPr/>
            </a:pPr>
            <a:endParaRPr lang="en-US" b="1" dirty="0">
              <a:solidFill>
                <a:schemeClr val="accent6">
                  <a:lumMod val="75000"/>
                </a:schemeClr>
              </a:solidFill>
            </a:endParaRPr>
          </a:p>
          <a:p>
            <a:pPr marL="285750" indent="-285750">
              <a:lnSpc>
                <a:spcPct val="110000"/>
              </a:lnSpc>
              <a:spcBef>
                <a:spcPts val="0"/>
              </a:spcBef>
              <a:buFont typeface="Wingdings" pitchFamily="2" charset="2"/>
              <a:buChar char="ü"/>
              <a:defRPr/>
            </a:pPr>
            <a:r>
              <a:rPr lang="en-US" sz="1600" b="1" dirty="0">
                <a:solidFill>
                  <a:sysClr val="window" lastClr="FFFFFF">
                    <a:lumMod val="50000"/>
                  </a:sysClr>
                </a:solidFill>
              </a:rPr>
              <a:t>Federal Ministry of Physical Planning (FBiH)</a:t>
            </a:r>
            <a:endParaRPr lang="bs-Latn-BA" sz="1600" b="1" dirty="0">
              <a:solidFill>
                <a:sysClr val="window" lastClr="FFFFFF">
                  <a:lumMod val="50000"/>
                </a:sysClr>
              </a:solidFill>
            </a:endParaRPr>
          </a:p>
          <a:p>
            <a:pPr marL="285750" indent="-285750">
              <a:lnSpc>
                <a:spcPct val="110000"/>
              </a:lnSpc>
              <a:spcBef>
                <a:spcPts val="0"/>
              </a:spcBef>
              <a:buFont typeface="Wingdings" pitchFamily="2" charset="2"/>
              <a:buChar char="ü"/>
              <a:defRPr/>
            </a:pPr>
            <a:endParaRPr lang="en-US" sz="1600" b="1" dirty="0">
              <a:solidFill>
                <a:sysClr val="window" lastClr="FFFFFF">
                  <a:lumMod val="50000"/>
                </a:sysClr>
              </a:solidFill>
            </a:endParaRPr>
          </a:p>
          <a:p>
            <a:pPr marL="285750" indent="-285750">
              <a:lnSpc>
                <a:spcPct val="110000"/>
              </a:lnSpc>
              <a:spcBef>
                <a:spcPts val="0"/>
              </a:spcBef>
              <a:buFont typeface="Wingdings" pitchFamily="2" charset="2"/>
              <a:buChar char="ü"/>
              <a:defRPr/>
            </a:pPr>
            <a:r>
              <a:rPr lang="en-US" sz="1600" b="1" dirty="0">
                <a:solidFill>
                  <a:sysClr val="window" lastClr="FFFFFF">
                    <a:lumMod val="50000"/>
                  </a:sysClr>
                </a:solidFill>
              </a:rPr>
              <a:t>Federal Ministry of Environment and Tourism (FBiH)</a:t>
            </a:r>
            <a:endParaRPr lang="bs-Latn-BA" sz="1600" b="1" dirty="0">
              <a:solidFill>
                <a:sysClr val="window" lastClr="FFFFFF">
                  <a:lumMod val="50000"/>
                </a:sysClr>
              </a:solidFill>
            </a:endParaRPr>
          </a:p>
          <a:p>
            <a:pPr marL="285750" indent="-285750">
              <a:lnSpc>
                <a:spcPct val="110000"/>
              </a:lnSpc>
              <a:spcBef>
                <a:spcPts val="0"/>
              </a:spcBef>
              <a:buFont typeface="Wingdings" pitchFamily="2" charset="2"/>
              <a:buChar char="ü"/>
              <a:defRPr/>
            </a:pPr>
            <a:endParaRPr lang="en-US" sz="1600" b="1" dirty="0">
              <a:solidFill>
                <a:sysClr val="window" lastClr="FFFFFF">
                  <a:lumMod val="50000"/>
                </a:sysClr>
              </a:solidFill>
            </a:endParaRPr>
          </a:p>
          <a:p>
            <a:pPr marL="285750" indent="-285750">
              <a:lnSpc>
                <a:spcPct val="110000"/>
              </a:lnSpc>
              <a:spcBef>
                <a:spcPts val="0"/>
              </a:spcBef>
              <a:buFont typeface="Wingdings" pitchFamily="2" charset="2"/>
              <a:buChar char="ü"/>
              <a:defRPr/>
            </a:pPr>
            <a:r>
              <a:rPr lang="en-US" sz="1600" b="1" dirty="0">
                <a:solidFill>
                  <a:sysClr val="window" lastClr="FFFFFF">
                    <a:lumMod val="50000"/>
                  </a:sysClr>
                </a:solidFill>
              </a:rPr>
              <a:t>Ministry of Spatial Planning Civil Engineering and Ecology (RS)</a:t>
            </a:r>
            <a:endParaRPr lang="bs-Latn-BA" sz="1600" b="1" dirty="0">
              <a:solidFill>
                <a:sysClr val="window" lastClr="FFFFFF">
                  <a:lumMod val="50000"/>
                </a:sysClr>
              </a:solidFill>
            </a:endParaRPr>
          </a:p>
          <a:p>
            <a:pPr marL="285750" indent="-285750">
              <a:lnSpc>
                <a:spcPct val="110000"/>
              </a:lnSpc>
              <a:spcBef>
                <a:spcPts val="0"/>
              </a:spcBef>
              <a:buFont typeface="Wingdings" pitchFamily="2" charset="2"/>
              <a:buChar char="ü"/>
              <a:defRPr/>
            </a:pPr>
            <a:endParaRPr lang="en-US" sz="1600" b="1" dirty="0">
              <a:solidFill>
                <a:sysClr val="window" lastClr="FFFFFF">
                  <a:lumMod val="50000"/>
                </a:sysClr>
              </a:solidFill>
            </a:endParaRPr>
          </a:p>
          <a:p>
            <a:pPr marL="285750" indent="-285750">
              <a:lnSpc>
                <a:spcPct val="110000"/>
              </a:lnSpc>
              <a:spcBef>
                <a:spcPts val="0"/>
              </a:spcBef>
              <a:buFont typeface="Wingdings" pitchFamily="2" charset="2"/>
              <a:buChar char="ü"/>
              <a:defRPr/>
            </a:pPr>
            <a:r>
              <a:rPr lang="en-US" sz="1600" b="1" dirty="0">
                <a:solidFill>
                  <a:sysClr val="window" lastClr="FFFFFF">
                    <a:lumMod val="50000"/>
                  </a:sysClr>
                </a:solidFill>
              </a:rPr>
              <a:t>other relevant stakeholders of BiH energy sector and overall general public </a:t>
            </a:r>
          </a:p>
          <a:p>
            <a:pPr>
              <a:defRPr/>
            </a:pPr>
            <a:endParaRPr lang="en-GB" dirty="0">
              <a:solidFill>
                <a:sysClr val="windowText" lastClr="000000"/>
              </a:solidFill>
            </a:endParaRPr>
          </a:p>
        </p:txBody>
      </p:sp>
      <p:pic>
        <p:nvPicPr>
          <p:cNvPr id="2" name="Picture 1">
            <a:extLst>
              <a:ext uri="{FF2B5EF4-FFF2-40B4-BE49-F238E27FC236}">
                <a16:creationId xmlns:a16="http://schemas.microsoft.com/office/drawing/2014/main" id="{E6A3C571-8DC3-4473-AC27-A7CA81539F1F}"/>
              </a:ext>
            </a:extLst>
          </p:cNvPr>
          <p:cNvPicPr>
            <a:picLocks noChangeAspect="1"/>
          </p:cNvPicPr>
          <p:nvPr/>
        </p:nvPicPr>
        <p:blipFill>
          <a:blip r:embed="rId3"/>
          <a:stretch>
            <a:fillRect/>
          </a:stretch>
        </p:blipFill>
        <p:spPr>
          <a:xfrm>
            <a:off x="186437" y="1937066"/>
            <a:ext cx="2748413" cy="2061310"/>
          </a:xfrm>
          <a:prstGeom prst="rect">
            <a:avLst/>
          </a:prstGeom>
        </p:spPr>
      </p:pic>
      <p:pic>
        <p:nvPicPr>
          <p:cNvPr id="4" name="Picture 3">
            <a:extLst>
              <a:ext uri="{FF2B5EF4-FFF2-40B4-BE49-F238E27FC236}">
                <a16:creationId xmlns:a16="http://schemas.microsoft.com/office/drawing/2014/main" id="{8ADBDA44-20B8-9F0B-D52D-F4E07532B342}"/>
              </a:ext>
            </a:extLst>
          </p:cNvPr>
          <p:cNvPicPr>
            <a:picLocks noChangeAspect="1"/>
          </p:cNvPicPr>
          <p:nvPr/>
        </p:nvPicPr>
        <p:blipFill>
          <a:blip r:embed="rId4"/>
          <a:stretch>
            <a:fillRect/>
          </a:stretch>
        </p:blipFill>
        <p:spPr>
          <a:xfrm>
            <a:off x="10090158" y="6400801"/>
            <a:ext cx="2101842" cy="457198"/>
          </a:xfrm>
          <a:prstGeom prst="rect">
            <a:avLst/>
          </a:prstGeom>
        </p:spPr>
      </p:pic>
    </p:spTree>
    <p:extLst>
      <p:ext uri="{BB962C8B-B14F-4D97-AF65-F5344CB8AC3E}">
        <p14:creationId xmlns:p14="http://schemas.microsoft.com/office/powerpoint/2010/main" val="427975087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27C804-AF42-2644-9C6B-B5F9D6960294}"/>
              </a:ext>
            </a:extLst>
          </p:cNvPr>
          <p:cNvSpPr>
            <a:spLocks noGrp="1"/>
          </p:cNvSpPr>
          <p:nvPr>
            <p:ph type="body" sz="quarter" idx="10"/>
          </p:nvPr>
        </p:nvSpPr>
        <p:spPr>
          <a:xfrm>
            <a:off x="198130" y="159319"/>
            <a:ext cx="3093709" cy="481462"/>
          </a:xfrm>
        </p:spPr>
        <p:txBody>
          <a:bodyPr>
            <a:noAutofit/>
          </a:bodyPr>
          <a:lstStyle/>
          <a:p>
            <a:r>
              <a:rPr lang="en-US" sz="2000" dirty="0">
                <a:solidFill>
                  <a:schemeClr val="accent1">
                    <a:lumMod val="75000"/>
                  </a:schemeClr>
                </a:solidFill>
              </a:rPr>
              <a:t>EU4Energy at glance</a:t>
            </a:r>
          </a:p>
        </p:txBody>
      </p:sp>
      <p:sp>
        <p:nvSpPr>
          <p:cNvPr id="7" name="Slide Number Placeholder 6">
            <a:extLst>
              <a:ext uri="{FF2B5EF4-FFF2-40B4-BE49-F238E27FC236}">
                <a16:creationId xmlns:a16="http://schemas.microsoft.com/office/drawing/2014/main" id="{80722D87-C134-A149-B9C1-9242FFBD9410}"/>
              </a:ext>
            </a:extLst>
          </p:cNvPr>
          <p:cNvSpPr>
            <a:spLocks noGrp="1"/>
          </p:cNvSpPr>
          <p:nvPr>
            <p:ph type="sldNum" sz="quarter" idx="19"/>
          </p:nvPr>
        </p:nvSpPr>
        <p:spPr>
          <a:xfrm>
            <a:off x="0" y="6492875"/>
            <a:ext cx="2743200" cy="365125"/>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r>
              <a:rPr kumimoji="0" lang="en-US" sz="1400" b="1" i="0" u="none" strike="noStrike" kern="1200" cap="none" spc="0" normalizeH="0" baseline="0" noProof="0" dirty="0">
                <a:ln>
                  <a:noFill/>
                </a:ln>
                <a:solidFill>
                  <a:srgbClr val="56687B"/>
                </a:solidFill>
                <a:effectLst/>
                <a:uLnTx/>
                <a:uFillTx/>
                <a:latin typeface="Arial" panose="020B0604020202020204"/>
                <a:ea typeface="+mn-ea"/>
                <a:cs typeface="+mn-cs"/>
              </a:rPr>
              <a:t> |</a:t>
            </a:r>
          </a:p>
        </p:txBody>
      </p:sp>
      <p:graphicFrame>
        <p:nvGraphicFramePr>
          <p:cNvPr id="2" name="Diagram 1">
            <a:extLst>
              <a:ext uri="{FF2B5EF4-FFF2-40B4-BE49-F238E27FC236}">
                <a16:creationId xmlns:a16="http://schemas.microsoft.com/office/drawing/2014/main" id="{DEAAA3D9-E6F3-4FC7-8255-BE77428BF728}"/>
              </a:ext>
            </a:extLst>
          </p:cNvPr>
          <p:cNvGraphicFramePr/>
          <p:nvPr>
            <p:extLst>
              <p:ext uri="{D42A27DB-BD31-4B8C-83A1-F6EECF244321}">
                <p14:modId xmlns:p14="http://schemas.microsoft.com/office/powerpoint/2010/main" val="1028393835"/>
              </p:ext>
            </p:extLst>
          </p:nvPr>
        </p:nvGraphicFramePr>
        <p:xfrm>
          <a:off x="3429000" y="400050"/>
          <a:ext cx="7772400" cy="52006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TextBox 7">
            <a:extLst>
              <a:ext uri="{FF2B5EF4-FFF2-40B4-BE49-F238E27FC236}">
                <a16:creationId xmlns:a16="http://schemas.microsoft.com/office/drawing/2014/main" id="{A45AB773-9837-4CE9-A11F-E74B0DAD2D4F}"/>
              </a:ext>
            </a:extLst>
          </p:cNvPr>
          <p:cNvSpPr txBox="1"/>
          <p:nvPr/>
        </p:nvSpPr>
        <p:spPr>
          <a:xfrm>
            <a:off x="198130" y="1395974"/>
            <a:ext cx="2902950" cy="2883866"/>
          </a:xfrm>
          <a:prstGeom prst="rect">
            <a:avLst/>
          </a:prstGeom>
          <a:noFill/>
        </p:spPr>
        <p:txBody>
          <a:bodyPr wrap="square">
            <a:spAutoFit/>
          </a:bodyPr>
          <a:lstStyle/>
          <a:p>
            <a:pPr marL="342900" marR="0" lvl="0" indent="-342900" algn="l" defTabSz="914400" rtl="0" eaLnBrk="1" fontAlgn="auto" latinLnBrk="0" hangingPunct="1">
              <a:lnSpc>
                <a:spcPct val="90000"/>
              </a:lnSpc>
              <a:spcBef>
                <a:spcPts val="1000"/>
              </a:spcBef>
              <a:spcAft>
                <a:spcPts val="0"/>
              </a:spcAft>
              <a:buClrTx/>
              <a:buSzTx/>
              <a:buFont typeface="Wingdings" panose="05000000000000000000" pitchFamily="2" charset="2"/>
              <a:buChar char="q"/>
              <a:tabLst/>
              <a:defRPr/>
            </a:pPr>
            <a:r>
              <a:rPr lang="en-US" sz="1600" b="1" dirty="0">
                <a:latin typeface="Arial" panose="020B0604020202020204"/>
              </a:rPr>
              <a:t>Technical assistance to BiH at all levels of authority:</a:t>
            </a:r>
          </a:p>
          <a:p>
            <a:pPr marL="625475" marR="0" lvl="0" indent="-280988"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lang="en-US" sz="1600" b="1" dirty="0">
                <a:latin typeface="Arial" panose="020B0604020202020204"/>
              </a:rPr>
              <a:t>state level</a:t>
            </a:r>
          </a:p>
          <a:p>
            <a:pPr marL="625475" marR="0" lvl="0" indent="-280988"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lang="en-US" sz="1600" b="1" dirty="0">
                <a:latin typeface="Arial" panose="020B0604020202020204"/>
              </a:rPr>
              <a:t>FBiH</a:t>
            </a:r>
          </a:p>
          <a:p>
            <a:pPr marL="625475" marR="0" lvl="0" indent="-280988"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lang="en-US" sz="1600" b="1" dirty="0">
                <a:latin typeface="Arial" panose="020B0604020202020204"/>
              </a:rPr>
              <a:t>RS</a:t>
            </a:r>
          </a:p>
          <a:p>
            <a:pPr marL="625475" marR="0" lvl="0" indent="-280988"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lang="en-US" sz="1600" b="1" dirty="0">
                <a:latin typeface="Arial" panose="020B0604020202020204"/>
              </a:rPr>
              <a:t>BD BiH</a:t>
            </a:r>
          </a:p>
          <a:p>
            <a:pPr marL="342900" marR="0" lvl="0" indent="-3429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endParaRPr lang="en-US" sz="1600" b="1" dirty="0">
              <a:solidFill>
                <a:srgbClr val="8FC73E"/>
              </a:solidFill>
              <a:latin typeface="Arial" panose="020B0604020202020204"/>
            </a:endParaRPr>
          </a:p>
          <a:p>
            <a:pPr marL="342900" marR="0" lvl="0" indent="-342900" algn="l"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endParaRPr lang="en-US" b="1" dirty="0">
              <a:solidFill>
                <a:srgbClr val="8FC73E"/>
              </a:solidFill>
              <a:latin typeface="Arial" panose="020B0604020202020204"/>
            </a:endParaRPr>
          </a:p>
        </p:txBody>
      </p:sp>
      <p:pic>
        <p:nvPicPr>
          <p:cNvPr id="4" name="Picture 3">
            <a:extLst>
              <a:ext uri="{FF2B5EF4-FFF2-40B4-BE49-F238E27FC236}">
                <a16:creationId xmlns:a16="http://schemas.microsoft.com/office/drawing/2014/main" id="{B8FA9919-64EF-3210-4B45-9976029D95BC}"/>
              </a:ext>
            </a:extLst>
          </p:cNvPr>
          <p:cNvPicPr>
            <a:picLocks noChangeAspect="1"/>
          </p:cNvPicPr>
          <p:nvPr/>
        </p:nvPicPr>
        <p:blipFill>
          <a:blip r:embed="rId8"/>
          <a:stretch>
            <a:fillRect/>
          </a:stretch>
        </p:blipFill>
        <p:spPr>
          <a:xfrm>
            <a:off x="10090158" y="6400801"/>
            <a:ext cx="2101842" cy="457198"/>
          </a:xfrm>
          <a:prstGeom prst="rect">
            <a:avLst/>
          </a:prstGeom>
        </p:spPr>
      </p:pic>
    </p:spTree>
    <p:extLst>
      <p:ext uri="{BB962C8B-B14F-4D97-AF65-F5344CB8AC3E}">
        <p14:creationId xmlns:p14="http://schemas.microsoft.com/office/powerpoint/2010/main" val="6256853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927C804-AF42-2644-9C6B-B5F9D6960294}"/>
              </a:ext>
            </a:extLst>
          </p:cNvPr>
          <p:cNvSpPr>
            <a:spLocks noGrp="1"/>
          </p:cNvSpPr>
          <p:nvPr>
            <p:ph type="body" sz="quarter" idx="10"/>
          </p:nvPr>
        </p:nvSpPr>
        <p:spPr>
          <a:xfrm>
            <a:off x="155818" y="388185"/>
            <a:ext cx="3499877" cy="481462"/>
          </a:xfrm>
        </p:spPr>
        <p:txBody>
          <a:bodyPr>
            <a:noAutofit/>
          </a:bodyPr>
          <a:lstStyle/>
          <a:p>
            <a:r>
              <a:rPr lang="en-US" sz="2000" dirty="0">
                <a:solidFill>
                  <a:schemeClr val="accent1">
                    <a:lumMod val="75000"/>
                  </a:schemeClr>
                </a:solidFill>
              </a:rPr>
              <a:t>Development of </a:t>
            </a:r>
          </a:p>
          <a:p>
            <a:r>
              <a:rPr lang="en-US" sz="2000" dirty="0">
                <a:solidFill>
                  <a:schemeClr val="accent1">
                    <a:lumMod val="75000"/>
                  </a:schemeClr>
                </a:solidFill>
              </a:rPr>
              <a:t>Policies, Strategies</a:t>
            </a:r>
            <a:r>
              <a:rPr lang="en-US" sz="2000" b="0" dirty="0">
                <a:solidFill>
                  <a:schemeClr val="accent1">
                    <a:lumMod val="75000"/>
                  </a:schemeClr>
                </a:solidFill>
                <a:latin typeface="Arial" panose="020B0604020202020204" pitchFamily="34" charset="0"/>
              </a:rPr>
              <a:t>  </a:t>
            </a:r>
          </a:p>
        </p:txBody>
      </p:sp>
      <p:sp>
        <p:nvSpPr>
          <p:cNvPr id="7" name="Slide Number Placeholder 6">
            <a:extLst>
              <a:ext uri="{FF2B5EF4-FFF2-40B4-BE49-F238E27FC236}">
                <a16:creationId xmlns:a16="http://schemas.microsoft.com/office/drawing/2014/main" id="{80722D87-C134-A149-B9C1-9242FFBD9410}"/>
              </a:ext>
            </a:extLst>
          </p:cNvPr>
          <p:cNvSpPr>
            <a:spLocks noGrp="1"/>
          </p:cNvSpPr>
          <p:nvPr>
            <p:ph type="sldNum" sz="quarter" idx="19"/>
          </p:nvPr>
        </p:nvSpPr>
        <p:spPr>
          <a:xfrm>
            <a:off x="0" y="6539932"/>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r>
              <a:rPr kumimoji="0" lang="en-US" sz="1400" b="1" i="0" u="none" strike="noStrike" kern="1200" cap="none" spc="0" normalizeH="0" baseline="0" noProof="0" dirty="0">
                <a:ln>
                  <a:noFill/>
                </a:ln>
                <a:solidFill>
                  <a:srgbClr val="56687B"/>
                </a:solidFill>
                <a:effectLst/>
                <a:uLnTx/>
                <a:uFillTx/>
                <a:latin typeface="Arial" panose="020B0604020202020204"/>
                <a:ea typeface="+mn-ea"/>
                <a:cs typeface="+mn-cs"/>
              </a:rPr>
              <a:t> |</a:t>
            </a:r>
          </a:p>
        </p:txBody>
      </p:sp>
      <p:graphicFrame>
        <p:nvGraphicFramePr>
          <p:cNvPr id="4" name="Diagram 3">
            <a:extLst>
              <a:ext uri="{FF2B5EF4-FFF2-40B4-BE49-F238E27FC236}">
                <a16:creationId xmlns:a16="http://schemas.microsoft.com/office/drawing/2014/main" id="{7CA27B95-96A7-4BEE-8E31-497B85564539}"/>
              </a:ext>
            </a:extLst>
          </p:cNvPr>
          <p:cNvGraphicFramePr/>
          <p:nvPr/>
        </p:nvGraphicFramePr>
        <p:xfrm>
          <a:off x="4199627" y="361090"/>
          <a:ext cx="5339730" cy="35025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6" name="Rectangle: Rounded Corners 25">
            <a:extLst>
              <a:ext uri="{FF2B5EF4-FFF2-40B4-BE49-F238E27FC236}">
                <a16:creationId xmlns:a16="http://schemas.microsoft.com/office/drawing/2014/main" id="{57EAB4B1-F903-4A42-9CD3-F7CC73A640D7}"/>
              </a:ext>
            </a:extLst>
          </p:cNvPr>
          <p:cNvSpPr/>
          <p:nvPr/>
        </p:nvSpPr>
        <p:spPr>
          <a:xfrm>
            <a:off x="3196382" y="4822188"/>
            <a:ext cx="8650428" cy="1406896"/>
          </a:xfrm>
          <a:prstGeom prst="roundRect">
            <a:avLst/>
          </a:prstGeom>
          <a:solidFill>
            <a:schemeClr val="bg1">
              <a:lumMod val="95000"/>
            </a:schemeClr>
          </a:solidFill>
          <a:ln/>
        </p:spPr>
        <p:style>
          <a:lnRef idx="2">
            <a:schemeClr val="accent4">
              <a:shade val="50000"/>
            </a:schemeClr>
          </a:lnRef>
          <a:fillRef idx="1">
            <a:schemeClr val="accent4"/>
          </a:fillRef>
          <a:effectRef idx="0">
            <a:schemeClr val="accent4"/>
          </a:effectRef>
          <a:fontRef idx="minor">
            <a:schemeClr val="lt1"/>
          </a:fontRef>
        </p:style>
        <p:txBody>
          <a:bodyPr rtlCol="0" anchor="t"/>
          <a:lstStyle/>
          <a:p>
            <a:pPr marL="285750" indent="-285750">
              <a:buFont typeface="Wingdings" panose="05000000000000000000" pitchFamily="2" charset="2"/>
              <a:buChar char="ü"/>
            </a:pPr>
            <a:r>
              <a:rPr lang="en-US" sz="1600" dirty="0">
                <a:solidFill>
                  <a:srgbClr val="002060"/>
                </a:solidFill>
                <a:ea typeface="Calibri" panose="020F0502020204030204" pitchFamily="34" charset="0"/>
                <a:cs typeface="Calibri" panose="020F0502020204030204" pitchFamily="34" charset="0"/>
              </a:rPr>
              <a:t>NECP preparation (incl. ECPs), MRV &amp; implementation. Consultations (WGs)  </a:t>
            </a:r>
          </a:p>
          <a:p>
            <a:pPr marL="285750" indent="-285750">
              <a:buFont typeface="Wingdings" panose="05000000000000000000" pitchFamily="2" charset="2"/>
              <a:buChar char="ü"/>
            </a:pPr>
            <a:r>
              <a:rPr lang="en-US" sz="1600" dirty="0">
                <a:solidFill>
                  <a:srgbClr val="002060"/>
                </a:solidFill>
                <a:ea typeface="Calibri" panose="020F0502020204030204" pitchFamily="34" charset="0"/>
                <a:cs typeface="Calibri" panose="020F0502020204030204" pitchFamily="34" charset="0"/>
              </a:rPr>
              <a:t>Development of the Energy Poverty Strategy &amp; Action Plan</a:t>
            </a:r>
          </a:p>
          <a:p>
            <a:pPr marL="285750" indent="-285750">
              <a:buFont typeface="Wingdings" panose="05000000000000000000" pitchFamily="2" charset="2"/>
              <a:buChar char="ü"/>
            </a:pPr>
            <a:r>
              <a:rPr lang="en-US" sz="1600" dirty="0">
                <a:solidFill>
                  <a:srgbClr val="002060"/>
                </a:solidFill>
                <a:ea typeface="Calibri" panose="020F0502020204030204" pitchFamily="34" charset="0"/>
                <a:cs typeface="Calibri" panose="020F0502020204030204" pitchFamily="34" charset="0"/>
              </a:rPr>
              <a:t>Update of Existing Framework  Energy Strategy 2035 (long term strategy 2050)</a:t>
            </a:r>
          </a:p>
          <a:p>
            <a:pPr marL="285750" indent="-285750">
              <a:buFont typeface="Wingdings" panose="05000000000000000000" pitchFamily="2" charset="2"/>
              <a:buChar char="ü"/>
            </a:pPr>
            <a:r>
              <a:rPr lang="en-US" sz="1600" dirty="0">
                <a:solidFill>
                  <a:srgbClr val="002060"/>
                </a:solidFill>
                <a:ea typeface="Calibri" panose="020F0502020204030204" pitchFamily="34" charset="0"/>
                <a:cs typeface="Calibri" panose="020F0502020204030204" pitchFamily="34" charset="0"/>
              </a:rPr>
              <a:t>Support to Just Transition (awareness raising, best practices, project formulation)</a:t>
            </a:r>
          </a:p>
          <a:p>
            <a:pPr marL="285750" indent="-285750">
              <a:buFont typeface="Arial" panose="020B0604020202020204" pitchFamily="34" charset="0"/>
              <a:buChar char="•"/>
            </a:pPr>
            <a:endParaRPr lang="en-US" sz="1600" dirty="0">
              <a:solidFill>
                <a:srgbClr val="002060"/>
              </a:solidFill>
              <a:ea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en-US" sz="1600" dirty="0">
              <a:solidFill>
                <a:schemeClr val="bg1"/>
              </a:solidFill>
              <a:ea typeface="Calibri" panose="020F0502020204030204" pitchFamily="34" charset="0"/>
              <a:cs typeface="Calibri" panose="020F0502020204030204" pitchFamily="34" charset="0"/>
            </a:endParaRPr>
          </a:p>
        </p:txBody>
      </p:sp>
      <p:pic>
        <p:nvPicPr>
          <p:cNvPr id="5" name="Picture 4">
            <a:extLst>
              <a:ext uri="{FF2B5EF4-FFF2-40B4-BE49-F238E27FC236}">
                <a16:creationId xmlns:a16="http://schemas.microsoft.com/office/drawing/2014/main" id="{E9A06E6F-7D23-4BD6-8169-70251164460F}"/>
              </a:ext>
            </a:extLst>
          </p:cNvPr>
          <p:cNvPicPr>
            <a:picLocks noChangeAspect="1"/>
          </p:cNvPicPr>
          <p:nvPr/>
        </p:nvPicPr>
        <p:blipFill>
          <a:blip r:embed="rId8"/>
          <a:stretch>
            <a:fillRect/>
          </a:stretch>
        </p:blipFill>
        <p:spPr>
          <a:xfrm>
            <a:off x="6387097" y="1470333"/>
            <a:ext cx="1272185" cy="1343780"/>
          </a:xfrm>
          <a:prstGeom prst="rect">
            <a:avLst/>
          </a:prstGeom>
        </p:spPr>
      </p:pic>
      <p:pic>
        <p:nvPicPr>
          <p:cNvPr id="2" name="Picture 1">
            <a:extLst>
              <a:ext uri="{FF2B5EF4-FFF2-40B4-BE49-F238E27FC236}">
                <a16:creationId xmlns:a16="http://schemas.microsoft.com/office/drawing/2014/main" id="{2946C660-1987-3F80-FD6A-8A185F62D5A9}"/>
              </a:ext>
            </a:extLst>
          </p:cNvPr>
          <p:cNvPicPr>
            <a:picLocks noChangeAspect="1"/>
          </p:cNvPicPr>
          <p:nvPr/>
        </p:nvPicPr>
        <p:blipFill>
          <a:blip r:embed="rId9"/>
          <a:stretch>
            <a:fillRect/>
          </a:stretch>
        </p:blipFill>
        <p:spPr>
          <a:xfrm>
            <a:off x="10090158" y="6400801"/>
            <a:ext cx="2101842" cy="457198"/>
          </a:xfrm>
          <a:prstGeom prst="rect">
            <a:avLst/>
          </a:prstGeom>
        </p:spPr>
      </p:pic>
      <p:grpSp>
        <p:nvGrpSpPr>
          <p:cNvPr id="9" name="Group 8">
            <a:extLst>
              <a:ext uri="{FF2B5EF4-FFF2-40B4-BE49-F238E27FC236}">
                <a16:creationId xmlns:a16="http://schemas.microsoft.com/office/drawing/2014/main" id="{0800C1F7-0F98-4BFE-B68F-6CBD92A0CF97}"/>
              </a:ext>
            </a:extLst>
          </p:cNvPr>
          <p:cNvGrpSpPr/>
          <p:nvPr/>
        </p:nvGrpSpPr>
        <p:grpSpPr>
          <a:xfrm>
            <a:off x="7747099" y="2112363"/>
            <a:ext cx="1704441" cy="627379"/>
            <a:chOff x="3554964" y="1091514"/>
            <a:chExt cx="1704441" cy="627379"/>
          </a:xfrm>
          <a:solidFill>
            <a:srgbClr val="7030A0"/>
          </a:solidFill>
        </p:grpSpPr>
        <p:sp>
          <p:nvSpPr>
            <p:cNvPr id="10" name="Rectangle: Rounded Corners 9">
              <a:extLst>
                <a:ext uri="{FF2B5EF4-FFF2-40B4-BE49-F238E27FC236}">
                  <a16:creationId xmlns:a16="http://schemas.microsoft.com/office/drawing/2014/main" id="{EB2540A4-429D-46D9-AC5C-C874819D026F}"/>
                </a:ext>
              </a:extLst>
            </p:cNvPr>
            <p:cNvSpPr/>
            <p:nvPr/>
          </p:nvSpPr>
          <p:spPr>
            <a:xfrm>
              <a:off x="3554964" y="1091514"/>
              <a:ext cx="1704441" cy="627379"/>
            </a:xfrm>
            <a:prstGeom prst="roundRect">
              <a:avLst>
                <a:gd name="adj" fmla="val 10000"/>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a:p>
          </p:txBody>
        </p:sp>
        <p:sp>
          <p:nvSpPr>
            <p:cNvPr id="11" name="Rectangle: Rounded Corners 4">
              <a:extLst>
                <a:ext uri="{FF2B5EF4-FFF2-40B4-BE49-F238E27FC236}">
                  <a16:creationId xmlns:a16="http://schemas.microsoft.com/office/drawing/2014/main" id="{DACBCE3F-9514-45A4-89E8-F473639CFD93}"/>
                </a:ext>
              </a:extLst>
            </p:cNvPr>
            <p:cNvSpPr txBox="1"/>
            <p:nvPr/>
          </p:nvSpPr>
          <p:spPr>
            <a:xfrm>
              <a:off x="3554964" y="1120748"/>
              <a:ext cx="1667691" cy="590629"/>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400" b="1" dirty="0"/>
                <a:t>Building Renovation Strategy</a:t>
              </a:r>
              <a:endParaRPr lang="en-US" sz="1400" b="1" kern="1200" dirty="0"/>
            </a:p>
          </p:txBody>
        </p:sp>
      </p:grpSp>
      <p:sp>
        <p:nvSpPr>
          <p:cNvPr id="12" name="Text Placeholder 2">
            <a:extLst>
              <a:ext uri="{FF2B5EF4-FFF2-40B4-BE49-F238E27FC236}">
                <a16:creationId xmlns:a16="http://schemas.microsoft.com/office/drawing/2014/main" id="{A7F041C1-DE71-4156-90F9-F63E0995C619}"/>
              </a:ext>
            </a:extLst>
          </p:cNvPr>
          <p:cNvSpPr txBox="1">
            <a:spLocks/>
          </p:cNvSpPr>
          <p:nvPr/>
        </p:nvSpPr>
        <p:spPr>
          <a:xfrm>
            <a:off x="0" y="6342087"/>
            <a:ext cx="3088433" cy="395690"/>
          </a:xfrm>
          <a:prstGeom prst="rect">
            <a:avLst/>
          </a:prstGeom>
        </p:spPr>
        <p:txBody>
          <a:bodyPr vert="horz" lIns="91440" tIns="45720" rIns="91440" bIns="45720" rtlCol="0" anchor="b">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400" b="1" i="0" u="none" kern="1200">
                <a:solidFill>
                  <a:schemeClr val="tx2"/>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itchFamily="2" charset="2"/>
              <a:buChar char="§"/>
              <a:defRPr lang="en-US" sz="1600" b="0" i="0" kern="1200" dirty="0" smtClean="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
              <a:defRPr lang="en-US" sz="1600" b="0" i="0" kern="1200" dirty="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r>
              <a:rPr lang="en-US" sz="1600" dirty="0">
                <a:solidFill>
                  <a:srgbClr val="8FC73E"/>
                </a:solidFill>
                <a:latin typeface="+mn-lt"/>
                <a:ea typeface="Calibri" panose="020F0502020204030204" pitchFamily="34" charset="0"/>
                <a:cs typeface="Calibri" panose="020F0502020204030204" pitchFamily="34" charset="0"/>
              </a:rPr>
              <a:t>Status of works</a:t>
            </a:r>
            <a:r>
              <a:rPr kumimoji="0" lang="en-US" sz="1600" b="1" i="0" u="none" strike="noStrike" kern="1200" cap="none" spc="0" normalizeH="0" baseline="0" noProof="0" dirty="0">
                <a:ln>
                  <a:noFill/>
                </a:ln>
                <a:solidFill>
                  <a:srgbClr val="8FC73E"/>
                </a:solidFill>
                <a:effectLst/>
                <a:uLnTx/>
                <a:uFillTx/>
                <a:latin typeface="+mn-lt"/>
                <a:ea typeface="Calibri" panose="020F0502020204030204" pitchFamily="34" charset="0"/>
                <a:cs typeface="Calibri" panose="020F0502020204030204" pitchFamily="34" charset="0"/>
              </a:rPr>
              <a:t>:</a:t>
            </a:r>
            <a:endParaRPr kumimoji="0" lang="bs-Latn-BA" sz="1600" b="1" i="0" u="none" strike="noStrike" kern="1200" cap="none" spc="0" normalizeH="0" baseline="0" noProof="0" dirty="0">
              <a:ln>
                <a:noFill/>
              </a:ln>
              <a:solidFill>
                <a:srgbClr val="8FC73E"/>
              </a:solidFill>
              <a:effectLst/>
              <a:uLnTx/>
              <a:uFillTx/>
              <a:latin typeface="+mn-lt"/>
              <a:ea typeface="Calibri" panose="020F0502020204030204" pitchFamily="34" charset="0"/>
              <a:cs typeface="Calibri" panose="020F0502020204030204" pitchFamily="34" charset="0"/>
            </a:endParaRPr>
          </a:p>
          <a:p>
            <a:pPr marL="342900" marR="0" lvl="0" indent="-342900" algn="just" defTabSz="914400" rtl="0" eaLnBrk="1" fontAlgn="auto" latinLnBrk="0" hangingPunct="1">
              <a:lnSpc>
                <a:spcPct val="90000"/>
              </a:lnSpc>
              <a:spcBef>
                <a:spcPts val="1000"/>
              </a:spcBef>
              <a:spcAft>
                <a:spcPts val="0"/>
              </a:spcAft>
              <a:buClrTx/>
              <a:buSzTx/>
              <a:buFont typeface="Wingdings" panose="05000000000000000000" pitchFamily="2" charset="2"/>
              <a:buChar char="ü"/>
              <a:tabLst/>
              <a:defRPr/>
            </a:pPr>
            <a:endParaRPr kumimoji="0" lang="en-US" sz="1600" b="0" i="0" u="none" strike="noStrike" kern="1200" cap="none" spc="0" normalizeH="0" baseline="0" noProof="0" dirty="0">
              <a:ln>
                <a:noFill/>
              </a:ln>
              <a:solidFill>
                <a:srgbClr val="8FC73E"/>
              </a:solidFill>
              <a:effectLst/>
              <a:uLnTx/>
              <a:uFillTx/>
              <a:latin typeface="+mn-lt"/>
              <a:ea typeface="Calibri" panose="020F0502020204030204" pitchFamily="34" charset="0"/>
              <a:cs typeface="Calibri" panose="020F0502020204030204" pitchFamily="34" charset="0"/>
            </a:endParaRPr>
          </a:p>
          <a:p>
            <a:pPr marL="569913" indent="-342900" algn="just">
              <a:lnSpc>
                <a:spcPct val="100000"/>
              </a:lnSpc>
              <a:spcBef>
                <a:spcPts val="0"/>
              </a:spcBef>
              <a:buFont typeface="Wingdings" panose="05000000000000000000" pitchFamily="2" charset="2"/>
              <a:buChar char="§"/>
              <a:defRPr/>
            </a:pPr>
            <a:r>
              <a:rPr lang="en-US" sz="1400" b="0" dirty="0">
                <a:solidFill>
                  <a:srgbClr val="455560"/>
                </a:solidFill>
                <a:latin typeface="+mn-lt"/>
                <a:ea typeface="Calibri" panose="020F0502020204030204" pitchFamily="34" charset="0"/>
                <a:cs typeface="Calibri" panose="020F0502020204030204" pitchFamily="34" charset="0"/>
              </a:rPr>
              <a:t>NECP completed </a:t>
            </a:r>
          </a:p>
          <a:p>
            <a:pPr marL="569913" indent="-342900" algn="just">
              <a:lnSpc>
                <a:spcPct val="100000"/>
              </a:lnSpc>
              <a:spcBef>
                <a:spcPts val="0"/>
              </a:spcBef>
              <a:buFont typeface="Wingdings" panose="05000000000000000000" pitchFamily="2" charset="2"/>
              <a:buChar char="§"/>
              <a:defRPr/>
            </a:pPr>
            <a:r>
              <a:rPr lang="en-US" sz="1400" b="0" dirty="0">
                <a:solidFill>
                  <a:srgbClr val="455560"/>
                </a:solidFill>
                <a:latin typeface="+mn-lt"/>
                <a:ea typeface="Calibri" panose="020F0502020204030204" pitchFamily="34" charset="0"/>
                <a:cs typeface="Calibri" panose="020F0502020204030204" pitchFamily="34" charset="0"/>
              </a:rPr>
              <a:t>ECPs completed</a:t>
            </a:r>
          </a:p>
          <a:p>
            <a:pPr marL="569913" indent="-342900" algn="just">
              <a:lnSpc>
                <a:spcPct val="100000"/>
              </a:lnSpc>
              <a:spcBef>
                <a:spcPts val="0"/>
              </a:spcBef>
              <a:buFont typeface="Wingdings" panose="05000000000000000000" pitchFamily="2" charset="2"/>
              <a:buChar char="§"/>
              <a:defRPr/>
            </a:pPr>
            <a:r>
              <a:rPr lang="en-US" sz="1400" b="0" dirty="0">
                <a:solidFill>
                  <a:srgbClr val="5E6E7F"/>
                </a:solidFill>
                <a:latin typeface="+mn-lt"/>
                <a:ea typeface="Calibri" panose="020F0502020204030204" pitchFamily="34" charset="0"/>
                <a:cs typeface="Calibri" panose="020F0502020204030204" pitchFamily="34" charset="0"/>
              </a:rPr>
              <a:t>MRV NECP system - ongoing. </a:t>
            </a:r>
          </a:p>
          <a:p>
            <a:pPr marL="569913" indent="-342900" algn="just">
              <a:lnSpc>
                <a:spcPct val="100000"/>
              </a:lnSpc>
              <a:spcBef>
                <a:spcPts val="0"/>
              </a:spcBef>
              <a:buFont typeface="Wingdings" panose="05000000000000000000" pitchFamily="2" charset="2"/>
              <a:buChar char="§"/>
              <a:defRPr/>
            </a:pPr>
            <a:r>
              <a:rPr lang="en-US" sz="1400" b="0" dirty="0">
                <a:solidFill>
                  <a:srgbClr val="5E6E7F"/>
                </a:solidFill>
                <a:latin typeface="+mn-lt"/>
                <a:ea typeface="Calibri" panose="020F0502020204030204" pitchFamily="34" charset="0"/>
                <a:cs typeface="Calibri" panose="020F0502020204030204" pitchFamily="34" charset="0"/>
              </a:rPr>
              <a:t>MRV NECP Guideline (already produced) to be extended with templates</a:t>
            </a:r>
          </a:p>
          <a:p>
            <a:pPr marL="569913" indent="-342900" algn="just">
              <a:lnSpc>
                <a:spcPct val="100000"/>
              </a:lnSpc>
              <a:spcBef>
                <a:spcPts val="0"/>
              </a:spcBef>
              <a:buFont typeface="Wingdings" panose="05000000000000000000" pitchFamily="2" charset="2"/>
              <a:buChar char="§"/>
              <a:defRPr/>
            </a:pPr>
            <a:r>
              <a:rPr lang="en-US" sz="1400" b="0" dirty="0">
                <a:solidFill>
                  <a:srgbClr val="455560"/>
                </a:solidFill>
                <a:latin typeface="+mn-lt"/>
                <a:ea typeface="Calibri" panose="020F0502020204030204" pitchFamily="34" charset="0"/>
                <a:cs typeface="Calibri" panose="020F0502020204030204" pitchFamily="34" charset="0"/>
              </a:rPr>
              <a:t>1</a:t>
            </a:r>
            <a:r>
              <a:rPr lang="en-US" sz="1400" b="0" baseline="30000" dirty="0">
                <a:solidFill>
                  <a:srgbClr val="455560"/>
                </a:solidFill>
                <a:latin typeface="+mn-lt"/>
                <a:ea typeface="Calibri" panose="020F0502020204030204" pitchFamily="34" charset="0"/>
                <a:cs typeface="Calibri" panose="020F0502020204030204" pitchFamily="34" charset="0"/>
              </a:rPr>
              <a:t>st</a:t>
            </a:r>
            <a:r>
              <a:rPr lang="en-US" sz="1400" b="0" dirty="0">
                <a:solidFill>
                  <a:srgbClr val="455560"/>
                </a:solidFill>
                <a:latin typeface="+mn-lt"/>
                <a:ea typeface="Calibri" panose="020F0502020204030204" pitchFamily="34" charset="0"/>
                <a:cs typeface="Calibri" panose="020F0502020204030204" pitchFamily="34" charset="0"/>
              </a:rPr>
              <a:t> integrated national energy and climate progress reports – under consideration</a:t>
            </a:r>
          </a:p>
          <a:p>
            <a:pPr marL="569913" indent="-342900" algn="just">
              <a:lnSpc>
                <a:spcPct val="100000"/>
              </a:lnSpc>
              <a:spcBef>
                <a:spcPts val="0"/>
              </a:spcBef>
              <a:buFont typeface="Wingdings" panose="05000000000000000000" pitchFamily="2" charset="2"/>
              <a:buChar char="§"/>
              <a:defRPr/>
            </a:pPr>
            <a:r>
              <a:rPr lang="en-US" sz="1400" b="0" dirty="0">
                <a:solidFill>
                  <a:srgbClr val="455560"/>
                </a:solidFill>
                <a:latin typeface="+mn-lt"/>
                <a:ea typeface="Calibri" panose="020F0502020204030204" pitchFamily="34" charset="0"/>
                <a:cs typeface="Calibri" panose="020F0502020204030204" pitchFamily="34" charset="0"/>
              </a:rPr>
              <a:t>Draft Energy Poverty strategy </a:t>
            </a:r>
          </a:p>
          <a:p>
            <a:pPr marL="227013" algn="just" defTabSz="569913">
              <a:lnSpc>
                <a:spcPct val="100000"/>
              </a:lnSpc>
              <a:spcBef>
                <a:spcPts val="0"/>
              </a:spcBef>
              <a:defRPr/>
            </a:pPr>
            <a:r>
              <a:rPr lang="en-US" sz="1400" b="0" dirty="0">
                <a:solidFill>
                  <a:srgbClr val="455560"/>
                </a:solidFill>
                <a:latin typeface="+mn-lt"/>
                <a:ea typeface="Calibri" panose="020F0502020204030204" pitchFamily="34" charset="0"/>
                <a:cs typeface="Calibri" panose="020F0502020204030204" pitchFamily="34" charset="0"/>
              </a:rPr>
              <a:t>	&amp; Action plan – completed </a:t>
            </a:r>
          </a:p>
          <a:p>
            <a:pPr marL="569913" indent="-342900" algn="just">
              <a:lnSpc>
                <a:spcPct val="100000"/>
              </a:lnSpc>
              <a:spcBef>
                <a:spcPts val="0"/>
              </a:spcBef>
              <a:buFont typeface="Wingdings" panose="05000000000000000000" pitchFamily="2" charset="2"/>
              <a:buChar char="§"/>
              <a:defRPr/>
            </a:pPr>
            <a:r>
              <a:rPr lang="en-US" sz="1400" b="0" dirty="0">
                <a:solidFill>
                  <a:srgbClr val="455560"/>
                </a:solidFill>
                <a:latin typeface="+mn-lt"/>
                <a:ea typeface="Calibri" panose="020F0502020204030204" pitchFamily="34" charset="0"/>
                <a:cs typeface="Calibri" panose="020F0502020204030204" pitchFamily="34" charset="0"/>
              </a:rPr>
              <a:t>Working doc. Long term strategy until 2050 for BiH – produced</a:t>
            </a:r>
          </a:p>
          <a:p>
            <a:pPr marL="569913" indent="-342900" algn="just">
              <a:lnSpc>
                <a:spcPct val="100000"/>
              </a:lnSpc>
              <a:spcBef>
                <a:spcPts val="0"/>
              </a:spcBef>
              <a:buFont typeface="Wingdings" panose="05000000000000000000" pitchFamily="2" charset="2"/>
              <a:buChar char="§"/>
              <a:defRPr/>
            </a:pPr>
            <a:r>
              <a:rPr lang="en-US" sz="1400" b="0" dirty="0">
                <a:solidFill>
                  <a:srgbClr val="455560"/>
                </a:solidFill>
                <a:latin typeface="+mn-lt"/>
                <a:ea typeface="Calibri" panose="020F0502020204030204" pitchFamily="34" charset="0"/>
                <a:cs typeface="Calibri" panose="020F0502020204030204" pitchFamily="34" charset="0"/>
              </a:rPr>
              <a:t>Several WG meetings </a:t>
            </a:r>
          </a:p>
          <a:p>
            <a:pPr marL="569913" indent="-342900" algn="just">
              <a:lnSpc>
                <a:spcPct val="100000"/>
              </a:lnSpc>
              <a:spcBef>
                <a:spcPts val="0"/>
              </a:spcBef>
              <a:buFont typeface="Wingdings" panose="05000000000000000000" pitchFamily="2" charset="2"/>
              <a:buChar char="§"/>
              <a:defRPr/>
            </a:pPr>
            <a:r>
              <a:rPr lang="en-US" sz="1400" b="0" dirty="0">
                <a:solidFill>
                  <a:srgbClr val="455560"/>
                </a:solidFill>
                <a:latin typeface="+mn-lt"/>
                <a:ea typeface="Calibri" panose="020F0502020204030204" pitchFamily="34" charset="0"/>
                <a:cs typeface="Calibri" panose="020F0502020204030204" pitchFamily="34" charset="0"/>
              </a:rPr>
              <a:t>Just Transition Communication Strategy (FBiH) – completed </a:t>
            </a:r>
          </a:p>
          <a:p>
            <a:pPr marL="569913" marR="0" lvl="0" indent="-342900" algn="just" defTabSz="914400" rtl="0" eaLnBrk="1" fontAlgn="auto" latinLnBrk="0" hangingPunct="1">
              <a:lnSpc>
                <a:spcPct val="90000"/>
              </a:lnSpc>
              <a:spcBef>
                <a:spcPts val="0"/>
              </a:spcBef>
              <a:spcAft>
                <a:spcPts val="0"/>
              </a:spcAft>
              <a:buClrTx/>
              <a:buSzTx/>
              <a:buFont typeface="Wingdings" panose="05000000000000000000" pitchFamily="2" charset="2"/>
              <a:buChar char="§"/>
              <a:tabLst/>
              <a:defRPr/>
            </a:pPr>
            <a:endParaRPr kumimoji="0" lang="en-US" sz="1600" b="0" i="0" u="none" strike="noStrike" kern="1200" cap="none" spc="0" normalizeH="0" baseline="0" noProof="0" dirty="0">
              <a:ln>
                <a:noFill/>
              </a:ln>
              <a:solidFill>
                <a:srgbClr val="8FC73E"/>
              </a:solidFill>
              <a:effectLst/>
              <a:uLnTx/>
              <a:uFillTx/>
              <a:latin typeface="+mn-lt"/>
              <a:ea typeface="Calibri" panose="020F0502020204030204" pitchFamily="34" charset="0"/>
              <a:cs typeface="Calibri" panose="020F0502020204030204" pitchFamily="34" charset="0"/>
            </a:endParaRPr>
          </a:p>
          <a:p>
            <a:pPr marL="0" marR="0" lvl="0" indent="0" algn="just"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400" b="1" i="0" u="none" strike="noStrike" kern="1200" cap="none" spc="0" normalizeH="0" baseline="0" noProof="0" dirty="0">
                <a:ln>
                  <a:noFill/>
                </a:ln>
                <a:solidFill>
                  <a:srgbClr val="8FC73E"/>
                </a:solidFill>
                <a:effectLst/>
                <a:uLnTx/>
                <a:uFillTx/>
                <a:latin typeface="+mn-lt"/>
                <a:ea typeface="Calibri" panose="020F0502020204030204" pitchFamily="34" charset="0"/>
                <a:cs typeface="Calibri" panose="020F0502020204030204" pitchFamily="34" charset="0"/>
              </a:rPr>
              <a:t>  </a:t>
            </a:r>
          </a:p>
        </p:txBody>
      </p:sp>
      <p:sp>
        <p:nvSpPr>
          <p:cNvPr id="14" name="TextBox 13">
            <a:extLst>
              <a:ext uri="{FF2B5EF4-FFF2-40B4-BE49-F238E27FC236}">
                <a16:creationId xmlns:a16="http://schemas.microsoft.com/office/drawing/2014/main" id="{38C81F23-B102-43A9-808F-AF80CE8AA302}"/>
              </a:ext>
            </a:extLst>
          </p:cNvPr>
          <p:cNvSpPr txBox="1"/>
          <p:nvPr/>
        </p:nvSpPr>
        <p:spPr>
          <a:xfrm>
            <a:off x="3406509" y="4332475"/>
            <a:ext cx="8230174" cy="369332"/>
          </a:xfrm>
          <a:prstGeom prst="rect">
            <a:avLst/>
          </a:prstGeom>
          <a:noFill/>
        </p:spPr>
        <p:txBody>
          <a:bodyPr wrap="square" rtlCol="0" anchor="b">
            <a:spAutoFit/>
          </a:bodyPr>
          <a:lstStyle/>
          <a:p>
            <a:pPr algn="l"/>
            <a:r>
              <a:rPr lang="en-US" b="1" i="1" dirty="0">
                <a:solidFill>
                  <a:schemeClr val="accent6">
                    <a:lumMod val="75000"/>
                  </a:schemeClr>
                </a:solidFill>
                <a:latin typeface="Arial" panose="020B0604020202020204" pitchFamily="34" charset="0"/>
                <a:cs typeface="Arial" panose="020B0604020202020204" pitchFamily="34" charset="0"/>
              </a:rPr>
              <a:t>Project scope of work</a:t>
            </a:r>
            <a:endParaRPr lang="en-US" b="1" i="1" kern="1200" dirty="0">
              <a:solidFill>
                <a:schemeClr val="accent6">
                  <a:lumMod val="75000"/>
                </a:schemeClr>
              </a:solidFill>
              <a:effectLst/>
              <a:latin typeface="Arial" panose="020B0604020202020204" pitchFamily="34" charset="0"/>
              <a:ea typeface="+mn-ea"/>
              <a:cs typeface="Arial" panose="020B0604020202020204" pitchFamily="34" charset="0"/>
            </a:endParaRPr>
          </a:p>
        </p:txBody>
      </p:sp>
    </p:spTree>
    <p:extLst>
      <p:ext uri="{BB962C8B-B14F-4D97-AF65-F5344CB8AC3E}">
        <p14:creationId xmlns:p14="http://schemas.microsoft.com/office/powerpoint/2010/main" val="9930115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0722D87-C134-A149-B9C1-9242FFBD9410}"/>
              </a:ext>
            </a:extLst>
          </p:cNvPr>
          <p:cNvSpPr>
            <a:spLocks noGrp="1"/>
          </p:cNvSpPr>
          <p:nvPr>
            <p:ph type="sldNum" sz="quarter" idx="19"/>
          </p:nvPr>
        </p:nvSpPr>
        <p:spPr>
          <a:xfrm>
            <a:off x="938958" y="6322409"/>
            <a:ext cx="651882" cy="33836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r>
              <a:rPr kumimoji="0" lang="en-US" sz="1400" b="1" i="0" u="none" strike="noStrike" kern="1200" cap="none" spc="0" normalizeH="0" baseline="0" noProof="0" dirty="0">
                <a:ln>
                  <a:noFill/>
                </a:ln>
                <a:solidFill>
                  <a:srgbClr val="56687B"/>
                </a:solidFill>
                <a:effectLst/>
                <a:uLnTx/>
                <a:uFillTx/>
                <a:latin typeface="Arial" panose="020B0604020202020204"/>
                <a:ea typeface="+mn-ea"/>
                <a:cs typeface="+mn-cs"/>
              </a:rPr>
              <a:t> |</a:t>
            </a:r>
          </a:p>
        </p:txBody>
      </p:sp>
      <p:graphicFrame>
        <p:nvGraphicFramePr>
          <p:cNvPr id="2" name="Diagram 1">
            <a:extLst>
              <a:ext uri="{FF2B5EF4-FFF2-40B4-BE49-F238E27FC236}">
                <a16:creationId xmlns:a16="http://schemas.microsoft.com/office/drawing/2014/main" id="{5E961822-1C85-41C8-80B3-D888833FB6E6}"/>
              </a:ext>
            </a:extLst>
          </p:cNvPr>
          <p:cNvGraphicFramePr/>
          <p:nvPr>
            <p:extLst>
              <p:ext uri="{D42A27DB-BD31-4B8C-83A1-F6EECF244321}">
                <p14:modId xmlns:p14="http://schemas.microsoft.com/office/powerpoint/2010/main" val="2810053841"/>
              </p:ext>
            </p:extLst>
          </p:nvPr>
        </p:nvGraphicFramePr>
        <p:xfrm>
          <a:off x="5624331" y="192995"/>
          <a:ext cx="5258662" cy="599733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2" name="Hexagon 11">
            <a:extLst>
              <a:ext uri="{FF2B5EF4-FFF2-40B4-BE49-F238E27FC236}">
                <a16:creationId xmlns:a16="http://schemas.microsoft.com/office/drawing/2014/main" id="{5292BBAE-D41C-4508-9CC1-2CDE9D91E721}"/>
              </a:ext>
            </a:extLst>
          </p:cNvPr>
          <p:cNvSpPr/>
          <p:nvPr/>
        </p:nvSpPr>
        <p:spPr>
          <a:xfrm>
            <a:off x="8978780" y="1130368"/>
            <a:ext cx="998098" cy="711200"/>
          </a:xfrm>
          <a:prstGeom prst="hexagon">
            <a:avLst/>
          </a:prstGeom>
          <a:solidFill>
            <a:schemeClr val="accent1">
              <a:lumMod val="7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srgbClr val="FFFFFF"/>
                </a:solidFill>
                <a:effectLst/>
                <a:uLnTx/>
                <a:uFillTx/>
                <a:latin typeface="Cambria" panose="02040503050406030204" pitchFamily="18" charset="0"/>
                <a:ea typeface="Cambria" panose="02040503050406030204" pitchFamily="18" charset="0"/>
                <a:cs typeface="+mn-cs"/>
              </a:rPr>
              <a:t>NECP. Monit &amp; Report of NECP</a:t>
            </a:r>
            <a:r>
              <a:rPr kumimoji="0" lang="nl-BE" sz="1000" b="1" i="0" u="none" strike="noStrike" kern="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n-cs"/>
              </a:rPr>
              <a:t>.</a:t>
            </a:r>
            <a:endParaRPr kumimoji="0" lang="en-GB" sz="1000" b="1" i="0" u="none" strike="noStrike" kern="0" cap="none" spc="0" normalizeH="0" baseline="0" noProof="0" dirty="0">
              <a:ln>
                <a:noFill/>
              </a:ln>
              <a:solidFill>
                <a:srgbClr val="FF0000"/>
              </a:solidFill>
              <a:effectLst/>
              <a:uLnTx/>
              <a:uFillTx/>
              <a:latin typeface="Cambria" panose="02040503050406030204" pitchFamily="18" charset="0"/>
              <a:ea typeface="Cambria" panose="02040503050406030204" pitchFamily="18" charset="0"/>
              <a:cs typeface="+mn-cs"/>
            </a:endParaRPr>
          </a:p>
        </p:txBody>
      </p:sp>
      <p:sp>
        <p:nvSpPr>
          <p:cNvPr id="16" name="Hexagon 15">
            <a:extLst>
              <a:ext uri="{FF2B5EF4-FFF2-40B4-BE49-F238E27FC236}">
                <a16:creationId xmlns:a16="http://schemas.microsoft.com/office/drawing/2014/main" id="{E831610A-5350-41C0-987A-BE5E49668D1D}"/>
              </a:ext>
            </a:extLst>
          </p:cNvPr>
          <p:cNvSpPr/>
          <p:nvPr/>
        </p:nvSpPr>
        <p:spPr>
          <a:xfrm>
            <a:off x="10026826" y="1130368"/>
            <a:ext cx="998098" cy="711200"/>
          </a:xfrm>
          <a:prstGeom prst="hexagon">
            <a:avLst/>
          </a:prstGeom>
          <a:solidFill>
            <a:schemeClr val="accent1">
              <a:lumMod val="7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Long term Strategy 2050</a:t>
            </a:r>
          </a:p>
        </p:txBody>
      </p:sp>
      <p:sp>
        <p:nvSpPr>
          <p:cNvPr id="17" name="Hexagon 16">
            <a:extLst>
              <a:ext uri="{FF2B5EF4-FFF2-40B4-BE49-F238E27FC236}">
                <a16:creationId xmlns:a16="http://schemas.microsoft.com/office/drawing/2014/main" id="{933E61B3-6AF2-4DA4-A1DD-8E6D0E1517D3}"/>
              </a:ext>
            </a:extLst>
          </p:cNvPr>
          <p:cNvSpPr/>
          <p:nvPr/>
        </p:nvSpPr>
        <p:spPr>
          <a:xfrm>
            <a:off x="8918275" y="1919844"/>
            <a:ext cx="1065273" cy="711200"/>
          </a:xfrm>
          <a:prstGeom prst="hexagon">
            <a:avLst/>
          </a:prstGeom>
          <a:solidFill>
            <a:schemeClr val="accent1">
              <a:lumMod val="7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GHG</a:t>
            </a:r>
          </a:p>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monitoring &amp; reporting</a:t>
            </a:r>
            <a:endParaRPr kumimoji="0" lang="en-GB"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endParaRPr>
          </a:p>
        </p:txBody>
      </p:sp>
      <p:sp>
        <p:nvSpPr>
          <p:cNvPr id="19" name="Hexagon 18">
            <a:extLst>
              <a:ext uri="{FF2B5EF4-FFF2-40B4-BE49-F238E27FC236}">
                <a16:creationId xmlns:a16="http://schemas.microsoft.com/office/drawing/2014/main" id="{E0A18C94-74FC-417D-B390-87D78718F076}"/>
              </a:ext>
            </a:extLst>
          </p:cNvPr>
          <p:cNvSpPr/>
          <p:nvPr/>
        </p:nvSpPr>
        <p:spPr>
          <a:xfrm>
            <a:off x="8860110" y="3277757"/>
            <a:ext cx="1154007" cy="842259"/>
          </a:xfrm>
          <a:prstGeom prst="hexagon">
            <a:avLst/>
          </a:prstGeom>
          <a:solidFill>
            <a:schemeClr val="accent2">
              <a:lumMod val="7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en-GB"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Reporting, verification , accreditation</a:t>
            </a:r>
          </a:p>
        </p:txBody>
      </p:sp>
      <p:sp>
        <p:nvSpPr>
          <p:cNvPr id="22" name="Hexagon 21">
            <a:extLst>
              <a:ext uri="{FF2B5EF4-FFF2-40B4-BE49-F238E27FC236}">
                <a16:creationId xmlns:a16="http://schemas.microsoft.com/office/drawing/2014/main" id="{3026F608-A342-4F61-B1F8-EB1D86F8EE72}"/>
              </a:ext>
            </a:extLst>
          </p:cNvPr>
          <p:cNvSpPr/>
          <p:nvPr/>
        </p:nvSpPr>
        <p:spPr>
          <a:xfrm>
            <a:off x="9880193" y="5477353"/>
            <a:ext cx="1167925" cy="711200"/>
          </a:xfrm>
          <a:prstGeom prst="hexagon">
            <a:avLst/>
          </a:prstGeom>
          <a:solidFill>
            <a:srgbClr val="0070C0"/>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Allowances allocation</a:t>
            </a:r>
          </a:p>
        </p:txBody>
      </p:sp>
      <p:sp>
        <p:nvSpPr>
          <p:cNvPr id="23" name="Hexagon 22">
            <a:extLst>
              <a:ext uri="{FF2B5EF4-FFF2-40B4-BE49-F238E27FC236}">
                <a16:creationId xmlns:a16="http://schemas.microsoft.com/office/drawing/2014/main" id="{943C693B-3FA6-42BA-ADF3-1EA5048F1867}"/>
              </a:ext>
            </a:extLst>
          </p:cNvPr>
          <p:cNvSpPr/>
          <p:nvPr/>
        </p:nvSpPr>
        <p:spPr>
          <a:xfrm>
            <a:off x="9889562" y="4713035"/>
            <a:ext cx="1149188" cy="711200"/>
          </a:xfrm>
          <a:prstGeom prst="hexagon">
            <a:avLst/>
          </a:prstGeom>
          <a:solidFill>
            <a:srgbClr val="0070C0"/>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Emissions cap</a:t>
            </a:r>
            <a:endParaRPr kumimoji="0" lang="en-GB"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endParaRPr>
          </a:p>
        </p:txBody>
      </p:sp>
      <p:sp>
        <p:nvSpPr>
          <p:cNvPr id="24" name="Hexagon 23">
            <a:extLst>
              <a:ext uri="{FF2B5EF4-FFF2-40B4-BE49-F238E27FC236}">
                <a16:creationId xmlns:a16="http://schemas.microsoft.com/office/drawing/2014/main" id="{E6D69B98-B869-43C6-9B15-53EC1F579AE7}"/>
              </a:ext>
            </a:extLst>
          </p:cNvPr>
          <p:cNvSpPr/>
          <p:nvPr/>
        </p:nvSpPr>
        <p:spPr>
          <a:xfrm>
            <a:off x="9858457" y="2957514"/>
            <a:ext cx="998098" cy="719805"/>
          </a:xfrm>
          <a:prstGeom prst="hexagon">
            <a:avLst/>
          </a:prstGeom>
          <a:solidFill>
            <a:schemeClr val="accent2">
              <a:lumMod val="7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AVR</a:t>
            </a:r>
            <a:endParaRPr kumimoji="0" lang="en-GB"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endParaRPr>
          </a:p>
        </p:txBody>
      </p:sp>
      <p:sp>
        <p:nvSpPr>
          <p:cNvPr id="25" name="Hexagon 24">
            <a:extLst>
              <a:ext uri="{FF2B5EF4-FFF2-40B4-BE49-F238E27FC236}">
                <a16:creationId xmlns:a16="http://schemas.microsoft.com/office/drawing/2014/main" id="{52466AA0-E6CC-4C40-AF90-EE000124EFEE}"/>
              </a:ext>
            </a:extLst>
          </p:cNvPr>
          <p:cNvSpPr/>
          <p:nvPr/>
        </p:nvSpPr>
        <p:spPr>
          <a:xfrm>
            <a:off x="8985450" y="5043454"/>
            <a:ext cx="1052533" cy="764956"/>
          </a:xfrm>
          <a:prstGeom prst="hexagon">
            <a:avLst>
              <a:gd name="adj" fmla="val 31510"/>
              <a:gd name="vf" fmla="val 115470"/>
            </a:avLst>
          </a:prstGeom>
          <a:solidFill>
            <a:srgbClr val="0070C0"/>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8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GHG permitting</a:t>
            </a:r>
            <a:endParaRPr kumimoji="0" lang="sr-Latn-RS" sz="8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endParaRPr>
          </a:p>
          <a:p>
            <a:pPr marL="0" marR="0" lvl="0" indent="0" algn="ctr" defTabSz="609493" rtl="0" eaLnBrk="1" fontAlgn="auto" latinLnBrk="0" hangingPunct="1">
              <a:lnSpc>
                <a:spcPct val="100000"/>
              </a:lnSpc>
              <a:spcBef>
                <a:spcPts val="0"/>
              </a:spcBef>
              <a:spcAft>
                <a:spcPts val="0"/>
              </a:spcAft>
              <a:buClrTx/>
              <a:buSzTx/>
              <a:buFontTx/>
              <a:buNone/>
              <a:tabLst/>
              <a:defRPr/>
            </a:pPr>
            <a:r>
              <a:rPr kumimoji="0" lang="sr-Latn-RS" sz="8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(part of EU ETS Directiv</a:t>
            </a:r>
            <a:r>
              <a:rPr kumimoji="0" lang="sr-Latn-RS"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e)</a:t>
            </a:r>
            <a:endPar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endParaRPr>
          </a:p>
        </p:txBody>
      </p:sp>
      <p:pic>
        <p:nvPicPr>
          <p:cNvPr id="3" name="Picture 2">
            <a:extLst>
              <a:ext uri="{FF2B5EF4-FFF2-40B4-BE49-F238E27FC236}">
                <a16:creationId xmlns:a16="http://schemas.microsoft.com/office/drawing/2014/main" id="{78811DD1-D9EA-1FFF-C4E0-E56D79041C52}"/>
              </a:ext>
            </a:extLst>
          </p:cNvPr>
          <p:cNvPicPr>
            <a:picLocks noChangeAspect="1"/>
          </p:cNvPicPr>
          <p:nvPr/>
        </p:nvPicPr>
        <p:blipFill>
          <a:blip r:embed="rId8"/>
          <a:stretch>
            <a:fillRect/>
          </a:stretch>
        </p:blipFill>
        <p:spPr>
          <a:xfrm>
            <a:off x="10090158" y="6400801"/>
            <a:ext cx="2101842" cy="457198"/>
          </a:xfrm>
          <a:prstGeom prst="rect">
            <a:avLst/>
          </a:prstGeom>
        </p:spPr>
      </p:pic>
      <p:sp>
        <p:nvSpPr>
          <p:cNvPr id="21" name="Hexagon 20">
            <a:extLst>
              <a:ext uri="{FF2B5EF4-FFF2-40B4-BE49-F238E27FC236}">
                <a16:creationId xmlns:a16="http://schemas.microsoft.com/office/drawing/2014/main" id="{7F1456D3-197B-4F8A-81B6-BECD4FFC6596}"/>
              </a:ext>
            </a:extLst>
          </p:cNvPr>
          <p:cNvSpPr/>
          <p:nvPr/>
        </p:nvSpPr>
        <p:spPr>
          <a:xfrm>
            <a:off x="10907877" y="5078249"/>
            <a:ext cx="998098" cy="711200"/>
          </a:xfrm>
          <a:prstGeom prst="hexagon">
            <a:avLst/>
          </a:prstGeom>
          <a:solidFill>
            <a:srgbClr val="0070C0"/>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Registry</a:t>
            </a:r>
          </a:p>
        </p:txBody>
      </p:sp>
      <p:sp>
        <p:nvSpPr>
          <p:cNvPr id="4" name="Hexagon 24">
            <a:extLst>
              <a:ext uri="{FF2B5EF4-FFF2-40B4-BE49-F238E27FC236}">
                <a16:creationId xmlns:a16="http://schemas.microsoft.com/office/drawing/2014/main" id="{3AF885DB-2576-39ED-DD9E-80AA22B30AFA}"/>
              </a:ext>
            </a:extLst>
          </p:cNvPr>
          <p:cNvSpPr/>
          <p:nvPr/>
        </p:nvSpPr>
        <p:spPr>
          <a:xfrm>
            <a:off x="9870720" y="3720466"/>
            <a:ext cx="998098" cy="729969"/>
          </a:xfrm>
          <a:prstGeom prst="hexagon">
            <a:avLst/>
          </a:prstGeom>
          <a:solidFill>
            <a:schemeClr val="accent2">
              <a:lumMod val="7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MRR</a:t>
            </a:r>
          </a:p>
        </p:txBody>
      </p:sp>
      <p:sp>
        <p:nvSpPr>
          <p:cNvPr id="20" name="Hexagon 19">
            <a:extLst>
              <a:ext uri="{FF2B5EF4-FFF2-40B4-BE49-F238E27FC236}">
                <a16:creationId xmlns:a16="http://schemas.microsoft.com/office/drawing/2014/main" id="{919191C9-162E-4F73-841D-13212DED20EF}"/>
              </a:ext>
            </a:extLst>
          </p:cNvPr>
          <p:cNvSpPr/>
          <p:nvPr/>
        </p:nvSpPr>
        <p:spPr>
          <a:xfrm>
            <a:off x="10026826" y="1915764"/>
            <a:ext cx="1065273" cy="711200"/>
          </a:xfrm>
          <a:prstGeom prst="hexagon">
            <a:avLst/>
          </a:prstGeom>
          <a:solidFill>
            <a:schemeClr val="accent1">
              <a:lumMod val="7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Strategic Plan for Methane</a:t>
            </a:r>
          </a:p>
        </p:txBody>
      </p:sp>
      <p:sp>
        <p:nvSpPr>
          <p:cNvPr id="26" name="Hexagon 25">
            <a:extLst>
              <a:ext uri="{FF2B5EF4-FFF2-40B4-BE49-F238E27FC236}">
                <a16:creationId xmlns:a16="http://schemas.microsoft.com/office/drawing/2014/main" id="{50B357E4-BB42-4E14-B874-74CA3BAA4A3C}"/>
              </a:ext>
            </a:extLst>
          </p:cNvPr>
          <p:cNvSpPr/>
          <p:nvPr/>
        </p:nvSpPr>
        <p:spPr>
          <a:xfrm>
            <a:off x="10947855" y="1500095"/>
            <a:ext cx="1065273" cy="711200"/>
          </a:xfrm>
          <a:prstGeom prst="hexagon">
            <a:avLst/>
          </a:prstGeom>
          <a:solidFill>
            <a:schemeClr val="accent1">
              <a:lumMod val="75000"/>
            </a:schemeClr>
          </a:solidFill>
          <a:ln w="9525" cap="flat" cmpd="sng" algn="ctr">
            <a:noFill/>
            <a:prstDash val="solid"/>
          </a:ln>
          <a:effectLst>
            <a:outerShdw blurRad="40000" dist="23000" dir="5400000" rotWithShape="0">
              <a:srgbClr val="000000">
                <a:alpha val="35000"/>
              </a:srgbClr>
            </a:outerShdw>
          </a:effectLst>
        </p:spPr>
        <p:txBody>
          <a:bodyPr rtlCol="0" anchor="ctr"/>
          <a:lstStyle/>
          <a:p>
            <a:pPr marL="0" marR="0" lvl="0" indent="0" algn="ctr" defTabSz="609493" rtl="0" eaLnBrk="1" fontAlgn="auto" latinLnBrk="0" hangingPunct="1">
              <a:lnSpc>
                <a:spcPct val="100000"/>
              </a:lnSpc>
              <a:spcBef>
                <a:spcPts val="0"/>
              </a:spcBef>
              <a:spcAft>
                <a:spcPts val="0"/>
              </a:spcAft>
              <a:buClrTx/>
              <a:buSzTx/>
              <a:buFontTx/>
              <a:buNone/>
              <a:tabLst/>
              <a:defRPr/>
            </a:pPr>
            <a:r>
              <a:rPr kumimoji="0" lang="nl-BE" sz="1000" b="1" i="0" u="none" strike="noStrike" kern="0" cap="none" spc="0" normalizeH="0" baseline="0" noProof="0" dirty="0">
                <a:ln>
                  <a:noFill/>
                </a:ln>
                <a:solidFill>
                  <a:prstClr val="white"/>
                </a:solidFill>
                <a:effectLst/>
                <a:uLnTx/>
                <a:uFillTx/>
                <a:latin typeface="Cambria" panose="02040503050406030204" pitchFamily="18" charset="0"/>
                <a:ea typeface="Cambria" panose="02040503050406030204" pitchFamily="18" charset="0"/>
                <a:cs typeface="+mn-cs"/>
              </a:rPr>
              <a:t>Oil stocks reporting </a:t>
            </a:r>
          </a:p>
        </p:txBody>
      </p:sp>
      <p:sp>
        <p:nvSpPr>
          <p:cNvPr id="32" name="TextBox 31">
            <a:extLst>
              <a:ext uri="{FF2B5EF4-FFF2-40B4-BE49-F238E27FC236}">
                <a16:creationId xmlns:a16="http://schemas.microsoft.com/office/drawing/2014/main" id="{001FE0E3-82C2-3898-3FEC-3D4BD16B94BE}"/>
              </a:ext>
            </a:extLst>
          </p:cNvPr>
          <p:cNvSpPr txBox="1"/>
          <p:nvPr/>
        </p:nvSpPr>
        <p:spPr>
          <a:xfrm>
            <a:off x="216757" y="166929"/>
            <a:ext cx="5342712" cy="446276"/>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300" b="1" i="0" u="none" strike="noStrike" kern="1200" cap="none" spc="0" normalizeH="0" baseline="0" noProof="0" dirty="0">
                <a:ln>
                  <a:noFill/>
                </a:ln>
                <a:solidFill>
                  <a:schemeClr val="accent1">
                    <a:lumMod val="75000"/>
                  </a:schemeClr>
                </a:solidFill>
                <a:effectLst/>
                <a:uLnTx/>
                <a:uFillTx/>
                <a:latin typeface="+mj-lt"/>
                <a:ea typeface="Cambria" panose="02040503050406030204" pitchFamily="18" charset="0"/>
                <a:cs typeface="+mn-cs"/>
              </a:rPr>
              <a:t>Energy &amp; Climate</a:t>
            </a:r>
            <a:r>
              <a:rPr lang="en-US" sz="2300" b="1" dirty="0">
                <a:solidFill>
                  <a:schemeClr val="accent1">
                    <a:lumMod val="75000"/>
                  </a:schemeClr>
                </a:solidFill>
                <a:latin typeface="+mj-lt"/>
                <a:ea typeface="Cambria" panose="02040503050406030204" pitchFamily="18" charset="0"/>
              </a:rPr>
              <a:t> Legal Framework</a:t>
            </a:r>
            <a:r>
              <a:rPr kumimoji="0" lang="en-US" sz="2300" b="1" i="0" u="none" strike="noStrike" kern="1200" cap="none" spc="0" normalizeH="0" baseline="0" noProof="0" dirty="0">
                <a:ln>
                  <a:noFill/>
                </a:ln>
                <a:solidFill>
                  <a:schemeClr val="accent1">
                    <a:lumMod val="75000"/>
                  </a:schemeClr>
                </a:solidFill>
                <a:effectLst/>
                <a:uLnTx/>
                <a:uFillTx/>
                <a:latin typeface="+mj-lt"/>
                <a:ea typeface="Cambria" panose="02040503050406030204" pitchFamily="18" charset="0"/>
                <a:cs typeface="+mn-cs"/>
              </a:rPr>
              <a:t> </a:t>
            </a:r>
          </a:p>
        </p:txBody>
      </p:sp>
      <p:sp>
        <p:nvSpPr>
          <p:cNvPr id="30" name="Freeform 4">
            <a:extLst>
              <a:ext uri="{FF2B5EF4-FFF2-40B4-BE49-F238E27FC236}">
                <a16:creationId xmlns:a16="http://schemas.microsoft.com/office/drawing/2014/main" id="{F128899F-3829-4931-BE78-FD6B3195CAEE}"/>
              </a:ext>
            </a:extLst>
          </p:cNvPr>
          <p:cNvSpPr/>
          <p:nvPr/>
        </p:nvSpPr>
        <p:spPr>
          <a:xfrm>
            <a:off x="692076" y="708580"/>
            <a:ext cx="5104178" cy="5496832"/>
          </a:xfrm>
          <a:custGeom>
            <a:avLst/>
            <a:gdLst/>
            <a:ahLst/>
            <a:cxnLst/>
            <a:rect l="l" t="t" r="r" b="b"/>
            <a:pathLst>
              <a:path w="587436" h="904674">
                <a:moveTo>
                  <a:pt x="195208" y="0"/>
                </a:moveTo>
                <a:lnTo>
                  <a:pt x="392228" y="0"/>
                </a:lnTo>
                <a:cubicBezTo>
                  <a:pt x="444001" y="0"/>
                  <a:pt x="493653" y="20567"/>
                  <a:pt x="530261" y="57175"/>
                </a:cubicBezTo>
                <a:cubicBezTo>
                  <a:pt x="566870" y="93784"/>
                  <a:pt x="587436" y="143436"/>
                  <a:pt x="587436" y="195208"/>
                </a:cubicBezTo>
                <a:lnTo>
                  <a:pt x="587436" y="709466"/>
                </a:lnTo>
                <a:cubicBezTo>
                  <a:pt x="587436" y="761238"/>
                  <a:pt x="566870" y="810890"/>
                  <a:pt x="530261" y="847499"/>
                </a:cubicBezTo>
                <a:cubicBezTo>
                  <a:pt x="493653" y="884107"/>
                  <a:pt x="444001" y="904674"/>
                  <a:pt x="392228" y="904674"/>
                </a:cubicBezTo>
                <a:lnTo>
                  <a:pt x="195208" y="904674"/>
                </a:lnTo>
                <a:cubicBezTo>
                  <a:pt x="143436" y="904674"/>
                  <a:pt x="93784" y="884107"/>
                  <a:pt x="57175" y="847499"/>
                </a:cubicBezTo>
                <a:cubicBezTo>
                  <a:pt x="20567" y="810890"/>
                  <a:pt x="0" y="761238"/>
                  <a:pt x="0" y="709466"/>
                </a:cubicBezTo>
                <a:lnTo>
                  <a:pt x="0" y="195208"/>
                </a:lnTo>
                <a:cubicBezTo>
                  <a:pt x="0" y="143436"/>
                  <a:pt x="20567" y="93784"/>
                  <a:pt x="57175" y="57175"/>
                </a:cubicBezTo>
                <a:cubicBezTo>
                  <a:pt x="93784" y="20567"/>
                  <a:pt x="143436" y="0"/>
                  <a:pt x="195208" y="0"/>
                </a:cubicBezTo>
                <a:close/>
              </a:path>
            </a:pathLst>
          </a:custGeom>
          <a:solidFill>
            <a:schemeClr val="tx1">
              <a:lumMod val="20000"/>
              <a:lumOff val="80000"/>
            </a:schemeClr>
          </a:solidFill>
          <a:ln>
            <a:solidFill>
              <a:srgbClr val="002060"/>
            </a:solidFill>
          </a:ln>
        </p:spPr>
        <p: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bs-Latn-BA" sz="1800" b="0" i="0" u="none" strike="noStrike" kern="1200" cap="none" spc="0" normalizeH="0" baseline="0" noProof="0" dirty="0">
              <a:ln>
                <a:noFill/>
              </a:ln>
              <a:solidFill>
                <a:prstClr val="black"/>
              </a:solidFill>
              <a:effectLst/>
              <a:uLnTx/>
              <a:uFillTx/>
              <a:latin typeface="Calibri"/>
              <a:ea typeface="Arial Unicode MS"/>
              <a:cs typeface="+mn-cs"/>
            </a:endParaRPr>
          </a:p>
        </p:txBody>
      </p:sp>
      <p:sp>
        <p:nvSpPr>
          <p:cNvPr id="31" name="Text Placeholder 2">
            <a:extLst>
              <a:ext uri="{FF2B5EF4-FFF2-40B4-BE49-F238E27FC236}">
                <a16:creationId xmlns:a16="http://schemas.microsoft.com/office/drawing/2014/main" id="{C4D2A73A-4642-42B6-AD8F-DF3B9EE73B9A}"/>
              </a:ext>
            </a:extLst>
          </p:cNvPr>
          <p:cNvSpPr txBox="1">
            <a:spLocks/>
          </p:cNvSpPr>
          <p:nvPr/>
        </p:nvSpPr>
        <p:spPr>
          <a:xfrm>
            <a:off x="1004854" y="1162719"/>
            <a:ext cx="4852289" cy="5029200"/>
          </a:xfrm>
          <a:prstGeom prst="rect">
            <a:avLst/>
          </a:prstGeom>
        </p:spPr>
        <p:txBody>
          <a:bodyPr vert="horz" lIns="91440" tIns="45720" rIns="91440" bIns="45720" rtlCol="0" anchor="t">
            <a:noAutofit/>
          </a:bodyPr>
          <a:lstStyle>
            <a:lvl1pPr marL="0" indent="0" algn="l" defTabSz="914400" rtl="0" eaLnBrk="1" latinLnBrk="0" hangingPunct="1">
              <a:lnSpc>
                <a:spcPct val="100000"/>
              </a:lnSpc>
              <a:spcBef>
                <a:spcPts val="1000"/>
              </a:spcBef>
              <a:buFont typeface="Wingdings" pitchFamily="2" charset="2"/>
              <a:buNone/>
              <a:defRPr lang="en-US" sz="2000" b="0" i="0" kern="1200">
                <a:solidFill>
                  <a:schemeClr val="tx2"/>
                </a:solidFill>
                <a:latin typeface="+mn-lt"/>
                <a:ea typeface="+mn-ea"/>
                <a:cs typeface="Arial" panose="020B0604020202020204" pitchFamily="34" charset="0"/>
              </a:defRPr>
            </a:lvl1pPr>
            <a:lvl2pPr marL="685800" indent="-228600" algn="l" defTabSz="914400" rtl="0" eaLnBrk="1" latinLnBrk="0" hangingPunct="1">
              <a:lnSpc>
                <a:spcPct val="100000"/>
              </a:lnSpc>
              <a:spcBef>
                <a:spcPts val="500"/>
              </a:spcBef>
              <a:buFont typeface="Wingdings" pitchFamily="2" charset="2"/>
              <a:buChar char="§"/>
              <a:defRPr lang="en-US" sz="1800" b="0" i="0" kern="1200">
                <a:solidFill>
                  <a:schemeClr val="tx2"/>
                </a:solidFill>
                <a:latin typeface="+mn-lt"/>
                <a:ea typeface="+mn-ea"/>
                <a:cs typeface="Arial" panose="020B0604020202020204" pitchFamily="34" charset="0"/>
              </a:defRPr>
            </a:lvl2pPr>
            <a:lvl3pPr marL="1143000" indent="-228600" algn="l" defTabSz="914400" rtl="0" eaLnBrk="1" latinLnBrk="0" hangingPunct="1">
              <a:lnSpc>
                <a:spcPct val="100000"/>
              </a:lnSpc>
              <a:spcBef>
                <a:spcPts val="500"/>
              </a:spcBef>
              <a:buFont typeface="Wingdings" pitchFamily="2" charset="2"/>
              <a:buChar char="§"/>
              <a:defRPr lang="en-US" sz="1800" b="0" i="0" kern="1200">
                <a:solidFill>
                  <a:schemeClr val="tx2"/>
                </a:solidFill>
                <a:latin typeface="+mn-lt"/>
                <a:ea typeface="+mn-ea"/>
                <a:cs typeface="Arial" panose="020B0604020202020204" pitchFamily="34" charset="0"/>
              </a:defRPr>
            </a:lvl3pPr>
            <a:lvl4pPr marL="1600200" indent="-228600" algn="l" defTabSz="914400" rtl="0" eaLnBrk="1" latinLnBrk="0" hangingPunct="1">
              <a:lnSpc>
                <a:spcPct val="100000"/>
              </a:lnSpc>
              <a:spcBef>
                <a:spcPts val="500"/>
              </a:spcBef>
              <a:buFont typeface="Wingdings" pitchFamily="2" charset="2"/>
              <a:buChar char="§"/>
              <a:defRPr lang="en-US" sz="1600" b="0" i="0" kern="1200">
                <a:solidFill>
                  <a:schemeClr val="tx2"/>
                </a:solidFill>
                <a:latin typeface="+mn-lt"/>
                <a:ea typeface="+mn-ea"/>
                <a:cs typeface="Arial" panose="020B0604020202020204" pitchFamily="34" charset="0"/>
              </a:defRPr>
            </a:lvl4pPr>
            <a:lvl5pPr marL="2057400" indent="-228600" algn="l" defTabSz="914400" rtl="0" eaLnBrk="1" latinLnBrk="0" hangingPunct="1">
              <a:lnSpc>
                <a:spcPct val="100000"/>
              </a:lnSpc>
              <a:spcBef>
                <a:spcPts val="500"/>
              </a:spcBef>
              <a:buFont typeface="Wingdings" pitchFamily="2" charset="2"/>
              <a:buChar char="§"/>
              <a:defRPr lang="en-US" sz="1600" b="0" i="0" kern="120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269875" marR="0" lvl="0" indent="-269875"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D</a:t>
            </a:r>
            <a:r>
              <a:rPr kumimoji="0" lang="en-GB" sz="1400" b="0" i="0" u="none" strike="noStrike" kern="1200" cap="none" spc="0" normalizeH="0" baseline="0" noProof="0" dirty="0" err="1">
                <a:ln>
                  <a:noFill/>
                </a:ln>
                <a:solidFill>
                  <a:sysClr val="windowText" lastClr="000000"/>
                </a:solidFill>
                <a:effectLst/>
                <a:uLnTx/>
                <a:uFillTx/>
                <a:ea typeface="Cambria" panose="02040503050406030204" pitchFamily="18" charset="0"/>
                <a:cs typeface="Arial" panose="020B0604020202020204" pitchFamily="34" charset="0"/>
              </a:rPr>
              <a:t>ecission</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a:t>
            </a:r>
            <a:r>
              <a:rPr kumimoji="0" lang="en-GB" sz="1400" b="1"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No 202</a:t>
            </a:r>
            <a:r>
              <a:rPr kumimoji="0" lang="sr-Latn-RS" sz="1400" b="1"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1</a:t>
            </a:r>
            <a:r>
              <a:rPr kumimoji="0" lang="en-GB" sz="1400" b="1"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a:t>
            </a:r>
            <a:r>
              <a:rPr kumimoji="0" lang="sr-Latn-RS" sz="1400" b="1"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14</a:t>
            </a:r>
            <a:r>
              <a:rPr kumimoji="0" lang="en-GB" sz="1400" b="1"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/MC-</a:t>
            </a:r>
            <a:r>
              <a:rPr kumimoji="0" lang="en-GB" sz="1400" b="1" i="0" u="none" strike="noStrike" kern="1200" cap="none" spc="0" normalizeH="0" baseline="0" noProof="0" dirty="0" err="1">
                <a:ln>
                  <a:noFill/>
                </a:ln>
                <a:solidFill>
                  <a:sysClr val="windowText" lastClr="000000"/>
                </a:solidFill>
                <a:effectLst/>
                <a:uLnTx/>
                <a:uFillTx/>
                <a:ea typeface="Cambria" panose="02040503050406030204" pitchFamily="18" charset="0"/>
                <a:cs typeface="Arial" panose="020B0604020202020204" pitchFamily="34" charset="0"/>
              </a:rPr>
              <a:t>EnC</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amending </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article 20 and </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Annex I to the Treaty establishing the En</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C</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and incorporating adapted:</a:t>
            </a:r>
          </a:p>
          <a:p>
            <a:pPr marL="628650" marR="0" lvl="1" indent="-2698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Regulation (EU) 2018/</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1999 (Governance Regulation)</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a:t>
            </a:r>
          </a:p>
          <a:p>
            <a:pPr marL="628650" marR="0" lvl="1" indent="-2698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Delegated</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Regulation (EU) 20</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20</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1044</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and </a:t>
            </a:r>
          </a:p>
          <a:p>
            <a:pPr marL="628650" marR="0" lvl="1" indent="-2698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Implementing Regulation (EU) 2020/1208</a:t>
            </a:r>
            <a:endPar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endParaRPr>
          </a:p>
          <a:p>
            <a:pPr marL="628650" marR="0" lvl="1" indent="-269875"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0" lang="en-GB" sz="1400" b="1"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Deadline</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end of 202</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2</a:t>
            </a:r>
          </a:p>
          <a:p>
            <a:pPr marL="628650" marR="0" lvl="1" indent="-269875"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0" lang="sr-Latn-RS" sz="1400" b="0" i="0" u="none" strike="noStrike" kern="1200" cap="none" spc="0" normalizeH="0" baseline="0" noProof="0" dirty="0" err="1">
                <a:ln>
                  <a:noFill/>
                </a:ln>
                <a:solidFill>
                  <a:sysClr val="windowText" lastClr="000000"/>
                </a:solidFill>
                <a:effectLst/>
                <a:uLnTx/>
                <a:uFillTx/>
                <a:ea typeface="Cambria" panose="02040503050406030204" pitchFamily="18" charset="0"/>
                <a:cs typeface="Arial" panose="020B0604020202020204" pitchFamily="34" charset="0"/>
              </a:rPr>
              <a:t>Implementing</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a:t>
            </a:r>
            <a:r>
              <a:rPr kumimoji="0" lang="sr-Latn-RS" sz="1400" b="0" i="0" u="none" strike="noStrike" kern="1200" cap="none" spc="0" normalizeH="0" baseline="0" noProof="0" dirty="0" err="1">
                <a:ln>
                  <a:noFill/>
                </a:ln>
                <a:solidFill>
                  <a:sysClr val="windowText" lastClr="000000"/>
                </a:solidFill>
                <a:effectLst/>
                <a:uLnTx/>
                <a:uFillTx/>
                <a:ea typeface="Cambria" panose="02040503050406030204" pitchFamily="18" charset="0"/>
                <a:cs typeface="Arial" panose="020B0604020202020204" pitchFamily="34" charset="0"/>
              </a:rPr>
              <a:t>Regulation</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(EU) 2023/2299</a:t>
            </a:r>
            <a:endPar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endParaRPr>
          </a:p>
          <a:p>
            <a:pPr marL="269875" marR="0" lvl="0" indent="-269875"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0" lang="en-GB" sz="1400" b="0" i="0" u="none" strike="noStrike" kern="1200" cap="none" spc="0" normalizeH="0" baseline="0" noProof="0" dirty="0" err="1">
                <a:ln>
                  <a:noFill/>
                </a:ln>
                <a:solidFill>
                  <a:sysClr val="windowText" lastClr="000000"/>
                </a:solidFill>
                <a:effectLst/>
                <a:uLnTx/>
                <a:uFillTx/>
                <a:ea typeface="Cambria" panose="02040503050406030204" pitchFamily="18" charset="0"/>
                <a:cs typeface="Arial" panose="020B0604020202020204" pitchFamily="34" charset="0"/>
              </a:rPr>
              <a:t>Decission</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a:t>
            </a:r>
            <a:r>
              <a:rPr kumimoji="0" lang="en-GB" sz="1400" b="1"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No 2022/05/MC-</a:t>
            </a:r>
            <a:r>
              <a:rPr kumimoji="0" lang="en-GB" sz="1400" b="1" i="0" u="none" strike="noStrike" kern="1200" cap="none" spc="0" normalizeH="0" baseline="0" noProof="0" dirty="0" err="1">
                <a:ln>
                  <a:noFill/>
                </a:ln>
                <a:solidFill>
                  <a:sysClr val="windowText" lastClr="000000"/>
                </a:solidFill>
                <a:effectLst/>
                <a:uLnTx/>
                <a:uFillTx/>
                <a:ea typeface="Cambria" panose="02040503050406030204" pitchFamily="18" charset="0"/>
                <a:cs typeface="Arial" panose="020B0604020202020204" pitchFamily="34" charset="0"/>
              </a:rPr>
              <a:t>EnC</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amending Annex I to the Treaty establishing the En</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C</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and incorporating adapted:</a:t>
            </a:r>
          </a:p>
          <a:p>
            <a:pPr marL="628650" marR="0" lvl="1" indent="-2698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err="1">
                <a:ln>
                  <a:noFill/>
                </a:ln>
                <a:solidFill>
                  <a:sysClr val="windowText" lastClr="000000"/>
                </a:solidFill>
                <a:effectLst/>
                <a:uLnTx/>
                <a:uFillTx/>
                <a:ea typeface="Cambria" panose="02040503050406030204" pitchFamily="18" charset="0"/>
                <a:cs typeface="Arial" panose="020B0604020202020204" pitchFamily="34" charset="0"/>
              </a:rPr>
              <a:t>lmplementing</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Regulation (EU) 2018/2066 (MRR), </a:t>
            </a:r>
          </a:p>
          <a:p>
            <a:pPr marL="628650" marR="0" lvl="1" indent="-2698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err="1">
                <a:ln>
                  <a:noFill/>
                </a:ln>
                <a:solidFill>
                  <a:sysClr val="windowText" lastClr="000000"/>
                </a:solidFill>
                <a:effectLst/>
                <a:uLnTx/>
                <a:uFillTx/>
                <a:ea typeface="Cambria" panose="02040503050406030204" pitchFamily="18" charset="0"/>
                <a:cs typeface="Arial" panose="020B0604020202020204" pitchFamily="34" charset="0"/>
              </a:rPr>
              <a:t>lmplementing</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Regulation (EU) 2018/2067 (AVR) and </a:t>
            </a:r>
          </a:p>
          <a:p>
            <a:pPr marL="628650" marR="0" lvl="1" indent="-269875"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Directive 2003/87/EC</a:t>
            </a:r>
          </a:p>
          <a:p>
            <a:pPr marL="628650" marR="0" lvl="1" indent="-269875"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0" lang="en-GB" sz="1400" b="1"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Deadline:</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end of 2023</a:t>
            </a:r>
          </a:p>
          <a:p>
            <a:pPr marL="269875" marR="0" lvl="0" indent="-269875" algn="l" defTabSz="914400" rtl="0" eaLnBrk="1" fontAlgn="auto" latinLnBrk="0" hangingPunct="1">
              <a:lnSpc>
                <a:spcPct val="100000"/>
              </a:lnSpc>
              <a:spcBef>
                <a:spcPts val="600"/>
              </a:spcBef>
              <a:spcAft>
                <a:spcPts val="0"/>
              </a:spcAft>
              <a:buClrTx/>
              <a:buSzTx/>
              <a:buFont typeface="Wingdings" panose="05000000000000000000" pitchFamily="2" charset="2"/>
              <a:buChar char="Ø"/>
              <a:tabLst/>
              <a:defRPr/>
            </a:pP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no </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EnC MC</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 Decision about transposition </a:t>
            </a:r>
            <a:r>
              <a:rPr kumimoji="0" lang="sr-Latn-RS"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EU </a:t>
            </a:r>
            <a:r>
              <a:rPr kumimoji="0" lang="en-GB" sz="1400" b="0" i="0" u="none" strike="noStrike" kern="1200" cap="none" spc="0" normalizeH="0" baseline="0" noProof="0" dirty="0">
                <a:ln>
                  <a:noFill/>
                </a:ln>
                <a:solidFill>
                  <a:sysClr val="windowText" lastClr="000000"/>
                </a:solidFill>
                <a:effectLst/>
                <a:uLnTx/>
                <a:uFillTx/>
                <a:ea typeface="Cambria" panose="02040503050406030204" pitchFamily="18" charset="0"/>
                <a:cs typeface="Arial" panose="020B0604020202020204" pitchFamily="34" charset="0"/>
              </a:rPr>
              <a:t>ETS</a:t>
            </a:r>
          </a:p>
        </p:txBody>
      </p:sp>
      <p:sp>
        <p:nvSpPr>
          <p:cNvPr id="5" name="Rectangle: Rounded Corners 4">
            <a:extLst>
              <a:ext uri="{FF2B5EF4-FFF2-40B4-BE49-F238E27FC236}">
                <a16:creationId xmlns:a16="http://schemas.microsoft.com/office/drawing/2014/main" id="{FB459A36-7B6A-BF7B-7369-4C36596252C8}"/>
              </a:ext>
            </a:extLst>
          </p:cNvPr>
          <p:cNvSpPr/>
          <p:nvPr/>
        </p:nvSpPr>
        <p:spPr>
          <a:xfrm>
            <a:off x="7001025" y="4644166"/>
            <a:ext cx="5190975" cy="1699484"/>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
        <p:nvSpPr>
          <p:cNvPr id="6" name="Rectangle: Rounded Corners 5">
            <a:extLst>
              <a:ext uri="{FF2B5EF4-FFF2-40B4-BE49-F238E27FC236}">
                <a16:creationId xmlns:a16="http://schemas.microsoft.com/office/drawing/2014/main" id="{4CC662CF-D4C8-6D85-D22C-34B55DA68003}"/>
              </a:ext>
            </a:extLst>
          </p:cNvPr>
          <p:cNvSpPr/>
          <p:nvPr/>
        </p:nvSpPr>
        <p:spPr>
          <a:xfrm>
            <a:off x="1411362" y="5568830"/>
            <a:ext cx="5120519" cy="403398"/>
          </a:xfrm>
          <a:prstGeom prst="roundRect">
            <a:avLst/>
          </a:prstGeom>
          <a:no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i="0" u="none" strike="noStrike" kern="1200" cap="none" spc="0" normalizeH="0" baseline="0" noProof="0" dirty="0">
              <a:ln>
                <a:noFill/>
              </a:ln>
              <a:solidFill>
                <a:srgbClr val="A1C7E3"/>
              </a:solidFill>
              <a:effectLst/>
              <a:uLnTx/>
              <a:uFillTx/>
              <a:latin typeface="Arial" panose="020B0604020202020204"/>
              <a:ea typeface="+mn-ea"/>
              <a:cs typeface="+mn-cs"/>
            </a:endParaRPr>
          </a:p>
        </p:txBody>
      </p:sp>
    </p:spTree>
    <p:extLst>
      <p:ext uri="{BB962C8B-B14F-4D97-AF65-F5344CB8AC3E}">
        <p14:creationId xmlns:p14="http://schemas.microsoft.com/office/powerpoint/2010/main" val="23819188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80722D87-C134-A149-B9C1-9242FFBD9410}"/>
              </a:ext>
            </a:extLst>
          </p:cNvPr>
          <p:cNvSpPr>
            <a:spLocks noGrp="1"/>
          </p:cNvSpPr>
          <p:nvPr>
            <p:ph type="sldNum" sz="quarter" idx="19"/>
          </p:nvPr>
        </p:nvSpPr>
        <p:spPr>
          <a:xfrm>
            <a:off x="8610600" y="6400801"/>
            <a:ext cx="2743200" cy="320674"/>
          </a:xfr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C1D1ACA-FB83-934A-8F4B-0DD1CC60E8BD}" type="slidenum">
              <a:rPr kumimoji="0" lang="en-US" sz="1400" b="1" i="0" u="none" strike="noStrike" kern="1200" cap="none" spc="0" normalizeH="0" baseline="0" noProof="0" smtClean="0">
                <a:ln>
                  <a:noFill/>
                </a:ln>
                <a:solidFill>
                  <a:srgbClr val="56687B"/>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r>
              <a:rPr kumimoji="0" lang="en" sz="1400" b="1" i="0" u="none" strike="noStrike" kern="1200" cap="none" spc="0" normalizeH="0" baseline="0" noProof="0">
                <a:ln>
                  <a:noFill/>
                </a:ln>
                <a:solidFill>
                  <a:srgbClr val="56687B"/>
                </a:solidFill>
                <a:effectLst/>
                <a:uLnTx/>
                <a:uFillTx/>
                <a:latin typeface="Arial" panose="020B0604020202020204"/>
                <a:ea typeface="+mn-ea"/>
                <a:cs typeface="+mn-cs"/>
              </a:rPr>
              <a:t>|</a:t>
            </a:r>
            <a:endParaRPr kumimoji="0" lang="en-US" sz="1400" b="1" i="0" u="none" strike="noStrike" kern="1200" cap="none" spc="0" normalizeH="0" baseline="0" noProof="0" dirty="0">
              <a:ln>
                <a:noFill/>
              </a:ln>
              <a:solidFill>
                <a:srgbClr val="56687B"/>
              </a:solidFill>
              <a:effectLst/>
              <a:uLnTx/>
              <a:uFillTx/>
              <a:latin typeface="Arial" panose="020B0604020202020204"/>
              <a:ea typeface="+mn-ea"/>
              <a:cs typeface="+mn-cs"/>
            </a:endParaRPr>
          </a:p>
        </p:txBody>
      </p:sp>
      <p:pic>
        <p:nvPicPr>
          <p:cNvPr id="3" name="Picture 2">
            <a:extLst>
              <a:ext uri="{FF2B5EF4-FFF2-40B4-BE49-F238E27FC236}">
                <a16:creationId xmlns:a16="http://schemas.microsoft.com/office/drawing/2014/main" id="{427EE033-B660-55CB-F542-A7988E9E478B}"/>
              </a:ext>
            </a:extLst>
          </p:cNvPr>
          <p:cNvPicPr>
            <a:picLocks noChangeAspect="1"/>
          </p:cNvPicPr>
          <p:nvPr/>
        </p:nvPicPr>
        <p:blipFill>
          <a:blip r:embed="rId3"/>
          <a:stretch>
            <a:fillRect/>
          </a:stretch>
        </p:blipFill>
        <p:spPr>
          <a:xfrm>
            <a:off x="10090158" y="6400801"/>
            <a:ext cx="2101842" cy="457198"/>
          </a:xfrm>
          <a:prstGeom prst="rect">
            <a:avLst/>
          </a:prstGeom>
        </p:spPr>
      </p:pic>
      <p:sp>
        <p:nvSpPr>
          <p:cNvPr id="8" name="Text Placeholder 2">
            <a:extLst>
              <a:ext uri="{FF2B5EF4-FFF2-40B4-BE49-F238E27FC236}">
                <a16:creationId xmlns:a16="http://schemas.microsoft.com/office/drawing/2014/main" id="{E735E940-F4C0-ADBC-0E84-6AEF74FEF21D}"/>
              </a:ext>
            </a:extLst>
          </p:cNvPr>
          <p:cNvSpPr txBox="1">
            <a:spLocks/>
          </p:cNvSpPr>
          <p:nvPr/>
        </p:nvSpPr>
        <p:spPr>
          <a:xfrm>
            <a:off x="64356" y="1676399"/>
            <a:ext cx="2996133" cy="1349141"/>
          </a:xfrm>
          <a:prstGeom prst="rect">
            <a:avLst/>
          </a:prstGeom>
        </p:spPr>
        <p:txBody>
          <a:bodyPr vert="horz" lIns="91440" tIns="45720" rIns="91440" bIns="45720" rtlCol="0" anchor="b">
            <a:no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lang="en-US" sz="2400" b="1" i="0" u="none" kern="1200">
                <a:solidFill>
                  <a:schemeClr val="tx2"/>
                </a:solidFill>
                <a:latin typeface="+mj-lt"/>
                <a:ea typeface="+mn-ea"/>
                <a:cs typeface="Arial" panose="020B0604020202020204" pitchFamily="34" charset="0"/>
              </a:defRPr>
            </a:lvl1pPr>
            <a:lvl2pPr marL="6858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2pPr>
            <a:lvl3pPr marL="1143000" indent="-228600" algn="l" defTabSz="914400" rtl="0" eaLnBrk="1" latinLnBrk="0" hangingPunct="1">
              <a:lnSpc>
                <a:spcPct val="90000"/>
              </a:lnSpc>
              <a:spcBef>
                <a:spcPts val="500"/>
              </a:spcBef>
              <a:buFont typeface="Wingdings" pitchFamily="2" charset="2"/>
              <a:buChar char="§"/>
              <a:defRPr lang="en-US" sz="1800" b="0" i="0" kern="1200" dirty="0" smtClean="0">
                <a:solidFill>
                  <a:schemeClr val="tx2"/>
                </a:solidFill>
                <a:latin typeface="+mn-lt"/>
                <a:ea typeface="+mn-ea"/>
                <a:cs typeface="Arial" panose="020B0604020202020204" pitchFamily="34" charset="0"/>
              </a:defRPr>
            </a:lvl3pPr>
            <a:lvl4pPr marL="1600200" indent="-228600" algn="l" defTabSz="914400" rtl="0" eaLnBrk="1" latinLnBrk="0" hangingPunct="1">
              <a:lnSpc>
                <a:spcPct val="90000"/>
              </a:lnSpc>
              <a:spcBef>
                <a:spcPts val="500"/>
              </a:spcBef>
              <a:buFont typeface="Wingdings" pitchFamily="2" charset="2"/>
              <a:buChar char="§"/>
              <a:defRPr lang="en-US" sz="1600" b="0" i="0" kern="1200" dirty="0" smtClean="0">
                <a:solidFill>
                  <a:schemeClr val="tx2"/>
                </a:solidFill>
                <a:latin typeface="+mn-lt"/>
                <a:ea typeface="+mn-ea"/>
                <a:cs typeface="Arial" panose="020B0604020202020204" pitchFamily="34" charset="0"/>
              </a:defRPr>
            </a:lvl4pPr>
            <a:lvl5pPr marL="2057400" indent="-228600" algn="l" defTabSz="914400" rtl="0" eaLnBrk="1" latinLnBrk="0" hangingPunct="1">
              <a:lnSpc>
                <a:spcPct val="90000"/>
              </a:lnSpc>
              <a:spcBef>
                <a:spcPts val="500"/>
              </a:spcBef>
              <a:buFont typeface="Wingdings" pitchFamily="2" charset="2"/>
              <a:buChar char="§"/>
              <a:defRPr lang="en-US" sz="1600" b="0" i="0" kern="1200" dirty="0">
                <a:solidFill>
                  <a:schemeClr val="tx2"/>
                </a:solidFill>
                <a:latin typeface="+mn-lt"/>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a:buFont typeface="Wingdings" panose="05000000000000000000" pitchFamily="2" charset="2"/>
              <a:buChar char="ü"/>
              <a:defRPr/>
            </a:pPr>
            <a:r>
              <a:rPr lang="en-US" sz="2000" dirty="0">
                <a:solidFill>
                  <a:srgbClr val="8FC73E"/>
                </a:solidFill>
                <a:latin typeface="+mn-lt"/>
                <a:cs typeface="Calibri" panose="020F0502020204030204" pitchFamily="34" charset="0"/>
              </a:rPr>
              <a:t>Status of works</a:t>
            </a:r>
            <a:endParaRPr lang="en" sz="2000" dirty="0">
              <a:solidFill>
                <a:srgbClr val="8FC73E"/>
              </a:solidFill>
              <a:latin typeface="+mn-lt"/>
              <a:cs typeface="Calibri" panose="020F0502020204030204" pitchFamily="34" charset="0"/>
            </a:endParaRPr>
          </a:p>
        </p:txBody>
      </p:sp>
      <p:sp>
        <p:nvSpPr>
          <p:cNvPr id="11" name="TextBox 10">
            <a:extLst>
              <a:ext uri="{FF2B5EF4-FFF2-40B4-BE49-F238E27FC236}">
                <a16:creationId xmlns:a16="http://schemas.microsoft.com/office/drawing/2014/main" id="{4277958D-2541-4DCD-8030-0D8D3CF1B24A}"/>
              </a:ext>
            </a:extLst>
          </p:cNvPr>
          <p:cNvSpPr txBox="1"/>
          <p:nvPr/>
        </p:nvSpPr>
        <p:spPr>
          <a:xfrm>
            <a:off x="216756" y="166929"/>
            <a:ext cx="2996133" cy="800219"/>
          </a:xfrm>
          <a:prstGeom prst="rect">
            <a:avLst/>
          </a:prstGeom>
          <a:noFill/>
        </p:spPr>
        <p:txBody>
          <a:bodyPr wrap="square">
            <a:sp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300" b="1" i="0" u="none" strike="noStrike" kern="1200" cap="none" spc="0" normalizeH="0" baseline="0" noProof="0" dirty="0">
                <a:ln>
                  <a:noFill/>
                </a:ln>
                <a:solidFill>
                  <a:schemeClr val="accent1">
                    <a:lumMod val="75000"/>
                  </a:schemeClr>
                </a:solidFill>
                <a:effectLst/>
                <a:uLnTx/>
                <a:uFillTx/>
                <a:latin typeface="+mj-lt"/>
                <a:ea typeface="Cambria" panose="02040503050406030204" pitchFamily="18" charset="0"/>
                <a:cs typeface="+mn-cs"/>
              </a:rPr>
              <a:t>Energy &amp; Climate</a:t>
            </a:r>
            <a:r>
              <a:rPr lang="en-US" sz="2300" b="1" dirty="0">
                <a:solidFill>
                  <a:schemeClr val="accent1">
                    <a:lumMod val="75000"/>
                  </a:schemeClr>
                </a:solidFill>
                <a:latin typeface="+mj-lt"/>
                <a:ea typeface="Cambria" panose="02040503050406030204" pitchFamily="18" charset="0"/>
              </a:rPr>
              <a:t> legislation </a:t>
            </a:r>
            <a:endParaRPr kumimoji="0" lang="en-US" sz="2300" b="1" i="0" u="none" strike="noStrike" kern="1200" cap="none" spc="0" normalizeH="0" baseline="0" noProof="0" dirty="0">
              <a:ln>
                <a:noFill/>
              </a:ln>
              <a:solidFill>
                <a:schemeClr val="accent1">
                  <a:lumMod val="75000"/>
                </a:schemeClr>
              </a:solidFill>
              <a:effectLst/>
              <a:uLnTx/>
              <a:uFillTx/>
              <a:latin typeface="+mj-lt"/>
              <a:ea typeface="Cambria" panose="02040503050406030204" pitchFamily="18" charset="0"/>
              <a:cs typeface="+mn-cs"/>
            </a:endParaRPr>
          </a:p>
        </p:txBody>
      </p:sp>
      <p:grpSp>
        <p:nvGrpSpPr>
          <p:cNvPr id="12" name="Group 11">
            <a:extLst>
              <a:ext uri="{FF2B5EF4-FFF2-40B4-BE49-F238E27FC236}">
                <a16:creationId xmlns:a16="http://schemas.microsoft.com/office/drawing/2014/main" id="{9D19B368-149C-4525-9453-5F39DEE7D92F}"/>
              </a:ext>
            </a:extLst>
          </p:cNvPr>
          <p:cNvGrpSpPr/>
          <p:nvPr/>
        </p:nvGrpSpPr>
        <p:grpSpPr>
          <a:xfrm>
            <a:off x="3659309" y="1450893"/>
            <a:ext cx="7575958" cy="3730708"/>
            <a:chOff x="1507767" y="895589"/>
            <a:chExt cx="1728396" cy="1614793"/>
          </a:xfrm>
        </p:grpSpPr>
        <p:sp>
          <p:nvSpPr>
            <p:cNvPr id="14" name="Rectangle: Rounded Corners 13">
              <a:extLst>
                <a:ext uri="{FF2B5EF4-FFF2-40B4-BE49-F238E27FC236}">
                  <a16:creationId xmlns:a16="http://schemas.microsoft.com/office/drawing/2014/main" id="{CA836683-EE01-493C-A5B2-798B2A098E76}"/>
                </a:ext>
              </a:extLst>
            </p:cNvPr>
            <p:cNvSpPr/>
            <p:nvPr/>
          </p:nvSpPr>
          <p:spPr>
            <a:xfrm>
              <a:off x="1507767" y="895589"/>
              <a:ext cx="1728396" cy="1614793"/>
            </a:xfrm>
            <a:prstGeom prst="roundRect">
              <a:avLst>
                <a:gd name="adj" fmla="val 10000"/>
              </a:avLst>
            </a:prstGeom>
            <a:ln/>
          </p:spPr>
          <p:style>
            <a:lnRef idx="1">
              <a:schemeClr val="accent5"/>
            </a:lnRef>
            <a:fillRef idx="2">
              <a:schemeClr val="accent5"/>
            </a:fillRef>
            <a:effectRef idx="1">
              <a:schemeClr val="accent5"/>
            </a:effectRef>
            <a:fontRef idx="minor">
              <a:schemeClr val="dk1"/>
            </a:fontRef>
          </p:style>
          <p:txBody>
            <a:bodyPr/>
            <a:lstStyle/>
            <a:p>
              <a:endParaRPr lang="en-US"/>
            </a:p>
          </p:txBody>
        </p:sp>
        <p:sp>
          <p:nvSpPr>
            <p:cNvPr id="15" name="Rectangle: Rounded Corners 4">
              <a:extLst>
                <a:ext uri="{FF2B5EF4-FFF2-40B4-BE49-F238E27FC236}">
                  <a16:creationId xmlns:a16="http://schemas.microsoft.com/office/drawing/2014/main" id="{37B137CD-56F9-4F02-BCA6-5AD5A34241BA}"/>
                </a:ext>
              </a:extLst>
            </p:cNvPr>
            <p:cNvSpPr txBox="1"/>
            <p:nvPr/>
          </p:nvSpPr>
          <p:spPr>
            <a:xfrm>
              <a:off x="1555063" y="964593"/>
              <a:ext cx="1633804" cy="1520201"/>
            </a:xfrm>
            <a:prstGeom prst="rect">
              <a:avLst/>
            </a:prstGeom>
          </p:spPr>
          <p:style>
            <a:lnRef idx="1">
              <a:schemeClr val="accent5"/>
            </a:lnRef>
            <a:fillRef idx="2">
              <a:schemeClr val="accent5"/>
            </a:fillRef>
            <a:effectRef idx="1">
              <a:schemeClr val="accent5"/>
            </a:effectRef>
            <a:fontRef idx="minor">
              <a:schemeClr val="dk1"/>
            </a:fontRef>
          </p:style>
          <p:txBody>
            <a:bodyPr spcFirstLastPara="0" vert="horz" wrap="square" lIns="38100" tIns="25400" rIns="38100" bIns="25400" numCol="1" spcCol="1270" anchor="ctr" anchorCtr="0">
              <a:noAutofit/>
            </a:bodyPr>
            <a:lstStyle/>
            <a:p>
              <a:pPr marL="0" marR="0" lvl="0" indent="0" algn="ctr" defTabSz="914400" eaLnBrk="1" fontAlgn="auto" latinLnBrk="0" hangingPunct="1">
                <a:lnSpc>
                  <a:spcPct val="100000"/>
                </a:lnSpc>
                <a:spcBef>
                  <a:spcPct val="0"/>
                </a:spcBef>
                <a:spcAft>
                  <a:spcPts val="0"/>
                </a:spcAft>
                <a:buClrTx/>
                <a:buSzTx/>
                <a:buFontTx/>
                <a:buNone/>
                <a:tabLst/>
                <a:defRPr/>
              </a:pPr>
              <a:endParaRPr lang="en-US" sz="2000" b="1" kern="1200" dirty="0">
                <a:solidFill>
                  <a:srgbClr val="002060"/>
                </a:solidFill>
                <a:ea typeface="Cambria" panose="02040503050406030204" pitchFamily="18" charset="0"/>
              </a:endParaRPr>
            </a:p>
          </p:txBody>
        </p:sp>
      </p:grpSp>
      <p:sp>
        <p:nvSpPr>
          <p:cNvPr id="16" name="TextBox 15">
            <a:extLst>
              <a:ext uri="{FF2B5EF4-FFF2-40B4-BE49-F238E27FC236}">
                <a16:creationId xmlns:a16="http://schemas.microsoft.com/office/drawing/2014/main" id="{6DBDA1DB-564B-4B3E-9F49-36B703F9F3CA}"/>
              </a:ext>
            </a:extLst>
          </p:cNvPr>
          <p:cNvSpPr txBox="1"/>
          <p:nvPr/>
        </p:nvSpPr>
        <p:spPr>
          <a:xfrm>
            <a:off x="4110167" y="1704945"/>
            <a:ext cx="5979991" cy="3447098"/>
          </a:xfrm>
          <a:prstGeom prst="rect">
            <a:avLst/>
          </a:prstGeom>
          <a:noFill/>
        </p:spPr>
        <p:txBody>
          <a:bodyPr wrap="square">
            <a:spAutoFit/>
          </a:bodyPr>
          <a:lstStyle/>
          <a:p>
            <a:pPr marL="373063" marR="0" lvl="1" algn="l" defTabSz="914400" rtl="0" eaLnBrk="1" fontAlgn="auto" latinLnBrk="0" hangingPunct="1">
              <a:lnSpc>
                <a:spcPct val="100000"/>
              </a:lnSpc>
              <a:spcBef>
                <a:spcPts val="0"/>
              </a:spcBef>
              <a:spcAft>
                <a:spcPts val="600"/>
              </a:spcAft>
              <a:buClrTx/>
              <a:buSzTx/>
              <a:tabLst>
                <a:tab pos="361950" algn="l"/>
              </a:tabLst>
              <a:defRPr/>
            </a:pPr>
            <a:r>
              <a:rPr kumimoji="0" lang="en-US" b="1" i="0" u="none" strike="noStrike" kern="1200" cap="none" spc="0" normalizeH="0" baseline="0" noProof="0" dirty="0">
                <a:ln>
                  <a:noFill/>
                </a:ln>
                <a:solidFill>
                  <a:srgbClr val="002060"/>
                </a:solidFill>
                <a:effectLst/>
                <a:uLnTx/>
                <a:uFillTx/>
                <a:ea typeface="Cambria" panose="02040503050406030204" pitchFamily="18" charset="0"/>
                <a:cs typeface="Calibri" panose="020F0502020204030204" pitchFamily="34" charset="0"/>
              </a:rPr>
              <a:t>Transposition of Governance Regulation and the supporting regulations into the BiH legal framework</a:t>
            </a:r>
            <a:endParaRPr lang="en-GB" dirty="0">
              <a:solidFill>
                <a:srgbClr val="002060"/>
              </a:solidFill>
              <a:ea typeface="Cambria" panose="02040503050406030204" pitchFamily="18" charset="0"/>
              <a:cs typeface="Calibri" panose="020F0502020204030204" pitchFamily="34" charset="0"/>
            </a:endParaRPr>
          </a:p>
          <a:p>
            <a:pPr marL="658813"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tab pos="361950" algn="l"/>
              </a:tabLst>
              <a:defRPr/>
            </a:pPr>
            <a:r>
              <a:rPr kumimoji="0" lang="en-GB" b="0" i="0" u="none" strike="noStrike" kern="1200" cap="none" spc="0" normalizeH="0" baseline="0" noProof="0" dirty="0">
                <a:ln>
                  <a:noFill/>
                </a:ln>
                <a:solidFill>
                  <a:srgbClr val="002060"/>
                </a:solidFill>
                <a:effectLst/>
                <a:uLnTx/>
                <a:uFillTx/>
                <a:ea typeface="Cambria" panose="02040503050406030204" pitchFamily="18" charset="0"/>
                <a:cs typeface="Calibri" panose="020F0502020204030204" pitchFamily="34" charset="0"/>
              </a:rPr>
              <a:t>Legal gap analysis &amp;  Compliance tables</a:t>
            </a:r>
          </a:p>
          <a:p>
            <a:pPr marL="658813"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tab pos="361950" algn="l"/>
              </a:tabLst>
              <a:defRPr/>
            </a:pPr>
            <a:r>
              <a:rPr kumimoji="0" lang="en-GB" b="0" i="0" u="none" strike="noStrike" kern="1200" cap="none" spc="0" normalizeH="0" baseline="0" noProof="0" dirty="0">
                <a:ln>
                  <a:noFill/>
                </a:ln>
                <a:solidFill>
                  <a:srgbClr val="002060"/>
                </a:solidFill>
                <a:effectLst/>
                <a:uLnTx/>
                <a:uFillTx/>
                <a:ea typeface="Cambria" panose="02040503050406030204" pitchFamily="18" charset="0"/>
                <a:cs typeface="Calibri" panose="020F0502020204030204" pitchFamily="34" charset="0"/>
              </a:rPr>
              <a:t>Roadmap, </a:t>
            </a:r>
            <a:r>
              <a:rPr lang="en-GB" dirty="0">
                <a:solidFill>
                  <a:srgbClr val="002060"/>
                </a:solidFill>
                <a:ea typeface="Cambria" panose="02040503050406030204" pitchFamily="18" charset="0"/>
                <a:cs typeface="Calibri" panose="020F0502020204030204" pitchFamily="34" charset="0"/>
              </a:rPr>
              <a:t>including </a:t>
            </a:r>
            <a:r>
              <a:rPr kumimoji="0" lang="en-GB" b="0" i="0" u="none" strike="noStrike" kern="1200" cap="none" spc="0" normalizeH="0" baseline="0" noProof="0" dirty="0">
                <a:ln>
                  <a:noFill/>
                </a:ln>
                <a:solidFill>
                  <a:srgbClr val="002060"/>
                </a:solidFill>
                <a:effectLst/>
                <a:uLnTx/>
                <a:uFillTx/>
                <a:ea typeface="Cambria" panose="02040503050406030204" pitchFamily="18" charset="0"/>
                <a:cs typeface="Calibri" panose="020F0502020204030204" pitchFamily="34" charset="0"/>
              </a:rPr>
              <a:t>MRV NECP system and GHG inventory produced and discussed, opinions received</a:t>
            </a:r>
          </a:p>
          <a:p>
            <a:pPr marL="658813"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tab pos="361950" algn="l"/>
              </a:tabLst>
              <a:defRPr/>
            </a:pPr>
            <a:r>
              <a:rPr kumimoji="0" lang="en-GB" b="0" i="0" u="none" strike="noStrike" kern="1200" cap="none" spc="0" normalizeH="0" baseline="0" noProof="0" dirty="0">
                <a:ln>
                  <a:noFill/>
                </a:ln>
                <a:solidFill>
                  <a:srgbClr val="002060"/>
                </a:solidFill>
                <a:effectLst/>
                <a:uLnTx/>
                <a:uFillTx/>
                <a:ea typeface="Cambria" panose="02040503050406030204" pitchFamily="18" charset="0"/>
                <a:cs typeface="Calibri" panose="020F0502020204030204" pitchFamily="34" charset="0"/>
              </a:rPr>
              <a:t>Drafting (amendments) of related legislation at all levels – ongoing, initial drafts produced, only primary legislation at this stage </a:t>
            </a:r>
          </a:p>
          <a:p>
            <a:pPr marL="658813" marR="0" lvl="1" indent="-285750" algn="l" defTabSz="914400" rtl="0" eaLnBrk="1" fontAlgn="auto" latinLnBrk="0" hangingPunct="1">
              <a:lnSpc>
                <a:spcPct val="100000"/>
              </a:lnSpc>
              <a:spcBef>
                <a:spcPts val="0"/>
              </a:spcBef>
              <a:spcAft>
                <a:spcPts val="600"/>
              </a:spcAft>
              <a:buClrTx/>
              <a:buSzTx/>
              <a:buFont typeface="Wingdings" panose="05000000000000000000" pitchFamily="2" charset="2"/>
              <a:buChar char="q"/>
              <a:tabLst>
                <a:tab pos="361950" algn="l"/>
              </a:tabLst>
              <a:defRPr/>
            </a:pPr>
            <a:r>
              <a:rPr lang="en-GB" dirty="0">
                <a:solidFill>
                  <a:srgbClr val="002060"/>
                </a:solidFill>
                <a:ea typeface="Cambria" panose="02040503050406030204" pitchFamily="18" charset="0"/>
                <a:cs typeface="Calibri" panose="020F0502020204030204" pitchFamily="34" charset="0"/>
              </a:rPr>
              <a:t>WG meetings</a:t>
            </a:r>
            <a:endParaRPr kumimoji="0" lang="en-GB" b="0" i="0" u="none" strike="noStrike" kern="1200" cap="none" spc="0" normalizeH="0" baseline="0" noProof="0" dirty="0">
              <a:ln>
                <a:noFill/>
              </a:ln>
              <a:solidFill>
                <a:srgbClr val="002060"/>
              </a:solidFill>
              <a:effectLst/>
              <a:uLnTx/>
              <a:uFillTx/>
              <a:ea typeface="Cambria" panose="02040503050406030204" pitchFamily="18" charset="0"/>
              <a:cs typeface="Calibri" panose="020F0502020204030204" pitchFamily="34" charset="0"/>
            </a:endParaRPr>
          </a:p>
        </p:txBody>
      </p:sp>
    </p:spTree>
    <p:extLst>
      <p:ext uri="{BB962C8B-B14F-4D97-AF65-F5344CB8AC3E}">
        <p14:creationId xmlns:p14="http://schemas.microsoft.com/office/powerpoint/2010/main" val="932581709"/>
      </p:ext>
    </p:extLst>
  </p:cSld>
  <p:clrMapOvr>
    <a:masterClrMapping/>
  </p:clrMapOvr>
</p:sld>
</file>

<file path=ppt/theme/theme1.xml><?xml version="1.0" encoding="utf-8"?>
<a:theme xmlns:a="http://schemas.openxmlformats.org/drawingml/2006/main" name="DAI Master theme">
  <a:themeElements>
    <a:clrScheme name="DAI Theme Colors 1">
      <a:dk1>
        <a:srgbClr val="455560"/>
      </a:dk1>
      <a:lt1>
        <a:srgbClr val="FFFFFF"/>
      </a:lt1>
      <a:dk2>
        <a:srgbClr val="56687B"/>
      </a:dk2>
      <a:lt2>
        <a:srgbClr val="F6F6F8"/>
      </a:lt2>
      <a:accent1>
        <a:srgbClr val="A1C7E3"/>
      </a:accent1>
      <a:accent2>
        <a:srgbClr val="8FC73E"/>
      </a:accent2>
      <a:accent3>
        <a:srgbClr val="455560"/>
      </a:accent3>
      <a:accent4>
        <a:srgbClr val="DAD2C8"/>
      </a:accent4>
      <a:accent5>
        <a:srgbClr val="96D5D2"/>
      </a:accent5>
      <a:accent6>
        <a:srgbClr val="F9CC73"/>
      </a:accent6>
      <a:hlink>
        <a:srgbClr val="DA1D45"/>
      </a:hlink>
      <a:folHlink>
        <a:srgbClr val="1D81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45000"/>
          </a:schemeClr>
        </a:solidFill>
        <a:ln>
          <a:noFill/>
        </a:ln>
      </a:spPr>
      <a:bodyPr rtlCol="0" anchor="ctr"/>
      <a:lstStyle>
        <a:defPPr algn="ctr">
          <a:defRPr dirty="0">
            <a:solidFill>
              <a:schemeClr val="accent1"/>
            </a:solidFill>
          </a:defRPr>
        </a:defPPr>
      </a:lstStyle>
      <a:style>
        <a:lnRef idx="2">
          <a:schemeClr val="accent4">
            <a:shade val="50000"/>
          </a:schemeClr>
        </a:lnRef>
        <a:fillRef idx="1">
          <a:schemeClr val="accent4"/>
        </a:fillRef>
        <a:effectRef idx="0">
          <a:schemeClr val="accent4"/>
        </a:effectRef>
        <a:fontRef idx="minor">
          <a:schemeClr val="lt1"/>
        </a:fontRef>
      </a:style>
    </a:spDef>
    <a:txDef>
      <a:spPr>
        <a:noFill/>
      </a:spPr>
      <a:bodyPr wrap="square" rtlCol="0" anchor="b">
        <a:spAutoFit/>
      </a:bodyPr>
      <a:lstStyle>
        <a:defPPr algn="l">
          <a:defRPr sz="2400" b="0" kern="1200" dirty="0" smtClean="0">
            <a:solidFill>
              <a:srgbClr val="5E6E7F"/>
            </a:solidFill>
            <a:effectLst/>
            <a:latin typeface="Arial" panose="020B0604020202020204" pitchFamily="34" charset="0"/>
            <a:ea typeface="+mn-ea"/>
            <a:cs typeface="Arial" panose="020B0604020202020204" pitchFamily="34" charset="0"/>
          </a:defRPr>
        </a:defPPr>
      </a:lstStyle>
    </a:txDef>
  </a:objectDefaults>
  <a:extraClrSchemeLst/>
  <a:custClrLst>
    <a:custClr name="DAI Blue">
      <a:srgbClr val="A1C7E3"/>
    </a:custClr>
    <a:custClr name="Light Blue">
      <a:srgbClr val="D3E3F0"/>
    </a:custClr>
    <a:custClr name="Beige">
      <a:srgbClr val="DAD2C8"/>
    </a:custClr>
    <a:custClr name="DAI Green">
      <a:srgbClr val="8FC73E"/>
    </a:custClr>
    <a:custClr name="Blue Greek">
      <a:srgbClr val="1D81BF"/>
    </a:custClr>
    <a:custClr name="Gray 01">
      <a:srgbClr val="455560"/>
    </a:custClr>
    <a:custClr name="Yellow">
      <a:srgbClr val="F9CC73"/>
    </a:custClr>
    <a:custClr name="Orange">
      <a:srgbClr val="F36C23"/>
    </a:custClr>
    <a:custClr name="Red">
      <a:srgbClr val="DA1D45"/>
    </a:custClr>
    <a:custClr name="Light Gray">
      <a:srgbClr val="E4E5E6"/>
    </a:custClr>
  </a:custClrLst>
  <a:extLst>
    <a:ext uri="{05A4C25C-085E-4340-85A3-A5531E510DB2}">
      <thm15:themeFamily xmlns:thm15="http://schemas.microsoft.com/office/thememl/2012/main" name="Short presentation July22.potx" id="{683C9C5B-6AEF-4624-A3E0-92DAF153F159}" vid="{0933956A-3451-4986-9020-5A06540F226F}"/>
    </a:ext>
  </a:extLst>
</a:theme>
</file>

<file path=ppt/theme/theme2.xml><?xml version="1.0" encoding="utf-8"?>
<a:theme xmlns:a="http://schemas.openxmlformats.org/drawingml/2006/main" name="1_DAI Master theme">
  <a:themeElements>
    <a:clrScheme name="DAI Theme Colors 1">
      <a:dk1>
        <a:srgbClr val="455560"/>
      </a:dk1>
      <a:lt1>
        <a:srgbClr val="FFFFFF"/>
      </a:lt1>
      <a:dk2>
        <a:srgbClr val="56687B"/>
      </a:dk2>
      <a:lt2>
        <a:srgbClr val="F6F6F8"/>
      </a:lt2>
      <a:accent1>
        <a:srgbClr val="A1C7E3"/>
      </a:accent1>
      <a:accent2>
        <a:srgbClr val="8FC73E"/>
      </a:accent2>
      <a:accent3>
        <a:srgbClr val="455560"/>
      </a:accent3>
      <a:accent4>
        <a:srgbClr val="DAD2C8"/>
      </a:accent4>
      <a:accent5>
        <a:srgbClr val="96D5D2"/>
      </a:accent5>
      <a:accent6>
        <a:srgbClr val="F9CC73"/>
      </a:accent6>
      <a:hlink>
        <a:srgbClr val="DA1D45"/>
      </a:hlink>
      <a:folHlink>
        <a:srgbClr val="1D81BF"/>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alpha val="45000"/>
          </a:schemeClr>
        </a:solidFill>
        <a:ln>
          <a:noFill/>
        </a:ln>
      </a:spPr>
      <a:bodyPr rtlCol="0" anchor="ctr"/>
      <a:lstStyle>
        <a:defPPr algn="ctr">
          <a:defRPr dirty="0">
            <a:solidFill>
              <a:schemeClr val="accent1"/>
            </a:solidFill>
          </a:defRPr>
        </a:defPPr>
      </a:lstStyle>
      <a:style>
        <a:lnRef idx="2">
          <a:schemeClr val="accent4">
            <a:shade val="50000"/>
          </a:schemeClr>
        </a:lnRef>
        <a:fillRef idx="1">
          <a:schemeClr val="accent4"/>
        </a:fillRef>
        <a:effectRef idx="0">
          <a:schemeClr val="accent4"/>
        </a:effectRef>
        <a:fontRef idx="minor">
          <a:schemeClr val="lt1"/>
        </a:fontRef>
      </a:style>
    </a:spDef>
    <a:txDef>
      <a:spPr>
        <a:noFill/>
      </a:spPr>
      <a:bodyPr wrap="square" rtlCol="0" anchor="b">
        <a:spAutoFit/>
      </a:bodyPr>
      <a:lstStyle>
        <a:defPPr algn="l">
          <a:defRPr sz="2400" b="0" kern="1200" dirty="0" smtClean="0">
            <a:solidFill>
              <a:srgbClr val="5E6E7F"/>
            </a:solidFill>
            <a:effectLst/>
            <a:latin typeface="Arial" panose="020B0604020202020204" pitchFamily="34" charset="0"/>
            <a:ea typeface="+mn-ea"/>
            <a:cs typeface="Arial" panose="020B0604020202020204" pitchFamily="34" charset="0"/>
          </a:defRPr>
        </a:defPPr>
      </a:lstStyle>
    </a:txDef>
  </a:objectDefaults>
  <a:extraClrSchemeLst/>
  <a:custClrLst>
    <a:custClr name="DAI Blue">
      <a:srgbClr val="A1C7E3"/>
    </a:custClr>
    <a:custClr name="Light Blue">
      <a:srgbClr val="D3E3F0"/>
    </a:custClr>
    <a:custClr name="Beige">
      <a:srgbClr val="DAD2C8"/>
    </a:custClr>
    <a:custClr name="DAI Green">
      <a:srgbClr val="8FC73E"/>
    </a:custClr>
    <a:custClr name="Blue Greek">
      <a:srgbClr val="1D81BF"/>
    </a:custClr>
    <a:custClr name="Gray 01">
      <a:srgbClr val="455560"/>
    </a:custClr>
    <a:custClr name="Yellow">
      <a:srgbClr val="F9CC73"/>
    </a:custClr>
    <a:custClr name="Orange">
      <a:srgbClr val="F36C23"/>
    </a:custClr>
    <a:custClr name="Red">
      <a:srgbClr val="DA1D45"/>
    </a:custClr>
    <a:custClr name="Light Gray">
      <a:srgbClr val="E4E5E6"/>
    </a:custClr>
  </a:custClrLst>
  <a:extLst>
    <a:ext uri="{05A4C25C-085E-4340-85A3-A5531E510DB2}">
      <thm15:themeFamily xmlns:thm15="http://schemas.microsoft.com/office/thememl/2012/main" name="Short presentation July22.potx" id="{683C9C5B-6AEF-4624-A3E0-92DAF153F159}" vid="{0933956A-3451-4986-9020-5A06540F226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ADFAB716-C975-E841-9027-B5D433233620}">
  <we:reference id="b0430364-2ab6-47cd-907e-f8b72239b204" version="3.6.75.0" store="EXCatalog" storeType="EXCatalog"/>
  <we:alternateReferences>
    <we:reference id="WA200000729" version="3.6.75.0" store="en-US"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A9E40BF7383784999BA1B34A435B410" ma:contentTypeVersion="0" ma:contentTypeDescription="Create a new document." ma:contentTypeScope="" ma:versionID="a4651880fff225387c0ad42ddaada4a2">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A60407A-3A6A-443A-BDC5-B322C26861D1}">
  <ds:schemaRefs>
    <ds:schemaRef ds:uri="http://schemas.microsoft.com/sharepoint/v3/contenttype/forms"/>
  </ds:schemaRefs>
</ds:datastoreItem>
</file>

<file path=customXml/itemProps2.xml><?xml version="1.0" encoding="utf-8"?>
<ds:datastoreItem xmlns:ds="http://schemas.openxmlformats.org/officeDocument/2006/customXml" ds:itemID="{EBA489C5-7C26-4BB3-BA6B-B391E0A07E0E}">
  <ds:schemaRefs>
    <ds:schemaRef ds:uri="112abd94-4676-43d0-9ada-c6aee51e5f84"/>
    <ds:schemaRef ds:uri="21b96c4b-431b-4a2c-9cee-fbdc6210ba9c"/>
    <ds:schemaRef ds:uri="a5ef6e76-0b70-4e5a-a01b-501d28be60df"/>
    <ds:schemaRef ds:uri="c487dd7b-52d8-44d7-9025-0427c417060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EBFBB37A-E01C-4743-8777-A940EC844315}"/>
</file>

<file path=docProps/app.xml><?xml version="1.0" encoding="utf-8"?>
<Properties xmlns="http://schemas.openxmlformats.org/officeDocument/2006/extended-properties" xmlns:vt="http://schemas.openxmlformats.org/officeDocument/2006/docPropsVTypes">
  <Template>Short presentation July22-DAIET20001</Template>
  <TotalTime>8111</TotalTime>
  <Words>1037</Words>
  <Application>Microsoft Macintosh PowerPoint</Application>
  <PresentationFormat>Widescreen</PresentationFormat>
  <Paragraphs>170</Paragraphs>
  <Slides>8</Slides>
  <Notes>6</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Arial</vt:lpstr>
      <vt:lpstr>Calibri</vt:lpstr>
      <vt:lpstr>Cambria</vt:lpstr>
      <vt:lpstr>HelveticaNeueLT Std</vt:lpstr>
      <vt:lpstr>Symbol</vt:lpstr>
      <vt:lpstr>Wingdings</vt:lpstr>
      <vt:lpstr>DAI Master theme</vt:lpstr>
      <vt:lpstr>1_DAI Master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Donald Lunan</dc:creator>
  <cp:keywords/>
  <dc:description/>
  <cp:lastModifiedBy>Vladimir</cp:lastModifiedBy>
  <cp:revision>132</cp:revision>
  <dcterms:created xsi:type="dcterms:W3CDTF">2022-08-04T23:18:15Z</dcterms:created>
  <dcterms:modified xsi:type="dcterms:W3CDTF">2025-10-07T07:23:13Z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0x010100CA9E40BF7383784999BA1B34A435B410</vt:lpwstr>
  </property>
  <property fmtid="{D5CDD505-2E9C-101B-9397-08002B2CF9AE}" pid="3" name="MediaServiceImageTags">
    <vt:lpwstr/>
  </property>
  <property fmtid="{D5CDD505-2E9C-101B-9397-08002B2CF9AE}" pid="4" name="Order">
    <vt:r8>184900</vt:r8>
  </property>
  <property fmtid="{D5CDD505-2E9C-101B-9397-08002B2CF9AE}" pid="5" name="xd_Signature">
    <vt:bool>false</vt:bool>
  </property>
  <property fmtid="{D5CDD505-2E9C-101B-9397-08002B2CF9AE}" pid="6" name="SharedWithUsers">
    <vt:lpwstr>259;#William Gee;#21;#Catherine Wallis;#19;#Sofia Martinez</vt:lpwstr>
  </property>
  <property fmtid="{D5CDD505-2E9C-101B-9397-08002B2CF9AE}" pid="7" name="xd_ProgID">
    <vt:lpwstr/>
  </property>
  <property fmtid="{D5CDD505-2E9C-101B-9397-08002B2CF9AE}" pid="8" name="TriggerFlowInfo">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ies>
</file>