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5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6.xml" ContentType="application/vnd.openxmlformats-officedocument.theme+xml"/>
  <Override PartName="/ppt/slideLayouts/slideLayout28.xml" ContentType="application/vnd.openxmlformats-officedocument.presentationml.slideLayout+xml"/>
  <Override PartName="/ppt/theme/theme7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8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9.xml" ContentType="application/vnd.openxmlformats-officedocument.theme+xml"/>
  <Override PartName="/ppt/slideLayouts/slideLayout34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4"/>
    <p:sldMasterId id="2147483687" r:id="rId5"/>
    <p:sldMasterId id="2147483672" r:id="rId6"/>
    <p:sldMasterId id="2147483695" r:id="rId7"/>
    <p:sldMasterId id="2147483706" r:id="rId8"/>
    <p:sldMasterId id="2147483699" r:id="rId9"/>
    <p:sldMasterId id="2147483708" r:id="rId10"/>
    <p:sldMasterId id="2147483738" r:id="rId11"/>
    <p:sldMasterId id="2147483740" r:id="rId12"/>
    <p:sldMasterId id="2147483745" r:id="rId13"/>
  </p:sldMasterIdLst>
  <p:notesMasterIdLst>
    <p:notesMasterId r:id="rId50"/>
  </p:notesMasterIdLst>
  <p:handoutMasterIdLst>
    <p:handoutMasterId r:id="rId51"/>
  </p:handoutMasterIdLst>
  <p:sldIdLst>
    <p:sldId id="433" r:id="rId14"/>
    <p:sldId id="439" r:id="rId15"/>
    <p:sldId id="450" r:id="rId16"/>
    <p:sldId id="477" r:id="rId17"/>
    <p:sldId id="299" r:id="rId18"/>
    <p:sldId id="452" r:id="rId19"/>
    <p:sldId id="453" r:id="rId20"/>
    <p:sldId id="445" r:id="rId21"/>
    <p:sldId id="454" r:id="rId22"/>
    <p:sldId id="459" r:id="rId23"/>
    <p:sldId id="480" r:id="rId24"/>
    <p:sldId id="446" r:id="rId25"/>
    <p:sldId id="461" r:id="rId26"/>
    <p:sldId id="462" r:id="rId27"/>
    <p:sldId id="463" r:id="rId28"/>
    <p:sldId id="464" r:id="rId29"/>
    <p:sldId id="447" r:id="rId30"/>
    <p:sldId id="465" r:id="rId31"/>
    <p:sldId id="486" r:id="rId32"/>
    <p:sldId id="468" r:id="rId33"/>
    <p:sldId id="467" r:id="rId34"/>
    <p:sldId id="481" r:id="rId35"/>
    <p:sldId id="482" r:id="rId36"/>
    <p:sldId id="483" r:id="rId37"/>
    <p:sldId id="484" r:id="rId38"/>
    <p:sldId id="485" r:id="rId39"/>
    <p:sldId id="448" r:id="rId40"/>
    <p:sldId id="470" r:id="rId41"/>
    <p:sldId id="471" r:id="rId42"/>
    <p:sldId id="449" r:id="rId43"/>
    <p:sldId id="472" r:id="rId44"/>
    <p:sldId id="474" r:id="rId45"/>
    <p:sldId id="476" r:id="rId46"/>
    <p:sldId id="478" r:id="rId47"/>
    <p:sldId id="479" r:id="rId48"/>
    <p:sldId id="436" r:id="rId49"/>
  </p:sldIdLst>
  <p:sldSz cx="9906000" cy="6858000" type="A4"/>
  <p:notesSz cx="6792913" cy="992505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Default Section" id="{39C2E553-05B7-4C96-B9C2-C31F22209D1B}">
          <p14:sldIdLst>
            <p14:sldId id="433"/>
            <p14:sldId id="439"/>
            <p14:sldId id="450"/>
            <p14:sldId id="477"/>
            <p14:sldId id="299"/>
            <p14:sldId id="452"/>
            <p14:sldId id="453"/>
            <p14:sldId id="445"/>
            <p14:sldId id="454"/>
            <p14:sldId id="459"/>
            <p14:sldId id="480"/>
            <p14:sldId id="446"/>
            <p14:sldId id="461"/>
            <p14:sldId id="462"/>
            <p14:sldId id="463"/>
            <p14:sldId id="464"/>
            <p14:sldId id="447"/>
            <p14:sldId id="465"/>
            <p14:sldId id="486"/>
            <p14:sldId id="468"/>
            <p14:sldId id="467"/>
            <p14:sldId id="481"/>
            <p14:sldId id="482"/>
            <p14:sldId id="483"/>
            <p14:sldId id="484"/>
            <p14:sldId id="485"/>
            <p14:sldId id="448"/>
            <p14:sldId id="470"/>
            <p14:sldId id="471"/>
            <p14:sldId id="449"/>
            <p14:sldId id="472"/>
            <p14:sldId id="474"/>
            <p14:sldId id="476"/>
            <p14:sldId id="478"/>
            <p14:sldId id="479"/>
            <p14:sldId id="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6239"/>
    <a:srgbClr val="002D86"/>
    <a:srgbClr val="00488B"/>
    <a:srgbClr val="147E46"/>
    <a:srgbClr val="FBE9EA"/>
    <a:srgbClr val="FEF8F8"/>
    <a:srgbClr val="1B659A"/>
    <a:srgbClr val="005399"/>
    <a:srgbClr val="2282C5"/>
    <a:srgbClr val="F582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7D938C-F7F5-4D7A-B592-FEF29435ED4C}" v="128" dt="2025-10-06T14:58:29.878"/>
  </p1510:revLst>
</p1510:revInfo>
</file>

<file path=ppt/tableStyles.xml><?xml version="1.0" encoding="utf-8"?>
<a:tblStyleLst xmlns:a="http://schemas.openxmlformats.org/drawingml/2006/main" def="{72833802-FEF1-4C79-8D5D-14CF1EAF98D9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71" autoAdjust="0"/>
    <p:restoredTop sz="95267" autoAdjust="0"/>
  </p:normalViewPr>
  <p:slideViewPr>
    <p:cSldViewPr snapToGrid="0">
      <p:cViewPr varScale="1">
        <p:scale>
          <a:sx n="83" d="100"/>
          <a:sy n="83" d="100"/>
        </p:scale>
        <p:origin x="552" y="6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152" y="1440"/>
      </p:cViewPr>
      <p:guideLst>
        <p:guide orient="horz" pos="3126"/>
        <p:guide pos="214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slide" Target="slides/slide34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slide" Target="slides/slide33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slide" Target="slides/slide16.xml"/><Relationship Id="rId41" Type="http://schemas.openxmlformats.org/officeDocument/2006/relationships/slide" Target="slides/slide28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53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slide" Target="slides/slide36.xml"/><Relationship Id="rId57" Type="http://schemas.microsoft.com/office/2015/10/relationships/revisionInfo" Target="revisionInfo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slide" Target="slides/slide35.xml"/><Relationship Id="rId56" Type="http://schemas.microsoft.com/office/2016/11/relationships/changesInfo" Target="changesInfos/changesInfo1.xml"/><Relationship Id="rId8" Type="http://schemas.openxmlformats.org/officeDocument/2006/relationships/slideMaster" Target="slideMasters/slideMaster5.xml"/><Relationship Id="rId51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-Pierre Chang" userId="7a5d3a12-f981-4a01-99aa-2e45acc807ae" providerId="ADAL" clId="{DEFEF7C5-38CB-4D06-8F80-9935D232FD48}"/>
    <pc:docChg chg="custSel addSld delSld modSld">
      <pc:chgData name="Jean-Pierre Chang" userId="7a5d3a12-f981-4a01-99aa-2e45acc807ae" providerId="ADAL" clId="{DEFEF7C5-38CB-4D06-8F80-9935D232FD48}" dt="2025-09-29T11:07:55.395" v="9"/>
      <pc:docMkLst>
        <pc:docMk/>
      </pc:docMkLst>
      <pc:sldChg chg="modSp mod">
        <pc:chgData name="Jean-Pierre Chang" userId="7a5d3a12-f981-4a01-99aa-2e45acc807ae" providerId="ADAL" clId="{DEFEF7C5-38CB-4D06-8F80-9935D232FD48}" dt="2025-09-29T09:28:19.720" v="1" actId="1076"/>
        <pc:sldMkLst>
          <pc:docMk/>
          <pc:sldMk cId="1044866835" sldId="451"/>
        </pc:sldMkLst>
      </pc:sldChg>
      <pc:sldChg chg="addSp delSp modSp mod">
        <pc:chgData name="Jean-Pierre Chang" userId="7a5d3a12-f981-4a01-99aa-2e45acc807ae" providerId="ADAL" clId="{DEFEF7C5-38CB-4D06-8F80-9935D232FD48}" dt="2025-09-29T11:07:55.395" v="9"/>
        <pc:sldMkLst>
          <pc:docMk/>
          <pc:sldMk cId="1992490646" sldId="465"/>
        </pc:sldMkLst>
        <pc:spChg chg="add mod">
          <ac:chgData name="Jean-Pierre Chang" userId="7a5d3a12-f981-4a01-99aa-2e45acc807ae" providerId="ADAL" clId="{DEFEF7C5-38CB-4D06-8F80-9935D232FD48}" dt="2025-09-29T11:07:55.395" v="9"/>
          <ac:spMkLst>
            <pc:docMk/>
            <pc:sldMk cId="1992490646" sldId="465"/>
            <ac:spMk id="9" creationId="{98644DB2-CAE6-0CAC-0D8C-EF9D044B860E}"/>
          </ac:spMkLst>
        </pc:spChg>
        <pc:graphicFrameChg chg="add mod">
          <ac:chgData name="Jean-Pierre Chang" userId="7a5d3a12-f981-4a01-99aa-2e45acc807ae" providerId="ADAL" clId="{DEFEF7C5-38CB-4D06-8F80-9935D232FD48}" dt="2025-09-29T11:07:55.395" v="9"/>
          <ac:graphicFrameMkLst>
            <pc:docMk/>
            <pc:sldMk cId="1992490646" sldId="465"/>
            <ac:graphicFrameMk id="10" creationId="{70F52904-4CE5-F70E-AAF2-0D8C8E08E96D}"/>
          </ac:graphicFrameMkLst>
        </pc:graphicFrameChg>
      </pc:sldChg>
      <pc:sldChg chg="add">
        <pc:chgData name="Jean-Pierre Chang" userId="7a5d3a12-f981-4a01-99aa-2e45acc807ae" providerId="ADAL" clId="{DEFEF7C5-38CB-4D06-8F80-9935D232FD48}" dt="2025-09-29T11:07:38.858" v="4"/>
        <pc:sldMkLst>
          <pc:docMk/>
          <pc:sldMk cId="2852295158" sldId="486"/>
        </pc:sldMkLst>
      </pc:sldChg>
      <pc:sldChg chg="add del">
        <pc:chgData name="Jean-Pierre Chang" userId="7a5d3a12-f981-4a01-99aa-2e45acc807ae" providerId="ADAL" clId="{DEFEF7C5-38CB-4D06-8F80-9935D232FD48}" dt="2025-09-29T11:07:35.591" v="3"/>
        <pc:sldMkLst>
          <pc:docMk/>
          <pc:sldMk cId="3860623361" sldId="486"/>
        </pc:sldMkLst>
      </pc:sldChg>
    </pc:docChg>
  </pc:docChgLst>
  <pc:docChgLst>
    <pc:chgData name="Fanny Joubert" userId="8a2d29c6-c461-45fe-99a5-641ef86e074d" providerId="ADAL" clId="{93C3A01C-D977-4B08-9B40-4545634F83D8}"/>
    <pc:docChg chg="undo custSel addSld delSld modSld sldOrd modSection">
      <pc:chgData name="Fanny Joubert" userId="8a2d29c6-c461-45fe-99a5-641ef86e074d" providerId="ADAL" clId="{93C3A01C-D977-4B08-9B40-4545634F83D8}" dt="2025-01-27T14:02:44.254" v="3395" actId="207"/>
      <pc:docMkLst>
        <pc:docMk/>
      </pc:docMkLst>
      <pc:sldChg chg="addSp modSp mod">
        <pc:chgData name="Fanny Joubert" userId="8a2d29c6-c461-45fe-99a5-641ef86e074d" providerId="ADAL" clId="{93C3A01C-D977-4B08-9B40-4545634F83D8}" dt="2025-01-27T11:25:00.853" v="1926" actId="20577"/>
        <pc:sldMkLst>
          <pc:docMk/>
          <pc:sldMk cId="2417572775" sldId="433"/>
        </pc:sldMkLst>
      </pc:sldChg>
      <pc:sldChg chg="modSp mod">
        <pc:chgData name="Fanny Joubert" userId="8a2d29c6-c461-45fe-99a5-641ef86e074d" providerId="ADAL" clId="{93C3A01C-D977-4B08-9B40-4545634F83D8}" dt="2025-01-27T10:14:37.301" v="1706" actId="6549"/>
        <pc:sldMkLst>
          <pc:docMk/>
          <pc:sldMk cId="2070119259" sldId="436"/>
        </pc:sldMkLst>
      </pc:sldChg>
      <pc:sldChg chg="modSp mod">
        <pc:chgData name="Fanny Joubert" userId="8a2d29c6-c461-45fe-99a5-641ef86e074d" providerId="ADAL" clId="{93C3A01C-D977-4B08-9B40-4545634F83D8}" dt="2025-01-27T11:23:45.962" v="1923" actId="20577"/>
        <pc:sldMkLst>
          <pc:docMk/>
          <pc:sldMk cId="1714581824" sldId="439"/>
        </pc:sldMkLst>
      </pc:sldChg>
      <pc:sldChg chg="addSp delSp modSp mod">
        <pc:chgData name="Fanny Joubert" userId="8a2d29c6-c461-45fe-99a5-641ef86e074d" providerId="ADAL" clId="{93C3A01C-D977-4B08-9B40-4545634F83D8}" dt="2025-01-27T10:19:16.529" v="1739" actId="115"/>
        <pc:sldMkLst>
          <pc:docMk/>
          <pc:sldMk cId="61187046" sldId="450"/>
        </pc:sldMkLst>
      </pc:sldChg>
      <pc:sldChg chg="addSp modSp mod modAnim modNotesTx">
        <pc:chgData name="Fanny Joubert" userId="8a2d29c6-c461-45fe-99a5-641ef86e074d" providerId="ADAL" clId="{93C3A01C-D977-4B08-9B40-4545634F83D8}" dt="2025-01-27T11:12:34.251" v="1892"/>
        <pc:sldMkLst>
          <pc:docMk/>
          <pc:sldMk cId="1189341730" sldId="452"/>
        </pc:sldMkLst>
      </pc:sldChg>
      <pc:sldChg chg="modAnim modNotesTx">
        <pc:chgData name="Fanny Joubert" userId="8a2d29c6-c461-45fe-99a5-641ef86e074d" providerId="ADAL" clId="{93C3A01C-D977-4B08-9B40-4545634F83D8}" dt="2025-01-27T11:13:15.466" v="1893"/>
        <pc:sldMkLst>
          <pc:docMk/>
          <pc:sldMk cId="3670478892" sldId="454"/>
        </pc:sldMkLst>
      </pc:sldChg>
      <pc:sldChg chg="addSp delSp modSp mod delAnim modAnim">
        <pc:chgData name="Fanny Joubert" userId="8a2d29c6-c461-45fe-99a5-641ef86e074d" providerId="ADAL" clId="{93C3A01C-D977-4B08-9B40-4545634F83D8}" dt="2025-01-27T11:17:14.172" v="1897" actId="14100"/>
        <pc:sldMkLst>
          <pc:docMk/>
          <pc:sldMk cId="1236006614" sldId="458"/>
        </pc:sldMkLst>
      </pc:sldChg>
      <pc:sldChg chg="modAnim">
        <pc:chgData name="Fanny Joubert" userId="8a2d29c6-c461-45fe-99a5-641ef86e074d" providerId="ADAL" clId="{93C3A01C-D977-4B08-9B40-4545634F83D8}" dt="2025-01-27T08:52:41.392" v="196"/>
        <pc:sldMkLst>
          <pc:docMk/>
          <pc:sldMk cId="4077467489" sldId="459"/>
        </pc:sldMkLst>
      </pc:sldChg>
      <pc:sldChg chg="addSp delSp modSp del mod delAnim modAnim modShow">
        <pc:chgData name="Fanny Joubert" userId="8a2d29c6-c461-45fe-99a5-641ef86e074d" providerId="ADAL" clId="{93C3A01C-D977-4B08-9B40-4545634F83D8}" dt="2025-01-27T13:23:39.360" v="1929" actId="47"/>
        <pc:sldMkLst>
          <pc:docMk/>
          <pc:sldMk cId="499249267" sldId="460"/>
        </pc:sldMkLst>
      </pc:sldChg>
      <pc:sldChg chg="addSp modSp mod modAnim modNotesTx">
        <pc:chgData name="Fanny Joubert" userId="8a2d29c6-c461-45fe-99a5-641ef86e074d" providerId="ADAL" clId="{93C3A01C-D977-4B08-9B40-4545634F83D8}" dt="2025-01-27T11:19:24.219" v="1904"/>
        <pc:sldMkLst>
          <pc:docMk/>
          <pc:sldMk cId="3162826403" sldId="461"/>
        </pc:sldMkLst>
      </pc:sldChg>
      <pc:sldChg chg="addSp modSp mod modAnim">
        <pc:chgData name="Fanny Joubert" userId="8a2d29c6-c461-45fe-99a5-641ef86e074d" providerId="ADAL" clId="{93C3A01C-D977-4B08-9B40-4545634F83D8}" dt="2025-01-27T09:07:58.286" v="301" actId="14100"/>
        <pc:sldMkLst>
          <pc:docMk/>
          <pc:sldMk cId="3323574420" sldId="462"/>
        </pc:sldMkLst>
      </pc:sldChg>
      <pc:sldChg chg="mod modShow">
        <pc:chgData name="Fanny Joubert" userId="8a2d29c6-c461-45fe-99a5-641ef86e074d" providerId="ADAL" clId="{93C3A01C-D977-4B08-9B40-4545634F83D8}" dt="2025-01-27T09:09:36.271" v="302" actId="729"/>
        <pc:sldMkLst>
          <pc:docMk/>
          <pc:sldMk cId="2658997110" sldId="464"/>
        </pc:sldMkLst>
      </pc:sldChg>
      <pc:sldChg chg="modSp mod modNotesTx">
        <pc:chgData name="Fanny Joubert" userId="8a2d29c6-c461-45fe-99a5-641ef86e074d" providerId="ADAL" clId="{93C3A01C-D977-4B08-9B40-4545634F83D8}" dt="2025-01-27T10:32:14.571" v="1870" actId="6549"/>
        <pc:sldMkLst>
          <pc:docMk/>
          <pc:sldMk cId="1992490646" sldId="465"/>
        </pc:sldMkLst>
      </pc:sldChg>
      <pc:sldChg chg="modSp del mod">
        <pc:chgData name="Fanny Joubert" userId="8a2d29c6-c461-45fe-99a5-641ef86e074d" providerId="ADAL" clId="{93C3A01C-D977-4B08-9B40-4545634F83D8}" dt="2025-01-27T09:55:42.398" v="1423" actId="47"/>
        <pc:sldMkLst>
          <pc:docMk/>
          <pc:sldMk cId="2933425098" sldId="466"/>
        </pc:sldMkLst>
      </pc:sldChg>
      <pc:sldChg chg="addSp modSp mod modNotesTx">
        <pc:chgData name="Fanny Joubert" userId="8a2d29c6-c461-45fe-99a5-641ef86e074d" providerId="ADAL" clId="{93C3A01C-D977-4B08-9B40-4545634F83D8}" dt="2025-01-27T10:05:52.566" v="1515" actId="6549"/>
        <pc:sldMkLst>
          <pc:docMk/>
          <pc:sldMk cId="3772405609" sldId="467"/>
        </pc:sldMkLst>
      </pc:sldChg>
      <pc:sldChg chg="ord">
        <pc:chgData name="Fanny Joubert" userId="8a2d29c6-c461-45fe-99a5-641ef86e074d" providerId="ADAL" clId="{93C3A01C-D977-4B08-9B40-4545634F83D8}" dt="2025-01-27T09:14:45.019" v="352"/>
        <pc:sldMkLst>
          <pc:docMk/>
          <pc:sldMk cId="3537328681" sldId="468"/>
        </pc:sldMkLst>
      </pc:sldChg>
      <pc:sldChg chg="del">
        <pc:chgData name="Fanny Joubert" userId="8a2d29c6-c461-45fe-99a5-641ef86e074d" providerId="ADAL" clId="{93C3A01C-D977-4B08-9B40-4545634F83D8}" dt="2025-01-27T09:34:51.285" v="899" actId="2696"/>
        <pc:sldMkLst>
          <pc:docMk/>
          <pc:sldMk cId="1933406639" sldId="469"/>
        </pc:sldMkLst>
      </pc:sldChg>
      <pc:sldChg chg="modSp mod modNotesTx">
        <pc:chgData name="Fanny Joubert" userId="8a2d29c6-c461-45fe-99a5-641ef86e074d" providerId="ADAL" clId="{93C3A01C-D977-4B08-9B40-4545634F83D8}" dt="2025-01-27T10:31:20.715" v="1865" actId="20577"/>
        <pc:sldMkLst>
          <pc:docMk/>
          <pc:sldMk cId="2783540289" sldId="470"/>
        </pc:sldMkLst>
      </pc:sldChg>
      <pc:sldChg chg="addSp modSp mod modAnim modNotesTx">
        <pc:chgData name="Fanny Joubert" userId="8a2d29c6-c461-45fe-99a5-641ef86e074d" providerId="ADAL" clId="{93C3A01C-D977-4B08-9B40-4545634F83D8}" dt="2025-01-27T11:26:30.664" v="1928"/>
        <pc:sldMkLst>
          <pc:docMk/>
          <pc:sldMk cId="4012970466" sldId="472"/>
        </pc:sldMkLst>
      </pc:sldChg>
      <pc:sldChg chg="del">
        <pc:chgData name="Fanny Joubert" userId="8a2d29c6-c461-45fe-99a5-641ef86e074d" providerId="ADAL" clId="{93C3A01C-D977-4B08-9B40-4545634F83D8}" dt="2025-01-27T09:17:31.355" v="381" actId="47"/>
        <pc:sldMkLst>
          <pc:docMk/>
          <pc:sldMk cId="282245288" sldId="475"/>
        </pc:sldMkLst>
      </pc:sldChg>
      <pc:sldChg chg="addSp modSp mod">
        <pc:chgData name="Fanny Joubert" userId="8a2d29c6-c461-45fe-99a5-641ef86e074d" providerId="ADAL" clId="{93C3A01C-D977-4B08-9B40-4545634F83D8}" dt="2025-01-27T10:21:45.244" v="1805" actId="1036"/>
        <pc:sldMkLst>
          <pc:docMk/>
          <pc:sldMk cId="1734829447" sldId="478"/>
        </pc:sldMkLst>
      </pc:sldChg>
      <pc:sldChg chg="addSp delSp modSp mod modAnim">
        <pc:chgData name="Fanny Joubert" userId="8a2d29c6-c461-45fe-99a5-641ef86e074d" providerId="ADAL" clId="{93C3A01C-D977-4B08-9B40-4545634F83D8}" dt="2025-01-27T14:02:44.254" v="3395" actId="207"/>
        <pc:sldMkLst>
          <pc:docMk/>
          <pc:sldMk cId="2355326254" sldId="479"/>
        </pc:sldMkLst>
      </pc:sldChg>
      <pc:sldChg chg="delSp modSp add mod delAnim">
        <pc:chgData name="Fanny Joubert" userId="8a2d29c6-c461-45fe-99a5-641ef86e074d" providerId="ADAL" clId="{93C3A01C-D977-4B08-9B40-4545634F83D8}" dt="2025-01-27T08:59:45.649" v="241" actId="14100"/>
        <pc:sldMkLst>
          <pc:docMk/>
          <pc:sldMk cId="229916179" sldId="480"/>
        </pc:sldMkLst>
      </pc:sldChg>
      <pc:sldChg chg="addSp delSp modSp new mod modNotesTx">
        <pc:chgData name="Fanny Joubert" userId="8a2d29c6-c461-45fe-99a5-641ef86e074d" providerId="ADAL" clId="{93C3A01C-D977-4B08-9B40-4545634F83D8}" dt="2025-01-27T10:07:34.383" v="1528" actId="20577"/>
        <pc:sldMkLst>
          <pc:docMk/>
          <pc:sldMk cId="2853076919" sldId="481"/>
        </pc:sldMkLst>
      </pc:sldChg>
      <pc:sldChg chg="addSp modSp add mod modAnim modNotesTx">
        <pc:chgData name="Fanny Joubert" userId="8a2d29c6-c461-45fe-99a5-641ef86e074d" providerId="ADAL" clId="{93C3A01C-D977-4B08-9B40-4545634F83D8}" dt="2025-01-27T10:37:21.938" v="1871" actId="207"/>
        <pc:sldMkLst>
          <pc:docMk/>
          <pc:sldMk cId="1748059790" sldId="482"/>
        </pc:sldMkLst>
      </pc:sldChg>
      <pc:sldChg chg="modSp add mod ord">
        <pc:chgData name="Fanny Joubert" userId="8a2d29c6-c461-45fe-99a5-641ef86e074d" providerId="ADAL" clId="{93C3A01C-D977-4B08-9B40-4545634F83D8}" dt="2025-01-27T09:49:07.606" v="1295" actId="20577"/>
        <pc:sldMkLst>
          <pc:docMk/>
          <pc:sldMk cId="1250444914" sldId="483"/>
        </pc:sldMkLst>
      </pc:sldChg>
      <pc:sldChg chg="modSp add mod">
        <pc:chgData name="Fanny Joubert" userId="8a2d29c6-c461-45fe-99a5-641ef86e074d" providerId="ADAL" clId="{93C3A01C-D977-4B08-9B40-4545634F83D8}" dt="2025-01-27T09:50:20.654" v="1316"/>
        <pc:sldMkLst>
          <pc:docMk/>
          <pc:sldMk cId="2609764404" sldId="484"/>
        </pc:sldMkLst>
      </pc:sldChg>
      <pc:sldChg chg="modSp add mod">
        <pc:chgData name="Fanny Joubert" userId="8a2d29c6-c461-45fe-99a5-641ef86e074d" providerId="ADAL" clId="{93C3A01C-D977-4B08-9B40-4545634F83D8}" dt="2025-01-27T10:04:38.784" v="1513" actId="6549"/>
        <pc:sldMkLst>
          <pc:docMk/>
          <pc:sldMk cId="342304097" sldId="485"/>
        </pc:sldMkLst>
      </pc:sldChg>
    </pc:docChg>
  </pc:docChgLst>
  <pc:docChgLst>
    <pc:chgData name="Julien Vincent" userId="4c01ad34-1ed2-46d8-8f42-ed5efb2381b2" providerId="ADAL" clId="{9015BB2A-6613-4D93-8C36-8D4301947AD4}"/>
    <pc:docChg chg="custSel modSld modMainMaster">
      <pc:chgData name="Julien Vincent" userId="4c01ad34-1ed2-46d8-8f42-ed5efb2381b2" providerId="ADAL" clId="{9015BB2A-6613-4D93-8C36-8D4301947AD4}" dt="2025-09-24T15:33:24.902" v="86" actId="947"/>
      <pc:docMkLst>
        <pc:docMk/>
      </pc:docMkLst>
      <pc:sldChg chg="modSp mod">
        <pc:chgData name="Julien Vincent" userId="4c01ad34-1ed2-46d8-8f42-ed5efb2381b2" providerId="ADAL" clId="{9015BB2A-6613-4D93-8C36-8D4301947AD4}" dt="2025-09-24T15:30:58.377" v="22" actId="6549"/>
        <pc:sldMkLst>
          <pc:docMk/>
          <pc:sldMk cId="2417572775" sldId="433"/>
        </pc:sldMkLst>
        <pc:spChg chg="mod">
          <ac:chgData name="Julien Vincent" userId="4c01ad34-1ed2-46d8-8f42-ed5efb2381b2" providerId="ADAL" clId="{9015BB2A-6613-4D93-8C36-8D4301947AD4}" dt="2025-09-24T15:30:58.377" v="22" actId="6549"/>
          <ac:spMkLst>
            <pc:docMk/>
            <pc:sldMk cId="2417572775" sldId="433"/>
            <ac:spMk id="3" creationId="{8C1A2ACB-4B0E-BE56-333A-07F0CF546D02}"/>
          </ac:spMkLst>
        </pc:spChg>
      </pc:sldChg>
      <pc:sldChg chg="modSp mod">
        <pc:chgData name="Julien Vincent" userId="4c01ad34-1ed2-46d8-8f42-ed5efb2381b2" providerId="ADAL" clId="{9015BB2A-6613-4D93-8C36-8D4301947AD4}" dt="2025-09-24T15:33:09.887" v="85" actId="20577"/>
        <pc:sldMkLst>
          <pc:docMk/>
          <pc:sldMk cId="2070119259" sldId="436"/>
        </pc:sldMkLst>
        <pc:spChg chg="mod">
          <ac:chgData name="Julien Vincent" userId="4c01ad34-1ed2-46d8-8f42-ed5efb2381b2" providerId="ADAL" clId="{9015BB2A-6613-4D93-8C36-8D4301947AD4}" dt="2025-09-24T15:33:09.887" v="85" actId="20577"/>
          <ac:spMkLst>
            <pc:docMk/>
            <pc:sldMk cId="2070119259" sldId="436"/>
            <ac:spMk id="5" creationId="{BA5121D3-973F-824E-9D4E-1C96E8D35047}"/>
          </ac:spMkLst>
        </pc:spChg>
      </pc:sldChg>
      <pc:sldChg chg="modSp mod">
        <pc:chgData name="Julien Vincent" userId="4c01ad34-1ed2-46d8-8f42-ed5efb2381b2" providerId="ADAL" clId="{9015BB2A-6613-4D93-8C36-8D4301947AD4}" dt="2025-09-24T15:33:24.902" v="86" actId="947"/>
        <pc:sldMkLst>
          <pc:docMk/>
          <pc:sldMk cId="2355326254" sldId="479"/>
        </pc:sldMkLst>
        <pc:spChg chg="mod">
          <ac:chgData name="Julien Vincent" userId="4c01ad34-1ed2-46d8-8f42-ed5efb2381b2" providerId="ADAL" clId="{9015BB2A-6613-4D93-8C36-8D4301947AD4}" dt="2025-09-24T15:33:24.902" v="86" actId="947"/>
          <ac:spMkLst>
            <pc:docMk/>
            <pc:sldMk cId="2355326254" sldId="479"/>
            <ac:spMk id="10" creationId="{9AA1C098-9015-6031-2353-E4AE7A26D232}"/>
          </ac:spMkLst>
        </pc:spChg>
      </pc:sldChg>
      <pc:sldMasterChg chg="modSp mod">
        <pc:chgData name="Julien Vincent" userId="4c01ad34-1ed2-46d8-8f42-ed5efb2381b2" providerId="ADAL" clId="{9015BB2A-6613-4D93-8C36-8D4301947AD4}" dt="2025-09-24T15:32:10.979" v="52" actId="6549"/>
        <pc:sldMasterMkLst>
          <pc:docMk/>
          <pc:sldMasterMk cId="2172062484" sldId="2147483672"/>
        </pc:sldMasterMkLst>
        <pc:spChg chg="mod">
          <ac:chgData name="Julien Vincent" userId="4c01ad34-1ed2-46d8-8f42-ed5efb2381b2" providerId="ADAL" clId="{9015BB2A-6613-4D93-8C36-8D4301947AD4}" dt="2025-09-24T15:32:10.979" v="52" actId="6549"/>
          <ac:spMkLst>
            <pc:docMk/>
            <pc:sldMasterMk cId="2172062484" sldId="2147483672"/>
            <ac:spMk id="29" creationId="{1BC30C3C-4F67-31EC-1A0E-DC4AA65B8678}"/>
          </ac:spMkLst>
        </pc:spChg>
      </pc:sldMasterChg>
      <pc:sldMasterChg chg="modSp mod">
        <pc:chgData name="Julien Vincent" userId="4c01ad34-1ed2-46d8-8f42-ed5efb2381b2" providerId="ADAL" clId="{9015BB2A-6613-4D93-8C36-8D4301947AD4}" dt="2025-09-24T15:32:20.766" v="58" actId="6549"/>
        <pc:sldMasterMkLst>
          <pc:docMk/>
          <pc:sldMasterMk cId="3055626266" sldId="2147483687"/>
        </pc:sldMasterMkLst>
        <pc:spChg chg="mod">
          <ac:chgData name="Julien Vincent" userId="4c01ad34-1ed2-46d8-8f42-ed5efb2381b2" providerId="ADAL" clId="{9015BB2A-6613-4D93-8C36-8D4301947AD4}" dt="2025-09-24T15:32:20.766" v="58" actId="6549"/>
          <ac:spMkLst>
            <pc:docMk/>
            <pc:sldMasterMk cId="3055626266" sldId="2147483687"/>
            <ac:spMk id="22" creationId="{8A1785ED-0357-43BC-90C1-41DAC23AFDB9}"/>
          </ac:spMkLst>
        </pc:spChg>
      </pc:sldMasterChg>
      <pc:sldMasterChg chg="modSp mod">
        <pc:chgData name="Julien Vincent" userId="4c01ad34-1ed2-46d8-8f42-ed5efb2381b2" providerId="ADAL" clId="{9015BB2A-6613-4D93-8C36-8D4301947AD4}" dt="2025-09-24T15:31:52.362" v="40" actId="6549"/>
        <pc:sldMasterMkLst>
          <pc:docMk/>
          <pc:sldMasterMk cId="2172062484" sldId="2147483699"/>
        </pc:sldMasterMkLst>
        <pc:spChg chg="mod">
          <ac:chgData name="Julien Vincent" userId="4c01ad34-1ed2-46d8-8f42-ed5efb2381b2" providerId="ADAL" clId="{9015BB2A-6613-4D93-8C36-8D4301947AD4}" dt="2025-09-24T15:31:52.362" v="40" actId="6549"/>
          <ac:spMkLst>
            <pc:docMk/>
            <pc:sldMasterMk cId="2172062484" sldId="2147483699"/>
            <ac:spMk id="29" creationId="{1BC30C3C-4F67-31EC-1A0E-DC4AA65B8678}"/>
          </ac:spMkLst>
        </pc:spChg>
      </pc:sldMasterChg>
      <pc:sldMasterChg chg="modSp mod">
        <pc:chgData name="Julien Vincent" userId="4c01ad34-1ed2-46d8-8f42-ed5efb2381b2" providerId="ADAL" clId="{9015BB2A-6613-4D93-8C36-8D4301947AD4}" dt="2025-09-24T15:32:00.590" v="46" actId="6549"/>
        <pc:sldMasterMkLst>
          <pc:docMk/>
          <pc:sldMasterMk cId="3055626266" sldId="2147483706"/>
        </pc:sldMasterMkLst>
        <pc:spChg chg="mod">
          <ac:chgData name="Julien Vincent" userId="4c01ad34-1ed2-46d8-8f42-ed5efb2381b2" providerId="ADAL" clId="{9015BB2A-6613-4D93-8C36-8D4301947AD4}" dt="2025-09-24T15:32:00.590" v="46" actId="6549"/>
          <ac:spMkLst>
            <pc:docMk/>
            <pc:sldMasterMk cId="3055626266" sldId="2147483706"/>
            <ac:spMk id="22" creationId="{8A1785ED-0357-43BC-90C1-41DAC23AFDB9}"/>
          </ac:spMkLst>
        </pc:spChg>
      </pc:sldMasterChg>
      <pc:sldMasterChg chg="modSp mod">
        <pc:chgData name="Julien Vincent" userId="4c01ad34-1ed2-46d8-8f42-ed5efb2381b2" providerId="ADAL" clId="{9015BB2A-6613-4D93-8C36-8D4301947AD4}" dt="2025-09-24T15:31:40.830" v="34" actId="6549"/>
        <pc:sldMasterMkLst>
          <pc:docMk/>
          <pc:sldMasterMk cId="2172062484" sldId="2147483738"/>
        </pc:sldMasterMkLst>
        <pc:spChg chg="mod">
          <ac:chgData name="Julien Vincent" userId="4c01ad34-1ed2-46d8-8f42-ed5efb2381b2" providerId="ADAL" clId="{9015BB2A-6613-4D93-8C36-8D4301947AD4}" dt="2025-09-24T15:31:40.830" v="34" actId="6549"/>
          <ac:spMkLst>
            <pc:docMk/>
            <pc:sldMasterMk cId="2172062484" sldId="2147483738"/>
            <ac:spMk id="29" creationId="{1BC30C3C-4F67-31EC-1A0E-DC4AA65B8678}"/>
          </ac:spMkLst>
        </pc:spChg>
      </pc:sldMasterChg>
      <pc:sldMasterChg chg="modSp mod">
        <pc:chgData name="Julien Vincent" userId="4c01ad34-1ed2-46d8-8f42-ed5efb2381b2" providerId="ADAL" clId="{9015BB2A-6613-4D93-8C36-8D4301947AD4}" dt="2025-09-24T15:31:30.559" v="28" actId="6549"/>
        <pc:sldMasterMkLst>
          <pc:docMk/>
          <pc:sldMasterMk cId="3055626266" sldId="2147483740"/>
        </pc:sldMasterMkLst>
        <pc:spChg chg="mod">
          <ac:chgData name="Julien Vincent" userId="4c01ad34-1ed2-46d8-8f42-ed5efb2381b2" providerId="ADAL" clId="{9015BB2A-6613-4D93-8C36-8D4301947AD4}" dt="2025-09-24T15:31:30.559" v="28" actId="6549"/>
          <ac:spMkLst>
            <pc:docMk/>
            <pc:sldMasterMk cId="3055626266" sldId="2147483740"/>
            <ac:spMk id="22" creationId="{8A1785ED-0357-43BC-90C1-41DAC23AFDB9}"/>
          </ac:spMkLst>
        </pc:spChg>
      </pc:sldMasterChg>
    </pc:docChg>
  </pc:docChgLst>
  <pc:docChgLst>
    <pc:chgData name="Jean-Pierre Chang" userId="7a5d3a12-f981-4a01-99aa-2e45acc807ae" providerId="ADAL" clId="{7EF64606-F79B-4BA7-82BF-DD27C6437E22}"/>
    <pc:docChg chg="undo redo custSel addSld delSld modSld modMainMaster modSection modNotesMaster modHandout">
      <pc:chgData name="Jean-Pierre Chang" userId="7a5d3a12-f981-4a01-99aa-2e45acc807ae" providerId="ADAL" clId="{7EF64606-F79B-4BA7-82BF-DD27C6437E22}" dt="2025-10-07T14:54:40.795" v="682" actId="1076"/>
      <pc:docMkLst>
        <pc:docMk/>
      </pc:docMkLst>
      <pc:sldChg chg="addSp delSp modSp mod">
        <pc:chgData name="Jean-Pierre Chang" userId="7a5d3a12-f981-4a01-99aa-2e45acc807ae" providerId="ADAL" clId="{7EF64606-F79B-4BA7-82BF-DD27C6437E22}" dt="2025-10-02T15:02:49.530" v="410" actId="478"/>
        <pc:sldMkLst>
          <pc:docMk/>
          <pc:sldMk cId="2417572775" sldId="433"/>
        </pc:sldMkLst>
        <pc:spChg chg="mod">
          <ac:chgData name="Jean-Pierre Chang" userId="7a5d3a12-f981-4a01-99aa-2e45acc807ae" providerId="ADAL" clId="{7EF64606-F79B-4BA7-82BF-DD27C6437E22}" dt="2025-10-01T14:48:18.483" v="44" actId="6549"/>
          <ac:spMkLst>
            <pc:docMk/>
            <pc:sldMk cId="2417572775" sldId="433"/>
            <ac:spMk id="3" creationId="{8C1A2ACB-4B0E-BE56-333A-07F0CF546D02}"/>
          </ac:spMkLst>
        </pc:spChg>
        <pc:picChg chg="add mod">
          <ac:chgData name="Jean-Pierre Chang" userId="7a5d3a12-f981-4a01-99aa-2e45acc807ae" providerId="ADAL" clId="{7EF64606-F79B-4BA7-82BF-DD27C6437E22}" dt="2025-10-02T15:02:03.481" v="408"/>
          <ac:picMkLst>
            <pc:docMk/>
            <pc:sldMk cId="2417572775" sldId="433"/>
            <ac:picMk id="8" creationId="{37D7CCFA-2BEC-FAD2-BAA2-8839E12F8AEF}"/>
          </ac:picMkLst>
        </pc:picChg>
      </pc:sldChg>
      <pc:sldChg chg="modSp mod">
        <pc:chgData name="Jean-Pierre Chang" userId="7a5d3a12-f981-4a01-99aa-2e45acc807ae" providerId="ADAL" clId="{7EF64606-F79B-4BA7-82BF-DD27C6437E22}" dt="2025-10-01T14:43:37.271" v="5" actId="207"/>
        <pc:sldMkLst>
          <pc:docMk/>
          <pc:sldMk cId="2070119259" sldId="436"/>
        </pc:sldMkLst>
        <pc:spChg chg="mod">
          <ac:chgData name="Jean-Pierre Chang" userId="7a5d3a12-f981-4a01-99aa-2e45acc807ae" providerId="ADAL" clId="{7EF64606-F79B-4BA7-82BF-DD27C6437E22}" dt="2025-10-01T14:43:37.271" v="5" actId="207"/>
          <ac:spMkLst>
            <pc:docMk/>
            <pc:sldMk cId="2070119259" sldId="436"/>
            <ac:spMk id="5" creationId="{BA5121D3-973F-824E-9D4E-1C96E8D35047}"/>
          </ac:spMkLst>
        </pc:spChg>
      </pc:sldChg>
      <pc:sldChg chg="modSp mod">
        <pc:chgData name="Jean-Pierre Chang" userId="7a5d3a12-f981-4a01-99aa-2e45acc807ae" providerId="ADAL" clId="{7EF64606-F79B-4BA7-82BF-DD27C6437E22}" dt="2025-10-01T15:17:38.650" v="277"/>
        <pc:sldMkLst>
          <pc:docMk/>
          <pc:sldMk cId="1714581824" sldId="439"/>
        </pc:sldMkLst>
        <pc:spChg chg="mod">
          <ac:chgData name="Jean-Pierre Chang" userId="7a5d3a12-f981-4a01-99aa-2e45acc807ae" providerId="ADAL" clId="{7EF64606-F79B-4BA7-82BF-DD27C6437E22}" dt="2025-10-01T15:17:38.650" v="277"/>
          <ac:spMkLst>
            <pc:docMk/>
            <pc:sldMk cId="1714581824" sldId="439"/>
            <ac:spMk id="2" creationId="{B9B9E7A4-E113-6AF4-0131-10F2A8D6B583}"/>
          </ac:spMkLst>
        </pc:spChg>
        <pc:spChg chg="mod">
          <ac:chgData name="Jean-Pierre Chang" userId="7a5d3a12-f981-4a01-99aa-2e45acc807ae" providerId="ADAL" clId="{7EF64606-F79B-4BA7-82BF-DD27C6437E22}" dt="2025-10-01T15:17:38.650" v="277"/>
          <ac:spMkLst>
            <pc:docMk/>
            <pc:sldMk cId="1714581824" sldId="439"/>
            <ac:spMk id="3" creationId="{32FBBC81-E51C-A314-1425-03C1C2BFF41E}"/>
          </ac:spMkLst>
        </pc:spChg>
      </pc:sldChg>
      <pc:sldChg chg="modSp">
        <pc:chgData name="Jean-Pierre Chang" userId="7a5d3a12-f981-4a01-99aa-2e45acc807ae" providerId="ADAL" clId="{7EF64606-F79B-4BA7-82BF-DD27C6437E22}" dt="2025-10-01T15:12:13.946" v="271"/>
        <pc:sldMkLst>
          <pc:docMk/>
          <pc:sldMk cId="61187046" sldId="450"/>
        </pc:sldMkLst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61187046" sldId="450"/>
            <ac:spMk id="7" creationId="{1B3DAC55-1CED-B543-F7AA-A6718392036B}"/>
          </ac:spMkLst>
        </pc:spChg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61187046" sldId="450"/>
            <ac:spMk id="10" creationId="{667D3E39-1861-5C18-9D66-ECB935531D1C}"/>
          </ac:spMkLst>
        </pc:spChg>
      </pc:sldChg>
      <pc:sldChg chg="modSp del">
        <pc:chgData name="Jean-Pierre Chang" userId="7a5d3a12-f981-4a01-99aa-2e45acc807ae" providerId="ADAL" clId="{7EF64606-F79B-4BA7-82BF-DD27C6437E22}" dt="2025-10-07T14:53:02.083" v="677" actId="47"/>
        <pc:sldMkLst>
          <pc:docMk/>
          <pc:sldMk cId="1044866835" sldId="451"/>
        </pc:sldMkLst>
      </pc:sldChg>
      <pc:sldChg chg="modSp mod">
        <pc:chgData name="Jean-Pierre Chang" userId="7a5d3a12-f981-4a01-99aa-2e45acc807ae" providerId="ADAL" clId="{7EF64606-F79B-4BA7-82BF-DD27C6437E22}" dt="2025-10-06T14:51:07.181" v="444" actId="6549"/>
        <pc:sldMkLst>
          <pc:docMk/>
          <pc:sldMk cId="1189341730" sldId="452"/>
        </pc:sldMkLst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1189341730" sldId="452"/>
            <ac:spMk id="2" creationId="{A85C4708-2BB6-FDBB-694E-C2676EB567A3}"/>
          </ac:spMkLst>
        </pc:spChg>
        <pc:spChg chg="mod">
          <ac:chgData name="Jean-Pierre Chang" userId="7a5d3a12-f981-4a01-99aa-2e45acc807ae" providerId="ADAL" clId="{7EF64606-F79B-4BA7-82BF-DD27C6437E22}" dt="2025-10-06T14:50:49.460" v="427" actId="20577"/>
          <ac:spMkLst>
            <pc:docMk/>
            <pc:sldMk cId="1189341730" sldId="452"/>
            <ac:spMk id="3" creationId="{31EB6A41-68CF-74B9-4810-C888096798E5}"/>
          </ac:spMkLst>
        </pc:spChg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1189341730" sldId="452"/>
            <ac:spMk id="5" creationId="{7BFFD4CD-2398-D865-A2AA-8C00379B3322}"/>
          </ac:spMkLst>
        </pc:spChg>
        <pc:spChg chg="mod">
          <ac:chgData name="Jean-Pierre Chang" userId="7a5d3a12-f981-4a01-99aa-2e45acc807ae" providerId="ADAL" clId="{7EF64606-F79B-4BA7-82BF-DD27C6437E22}" dt="2025-10-06T14:51:07.181" v="444" actId="6549"/>
          <ac:spMkLst>
            <pc:docMk/>
            <pc:sldMk cId="1189341730" sldId="452"/>
            <ac:spMk id="7" creationId="{E63EC759-E638-8F1D-9A00-EBC9C3BB96D7}"/>
          </ac:spMkLst>
        </pc:spChg>
      </pc:sldChg>
      <pc:sldChg chg="delSp modSp mod">
        <pc:chgData name="Jean-Pierre Chang" userId="7a5d3a12-f981-4a01-99aa-2e45acc807ae" providerId="ADAL" clId="{7EF64606-F79B-4BA7-82BF-DD27C6437E22}" dt="2025-10-07T14:53:27.268" v="679" actId="478"/>
        <pc:sldMkLst>
          <pc:docMk/>
          <pc:sldMk cId="1844032610" sldId="453"/>
        </pc:sldMkLst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1844032610" sldId="453"/>
            <ac:spMk id="2" creationId="{303A34E4-7762-B53A-D940-86F6670CD861}"/>
          </ac:spMkLst>
        </pc:spChg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1844032610" sldId="453"/>
            <ac:spMk id="3" creationId="{337052C7-B721-9D6C-1760-5F0D13CDB94D}"/>
          </ac:spMkLst>
        </pc:spChg>
        <pc:spChg chg="del mod">
          <ac:chgData name="Jean-Pierre Chang" userId="7a5d3a12-f981-4a01-99aa-2e45acc807ae" providerId="ADAL" clId="{7EF64606-F79B-4BA7-82BF-DD27C6437E22}" dt="2025-10-07T14:53:27.268" v="679" actId="478"/>
          <ac:spMkLst>
            <pc:docMk/>
            <pc:sldMk cId="1844032610" sldId="453"/>
            <ac:spMk id="4" creationId="{398350B9-B79C-2293-01C5-A12373C54399}"/>
          </ac:spMkLst>
        </pc:spChg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1844032610" sldId="453"/>
            <ac:spMk id="5" creationId="{BB53B05E-3439-6E7E-3F03-526BB17E28E0}"/>
          </ac:spMkLst>
        </pc:spChg>
        <pc:spChg chg="mod">
          <ac:chgData name="Jean-Pierre Chang" userId="7a5d3a12-f981-4a01-99aa-2e45acc807ae" providerId="ADAL" clId="{7EF64606-F79B-4BA7-82BF-DD27C6437E22}" dt="2025-10-07T14:53:24.071" v="678" actId="1076"/>
          <ac:spMkLst>
            <pc:docMk/>
            <pc:sldMk cId="1844032610" sldId="453"/>
            <ac:spMk id="8" creationId="{0C870C94-6476-CCAC-BD70-86FD1266100F}"/>
          </ac:spMkLst>
        </pc:spChg>
      </pc:sldChg>
      <pc:sldChg chg="modSp mod">
        <pc:chgData name="Jean-Pierre Chang" userId="7a5d3a12-f981-4a01-99aa-2e45acc807ae" providerId="ADAL" clId="{7EF64606-F79B-4BA7-82BF-DD27C6437E22}" dt="2025-10-06T14:53:53.206" v="474" actId="14100"/>
        <pc:sldMkLst>
          <pc:docMk/>
          <pc:sldMk cId="3670478892" sldId="454"/>
        </pc:sldMkLst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3670478892" sldId="454"/>
            <ac:spMk id="2" creationId="{4577AE15-2B6A-184C-736D-27424085C071}"/>
          </ac:spMkLst>
        </pc:spChg>
        <pc:spChg chg="mod">
          <ac:chgData name="Jean-Pierre Chang" userId="7a5d3a12-f981-4a01-99aa-2e45acc807ae" providerId="ADAL" clId="{7EF64606-F79B-4BA7-82BF-DD27C6437E22}" dt="2025-10-06T14:52:28.373" v="468" actId="313"/>
          <ac:spMkLst>
            <pc:docMk/>
            <pc:sldMk cId="3670478892" sldId="454"/>
            <ac:spMk id="3" creationId="{B094A523-5244-25F7-C96C-42A8AF806CBB}"/>
          </ac:spMkLst>
        </pc:spChg>
        <pc:spChg chg="mod">
          <ac:chgData name="Jean-Pierre Chang" userId="7a5d3a12-f981-4a01-99aa-2e45acc807ae" providerId="ADAL" clId="{7EF64606-F79B-4BA7-82BF-DD27C6437E22}" dt="2025-10-06T14:53:53.206" v="474" actId="14100"/>
          <ac:spMkLst>
            <pc:docMk/>
            <pc:sldMk cId="3670478892" sldId="454"/>
            <ac:spMk id="4" creationId="{32D3F105-BC1A-9638-B5AD-9A88A6DDBDDA}"/>
          </ac:spMkLst>
        </pc:spChg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3670478892" sldId="454"/>
            <ac:spMk id="5" creationId="{DCF25FEC-658E-51BA-67A2-FB04F237249E}"/>
          </ac:spMkLst>
        </pc:spChg>
      </pc:sldChg>
      <pc:sldChg chg="add del">
        <pc:chgData name="Jean-Pierre Chang" userId="7a5d3a12-f981-4a01-99aa-2e45acc807ae" providerId="ADAL" clId="{7EF64606-F79B-4BA7-82BF-DD27C6437E22}" dt="2025-10-01T14:52:53.271" v="55" actId="47"/>
        <pc:sldMkLst>
          <pc:docMk/>
          <pc:sldMk cId="2340598000" sldId="455"/>
        </pc:sldMkLst>
      </pc:sldChg>
      <pc:sldChg chg="add del">
        <pc:chgData name="Jean-Pierre Chang" userId="7a5d3a12-f981-4a01-99aa-2e45acc807ae" providerId="ADAL" clId="{7EF64606-F79B-4BA7-82BF-DD27C6437E22}" dt="2025-10-01T14:52:56.260" v="56" actId="47"/>
        <pc:sldMkLst>
          <pc:docMk/>
          <pc:sldMk cId="1041600562" sldId="456"/>
        </pc:sldMkLst>
      </pc:sldChg>
      <pc:sldChg chg="del">
        <pc:chgData name="Jean-Pierre Chang" userId="7a5d3a12-f981-4a01-99aa-2e45acc807ae" providerId="ADAL" clId="{7EF64606-F79B-4BA7-82BF-DD27C6437E22}" dt="2025-10-01T14:53:56.664" v="57" actId="47"/>
        <pc:sldMkLst>
          <pc:docMk/>
          <pc:sldMk cId="1236006614" sldId="458"/>
        </pc:sldMkLst>
      </pc:sldChg>
      <pc:sldChg chg="addSp modSp mod">
        <pc:chgData name="Jean-Pierre Chang" userId="7a5d3a12-f981-4a01-99aa-2e45acc807ae" providerId="ADAL" clId="{7EF64606-F79B-4BA7-82BF-DD27C6437E22}" dt="2025-10-01T15:12:13.946" v="271"/>
        <pc:sldMkLst>
          <pc:docMk/>
          <pc:sldMk cId="4077467489" sldId="459"/>
        </pc:sldMkLst>
        <pc:spChg chg="mod">
          <ac:chgData name="Jean-Pierre Chang" userId="7a5d3a12-f981-4a01-99aa-2e45acc807ae" providerId="ADAL" clId="{7EF64606-F79B-4BA7-82BF-DD27C6437E22}" dt="2025-10-01T14:56:48.449" v="72" actId="14100"/>
          <ac:spMkLst>
            <pc:docMk/>
            <pc:sldMk cId="4077467489" sldId="459"/>
            <ac:spMk id="2" creationId="{25CC3D0B-49E0-F125-A9B9-3D21BD0EA30D}"/>
          </ac:spMkLst>
        </pc:spChg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4077467489" sldId="459"/>
            <ac:spMk id="3" creationId="{421846FA-DEE8-ED19-B462-444D90E743C5}"/>
          </ac:spMkLst>
        </pc:spChg>
        <pc:spChg chg="add mod">
          <ac:chgData name="Jean-Pierre Chang" userId="7a5d3a12-f981-4a01-99aa-2e45acc807ae" providerId="ADAL" clId="{7EF64606-F79B-4BA7-82BF-DD27C6437E22}" dt="2025-10-01T14:52:46.067" v="54" actId="1076"/>
          <ac:spMkLst>
            <pc:docMk/>
            <pc:sldMk cId="4077467489" sldId="459"/>
            <ac:spMk id="4" creationId="{CE9DF5B0-3F26-32E3-CFDC-9ABB3877A1C1}"/>
          </ac:spMkLst>
        </pc:spChg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4077467489" sldId="459"/>
            <ac:spMk id="5" creationId="{30B40587-2419-16FC-8B3F-078D53E45D41}"/>
          </ac:spMkLst>
        </pc:spChg>
      </pc:sldChg>
      <pc:sldChg chg="modSp mod">
        <pc:chgData name="Jean-Pierre Chang" userId="7a5d3a12-f981-4a01-99aa-2e45acc807ae" providerId="ADAL" clId="{7EF64606-F79B-4BA7-82BF-DD27C6437E22}" dt="2025-10-06T14:58:29.878" v="596" actId="20577"/>
        <pc:sldMkLst>
          <pc:docMk/>
          <pc:sldMk cId="3162826403" sldId="461"/>
        </pc:sldMkLst>
        <pc:spChg chg="mod">
          <ac:chgData name="Jean-Pierre Chang" userId="7a5d3a12-f981-4a01-99aa-2e45acc807ae" providerId="ADAL" clId="{7EF64606-F79B-4BA7-82BF-DD27C6437E22}" dt="2025-10-01T14:58:00.620" v="84" actId="14100"/>
          <ac:spMkLst>
            <pc:docMk/>
            <pc:sldMk cId="3162826403" sldId="461"/>
            <ac:spMk id="2" creationId="{67B21A1C-9848-FC09-0F99-CEE6B3834129}"/>
          </ac:spMkLst>
        </pc:spChg>
        <pc:spChg chg="mod">
          <ac:chgData name="Jean-Pierre Chang" userId="7a5d3a12-f981-4a01-99aa-2e45acc807ae" providerId="ADAL" clId="{7EF64606-F79B-4BA7-82BF-DD27C6437E22}" dt="2025-10-06T14:58:29.878" v="596" actId="20577"/>
          <ac:spMkLst>
            <pc:docMk/>
            <pc:sldMk cId="3162826403" sldId="461"/>
            <ac:spMk id="4" creationId="{BC85F9A6-D34F-DB1F-5D74-E92161A1534A}"/>
          </ac:spMkLst>
        </pc:spChg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3162826403" sldId="461"/>
            <ac:spMk id="5" creationId="{8A774C45-49F8-7AA1-A62B-07F40EE3E903}"/>
          </ac:spMkLst>
        </pc:spChg>
      </pc:sldChg>
      <pc:sldChg chg="modSp mod">
        <pc:chgData name="Jean-Pierre Chang" userId="7a5d3a12-f981-4a01-99aa-2e45acc807ae" providerId="ADAL" clId="{7EF64606-F79B-4BA7-82BF-DD27C6437E22}" dt="2025-10-01T15:12:13.946" v="271"/>
        <pc:sldMkLst>
          <pc:docMk/>
          <pc:sldMk cId="3323574420" sldId="462"/>
        </pc:sldMkLst>
        <pc:spChg chg="mod">
          <ac:chgData name="Jean-Pierre Chang" userId="7a5d3a12-f981-4a01-99aa-2e45acc807ae" providerId="ADAL" clId="{7EF64606-F79B-4BA7-82BF-DD27C6437E22}" dt="2025-10-01T14:58:29.555" v="87" actId="14100"/>
          <ac:spMkLst>
            <pc:docMk/>
            <pc:sldMk cId="3323574420" sldId="462"/>
            <ac:spMk id="2" creationId="{24ABA15A-BBE1-2680-5B57-363FDA1BA259}"/>
          </ac:spMkLst>
        </pc:spChg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3323574420" sldId="462"/>
            <ac:spMk id="5" creationId="{AEC199FC-7D75-A717-0F68-FF655525E918}"/>
          </ac:spMkLst>
        </pc:spChg>
      </pc:sldChg>
      <pc:sldChg chg="modSp">
        <pc:chgData name="Jean-Pierre Chang" userId="7a5d3a12-f981-4a01-99aa-2e45acc807ae" providerId="ADAL" clId="{7EF64606-F79B-4BA7-82BF-DD27C6437E22}" dt="2025-10-01T15:12:13.946" v="271"/>
        <pc:sldMkLst>
          <pc:docMk/>
          <pc:sldMk cId="326487842" sldId="463"/>
        </pc:sldMkLst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326487842" sldId="463"/>
            <ac:spMk id="2" creationId="{C6806CD6-4599-CF5C-9278-5B3DBD1CC393}"/>
          </ac:spMkLst>
        </pc:spChg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326487842" sldId="463"/>
            <ac:spMk id="5" creationId="{9A48A460-EACB-CAA2-817D-8EEE0DC57BA9}"/>
          </ac:spMkLst>
        </pc:spChg>
      </pc:sldChg>
      <pc:sldChg chg="modSp">
        <pc:chgData name="Jean-Pierre Chang" userId="7a5d3a12-f981-4a01-99aa-2e45acc807ae" providerId="ADAL" clId="{7EF64606-F79B-4BA7-82BF-DD27C6437E22}" dt="2025-10-01T15:12:13.946" v="271"/>
        <pc:sldMkLst>
          <pc:docMk/>
          <pc:sldMk cId="2658997110" sldId="464"/>
        </pc:sldMkLst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2658997110" sldId="464"/>
            <ac:spMk id="2" creationId="{988C93C2-4230-1C10-727B-8A07BCEAA41D}"/>
          </ac:spMkLst>
        </pc:spChg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2658997110" sldId="464"/>
            <ac:spMk id="5" creationId="{D5438EF3-FFD0-BBEA-146B-BDDEE9F8FACE}"/>
          </ac:spMkLst>
        </pc:spChg>
      </pc:sldChg>
      <pc:sldChg chg="modSp">
        <pc:chgData name="Jean-Pierre Chang" userId="7a5d3a12-f981-4a01-99aa-2e45acc807ae" providerId="ADAL" clId="{7EF64606-F79B-4BA7-82BF-DD27C6437E22}" dt="2025-10-01T15:12:13.946" v="271"/>
        <pc:sldMkLst>
          <pc:docMk/>
          <pc:sldMk cId="1992490646" sldId="465"/>
        </pc:sldMkLst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1992490646" sldId="465"/>
            <ac:spMk id="5" creationId="{2E33B05B-38D9-5BA7-E55E-813F8D9CBBCD}"/>
          </ac:spMkLst>
        </pc:spChg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1992490646" sldId="465"/>
            <ac:spMk id="9" creationId="{98644DB2-CAE6-0CAC-0D8C-EF9D044B860E}"/>
          </ac:spMkLst>
        </pc:spChg>
      </pc:sldChg>
      <pc:sldChg chg="modSp mod">
        <pc:chgData name="Jean-Pierre Chang" userId="7a5d3a12-f981-4a01-99aa-2e45acc807ae" providerId="ADAL" clId="{7EF64606-F79B-4BA7-82BF-DD27C6437E22}" dt="2025-10-01T15:12:13.946" v="271"/>
        <pc:sldMkLst>
          <pc:docMk/>
          <pc:sldMk cId="3772405609" sldId="467"/>
        </pc:sldMkLst>
        <pc:spChg chg="mod">
          <ac:chgData name="Jean-Pierre Chang" userId="7a5d3a12-f981-4a01-99aa-2e45acc807ae" providerId="ADAL" clId="{7EF64606-F79B-4BA7-82BF-DD27C6437E22}" dt="2025-10-01T15:00:49.400" v="126" actId="1035"/>
          <ac:spMkLst>
            <pc:docMk/>
            <pc:sldMk cId="3772405609" sldId="467"/>
            <ac:spMk id="2" creationId="{37F37C95-4EF7-05C8-5D8A-5B8AA27AEB8D}"/>
          </ac:spMkLst>
        </pc:spChg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3772405609" sldId="467"/>
            <ac:spMk id="5" creationId="{90C8CC40-E14D-D733-E8F3-005A829D9784}"/>
          </ac:spMkLst>
        </pc:spChg>
      </pc:sldChg>
      <pc:sldChg chg="modSp mod">
        <pc:chgData name="Jean-Pierre Chang" userId="7a5d3a12-f981-4a01-99aa-2e45acc807ae" providerId="ADAL" clId="{7EF64606-F79B-4BA7-82BF-DD27C6437E22}" dt="2025-10-01T15:12:13.946" v="271"/>
        <pc:sldMkLst>
          <pc:docMk/>
          <pc:sldMk cId="3537328681" sldId="468"/>
        </pc:sldMkLst>
        <pc:spChg chg="mod">
          <ac:chgData name="Jean-Pierre Chang" userId="7a5d3a12-f981-4a01-99aa-2e45acc807ae" providerId="ADAL" clId="{7EF64606-F79B-4BA7-82BF-DD27C6437E22}" dt="2025-10-01T15:00:10.520" v="107" actId="1076"/>
          <ac:spMkLst>
            <pc:docMk/>
            <pc:sldMk cId="3537328681" sldId="468"/>
            <ac:spMk id="2" creationId="{843D4A34-DC5E-1644-0665-BC02C7EDB7FD}"/>
          </ac:spMkLst>
        </pc:spChg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3537328681" sldId="468"/>
            <ac:spMk id="5" creationId="{279FBCA6-5D09-4A3C-E568-F330C9D1A665}"/>
          </ac:spMkLst>
        </pc:spChg>
        <pc:spChg chg="mod">
          <ac:chgData name="Jean-Pierre Chang" userId="7a5d3a12-f981-4a01-99aa-2e45acc807ae" providerId="ADAL" clId="{7EF64606-F79B-4BA7-82BF-DD27C6437E22}" dt="2025-10-01T15:00:10.009" v="106" actId="1036"/>
          <ac:spMkLst>
            <pc:docMk/>
            <pc:sldMk cId="3537328681" sldId="468"/>
            <ac:spMk id="20" creationId="{2F6C8217-F9B5-66F8-E3BC-8FE27E311220}"/>
          </ac:spMkLst>
        </pc:spChg>
        <pc:spChg chg="mod">
          <ac:chgData name="Jean-Pierre Chang" userId="7a5d3a12-f981-4a01-99aa-2e45acc807ae" providerId="ADAL" clId="{7EF64606-F79B-4BA7-82BF-DD27C6437E22}" dt="2025-10-01T15:00:10.009" v="106" actId="1036"/>
          <ac:spMkLst>
            <pc:docMk/>
            <pc:sldMk cId="3537328681" sldId="468"/>
            <ac:spMk id="21" creationId="{C5108FB3-CDA1-A243-AF89-5137A733E045}"/>
          </ac:spMkLst>
        </pc:spChg>
        <pc:spChg chg="mod">
          <ac:chgData name="Jean-Pierre Chang" userId="7a5d3a12-f981-4a01-99aa-2e45acc807ae" providerId="ADAL" clId="{7EF64606-F79B-4BA7-82BF-DD27C6437E22}" dt="2025-10-01T15:00:10.009" v="106" actId="1036"/>
          <ac:spMkLst>
            <pc:docMk/>
            <pc:sldMk cId="3537328681" sldId="468"/>
            <ac:spMk id="23" creationId="{8374E2E2-00B2-710A-E6AB-E922E775E16E}"/>
          </ac:spMkLst>
        </pc:spChg>
        <pc:spChg chg="mod">
          <ac:chgData name="Jean-Pierre Chang" userId="7a5d3a12-f981-4a01-99aa-2e45acc807ae" providerId="ADAL" clId="{7EF64606-F79B-4BA7-82BF-DD27C6437E22}" dt="2025-10-01T15:00:10.009" v="106" actId="1036"/>
          <ac:spMkLst>
            <pc:docMk/>
            <pc:sldMk cId="3537328681" sldId="468"/>
            <ac:spMk id="25" creationId="{015360CC-0D46-3D58-E4AC-63EA1769C609}"/>
          </ac:spMkLst>
        </pc:spChg>
        <pc:spChg chg="mod">
          <ac:chgData name="Jean-Pierre Chang" userId="7a5d3a12-f981-4a01-99aa-2e45acc807ae" providerId="ADAL" clId="{7EF64606-F79B-4BA7-82BF-DD27C6437E22}" dt="2025-10-01T15:00:10.009" v="106" actId="1036"/>
          <ac:spMkLst>
            <pc:docMk/>
            <pc:sldMk cId="3537328681" sldId="468"/>
            <ac:spMk id="26" creationId="{ECB8B9E9-DC1A-E399-0D15-80CA88530E87}"/>
          </ac:spMkLst>
        </pc:spChg>
        <pc:spChg chg="mod">
          <ac:chgData name="Jean-Pierre Chang" userId="7a5d3a12-f981-4a01-99aa-2e45acc807ae" providerId="ADAL" clId="{7EF64606-F79B-4BA7-82BF-DD27C6437E22}" dt="2025-10-01T15:00:10.009" v="106" actId="1036"/>
          <ac:spMkLst>
            <pc:docMk/>
            <pc:sldMk cId="3537328681" sldId="468"/>
            <ac:spMk id="27" creationId="{90DAA537-601C-C2CA-DD2E-094A745F574D}"/>
          </ac:spMkLst>
        </pc:spChg>
        <pc:spChg chg="mod">
          <ac:chgData name="Jean-Pierre Chang" userId="7a5d3a12-f981-4a01-99aa-2e45acc807ae" providerId="ADAL" clId="{7EF64606-F79B-4BA7-82BF-DD27C6437E22}" dt="2025-10-01T15:00:27.248" v="118" actId="1036"/>
          <ac:spMkLst>
            <pc:docMk/>
            <pc:sldMk cId="3537328681" sldId="468"/>
            <ac:spMk id="30" creationId="{FCC9AD79-63F0-1423-248A-CC2486276F3B}"/>
          </ac:spMkLst>
        </pc:spChg>
      </pc:sldChg>
      <pc:sldChg chg="modSp mod">
        <pc:chgData name="Jean-Pierre Chang" userId="7a5d3a12-f981-4a01-99aa-2e45acc807ae" providerId="ADAL" clId="{7EF64606-F79B-4BA7-82BF-DD27C6437E22}" dt="2025-10-01T15:12:13.946" v="271"/>
        <pc:sldMkLst>
          <pc:docMk/>
          <pc:sldMk cId="2783540289" sldId="470"/>
        </pc:sldMkLst>
        <pc:spChg chg="mod">
          <ac:chgData name="Jean-Pierre Chang" userId="7a5d3a12-f981-4a01-99aa-2e45acc807ae" providerId="ADAL" clId="{7EF64606-F79B-4BA7-82BF-DD27C6437E22}" dt="2025-10-01T15:01:26.660" v="135" actId="1035"/>
          <ac:spMkLst>
            <pc:docMk/>
            <pc:sldMk cId="2783540289" sldId="470"/>
            <ac:spMk id="2" creationId="{83CCED4C-D4EB-26A1-E3F3-2CB966C5E20E}"/>
          </ac:spMkLst>
        </pc:spChg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2783540289" sldId="470"/>
            <ac:spMk id="5" creationId="{E6810B71-87AE-EB0E-403B-639EAE974D81}"/>
          </ac:spMkLst>
        </pc:spChg>
      </pc:sldChg>
      <pc:sldChg chg="modSp mod">
        <pc:chgData name="Jean-Pierre Chang" userId="7a5d3a12-f981-4a01-99aa-2e45acc807ae" providerId="ADAL" clId="{7EF64606-F79B-4BA7-82BF-DD27C6437E22}" dt="2025-10-01T15:12:13.946" v="271"/>
        <pc:sldMkLst>
          <pc:docMk/>
          <pc:sldMk cId="1083941059" sldId="471"/>
        </pc:sldMkLst>
        <pc:spChg chg="mod">
          <ac:chgData name="Jean-Pierre Chang" userId="7a5d3a12-f981-4a01-99aa-2e45acc807ae" providerId="ADAL" clId="{7EF64606-F79B-4BA7-82BF-DD27C6437E22}" dt="2025-10-01T15:01:37.378" v="138" actId="14100"/>
          <ac:spMkLst>
            <pc:docMk/>
            <pc:sldMk cId="1083941059" sldId="471"/>
            <ac:spMk id="2" creationId="{903C0CC4-AFAB-7C0E-EFAE-999F59AB22C9}"/>
          </ac:spMkLst>
        </pc:spChg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1083941059" sldId="471"/>
            <ac:spMk id="5" creationId="{0826B381-D0A5-1701-0C5F-D4E5BD0ABE2E}"/>
          </ac:spMkLst>
        </pc:spChg>
      </pc:sldChg>
      <pc:sldChg chg="modSp mod">
        <pc:chgData name="Jean-Pierre Chang" userId="7a5d3a12-f981-4a01-99aa-2e45acc807ae" providerId="ADAL" clId="{7EF64606-F79B-4BA7-82BF-DD27C6437E22}" dt="2025-10-06T15:22:36.586" v="646" actId="20577"/>
        <pc:sldMkLst>
          <pc:docMk/>
          <pc:sldMk cId="4012970466" sldId="472"/>
        </pc:sldMkLst>
        <pc:spChg chg="mod">
          <ac:chgData name="Jean-Pierre Chang" userId="7a5d3a12-f981-4a01-99aa-2e45acc807ae" providerId="ADAL" clId="{7EF64606-F79B-4BA7-82BF-DD27C6437E22}" dt="2025-10-01T15:01:58.575" v="145" actId="1035"/>
          <ac:spMkLst>
            <pc:docMk/>
            <pc:sldMk cId="4012970466" sldId="472"/>
            <ac:spMk id="2" creationId="{69D234D4-6F02-0581-A779-A5A2972A713D}"/>
          </ac:spMkLst>
        </pc:spChg>
        <pc:spChg chg="mod">
          <ac:chgData name="Jean-Pierre Chang" userId="7a5d3a12-f981-4a01-99aa-2e45acc807ae" providerId="ADAL" clId="{7EF64606-F79B-4BA7-82BF-DD27C6437E22}" dt="2025-10-06T15:22:36.586" v="646" actId="20577"/>
          <ac:spMkLst>
            <pc:docMk/>
            <pc:sldMk cId="4012970466" sldId="472"/>
            <ac:spMk id="3" creationId="{223E7602-624A-BFC5-1C1A-886072D42142}"/>
          </ac:spMkLst>
        </pc:spChg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4012970466" sldId="472"/>
            <ac:spMk id="5" creationId="{CC2717E7-6338-87FB-48A7-BB8AF5D43478}"/>
          </ac:spMkLst>
        </pc:spChg>
      </pc:sldChg>
      <pc:sldChg chg="modSp mod">
        <pc:chgData name="Jean-Pierre Chang" userId="7a5d3a12-f981-4a01-99aa-2e45acc807ae" providerId="ADAL" clId="{7EF64606-F79B-4BA7-82BF-DD27C6437E22}" dt="2025-10-01T15:12:13.946" v="271"/>
        <pc:sldMkLst>
          <pc:docMk/>
          <pc:sldMk cId="967653766" sldId="474"/>
        </pc:sldMkLst>
        <pc:spChg chg="mod">
          <ac:chgData name="Jean-Pierre Chang" userId="7a5d3a12-f981-4a01-99aa-2e45acc807ae" providerId="ADAL" clId="{7EF64606-F79B-4BA7-82BF-DD27C6437E22}" dt="2025-10-01T15:02:15.071" v="152" actId="1035"/>
          <ac:spMkLst>
            <pc:docMk/>
            <pc:sldMk cId="967653766" sldId="474"/>
            <ac:spMk id="2" creationId="{2779C034-FD32-D0E5-1283-8757D71E83D5}"/>
          </ac:spMkLst>
        </pc:spChg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967653766" sldId="474"/>
            <ac:spMk id="5" creationId="{6374AEA0-6E1F-089E-D7D8-DFCB68C292E7}"/>
          </ac:spMkLst>
        </pc:spChg>
      </pc:sldChg>
      <pc:sldChg chg="modSp mod">
        <pc:chgData name="Jean-Pierre Chang" userId="7a5d3a12-f981-4a01-99aa-2e45acc807ae" providerId="ADAL" clId="{7EF64606-F79B-4BA7-82BF-DD27C6437E22}" dt="2025-10-01T15:07:15.572" v="251" actId="20577"/>
        <pc:sldMkLst>
          <pc:docMk/>
          <pc:sldMk cId="318417417" sldId="476"/>
        </pc:sldMkLst>
        <pc:spChg chg="mod">
          <ac:chgData name="Jean-Pierre Chang" userId="7a5d3a12-f981-4a01-99aa-2e45acc807ae" providerId="ADAL" clId="{7EF64606-F79B-4BA7-82BF-DD27C6437E22}" dt="2025-10-01T15:07:15.572" v="251" actId="20577"/>
          <ac:spMkLst>
            <pc:docMk/>
            <pc:sldMk cId="318417417" sldId="476"/>
            <ac:spMk id="4" creationId="{7BEA1EF4-B4A9-CEF6-40A8-5C90E8681952}"/>
          </ac:spMkLst>
        </pc:spChg>
      </pc:sldChg>
      <pc:sldChg chg="modSp">
        <pc:chgData name="Jean-Pierre Chang" userId="7a5d3a12-f981-4a01-99aa-2e45acc807ae" providerId="ADAL" clId="{7EF64606-F79B-4BA7-82BF-DD27C6437E22}" dt="2025-10-01T15:17:38.650" v="277"/>
        <pc:sldMkLst>
          <pc:docMk/>
          <pc:sldMk cId="890623636" sldId="477"/>
        </pc:sldMkLst>
        <pc:spChg chg="mod">
          <ac:chgData name="Jean-Pierre Chang" userId="7a5d3a12-f981-4a01-99aa-2e45acc807ae" providerId="ADAL" clId="{7EF64606-F79B-4BA7-82BF-DD27C6437E22}" dt="2025-10-01T15:17:38.650" v="277"/>
          <ac:spMkLst>
            <pc:docMk/>
            <pc:sldMk cId="890623636" sldId="477"/>
            <ac:spMk id="2" creationId="{186498FD-6FB4-5145-8AE2-08B56494C691}"/>
          </ac:spMkLst>
        </pc:spChg>
        <pc:spChg chg="mod">
          <ac:chgData name="Jean-Pierre Chang" userId="7a5d3a12-f981-4a01-99aa-2e45acc807ae" providerId="ADAL" clId="{7EF64606-F79B-4BA7-82BF-DD27C6437E22}" dt="2025-10-01T15:17:38.650" v="277"/>
          <ac:spMkLst>
            <pc:docMk/>
            <pc:sldMk cId="890623636" sldId="477"/>
            <ac:spMk id="3" creationId="{8DF41007-9C18-8267-B55A-08938943CACF}"/>
          </ac:spMkLst>
        </pc:spChg>
      </pc:sldChg>
      <pc:sldChg chg="modSp mod">
        <pc:chgData name="Jean-Pierre Chang" userId="7a5d3a12-f981-4a01-99aa-2e45acc807ae" providerId="ADAL" clId="{7EF64606-F79B-4BA7-82BF-DD27C6437E22}" dt="2025-10-06T15:24:07.278" v="661" actId="20577"/>
        <pc:sldMkLst>
          <pc:docMk/>
          <pc:sldMk cId="1734829447" sldId="478"/>
        </pc:sldMkLst>
        <pc:spChg chg="mod">
          <ac:chgData name="Jean-Pierre Chang" userId="7a5d3a12-f981-4a01-99aa-2e45acc807ae" providerId="ADAL" clId="{7EF64606-F79B-4BA7-82BF-DD27C6437E22}" dt="2025-10-01T15:22:22.739" v="364" actId="6549"/>
          <ac:spMkLst>
            <pc:docMk/>
            <pc:sldMk cId="1734829447" sldId="478"/>
            <ac:spMk id="2" creationId="{81354622-9308-0778-0F3F-5B313463E077}"/>
          </ac:spMkLst>
        </pc:spChg>
        <pc:spChg chg="mod">
          <ac:chgData name="Jean-Pierre Chang" userId="7a5d3a12-f981-4a01-99aa-2e45acc807ae" providerId="ADAL" clId="{7EF64606-F79B-4BA7-82BF-DD27C6437E22}" dt="2025-10-06T15:24:07.278" v="661" actId="20577"/>
          <ac:spMkLst>
            <pc:docMk/>
            <pc:sldMk cId="1734829447" sldId="478"/>
            <ac:spMk id="4" creationId="{B8E2A1F5-FB30-3479-552F-3C9384A6D1F8}"/>
          </ac:spMkLst>
        </pc:spChg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1734829447" sldId="478"/>
            <ac:spMk id="5" creationId="{868A0609-E854-900F-E903-93BCD2809B43}"/>
          </ac:spMkLst>
        </pc:spChg>
      </pc:sldChg>
      <pc:sldChg chg="modSp mod">
        <pc:chgData name="Jean-Pierre Chang" userId="7a5d3a12-f981-4a01-99aa-2e45acc807ae" providerId="ADAL" clId="{7EF64606-F79B-4BA7-82BF-DD27C6437E22}" dt="2025-10-06T15:26:46.957" v="676" actId="6549"/>
        <pc:sldMkLst>
          <pc:docMk/>
          <pc:sldMk cId="2355326254" sldId="479"/>
        </pc:sldMkLst>
        <pc:spChg chg="mod">
          <ac:chgData name="Jean-Pierre Chang" userId="7a5d3a12-f981-4a01-99aa-2e45acc807ae" providerId="ADAL" clId="{7EF64606-F79B-4BA7-82BF-DD27C6437E22}" dt="2025-10-01T15:12:16.601" v="273" actId="6549"/>
          <ac:spMkLst>
            <pc:docMk/>
            <pc:sldMk cId="2355326254" sldId="479"/>
            <ac:spMk id="2" creationId="{DA74A0FB-9CC1-2176-ABD0-F1970D75FEAE}"/>
          </ac:spMkLst>
        </pc:spChg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2355326254" sldId="479"/>
            <ac:spMk id="5" creationId="{1AFF10BD-2F03-5366-27B1-748CD0B9A00B}"/>
          </ac:spMkLst>
        </pc:spChg>
        <pc:spChg chg="mod">
          <ac:chgData name="Jean-Pierre Chang" userId="7a5d3a12-f981-4a01-99aa-2e45acc807ae" providerId="ADAL" clId="{7EF64606-F79B-4BA7-82BF-DD27C6437E22}" dt="2025-10-06T15:26:46.957" v="676" actId="6549"/>
          <ac:spMkLst>
            <pc:docMk/>
            <pc:sldMk cId="2355326254" sldId="479"/>
            <ac:spMk id="10" creationId="{9AA1C098-9015-6031-2353-E4AE7A26D232}"/>
          </ac:spMkLst>
        </pc:spChg>
      </pc:sldChg>
      <pc:sldChg chg="addSp delSp modSp mod delAnim">
        <pc:chgData name="Jean-Pierre Chang" userId="7a5d3a12-f981-4a01-99aa-2e45acc807ae" providerId="ADAL" clId="{7EF64606-F79B-4BA7-82BF-DD27C6437E22}" dt="2025-10-01T15:12:13.946" v="271"/>
        <pc:sldMkLst>
          <pc:docMk/>
          <pc:sldMk cId="229916179" sldId="480"/>
        </pc:sldMkLst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229916179" sldId="480"/>
            <ac:spMk id="3" creationId="{6210F2A1-8B33-E1C3-2A57-D59AACA3B554}"/>
          </ac:spMkLst>
        </pc:spChg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229916179" sldId="480"/>
            <ac:spMk id="4" creationId="{2AFEC387-8E5C-847D-0B5B-9C0CA37C392F}"/>
          </ac:spMkLst>
        </pc:spChg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229916179" sldId="480"/>
            <ac:spMk id="5" creationId="{6A94AA0A-B995-1B50-0ACE-2828C9E7B320}"/>
          </ac:spMkLst>
        </pc:spChg>
        <pc:spChg chg="add mod">
          <ac:chgData name="Jean-Pierre Chang" userId="7a5d3a12-f981-4a01-99aa-2e45acc807ae" providerId="ADAL" clId="{7EF64606-F79B-4BA7-82BF-DD27C6437E22}" dt="2025-10-01T14:57:17.657" v="77" actId="1076"/>
          <ac:spMkLst>
            <pc:docMk/>
            <pc:sldMk cId="229916179" sldId="480"/>
            <ac:spMk id="9" creationId="{48A58C2C-A83E-1EBE-D6C0-6DFCEF9B4B80}"/>
          </ac:spMkLst>
        </pc:spChg>
      </pc:sldChg>
      <pc:sldChg chg="modSp">
        <pc:chgData name="Jean-Pierre Chang" userId="7a5d3a12-f981-4a01-99aa-2e45acc807ae" providerId="ADAL" clId="{7EF64606-F79B-4BA7-82BF-DD27C6437E22}" dt="2025-10-01T15:12:13.946" v="271"/>
        <pc:sldMkLst>
          <pc:docMk/>
          <pc:sldMk cId="2853076919" sldId="481"/>
        </pc:sldMkLst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2853076919" sldId="481"/>
            <ac:spMk id="2" creationId="{4605D380-A641-9205-6749-0E607B231F22}"/>
          </ac:spMkLst>
        </pc:spChg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2853076919" sldId="481"/>
            <ac:spMk id="5" creationId="{AEB559FB-3549-DA2F-2DFD-5BDA3E85F0F6}"/>
          </ac:spMkLst>
        </pc:spChg>
      </pc:sldChg>
      <pc:sldChg chg="delSp modSp mod">
        <pc:chgData name="Jean-Pierre Chang" userId="7a5d3a12-f981-4a01-99aa-2e45acc807ae" providerId="ADAL" clId="{7EF64606-F79B-4BA7-82BF-DD27C6437E22}" dt="2025-10-07T14:54:40.795" v="682" actId="1076"/>
        <pc:sldMkLst>
          <pc:docMk/>
          <pc:sldMk cId="1748059790" sldId="482"/>
        </pc:sldMkLst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1748059790" sldId="482"/>
            <ac:spMk id="2" creationId="{AFF337B4-8A18-03E1-5C03-00BCDD9901ED}"/>
          </ac:spMkLst>
        </pc:spChg>
        <pc:spChg chg="del mod">
          <ac:chgData name="Jean-Pierre Chang" userId="7a5d3a12-f981-4a01-99aa-2e45acc807ae" providerId="ADAL" clId="{7EF64606-F79B-4BA7-82BF-DD27C6437E22}" dt="2025-10-07T14:54:35.585" v="681" actId="478"/>
          <ac:spMkLst>
            <pc:docMk/>
            <pc:sldMk cId="1748059790" sldId="482"/>
            <ac:spMk id="3" creationId="{608884AF-1F2D-C8F4-FDFE-3C467A8D0603}"/>
          </ac:spMkLst>
        </pc:spChg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1748059790" sldId="482"/>
            <ac:spMk id="5" creationId="{577F8039-1FF3-2FF8-6605-5527CA902AC8}"/>
          </ac:spMkLst>
        </pc:spChg>
        <pc:graphicFrameChg chg="mod">
          <ac:chgData name="Jean-Pierre Chang" userId="7a5d3a12-f981-4a01-99aa-2e45acc807ae" providerId="ADAL" clId="{7EF64606-F79B-4BA7-82BF-DD27C6437E22}" dt="2025-10-07T14:54:40.795" v="682" actId="1076"/>
          <ac:graphicFrameMkLst>
            <pc:docMk/>
            <pc:sldMk cId="1748059790" sldId="482"/>
            <ac:graphicFrameMk id="6" creationId="{F9435ADE-2974-1C1F-BD83-3ED5851EA451}"/>
          </ac:graphicFrameMkLst>
        </pc:graphicFrameChg>
      </pc:sldChg>
      <pc:sldChg chg="modSp">
        <pc:chgData name="Jean-Pierre Chang" userId="7a5d3a12-f981-4a01-99aa-2e45acc807ae" providerId="ADAL" clId="{7EF64606-F79B-4BA7-82BF-DD27C6437E22}" dt="2025-10-01T15:12:13.946" v="271"/>
        <pc:sldMkLst>
          <pc:docMk/>
          <pc:sldMk cId="1250444914" sldId="483"/>
        </pc:sldMkLst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1250444914" sldId="483"/>
            <ac:spMk id="2" creationId="{1B602A64-2B6A-132F-0966-403052BB5FDD}"/>
          </ac:spMkLst>
        </pc:spChg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1250444914" sldId="483"/>
            <ac:spMk id="5" creationId="{1D2EA7DE-EA09-71A7-835E-9C6F455E91AA}"/>
          </ac:spMkLst>
        </pc:spChg>
      </pc:sldChg>
      <pc:sldChg chg="modSp">
        <pc:chgData name="Jean-Pierre Chang" userId="7a5d3a12-f981-4a01-99aa-2e45acc807ae" providerId="ADAL" clId="{7EF64606-F79B-4BA7-82BF-DD27C6437E22}" dt="2025-10-01T15:12:13.946" v="271"/>
        <pc:sldMkLst>
          <pc:docMk/>
          <pc:sldMk cId="2609764404" sldId="484"/>
        </pc:sldMkLst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2609764404" sldId="484"/>
            <ac:spMk id="2" creationId="{A7941857-5FB4-1C86-031E-E14076CDDEB1}"/>
          </ac:spMkLst>
        </pc:spChg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2609764404" sldId="484"/>
            <ac:spMk id="5" creationId="{6A20AA72-F1C6-B955-9999-E59C23C52AE8}"/>
          </ac:spMkLst>
        </pc:spChg>
      </pc:sldChg>
      <pc:sldChg chg="modSp mod">
        <pc:chgData name="Jean-Pierre Chang" userId="7a5d3a12-f981-4a01-99aa-2e45acc807ae" providerId="ADAL" clId="{7EF64606-F79B-4BA7-82BF-DD27C6437E22}" dt="2025-10-06T15:18:37.247" v="597" actId="6549"/>
        <pc:sldMkLst>
          <pc:docMk/>
          <pc:sldMk cId="342304097" sldId="485"/>
        </pc:sldMkLst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342304097" sldId="485"/>
            <ac:spMk id="2" creationId="{4E5FC2F2-2ECD-B24C-3AE0-E1F9B1E1ED75}"/>
          </ac:spMkLst>
        </pc:spChg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342304097" sldId="485"/>
            <ac:spMk id="5" creationId="{8854CB35-9180-C225-F9C9-750281640CCD}"/>
          </ac:spMkLst>
        </pc:spChg>
        <pc:graphicFrameChg chg="modGraphic">
          <ac:chgData name="Jean-Pierre Chang" userId="7a5d3a12-f981-4a01-99aa-2e45acc807ae" providerId="ADAL" clId="{7EF64606-F79B-4BA7-82BF-DD27C6437E22}" dt="2025-10-06T15:18:37.247" v="597" actId="6549"/>
          <ac:graphicFrameMkLst>
            <pc:docMk/>
            <pc:sldMk cId="342304097" sldId="485"/>
            <ac:graphicFrameMk id="7" creationId="{547813FB-1A04-DBB3-2B4F-5C08781F3B56}"/>
          </ac:graphicFrameMkLst>
        </pc:graphicFrameChg>
      </pc:sldChg>
      <pc:sldChg chg="modSp mod">
        <pc:chgData name="Jean-Pierre Chang" userId="7a5d3a12-f981-4a01-99aa-2e45acc807ae" providerId="ADAL" clId="{7EF64606-F79B-4BA7-82BF-DD27C6437E22}" dt="2025-10-01T15:12:13.946" v="271"/>
        <pc:sldMkLst>
          <pc:docMk/>
          <pc:sldMk cId="2852295158" sldId="486"/>
        </pc:sldMkLst>
        <pc:spChg chg="mod">
          <ac:chgData name="Jean-Pierre Chang" userId="7a5d3a12-f981-4a01-99aa-2e45acc807ae" providerId="ADAL" clId="{7EF64606-F79B-4BA7-82BF-DD27C6437E22}" dt="2025-10-01T14:59:37.776" v="94" actId="1035"/>
          <ac:spMkLst>
            <pc:docMk/>
            <pc:sldMk cId="2852295158" sldId="486"/>
            <ac:spMk id="2" creationId="{318F9369-A403-26D7-58F9-0BC8F6AB613F}"/>
          </ac:spMkLst>
        </pc:spChg>
        <pc:spChg chg="mod">
          <ac:chgData name="Jean-Pierre Chang" userId="7a5d3a12-f981-4a01-99aa-2e45acc807ae" providerId="ADAL" clId="{7EF64606-F79B-4BA7-82BF-DD27C6437E22}" dt="2025-10-01T15:12:13.946" v="271"/>
          <ac:spMkLst>
            <pc:docMk/>
            <pc:sldMk cId="2852295158" sldId="486"/>
            <ac:spMk id="5" creationId="{DB4CDAE3-E533-E605-8807-E3B2FB490B32}"/>
          </ac:spMkLst>
        </pc:spChg>
      </pc:sldChg>
      <pc:sldMasterChg chg="modSp mod">
        <pc:chgData name="Jean-Pierre Chang" userId="7a5d3a12-f981-4a01-99aa-2e45acc807ae" providerId="ADAL" clId="{7EF64606-F79B-4BA7-82BF-DD27C6437E22}" dt="2025-10-01T15:18:30.820" v="279" actId="6549"/>
        <pc:sldMasterMkLst>
          <pc:docMk/>
          <pc:sldMasterMk cId="2172062484" sldId="2147483672"/>
        </pc:sldMasterMkLst>
        <pc:spChg chg="mod">
          <ac:chgData name="Jean-Pierre Chang" userId="7a5d3a12-f981-4a01-99aa-2e45acc807ae" providerId="ADAL" clId="{7EF64606-F79B-4BA7-82BF-DD27C6437E22}" dt="2025-10-01T15:18:30.820" v="279" actId="6549"/>
          <ac:spMkLst>
            <pc:docMk/>
            <pc:sldMasterMk cId="2172062484" sldId="2147483672"/>
            <ac:spMk id="29" creationId="{1BC30C3C-4F67-31EC-1A0E-DC4AA65B8678}"/>
          </ac:spMkLst>
        </pc:spChg>
      </pc:sldMasterChg>
      <pc:sldMasterChg chg="modSp mod">
        <pc:chgData name="Jean-Pierre Chang" userId="7a5d3a12-f981-4a01-99aa-2e45acc807ae" providerId="ADAL" clId="{7EF64606-F79B-4BA7-82BF-DD27C6437E22}" dt="2025-10-01T15:18:16.445" v="278" actId="6549"/>
        <pc:sldMasterMkLst>
          <pc:docMk/>
          <pc:sldMasterMk cId="3055626266" sldId="2147483687"/>
        </pc:sldMasterMkLst>
        <pc:spChg chg="mod">
          <ac:chgData name="Jean-Pierre Chang" userId="7a5d3a12-f981-4a01-99aa-2e45acc807ae" providerId="ADAL" clId="{7EF64606-F79B-4BA7-82BF-DD27C6437E22}" dt="2025-10-01T15:18:16.445" v="278" actId="6549"/>
          <ac:spMkLst>
            <pc:docMk/>
            <pc:sldMasterMk cId="3055626266" sldId="2147483687"/>
            <ac:spMk id="22" creationId="{8A1785ED-0357-43BC-90C1-41DAC23AFDB9}"/>
          </ac:spMkLst>
        </pc:spChg>
      </pc:sldMasterChg>
      <pc:sldMasterChg chg="modSp mod">
        <pc:chgData name="Jean-Pierre Chang" userId="7a5d3a12-f981-4a01-99aa-2e45acc807ae" providerId="ADAL" clId="{7EF64606-F79B-4BA7-82BF-DD27C6437E22}" dt="2025-10-01T15:18:59.373" v="281" actId="6549"/>
        <pc:sldMasterMkLst>
          <pc:docMk/>
          <pc:sldMasterMk cId="2172062484" sldId="2147483699"/>
        </pc:sldMasterMkLst>
        <pc:spChg chg="mod">
          <ac:chgData name="Jean-Pierre Chang" userId="7a5d3a12-f981-4a01-99aa-2e45acc807ae" providerId="ADAL" clId="{7EF64606-F79B-4BA7-82BF-DD27C6437E22}" dt="2025-10-01T15:18:59.373" v="281" actId="6549"/>
          <ac:spMkLst>
            <pc:docMk/>
            <pc:sldMasterMk cId="2172062484" sldId="2147483699"/>
            <ac:spMk id="29" creationId="{1BC30C3C-4F67-31EC-1A0E-DC4AA65B8678}"/>
          </ac:spMkLst>
        </pc:spChg>
      </pc:sldMasterChg>
      <pc:sldMasterChg chg="modSp mod">
        <pc:chgData name="Jean-Pierre Chang" userId="7a5d3a12-f981-4a01-99aa-2e45acc807ae" providerId="ADAL" clId="{7EF64606-F79B-4BA7-82BF-DD27C6437E22}" dt="2025-10-01T15:18:46.068" v="280" actId="6549"/>
        <pc:sldMasterMkLst>
          <pc:docMk/>
          <pc:sldMasterMk cId="3055626266" sldId="2147483706"/>
        </pc:sldMasterMkLst>
        <pc:spChg chg="mod">
          <ac:chgData name="Jean-Pierre Chang" userId="7a5d3a12-f981-4a01-99aa-2e45acc807ae" providerId="ADAL" clId="{7EF64606-F79B-4BA7-82BF-DD27C6437E22}" dt="2025-10-01T15:18:46.068" v="280" actId="6549"/>
          <ac:spMkLst>
            <pc:docMk/>
            <pc:sldMasterMk cId="3055626266" sldId="2147483706"/>
            <ac:spMk id="22" creationId="{8A1785ED-0357-43BC-90C1-41DAC23AFDB9}"/>
          </ac:spMkLst>
        </pc:spChg>
      </pc:sldMasterChg>
      <pc:sldMasterChg chg="modSp mod">
        <pc:chgData name="Jean-Pierre Chang" userId="7a5d3a12-f981-4a01-99aa-2e45acc807ae" providerId="ADAL" clId="{7EF64606-F79B-4BA7-82BF-DD27C6437E22}" dt="2025-10-01T15:19:09.756" v="282" actId="6549"/>
        <pc:sldMasterMkLst>
          <pc:docMk/>
          <pc:sldMasterMk cId="2172062484" sldId="2147483738"/>
        </pc:sldMasterMkLst>
        <pc:spChg chg="mod">
          <ac:chgData name="Jean-Pierre Chang" userId="7a5d3a12-f981-4a01-99aa-2e45acc807ae" providerId="ADAL" clId="{7EF64606-F79B-4BA7-82BF-DD27C6437E22}" dt="2025-10-01T15:19:09.756" v="282" actId="6549"/>
          <ac:spMkLst>
            <pc:docMk/>
            <pc:sldMasterMk cId="2172062484" sldId="2147483738"/>
            <ac:spMk id="29" creationId="{1BC30C3C-4F67-31EC-1A0E-DC4AA65B8678}"/>
          </ac:spMkLst>
        </pc:spChg>
      </pc:sldMasterChg>
      <pc:sldMasterChg chg="modSp mod">
        <pc:chgData name="Jean-Pierre Chang" userId="7a5d3a12-f981-4a01-99aa-2e45acc807ae" providerId="ADAL" clId="{7EF64606-F79B-4BA7-82BF-DD27C6437E22}" dt="2025-10-01T15:19:17.564" v="283" actId="6549"/>
        <pc:sldMasterMkLst>
          <pc:docMk/>
          <pc:sldMasterMk cId="3055626266" sldId="2147483740"/>
        </pc:sldMasterMkLst>
        <pc:spChg chg="mod">
          <ac:chgData name="Jean-Pierre Chang" userId="7a5d3a12-f981-4a01-99aa-2e45acc807ae" providerId="ADAL" clId="{7EF64606-F79B-4BA7-82BF-DD27C6437E22}" dt="2025-10-01T15:19:17.564" v="283" actId="6549"/>
          <ac:spMkLst>
            <pc:docMk/>
            <pc:sldMasterMk cId="3055626266" sldId="2147483740"/>
            <ac:spMk id="22" creationId="{8A1785ED-0357-43BC-90C1-41DAC23AFDB9}"/>
          </ac:spMkLst>
        </pc:spChg>
      </pc:sldMasterChg>
      <pc:sldMasterChg chg="addSp">
        <pc:chgData name="Jean-Pierre Chang" userId="7a5d3a12-f981-4a01-99aa-2e45acc807ae" providerId="ADAL" clId="{7EF64606-F79B-4BA7-82BF-DD27C6437E22}" dt="2025-10-01T15:17:36.489" v="274"/>
        <pc:sldMasterMkLst>
          <pc:docMk/>
          <pc:sldMasterMk cId="3018696901" sldId="2147483749"/>
        </pc:sldMasterMkLst>
      </pc:sldMasterChg>
    </pc:docChg>
  </pc:docChgLst>
  <pc:docChgLst>
    <pc:chgData name="Julien Vincent" userId="4c01ad34-1ed2-46d8-8f42-ed5efb2381b2" providerId="ADAL" clId="{27599228-ED28-4E4D-A5CD-A807A3075173}"/>
    <pc:docChg chg="custSel modSld sldOrd modMainMaster">
      <pc:chgData name="Julien Vincent" userId="4c01ad34-1ed2-46d8-8f42-ed5efb2381b2" providerId="ADAL" clId="{27599228-ED28-4E4D-A5CD-A807A3075173}" dt="2025-02-13T13:07:31.786" v="19" actId="6549"/>
      <pc:docMkLst>
        <pc:docMk/>
      </pc:docMkLst>
      <pc:sldChg chg="ord">
        <pc:chgData name="Julien Vincent" userId="4c01ad34-1ed2-46d8-8f42-ed5efb2381b2" providerId="ADAL" clId="{27599228-ED28-4E4D-A5CD-A807A3075173}" dt="2025-02-11T22:27:21.622" v="1"/>
        <pc:sldMkLst>
          <pc:docMk/>
          <pc:sldMk cId="4077467489" sldId="459"/>
        </pc:sldMkLst>
      </pc:sldChg>
      <pc:sldChg chg="delSp modSp mod delAnim">
        <pc:chgData name="Julien Vincent" userId="4c01ad34-1ed2-46d8-8f42-ed5efb2381b2" providerId="ADAL" clId="{27599228-ED28-4E4D-A5CD-A807A3075173}" dt="2025-02-13T13:07:31.786" v="19" actId="6549"/>
        <pc:sldMkLst>
          <pc:docMk/>
          <pc:sldMk cId="1748059790" sldId="482"/>
        </pc:sldMkLst>
      </pc:sldChg>
      <pc:sldMasterChg chg="modSp mod">
        <pc:chgData name="Julien Vincent" userId="4c01ad34-1ed2-46d8-8f42-ed5efb2381b2" providerId="ADAL" clId="{27599228-ED28-4E4D-A5CD-A807A3075173}" dt="2025-02-11T23:07:51.807" v="8"/>
        <pc:sldMasterMkLst>
          <pc:docMk/>
          <pc:sldMasterMk cId="2172062484" sldId="2147483672"/>
        </pc:sldMasterMkLst>
      </pc:sldMasterChg>
      <pc:sldMasterChg chg="modSp mod">
        <pc:chgData name="Julien Vincent" userId="4c01ad34-1ed2-46d8-8f42-ed5efb2381b2" providerId="ADAL" clId="{27599228-ED28-4E4D-A5CD-A807A3075173}" dt="2025-02-11T23:07:40.290" v="7" actId="6549"/>
        <pc:sldMasterMkLst>
          <pc:docMk/>
          <pc:sldMasterMk cId="3055626266" sldId="2147483687"/>
        </pc:sldMasterMkLst>
      </pc:sldMasterChg>
      <pc:sldMasterChg chg="modSp mod">
        <pc:chgData name="Julien Vincent" userId="4c01ad34-1ed2-46d8-8f42-ed5efb2381b2" providerId="ADAL" clId="{27599228-ED28-4E4D-A5CD-A807A3075173}" dt="2025-02-11T23:08:05.795" v="10"/>
        <pc:sldMasterMkLst>
          <pc:docMk/>
          <pc:sldMasterMk cId="2172062484" sldId="2147483699"/>
        </pc:sldMasterMkLst>
      </pc:sldMasterChg>
      <pc:sldMasterChg chg="modSp mod">
        <pc:chgData name="Julien Vincent" userId="4c01ad34-1ed2-46d8-8f42-ed5efb2381b2" providerId="ADAL" clId="{27599228-ED28-4E4D-A5CD-A807A3075173}" dt="2025-02-11T23:07:58.921" v="9"/>
        <pc:sldMasterMkLst>
          <pc:docMk/>
          <pc:sldMasterMk cId="3055626266" sldId="2147483706"/>
        </pc:sldMasterMkLst>
      </pc:sldMasterChg>
      <pc:sldMasterChg chg="modSp mod">
        <pc:chgData name="Julien Vincent" userId="4c01ad34-1ed2-46d8-8f42-ed5efb2381b2" providerId="ADAL" clId="{27599228-ED28-4E4D-A5CD-A807A3075173}" dt="2025-02-11T23:08:13.531" v="11"/>
        <pc:sldMasterMkLst>
          <pc:docMk/>
          <pc:sldMasterMk cId="2172062484" sldId="2147483738"/>
        </pc:sldMasterMkLst>
      </pc:sldMasterChg>
      <pc:sldMasterChg chg="modSp mod">
        <pc:chgData name="Julien Vincent" userId="4c01ad34-1ed2-46d8-8f42-ed5efb2381b2" providerId="ADAL" clId="{27599228-ED28-4E4D-A5CD-A807A3075173}" dt="2025-02-11T23:08:20.016" v="12"/>
        <pc:sldMasterMkLst>
          <pc:docMk/>
          <pc:sldMasterMk cId="3055626266" sldId="2147483740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B1A0691-073D-DA2D-6354-491D0FA44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6502"/>
            <a:ext cx="2943596" cy="4985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AF4ED66-7A68-A060-72E5-9D9CE52D18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8229" y="9426502"/>
            <a:ext cx="2943596" cy="4985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EE8BE2-8451-364C-B501-82D327DD25D9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0F4B5844-B8BA-8919-71C5-3C7B4D44323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596" cy="4985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162211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596" cy="4985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48229" y="0"/>
            <a:ext cx="2943596" cy="4985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979D8A-7E37-2C49-832F-359D11148812}" type="datetimeFigureOut">
              <a:rPr lang="fr-FR" smtClean="0"/>
              <a:t>07/10/2025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77900" y="1241425"/>
            <a:ext cx="4837113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9292" y="4776432"/>
            <a:ext cx="543433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26502"/>
            <a:ext cx="2943596" cy="4985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48229" y="9426502"/>
            <a:ext cx="2943596" cy="4985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438D4-9F9B-9C4D-BBE8-70F86EB77B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0906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8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any recommendation that has not been implemented, include an explanation of the reasons why it has not been carried out.</a:t>
            </a:r>
            <a:endParaRPr lang="fr-FR" sz="18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438D4-9F9B-9C4D-BBE8-70F86EB77B0E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8939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8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methodological information related to Contracting Parties inventory: inventory methods (T1 / T2 / T3), emission factors and methodological descriptions used to estimate the emissions of CP’s </a:t>
            </a:r>
            <a:r>
              <a:rPr lang="en-GB" sz="1800" u="sng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categories</a:t>
            </a:r>
            <a:r>
              <a:rPr lang="en-GB" sz="18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Key categories are those with significant contributions to emissions or removals and are prioritized for accuracy and detail.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800" dirty="0">
              <a:effectLst/>
              <a:latin typeface="Aptos" panose="020B00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800" b="1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first two parts are prefilled</a:t>
            </a:r>
            <a:r>
              <a:rPr lang="en-GB" sz="18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by the Secretariat when details about inventory methods, emission factors and summary methodological descriptions are available in the last CP’s NIDs.</a:t>
            </a:r>
            <a:r>
              <a:rPr lang="en-GB" sz="18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fr-FR" sz="18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800" b="1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 3 and 4 need to be updated</a:t>
            </a:r>
            <a:r>
              <a:rPr lang="en-GB" sz="18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necessary by the Contracting Party according to information available in the current submission 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438D4-9F9B-9C4D-BBE8-70F86EB77B0E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8695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63056-3141-DDE3-9055-644DA8FA3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2EF8A6-2C51-602B-2024-53EEB6086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417CB0-6DDD-9538-6EB4-71A87BB433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8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uncertainties have already been calculated/reported: calculation files. </a:t>
            </a:r>
            <a:endParaRPr lang="fr-FR" sz="18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9DB0B-A711-22C8-24C5-52B4D36CEA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438D4-9F9B-9C4D-BBE8-70F86EB77B0E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2267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4A2C3-E20E-CFA0-2712-25C0297AE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098E3B-C72A-C0F1-6615-648FF23C6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171D7-9EFA-88BD-8588-732DC7836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7C6E8-4361-D6AB-F158-9F6BB36B80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438D4-9F9B-9C4D-BBE8-70F86EB77B0E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290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37435-27F2-BD6B-B86F-F268D315F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B09E09-8F42-1ED9-AF7E-753FA0D67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898655-900C-54E1-01DC-0E5ED212F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84F17-49A6-F187-901E-A7C123FD51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438D4-9F9B-9C4D-BBE8-70F86EB77B0E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3038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A6E20-30A3-4FE0-F09B-B87BB2AAC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E2A956-3E33-EE84-7123-167ED0EF6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94EAE0-BAC7-C8A9-9C63-2FD1A3427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8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categories are those with significant contributions to emissions or removals and are prioritized for accuracy and detail.</a:t>
            </a:r>
            <a:endParaRPr lang="fr-FR" sz="18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668A4-3AB8-D262-B274-2DF677192F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438D4-9F9B-9C4D-BBE8-70F86EB77B0E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8484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Only</a:t>
            </a:r>
            <a:r>
              <a:rPr lang="fr-FR" dirty="0"/>
              <a:t> CO2 </a:t>
            </a:r>
            <a:r>
              <a:rPr lang="fr-FR" dirty="0" err="1"/>
              <a:t>emissions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438D4-9F9B-9C4D-BBE8-70F86EB77B0E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91439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Energy production for electricity and heat production by type of producers: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438D4-9F9B-9C4D-BBE8-70F86EB77B0E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68833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175DC-93F3-D57D-AAAD-6C43EED12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BE3C5-484D-7241-EB4F-9D7009595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320F6B-A61B-0D1C-6025-3A4C46CFB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GB" sz="1800" baseline="300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2A4: Other Processes Uses of Carbonates | 2A4d: Other (please specify)</a:t>
            </a:r>
          </a:p>
          <a:p>
            <a:r>
              <a:rPr lang="en-GB" sz="18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2A5 : Other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3EC88-E802-DA34-1A97-89EEB864D3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438D4-9F9B-9C4D-BBE8-70F86EB77B0E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1141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88C-F6DE-D88E-7E75-2D5227A46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ACBE33-3100-88B4-4053-6D33C920C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BD98A1-2830-8671-5C69-A2D5E9A17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Energy production for electricity and heat production by type of producers:</a:t>
            </a:r>
          </a:p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FD2E7-56BB-D29E-43ED-29ED1E579A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438D4-9F9B-9C4D-BBE8-70F86EB77B0E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66080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D3AC9-F322-A31D-1783-25659E162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C5779-99B4-F58A-442B-D7B3077C65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5A63E1-9708-4324-F4AF-108C079979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Energy production for electricity and heat production by type of producers:</a:t>
            </a:r>
          </a:p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4D96E-83E3-D88E-41E2-2D43E9BB03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438D4-9F9B-9C4D-BBE8-70F86EB77B0E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65877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A9A6C-4BA4-7B5A-6025-50E13F60C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413703-2443-DB42-6944-4753C7012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80BFF7-A7EB-1B6E-FAF7-AE1746CAE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Energy production for electricity and heat production by type of producers:</a:t>
            </a:r>
          </a:p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1066C-A6A0-2222-8B0C-48E1FB375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438D4-9F9B-9C4D-BBE8-70F86EB77B0E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28389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D5562-C27F-332F-261C-130C1D6BA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FD271A-2282-DA29-74E3-471026D41D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39CCCD-C176-24AF-633C-40B93B3C8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B0200-7F1D-E702-00BF-58D52937CE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438D4-9F9B-9C4D-BBE8-70F86EB77B0E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07884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C71BD-6F50-0C89-2969-F292990A6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D69A9-E9F8-BAF7-DB77-551C295946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321D9C-5B92-E331-BCB7-93B02DDE7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37332-2B0E-209F-85DC-E4BF1653F9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438D4-9F9B-9C4D-BBE8-70F86EB77B0E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02526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93444-416E-27B2-92EE-343CD3B58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DA8E98-201F-F4D8-0B7B-F03B9EDF54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A1658C-35B2-ACFD-67C4-98912284C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8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categories are those with significant contributions to emissions or removals and are prioritized for accuracy and detail.</a:t>
            </a:r>
            <a:endParaRPr lang="fr-FR" sz="18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AB8A8-1E1B-9720-8C2E-A8A3C7025F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438D4-9F9B-9C4D-BBE8-70F86EB77B0E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96869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261F0-276B-E1A4-4636-D395561AA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1CF667-5F7B-9046-A7AF-968288D40B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733490-0706-17ED-8AE0-3EC193147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8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categories are those with significant contributions to emissions or removals and are prioritized for accuracy and detail.</a:t>
            </a:r>
            <a:endParaRPr lang="fr-FR" sz="18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812C3-802F-4499-A5AF-12FD024086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438D4-9F9B-9C4D-BBE8-70F86EB77B0E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2017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4">
            <a:extLst>
              <a:ext uri="{FF2B5EF4-FFF2-40B4-BE49-F238E27FC236}">
                <a16:creationId xmlns:a16="http://schemas.microsoft.com/office/drawing/2014/main" id="{2DD762C1-4320-D8AB-AE75-E6CF2EE492B9}"/>
              </a:ext>
            </a:extLst>
          </p:cNvPr>
          <p:cNvSpPr/>
          <p:nvPr userDrawn="1"/>
        </p:nvSpPr>
        <p:spPr>
          <a:xfrm>
            <a:off x="0" y="1877872"/>
            <a:ext cx="2731135" cy="3100070"/>
          </a:xfrm>
          <a:custGeom>
            <a:avLst/>
            <a:gdLst/>
            <a:ahLst/>
            <a:cxnLst/>
            <a:rect l="l" t="t" r="r" b="b"/>
            <a:pathLst>
              <a:path w="2731135" h="3100070">
                <a:moveTo>
                  <a:pt x="2731046" y="2892133"/>
                </a:moveTo>
                <a:lnTo>
                  <a:pt x="1815706" y="2892133"/>
                </a:lnTo>
                <a:lnTo>
                  <a:pt x="1815706" y="2894774"/>
                </a:lnTo>
                <a:lnTo>
                  <a:pt x="910082" y="2894774"/>
                </a:lnTo>
                <a:lnTo>
                  <a:pt x="0" y="2894761"/>
                </a:lnTo>
                <a:lnTo>
                  <a:pt x="0" y="3099612"/>
                </a:lnTo>
                <a:lnTo>
                  <a:pt x="910031" y="3099612"/>
                </a:lnTo>
                <a:lnTo>
                  <a:pt x="1820164" y="3099612"/>
                </a:lnTo>
                <a:lnTo>
                  <a:pt x="1820164" y="3096971"/>
                </a:lnTo>
                <a:lnTo>
                  <a:pt x="2731046" y="3096971"/>
                </a:lnTo>
                <a:lnTo>
                  <a:pt x="2731046" y="2892133"/>
                </a:lnTo>
                <a:close/>
              </a:path>
              <a:path w="2731135" h="3100070">
                <a:moveTo>
                  <a:pt x="2731046" y="1448714"/>
                </a:moveTo>
                <a:lnTo>
                  <a:pt x="1815706" y="1448714"/>
                </a:lnTo>
                <a:lnTo>
                  <a:pt x="1815706" y="1653552"/>
                </a:lnTo>
                <a:lnTo>
                  <a:pt x="2731046" y="1653552"/>
                </a:lnTo>
                <a:lnTo>
                  <a:pt x="2731046" y="1448714"/>
                </a:lnTo>
                <a:close/>
              </a:path>
              <a:path w="2731135" h="3100070">
                <a:moveTo>
                  <a:pt x="2731046" y="0"/>
                </a:moveTo>
                <a:lnTo>
                  <a:pt x="1815706" y="0"/>
                </a:lnTo>
                <a:lnTo>
                  <a:pt x="1815706" y="2641"/>
                </a:lnTo>
                <a:lnTo>
                  <a:pt x="910031" y="2641"/>
                </a:lnTo>
                <a:lnTo>
                  <a:pt x="910031" y="207479"/>
                </a:lnTo>
                <a:lnTo>
                  <a:pt x="1820164" y="207479"/>
                </a:lnTo>
                <a:lnTo>
                  <a:pt x="1820164" y="204838"/>
                </a:lnTo>
                <a:lnTo>
                  <a:pt x="2731046" y="204838"/>
                </a:lnTo>
                <a:lnTo>
                  <a:pt x="2731046" y="0"/>
                </a:lnTo>
                <a:close/>
              </a:path>
            </a:pathLst>
          </a:custGeom>
          <a:solidFill>
            <a:srgbClr val="005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E3094FD4-F362-E5AA-8638-C1978D4EB5B0}"/>
              </a:ext>
            </a:extLst>
          </p:cNvPr>
          <p:cNvGrpSpPr/>
          <p:nvPr userDrawn="1"/>
        </p:nvGrpSpPr>
        <p:grpSpPr>
          <a:xfrm>
            <a:off x="7841485" y="5944127"/>
            <a:ext cx="1652177" cy="501605"/>
            <a:chOff x="7841485" y="5944127"/>
            <a:chExt cx="1652177" cy="501605"/>
          </a:xfrm>
        </p:grpSpPr>
        <p:pic>
          <p:nvPicPr>
            <p:cNvPr id="32" name="bg object 22">
              <a:extLst>
                <a:ext uri="{FF2B5EF4-FFF2-40B4-BE49-F238E27FC236}">
                  <a16:creationId xmlns:a16="http://schemas.microsoft.com/office/drawing/2014/main" id="{2E795CAA-3591-C704-7A00-17F17BF51A2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52289" y="6071177"/>
              <a:ext cx="95709" cy="100940"/>
            </a:xfrm>
            <a:prstGeom prst="rect">
              <a:avLst/>
            </a:prstGeom>
          </p:spPr>
        </p:pic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0BD2DFFF-E0E1-325B-04AB-7D5E40B2E8C1}"/>
                </a:ext>
              </a:extLst>
            </p:cNvPr>
            <p:cNvGrpSpPr/>
            <p:nvPr userDrawn="1"/>
          </p:nvGrpSpPr>
          <p:grpSpPr>
            <a:xfrm>
              <a:off x="7841485" y="5944127"/>
              <a:ext cx="1652177" cy="501605"/>
              <a:chOff x="7841485" y="5944127"/>
              <a:chExt cx="1652177" cy="501605"/>
            </a:xfrm>
          </p:grpSpPr>
          <p:pic>
            <p:nvPicPr>
              <p:cNvPr id="34" name="bg object 19">
                <a:extLst>
                  <a:ext uri="{FF2B5EF4-FFF2-40B4-BE49-F238E27FC236}">
                    <a16:creationId xmlns:a16="http://schemas.microsoft.com/office/drawing/2014/main" id="{2390321B-CA5B-722D-C201-CCF041388981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306570" y="5964197"/>
                <a:ext cx="79577" cy="76317"/>
              </a:xfrm>
              <a:prstGeom prst="rect">
                <a:avLst/>
              </a:prstGeom>
            </p:spPr>
          </p:pic>
          <p:grpSp>
            <p:nvGrpSpPr>
              <p:cNvPr id="35" name="Groupe 34">
                <a:extLst>
                  <a:ext uri="{FF2B5EF4-FFF2-40B4-BE49-F238E27FC236}">
                    <a16:creationId xmlns:a16="http://schemas.microsoft.com/office/drawing/2014/main" id="{59E3DEEF-C7B1-A6FE-CD58-2660438B2F43}"/>
                  </a:ext>
                </a:extLst>
              </p:cNvPr>
              <p:cNvGrpSpPr/>
              <p:nvPr userDrawn="1"/>
            </p:nvGrpSpPr>
            <p:grpSpPr>
              <a:xfrm>
                <a:off x="7841485" y="5944127"/>
                <a:ext cx="1652177" cy="501605"/>
                <a:chOff x="7841485" y="5944127"/>
                <a:chExt cx="1652177" cy="501605"/>
              </a:xfrm>
            </p:grpSpPr>
            <p:sp>
              <p:nvSpPr>
                <p:cNvPr id="36" name="bg object 20">
                  <a:extLst>
                    <a:ext uri="{FF2B5EF4-FFF2-40B4-BE49-F238E27FC236}">
                      <a16:creationId xmlns:a16="http://schemas.microsoft.com/office/drawing/2014/main" id="{DAE4183A-84DF-C293-E29B-B9E05E960B83}"/>
                    </a:ext>
                  </a:extLst>
                </p:cNvPr>
                <p:cNvSpPr/>
                <p:nvPr/>
              </p:nvSpPr>
              <p:spPr>
                <a:xfrm>
                  <a:off x="8426939" y="6078061"/>
                  <a:ext cx="175895" cy="255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895" h="255904">
                      <a:moveTo>
                        <a:pt x="133018" y="255672"/>
                      </a:moveTo>
                      <a:lnTo>
                        <a:pt x="96670" y="249898"/>
                      </a:lnTo>
                      <a:lnTo>
                        <a:pt x="69337" y="233463"/>
                      </a:lnTo>
                      <a:lnTo>
                        <a:pt x="52126" y="207692"/>
                      </a:lnTo>
                      <a:lnTo>
                        <a:pt x="46144" y="173915"/>
                      </a:lnTo>
                      <a:lnTo>
                        <a:pt x="46144" y="68553"/>
                      </a:lnTo>
                      <a:lnTo>
                        <a:pt x="44390" y="66850"/>
                      </a:lnTo>
                      <a:lnTo>
                        <a:pt x="1753" y="66850"/>
                      </a:lnTo>
                      <a:lnTo>
                        <a:pt x="0" y="65168"/>
                      </a:lnTo>
                      <a:lnTo>
                        <a:pt x="0" y="1702"/>
                      </a:lnTo>
                      <a:lnTo>
                        <a:pt x="1775" y="0"/>
                      </a:lnTo>
                      <a:lnTo>
                        <a:pt x="173900" y="0"/>
                      </a:lnTo>
                      <a:lnTo>
                        <a:pt x="175654" y="1681"/>
                      </a:lnTo>
                      <a:lnTo>
                        <a:pt x="175654" y="62096"/>
                      </a:lnTo>
                      <a:lnTo>
                        <a:pt x="175654" y="64732"/>
                      </a:lnTo>
                      <a:lnTo>
                        <a:pt x="173424" y="66850"/>
                      </a:lnTo>
                      <a:lnTo>
                        <a:pt x="126565" y="66850"/>
                      </a:lnTo>
                      <a:lnTo>
                        <a:pt x="124790" y="68553"/>
                      </a:lnTo>
                      <a:lnTo>
                        <a:pt x="124790" y="160358"/>
                      </a:lnTo>
                      <a:lnTo>
                        <a:pt x="126863" y="173139"/>
                      </a:lnTo>
                      <a:lnTo>
                        <a:pt x="132723" y="181158"/>
                      </a:lnTo>
                      <a:lnTo>
                        <a:pt x="141827" y="185311"/>
                      </a:lnTo>
                      <a:lnTo>
                        <a:pt x="153633" y="186496"/>
                      </a:lnTo>
                      <a:lnTo>
                        <a:pt x="165455" y="186185"/>
                      </a:lnTo>
                      <a:lnTo>
                        <a:pt x="172818" y="184939"/>
                      </a:lnTo>
                      <a:lnTo>
                        <a:pt x="175611" y="187160"/>
                      </a:lnTo>
                      <a:lnTo>
                        <a:pt x="175633" y="245291"/>
                      </a:lnTo>
                      <a:lnTo>
                        <a:pt x="146795" y="254856"/>
                      </a:lnTo>
                      <a:lnTo>
                        <a:pt x="133018" y="25567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37" name="bg object 21">
                  <a:extLst>
                    <a:ext uri="{FF2B5EF4-FFF2-40B4-BE49-F238E27FC236}">
                      <a16:creationId xmlns:a16="http://schemas.microsoft.com/office/drawing/2014/main" id="{4F066417-0AE9-2741-4EFA-097D7F5C57BE}"/>
                    </a:ext>
                  </a:extLst>
                </p:cNvPr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8473065" y="5944127"/>
                  <a:ext cx="78689" cy="94815"/>
                </a:xfrm>
                <a:prstGeom prst="rect">
                  <a:avLst/>
                </a:prstGeom>
              </p:spPr>
            </p:pic>
            <p:grpSp>
              <p:nvGrpSpPr>
                <p:cNvPr id="38" name="Groupe 37">
                  <a:extLst>
                    <a:ext uri="{FF2B5EF4-FFF2-40B4-BE49-F238E27FC236}">
                      <a16:creationId xmlns:a16="http://schemas.microsoft.com/office/drawing/2014/main" id="{E46418DE-78B9-2DC0-C96C-B4DF3BE3007E}"/>
                    </a:ext>
                  </a:extLst>
                </p:cNvPr>
                <p:cNvGrpSpPr/>
                <p:nvPr userDrawn="1"/>
              </p:nvGrpSpPr>
              <p:grpSpPr>
                <a:xfrm>
                  <a:off x="7841485" y="5947257"/>
                  <a:ext cx="1652177" cy="498475"/>
                  <a:chOff x="7841485" y="5947257"/>
                  <a:chExt cx="1652177" cy="498475"/>
                </a:xfrm>
              </p:grpSpPr>
              <p:pic>
                <p:nvPicPr>
                  <p:cNvPr id="39" name="bg object 17">
                    <a:extLst>
                      <a:ext uri="{FF2B5EF4-FFF2-40B4-BE49-F238E27FC236}">
                        <a16:creationId xmlns:a16="http://schemas.microsoft.com/office/drawing/2014/main" id="{4353C8D0-3FAF-2DDF-3FA6-780DFC16F2B5}"/>
                      </a:ext>
                    </a:extLst>
                  </p:cNvPr>
                  <p:cNvPicPr/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7841485" y="6052577"/>
                    <a:ext cx="162630" cy="203292"/>
                  </a:xfrm>
                  <a:prstGeom prst="rect">
                    <a:avLst/>
                  </a:prstGeom>
                </p:spPr>
              </p:pic>
              <p:sp>
                <p:nvSpPr>
                  <p:cNvPr id="40" name="bg object 18">
                    <a:extLst>
                      <a:ext uri="{FF2B5EF4-FFF2-40B4-BE49-F238E27FC236}">
                        <a16:creationId xmlns:a16="http://schemas.microsoft.com/office/drawing/2014/main" id="{EC7667A6-D16F-8D56-C3B9-418F60E87DE0}"/>
                      </a:ext>
                    </a:extLst>
                  </p:cNvPr>
                  <p:cNvSpPr/>
                  <p:nvPr/>
                </p:nvSpPr>
                <p:spPr>
                  <a:xfrm>
                    <a:off x="7954276" y="5947257"/>
                    <a:ext cx="1256665" cy="498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56665" h="498475">
                        <a:moveTo>
                          <a:pt x="312331" y="266496"/>
                        </a:moveTo>
                        <a:lnTo>
                          <a:pt x="309803" y="263245"/>
                        </a:lnTo>
                        <a:lnTo>
                          <a:pt x="168592" y="263245"/>
                        </a:lnTo>
                        <a:lnTo>
                          <a:pt x="166624" y="263245"/>
                        </a:lnTo>
                        <a:lnTo>
                          <a:pt x="164833" y="264363"/>
                        </a:lnTo>
                        <a:lnTo>
                          <a:pt x="136004" y="311162"/>
                        </a:lnTo>
                        <a:lnTo>
                          <a:pt x="100368" y="346494"/>
                        </a:lnTo>
                        <a:lnTo>
                          <a:pt x="56959" y="372122"/>
                        </a:lnTo>
                        <a:lnTo>
                          <a:pt x="5676" y="388073"/>
                        </a:lnTo>
                        <a:lnTo>
                          <a:pt x="774" y="389051"/>
                        </a:lnTo>
                        <a:lnTo>
                          <a:pt x="0" y="395503"/>
                        </a:lnTo>
                        <a:lnTo>
                          <a:pt x="4610" y="397383"/>
                        </a:lnTo>
                        <a:lnTo>
                          <a:pt x="51181" y="410540"/>
                        </a:lnTo>
                        <a:lnTo>
                          <a:pt x="98386" y="413829"/>
                        </a:lnTo>
                        <a:lnTo>
                          <a:pt x="144741" y="408038"/>
                        </a:lnTo>
                        <a:lnTo>
                          <a:pt x="188747" y="393928"/>
                        </a:lnTo>
                        <a:lnTo>
                          <a:pt x="228892" y="372262"/>
                        </a:lnTo>
                        <a:lnTo>
                          <a:pt x="263677" y="343814"/>
                        </a:lnTo>
                        <a:lnTo>
                          <a:pt x="291617" y="309359"/>
                        </a:lnTo>
                        <a:lnTo>
                          <a:pt x="311213" y="269659"/>
                        </a:lnTo>
                        <a:lnTo>
                          <a:pt x="312331" y="266496"/>
                        </a:lnTo>
                        <a:close/>
                      </a:path>
                      <a:path w="1256665" h="498475">
                        <a:moveTo>
                          <a:pt x="312496" y="147256"/>
                        </a:moveTo>
                        <a:lnTo>
                          <a:pt x="287921" y="100126"/>
                        </a:lnTo>
                        <a:lnTo>
                          <a:pt x="256895" y="64249"/>
                        </a:lnTo>
                        <a:lnTo>
                          <a:pt x="219824" y="36233"/>
                        </a:lnTo>
                        <a:lnTo>
                          <a:pt x="178473" y="16141"/>
                        </a:lnTo>
                        <a:lnTo>
                          <a:pt x="134632" y="4038"/>
                        </a:lnTo>
                        <a:lnTo>
                          <a:pt x="90055" y="0"/>
                        </a:lnTo>
                        <a:lnTo>
                          <a:pt x="46520" y="4089"/>
                        </a:lnTo>
                        <a:lnTo>
                          <a:pt x="5791" y="16383"/>
                        </a:lnTo>
                        <a:lnTo>
                          <a:pt x="812" y="18478"/>
                        </a:lnTo>
                        <a:lnTo>
                          <a:pt x="1587" y="25387"/>
                        </a:lnTo>
                        <a:lnTo>
                          <a:pt x="6921" y="26466"/>
                        </a:lnTo>
                        <a:lnTo>
                          <a:pt x="57632" y="42367"/>
                        </a:lnTo>
                        <a:lnTo>
                          <a:pt x="100622" y="67957"/>
                        </a:lnTo>
                        <a:lnTo>
                          <a:pt x="135953" y="103149"/>
                        </a:lnTo>
                        <a:lnTo>
                          <a:pt x="164604" y="149733"/>
                        </a:lnTo>
                        <a:lnTo>
                          <a:pt x="166535" y="150952"/>
                        </a:lnTo>
                        <a:lnTo>
                          <a:pt x="305892" y="150952"/>
                        </a:lnTo>
                        <a:lnTo>
                          <a:pt x="309753" y="150952"/>
                        </a:lnTo>
                        <a:lnTo>
                          <a:pt x="312496" y="147256"/>
                        </a:lnTo>
                        <a:close/>
                      </a:path>
                      <a:path w="1256665" h="498475">
                        <a:moveTo>
                          <a:pt x="431876" y="132930"/>
                        </a:moveTo>
                        <a:lnTo>
                          <a:pt x="429641" y="130771"/>
                        </a:lnTo>
                        <a:lnTo>
                          <a:pt x="357238" y="130771"/>
                        </a:lnTo>
                        <a:lnTo>
                          <a:pt x="354507" y="130771"/>
                        </a:lnTo>
                        <a:lnTo>
                          <a:pt x="352272" y="132930"/>
                        </a:lnTo>
                        <a:lnTo>
                          <a:pt x="352272" y="383209"/>
                        </a:lnTo>
                        <a:lnTo>
                          <a:pt x="353796" y="384683"/>
                        </a:lnTo>
                        <a:lnTo>
                          <a:pt x="430364" y="384683"/>
                        </a:lnTo>
                        <a:lnTo>
                          <a:pt x="431876" y="383209"/>
                        </a:lnTo>
                        <a:lnTo>
                          <a:pt x="431876" y="132930"/>
                        </a:lnTo>
                        <a:close/>
                      </a:path>
                      <a:path w="1256665" h="498475">
                        <a:moveTo>
                          <a:pt x="940701" y="250583"/>
                        </a:moveTo>
                        <a:lnTo>
                          <a:pt x="931760" y="197332"/>
                        </a:lnTo>
                        <a:lnTo>
                          <a:pt x="922858" y="183540"/>
                        </a:lnTo>
                        <a:lnTo>
                          <a:pt x="906094" y="157568"/>
                        </a:lnTo>
                        <a:lnTo>
                          <a:pt x="865505" y="132689"/>
                        </a:lnTo>
                        <a:lnTo>
                          <a:pt x="811758" y="124079"/>
                        </a:lnTo>
                        <a:lnTo>
                          <a:pt x="763511" y="133223"/>
                        </a:lnTo>
                        <a:lnTo>
                          <a:pt x="722464" y="159308"/>
                        </a:lnTo>
                        <a:lnTo>
                          <a:pt x="693953" y="200304"/>
                        </a:lnTo>
                        <a:lnTo>
                          <a:pt x="683260" y="254165"/>
                        </a:lnTo>
                        <a:lnTo>
                          <a:pt x="690410" y="299643"/>
                        </a:lnTo>
                        <a:lnTo>
                          <a:pt x="710057" y="336219"/>
                        </a:lnTo>
                        <a:lnTo>
                          <a:pt x="739546" y="363232"/>
                        </a:lnTo>
                        <a:lnTo>
                          <a:pt x="776224" y="379945"/>
                        </a:lnTo>
                        <a:lnTo>
                          <a:pt x="817435" y="385673"/>
                        </a:lnTo>
                        <a:lnTo>
                          <a:pt x="860234" y="379857"/>
                        </a:lnTo>
                        <a:lnTo>
                          <a:pt x="919111" y="340550"/>
                        </a:lnTo>
                        <a:lnTo>
                          <a:pt x="935316" y="309295"/>
                        </a:lnTo>
                        <a:lnTo>
                          <a:pt x="933716" y="306565"/>
                        </a:lnTo>
                        <a:lnTo>
                          <a:pt x="872147" y="289941"/>
                        </a:lnTo>
                        <a:lnTo>
                          <a:pt x="869619" y="290995"/>
                        </a:lnTo>
                        <a:lnTo>
                          <a:pt x="868667" y="293116"/>
                        </a:lnTo>
                        <a:lnTo>
                          <a:pt x="861250" y="304850"/>
                        </a:lnTo>
                        <a:lnTo>
                          <a:pt x="850595" y="313855"/>
                        </a:lnTo>
                        <a:lnTo>
                          <a:pt x="836422" y="319608"/>
                        </a:lnTo>
                        <a:lnTo>
                          <a:pt x="818489" y="321640"/>
                        </a:lnTo>
                        <a:lnTo>
                          <a:pt x="796886" y="318757"/>
                        </a:lnTo>
                        <a:lnTo>
                          <a:pt x="778865" y="310057"/>
                        </a:lnTo>
                        <a:lnTo>
                          <a:pt x="766406" y="295478"/>
                        </a:lnTo>
                        <a:lnTo>
                          <a:pt x="761517" y="274955"/>
                        </a:lnTo>
                        <a:lnTo>
                          <a:pt x="761415" y="225183"/>
                        </a:lnTo>
                        <a:lnTo>
                          <a:pt x="765556" y="210896"/>
                        </a:lnTo>
                        <a:lnTo>
                          <a:pt x="775411" y="197446"/>
                        </a:lnTo>
                        <a:lnTo>
                          <a:pt x="791108" y="187452"/>
                        </a:lnTo>
                        <a:lnTo>
                          <a:pt x="812812" y="183540"/>
                        </a:lnTo>
                        <a:lnTo>
                          <a:pt x="834542" y="186740"/>
                        </a:lnTo>
                        <a:lnTo>
                          <a:pt x="849757" y="195110"/>
                        </a:lnTo>
                        <a:lnTo>
                          <a:pt x="859269" y="206781"/>
                        </a:lnTo>
                        <a:lnTo>
                          <a:pt x="863854" y="219875"/>
                        </a:lnTo>
                        <a:lnTo>
                          <a:pt x="864374" y="222758"/>
                        </a:lnTo>
                        <a:lnTo>
                          <a:pt x="861974" y="225374"/>
                        </a:lnTo>
                        <a:lnTo>
                          <a:pt x="804418" y="225374"/>
                        </a:lnTo>
                        <a:lnTo>
                          <a:pt x="802208" y="227495"/>
                        </a:lnTo>
                        <a:lnTo>
                          <a:pt x="802208" y="271818"/>
                        </a:lnTo>
                        <a:lnTo>
                          <a:pt x="804418" y="273939"/>
                        </a:lnTo>
                        <a:lnTo>
                          <a:pt x="937348" y="273939"/>
                        </a:lnTo>
                        <a:lnTo>
                          <a:pt x="939495" y="272122"/>
                        </a:lnTo>
                        <a:lnTo>
                          <a:pt x="940231" y="265112"/>
                        </a:lnTo>
                        <a:lnTo>
                          <a:pt x="940701" y="257619"/>
                        </a:lnTo>
                        <a:lnTo>
                          <a:pt x="940701" y="250583"/>
                        </a:lnTo>
                        <a:close/>
                      </a:path>
                      <a:path w="1256665" h="498475">
                        <a:moveTo>
                          <a:pt x="1059053" y="132854"/>
                        </a:moveTo>
                        <a:lnTo>
                          <a:pt x="1056843" y="130822"/>
                        </a:lnTo>
                        <a:lnTo>
                          <a:pt x="983729" y="130822"/>
                        </a:lnTo>
                        <a:lnTo>
                          <a:pt x="981494" y="132943"/>
                        </a:lnTo>
                        <a:lnTo>
                          <a:pt x="981494" y="467626"/>
                        </a:lnTo>
                        <a:lnTo>
                          <a:pt x="983272" y="469531"/>
                        </a:lnTo>
                        <a:lnTo>
                          <a:pt x="1002842" y="473468"/>
                        </a:lnTo>
                        <a:lnTo>
                          <a:pt x="1019644" y="478967"/>
                        </a:lnTo>
                        <a:lnTo>
                          <a:pt x="1035812" y="486410"/>
                        </a:lnTo>
                        <a:lnTo>
                          <a:pt x="1051064" y="495757"/>
                        </a:lnTo>
                        <a:lnTo>
                          <a:pt x="1054404" y="498106"/>
                        </a:lnTo>
                        <a:lnTo>
                          <a:pt x="1059053" y="496074"/>
                        </a:lnTo>
                        <a:lnTo>
                          <a:pt x="1059053" y="132854"/>
                        </a:lnTo>
                        <a:close/>
                      </a:path>
                      <a:path w="1256665" h="498475">
                        <a:moveTo>
                          <a:pt x="1256665" y="254495"/>
                        </a:moveTo>
                        <a:lnTo>
                          <a:pt x="1248371" y="202488"/>
                        </a:lnTo>
                        <a:lnTo>
                          <a:pt x="1224470" y="161239"/>
                        </a:lnTo>
                        <a:lnTo>
                          <a:pt x="1186408" y="134035"/>
                        </a:lnTo>
                        <a:lnTo>
                          <a:pt x="1135659" y="124231"/>
                        </a:lnTo>
                        <a:lnTo>
                          <a:pt x="1126845" y="124523"/>
                        </a:lnTo>
                        <a:lnTo>
                          <a:pt x="1118425" y="125374"/>
                        </a:lnTo>
                        <a:lnTo>
                          <a:pt x="1110424" y="126707"/>
                        </a:lnTo>
                        <a:lnTo>
                          <a:pt x="1100747" y="129108"/>
                        </a:lnTo>
                        <a:lnTo>
                          <a:pt x="1099781" y="130695"/>
                        </a:lnTo>
                        <a:lnTo>
                          <a:pt x="1099781" y="193052"/>
                        </a:lnTo>
                        <a:lnTo>
                          <a:pt x="1102283" y="195211"/>
                        </a:lnTo>
                        <a:lnTo>
                          <a:pt x="1109891" y="193573"/>
                        </a:lnTo>
                        <a:lnTo>
                          <a:pt x="1114526" y="193103"/>
                        </a:lnTo>
                        <a:lnTo>
                          <a:pt x="1119289" y="193103"/>
                        </a:lnTo>
                        <a:lnTo>
                          <a:pt x="1141844" y="196888"/>
                        </a:lnTo>
                        <a:lnTo>
                          <a:pt x="1160754" y="208343"/>
                        </a:lnTo>
                        <a:lnTo>
                          <a:pt x="1173772" y="227647"/>
                        </a:lnTo>
                        <a:lnTo>
                          <a:pt x="1178623" y="254927"/>
                        </a:lnTo>
                        <a:lnTo>
                          <a:pt x="1173772" y="282295"/>
                        </a:lnTo>
                        <a:lnTo>
                          <a:pt x="1160754" y="301764"/>
                        </a:lnTo>
                        <a:lnTo>
                          <a:pt x="1141844" y="313397"/>
                        </a:lnTo>
                        <a:lnTo>
                          <a:pt x="1119289" y="317271"/>
                        </a:lnTo>
                        <a:lnTo>
                          <a:pt x="1114552" y="317271"/>
                        </a:lnTo>
                        <a:lnTo>
                          <a:pt x="1109929" y="316814"/>
                        </a:lnTo>
                        <a:lnTo>
                          <a:pt x="1102334" y="315087"/>
                        </a:lnTo>
                        <a:lnTo>
                          <a:pt x="1099781" y="317411"/>
                        </a:lnTo>
                        <a:lnTo>
                          <a:pt x="1099781" y="380174"/>
                        </a:lnTo>
                        <a:lnTo>
                          <a:pt x="1100378" y="381812"/>
                        </a:lnTo>
                        <a:lnTo>
                          <a:pt x="1109002" y="383616"/>
                        </a:lnTo>
                        <a:lnTo>
                          <a:pt x="1116431" y="384695"/>
                        </a:lnTo>
                        <a:lnTo>
                          <a:pt x="1124254" y="385356"/>
                        </a:lnTo>
                        <a:lnTo>
                          <a:pt x="1132459" y="385572"/>
                        </a:lnTo>
                        <a:lnTo>
                          <a:pt x="1182624" y="375818"/>
                        </a:lnTo>
                        <a:lnTo>
                          <a:pt x="1221905" y="348627"/>
                        </a:lnTo>
                        <a:lnTo>
                          <a:pt x="1247508" y="307136"/>
                        </a:lnTo>
                        <a:lnTo>
                          <a:pt x="1256665" y="25449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  <p:sp>
                <p:nvSpPr>
                  <p:cNvPr id="41" name="bg object 23">
                    <a:extLst>
                      <a:ext uri="{FF2B5EF4-FFF2-40B4-BE49-F238E27FC236}">
                        <a16:creationId xmlns:a16="http://schemas.microsoft.com/office/drawing/2014/main" id="{8DB226C9-EF6F-A4C3-D074-21EFB9EA9390}"/>
                      </a:ext>
                    </a:extLst>
                  </p:cNvPr>
                  <p:cNvSpPr/>
                  <p:nvPr/>
                </p:nvSpPr>
                <p:spPr>
                  <a:xfrm>
                    <a:off x="9251727" y="6071297"/>
                    <a:ext cx="241935" cy="266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934" h="266700">
                        <a:moveTo>
                          <a:pt x="92158" y="266426"/>
                        </a:moveTo>
                        <a:lnTo>
                          <a:pt x="53212" y="260355"/>
                        </a:lnTo>
                        <a:lnTo>
                          <a:pt x="24260" y="243965"/>
                        </a:lnTo>
                        <a:lnTo>
                          <a:pt x="6217" y="219997"/>
                        </a:lnTo>
                        <a:lnTo>
                          <a:pt x="0" y="191188"/>
                        </a:lnTo>
                        <a:lnTo>
                          <a:pt x="6103" y="161062"/>
                        </a:lnTo>
                        <a:lnTo>
                          <a:pt x="22814" y="138229"/>
                        </a:lnTo>
                        <a:lnTo>
                          <a:pt x="47731" y="122687"/>
                        </a:lnTo>
                        <a:lnTo>
                          <a:pt x="78451" y="114434"/>
                        </a:lnTo>
                        <a:lnTo>
                          <a:pt x="140900" y="105237"/>
                        </a:lnTo>
                        <a:lnTo>
                          <a:pt x="149976" y="102872"/>
                        </a:lnTo>
                        <a:lnTo>
                          <a:pt x="155903" y="99022"/>
                        </a:lnTo>
                        <a:lnTo>
                          <a:pt x="159131" y="93930"/>
                        </a:lnTo>
                        <a:lnTo>
                          <a:pt x="160107" y="87840"/>
                        </a:lnTo>
                        <a:lnTo>
                          <a:pt x="158836" y="80176"/>
                        </a:lnTo>
                        <a:lnTo>
                          <a:pt x="155051" y="73273"/>
                        </a:lnTo>
                        <a:lnTo>
                          <a:pt x="148798" y="67488"/>
                        </a:lnTo>
                        <a:lnTo>
                          <a:pt x="140121" y="63175"/>
                        </a:lnTo>
                        <a:lnTo>
                          <a:pt x="138193" y="62511"/>
                        </a:lnTo>
                        <a:lnTo>
                          <a:pt x="136981" y="60663"/>
                        </a:lnTo>
                        <a:lnTo>
                          <a:pt x="136981" y="2304"/>
                        </a:lnTo>
                        <a:lnTo>
                          <a:pt x="139558" y="0"/>
                        </a:lnTo>
                        <a:lnTo>
                          <a:pt x="187239" y="11701"/>
                        </a:lnTo>
                        <a:lnTo>
                          <a:pt x="233885" y="63197"/>
                        </a:lnTo>
                        <a:lnTo>
                          <a:pt x="239100" y="97556"/>
                        </a:lnTo>
                        <a:lnTo>
                          <a:pt x="239100" y="150683"/>
                        </a:lnTo>
                        <a:lnTo>
                          <a:pt x="157335" y="150683"/>
                        </a:lnTo>
                        <a:lnTo>
                          <a:pt x="109935" y="157929"/>
                        </a:lnTo>
                        <a:lnTo>
                          <a:pt x="98068" y="160885"/>
                        </a:lnTo>
                        <a:lnTo>
                          <a:pt x="88596" y="166244"/>
                        </a:lnTo>
                        <a:lnTo>
                          <a:pt x="82323" y="174483"/>
                        </a:lnTo>
                        <a:lnTo>
                          <a:pt x="80053" y="186081"/>
                        </a:lnTo>
                        <a:lnTo>
                          <a:pt x="81821" y="195773"/>
                        </a:lnTo>
                        <a:lnTo>
                          <a:pt x="87391" y="204120"/>
                        </a:lnTo>
                        <a:lnTo>
                          <a:pt x="97163" y="209971"/>
                        </a:lnTo>
                        <a:lnTo>
                          <a:pt x="111538" y="212178"/>
                        </a:lnTo>
                        <a:lnTo>
                          <a:pt x="239100" y="212178"/>
                        </a:lnTo>
                        <a:lnTo>
                          <a:pt x="239100" y="221894"/>
                        </a:lnTo>
                        <a:lnTo>
                          <a:pt x="239328" y="232106"/>
                        </a:lnTo>
                        <a:lnTo>
                          <a:pt x="239829" y="240039"/>
                        </a:lnTo>
                        <a:lnTo>
                          <a:pt x="161211" y="240039"/>
                        </a:lnTo>
                        <a:lnTo>
                          <a:pt x="158180" y="243215"/>
                        </a:lnTo>
                        <a:lnTo>
                          <a:pt x="145723" y="253376"/>
                        </a:lnTo>
                        <a:lnTo>
                          <a:pt x="130536" y="260629"/>
                        </a:lnTo>
                        <a:lnTo>
                          <a:pt x="112665" y="264977"/>
                        </a:lnTo>
                        <a:lnTo>
                          <a:pt x="92158" y="266426"/>
                        </a:lnTo>
                        <a:close/>
                      </a:path>
                      <a:path w="241934" h="266700">
                        <a:moveTo>
                          <a:pt x="239100" y="212178"/>
                        </a:moveTo>
                        <a:lnTo>
                          <a:pt x="111538" y="212178"/>
                        </a:lnTo>
                        <a:lnTo>
                          <a:pt x="129258" y="209804"/>
                        </a:lnTo>
                        <a:lnTo>
                          <a:pt x="144828" y="201626"/>
                        </a:lnTo>
                        <a:lnTo>
                          <a:pt x="155895" y="186059"/>
                        </a:lnTo>
                        <a:lnTo>
                          <a:pt x="160107" y="161521"/>
                        </a:lnTo>
                        <a:lnTo>
                          <a:pt x="160107" y="152967"/>
                        </a:lnTo>
                        <a:lnTo>
                          <a:pt x="157335" y="150683"/>
                        </a:lnTo>
                        <a:lnTo>
                          <a:pt x="239100" y="150683"/>
                        </a:lnTo>
                        <a:lnTo>
                          <a:pt x="239100" y="212178"/>
                        </a:lnTo>
                        <a:close/>
                      </a:path>
                      <a:path w="241934" h="266700">
                        <a:moveTo>
                          <a:pt x="239468" y="260572"/>
                        </a:moveTo>
                        <a:lnTo>
                          <a:pt x="170869" y="260572"/>
                        </a:lnTo>
                        <a:lnTo>
                          <a:pt x="168747" y="259637"/>
                        </a:lnTo>
                        <a:lnTo>
                          <a:pt x="167881" y="254738"/>
                        </a:lnTo>
                        <a:lnTo>
                          <a:pt x="167361" y="251021"/>
                        </a:lnTo>
                        <a:lnTo>
                          <a:pt x="166668" y="241804"/>
                        </a:lnTo>
                        <a:lnTo>
                          <a:pt x="161211" y="240039"/>
                        </a:lnTo>
                        <a:lnTo>
                          <a:pt x="239829" y="240039"/>
                        </a:lnTo>
                        <a:lnTo>
                          <a:pt x="239904" y="241214"/>
                        </a:lnTo>
                        <a:lnTo>
                          <a:pt x="240662" y="248972"/>
                        </a:lnTo>
                        <a:lnTo>
                          <a:pt x="241438" y="255132"/>
                        </a:lnTo>
                        <a:lnTo>
                          <a:pt x="241828" y="258039"/>
                        </a:lnTo>
                        <a:lnTo>
                          <a:pt x="239468" y="26057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</p:grpSp>
          </p:grpSp>
        </p:grpSp>
      </p:grpSp>
      <p:sp>
        <p:nvSpPr>
          <p:cNvPr id="50" name="Titre 49">
            <a:extLst>
              <a:ext uri="{FF2B5EF4-FFF2-40B4-BE49-F238E27FC236}">
                <a16:creationId xmlns:a16="http://schemas.microsoft.com/office/drawing/2014/main" id="{7DC3E727-FA4B-0556-5D89-64BE6ADFC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76800" y="1828800"/>
            <a:ext cx="4876800" cy="2438400"/>
          </a:xfrm>
          <a:prstGeom prst="rect">
            <a:avLst/>
          </a:prstGeom>
        </p:spPr>
        <p:txBody>
          <a:bodyPr/>
          <a:lstStyle>
            <a:lvl1pPr>
              <a:defRPr sz="4400" b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marL="12700" marR="5080">
              <a:lnSpc>
                <a:spcPts val="3790"/>
              </a:lnSpc>
              <a:spcBef>
                <a:spcPts val="860"/>
              </a:spcBef>
            </a:pPr>
            <a:r>
              <a:rPr lang="fr-FR">
                <a:solidFill>
                  <a:srgbClr val="FFFFFF"/>
                </a:solidFill>
                <a:latin typeface="Aptos Black"/>
                <a:cs typeface="Aptos Black"/>
              </a:rPr>
              <a:t>Titre</a:t>
            </a:r>
            <a:r>
              <a:rPr lang="fr-FR" spc="-9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br>
              <a:rPr lang="fr-FR" spc="-90">
                <a:solidFill>
                  <a:srgbClr val="FFFFFF"/>
                </a:solidFill>
                <a:latin typeface="Aptos Black"/>
                <a:cs typeface="Aptos Black"/>
              </a:rPr>
            </a:br>
            <a:r>
              <a:rPr lang="fr-FR" spc="-25">
                <a:solidFill>
                  <a:srgbClr val="FFFFFF"/>
                </a:solidFill>
                <a:latin typeface="Aptos Black"/>
                <a:cs typeface="Aptos Black"/>
              </a:rPr>
              <a:t>du </a:t>
            </a:r>
            <a:r>
              <a:rPr lang="fr-FR" spc="-20">
                <a:solidFill>
                  <a:srgbClr val="FFFFFF"/>
                </a:solidFill>
                <a:latin typeface="Aptos Black"/>
                <a:cs typeface="Aptos Black"/>
              </a:rPr>
              <a:t>document </a:t>
            </a:r>
            <a:br>
              <a:rPr lang="fr-FR" spc="-20">
                <a:solidFill>
                  <a:srgbClr val="FFFFFF"/>
                </a:solidFill>
                <a:latin typeface="Aptos Black"/>
                <a:cs typeface="Aptos Black"/>
              </a:rPr>
            </a:br>
            <a:r>
              <a:rPr lang="fr-FR" spc="-20">
                <a:solidFill>
                  <a:srgbClr val="FFFFFF"/>
                </a:solidFill>
                <a:latin typeface="Aptos"/>
                <a:cs typeface="Aptos"/>
              </a:rPr>
              <a:t>2025</a:t>
            </a:r>
            <a:endParaRPr lang="fr-FR">
              <a:latin typeface="Aptos"/>
              <a:cs typeface="Aptos"/>
            </a:endParaRPr>
          </a:p>
        </p:txBody>
      </p:sp>
      <p:sp>
        <p:nvSpPr>
          <p:cNvPr id="52" name="Espace réservé du texte 51">
            <a:extLst>
              <a:ext uri="{FF2B5EF4-FFF2-40B4-BE49-F238E27FC236}">
                <a16:creationId xmlns:a16="http://schemas.microsoft.com/office/drawing/2014/main" id="{C7388EFC-32F3-1D4F-4F88-5E1CD7015B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76800" y="4114800"/>
            <a:ext cx="4800600" cy="13716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5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85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85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85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85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269640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182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5AAF0816-1F25-DBF1-9B03-18C8FAC54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438400"/>
            <a:ext cx="6705600" cy="2133600"/>
          </a:xfrm>
          <a:prstGeom prst="rect">
            <a:avLst/>
          </a:prstGeom>
        </p:spPr>
        <p:txBody>
          <a:bodyPr anchor="ctr"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FAB431D0-E552-0E26-EEEF-ED60E666BC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8069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182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logo, symbole, Graphique, conception&#10;&#10;Description générée automatiquement">
            <a:extLst>
              <a:ext uri="{FF2B5EF4-FFF2-40B4-BE49-F238E27FC236}">
                <a16:creationId xmlns:a16="http://schemas.microsoft.com/office/drawing/2014/main" id="{02204580-2292-3F25-878B-BCC60D92AD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527300"/>
            <a:ext cx="1803400" cy="18034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5AAF0816-1F25-DBF1-9B03-18C8FAC54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438400"/>
            <a:ext cx="6705600" cy="2133600"/>
          </a:xfrm>
          <a:prstGeom prst="rect">
            <a:avLst/>
          </a:prstGeom>
        </p:spPr>
        <p:txBody>
          <a:bodyPr anchor="ctr"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FAB431D0-E552-0E26-EEEF-ED60E666BC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607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182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 descr="Une image contenant logo, symbole, Graphique, silhouette&#10;&#10;Description générée automatiquement">
            <a:extLst>
              <a:ext uri="{FF2B5EF4-FFF2-40B4-BE49-F238E27FC236}">
                <a16:creationId xmlns:a16="http://schemas.microsoft.com/office/drawing/2014/main" id="{7379681A-ABE8-D101-BEBE-A41CEA49D4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527300"/>
            <a:ext cx="1803400" cy="18034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32E1B05-E0F5-3FFC-0510-C407B48A2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438400"/>
            <a:ext cx="6705600" cy="2133600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5554858-8A21-7FF9-F348-764C94209F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9376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7379681A-ABE8-D101-BEBE-A41CEA49D4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47800" y="2527300"/>
            <a:ext cx="1803400" cy="18034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EEDDFC5-234D-AC40-569C-C98067FF2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438400"/>
            <a:ext cx="6705600" cy="2133600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C34F7A-B9F3-4DFD-975E-142B24753A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4182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7379681A-ABE8-D101-BEBE-A41CEA49D4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47800" y="2527300"/>
            <a:ext cx="1803400" cy="18034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9B9F9FF8-DAB1-C55B-373F-A850628A9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438400"/>
            <a:ext cx="6705600" cy="2133600"/>
          </a:xfrm>
          <a:prstGeom prst="rect">
            <a:avLst/>
          </a:prstGeom>
        </p:spPr>
        <p:txBody>
          <a:bodyPr anchor="ctr"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8040D9C-16A8-6088-F578-0D72852E15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7657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9F9FF8-DAB1-C55B-373F-A850628A9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438400"/>
            <a:ext cx="6705600" cy="2133600"/>
          </a:xfrm>
          <a:prstGeom prst="rect">
            <a:avLst/>
          </a:prstGeom>
        </p:spPr>
        <p:txBody>
          <a:bodyPr anchor="ctr"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8040D9C-16A8-6088-F578-0D72852E15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6" name="Image 5" descr="Une image contenant symbole, Graphique, cercle, conception&#10;&#10;Description générée automatiquement">
            <a:extLst>
              <a:ext uri="{FF2B5EF4-FFF2-40B4-BE49-F238E27FC236}">
                <a16:creationId xmlns:a16="http://schemas.microsoft.com/office/drawing/2014/main" id="{015054F9-36CD-572E-2082-6DB2AAB5E3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354" y="2527300"/>
            <a:ext cx="1803493" cy="180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863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9F9FF8-DAB1-C55B-373F-A850628A9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438400"/>
            <a:ext cx="6705600" cy="2133600"/>
          </a:xfrm>
          <a:prstGeom prst="rect">
            <a:avLst/>
          </a:prstGeom>
        </p:spPr>
        <p:txBody>
          <a:bodyPr anchor="ctr"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8040D9C-16A8-6088-F578-0D72852E15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6" name="Image 5" descr="Une image contenant symbole, clipart, Graphique, silhouette&#10;&#10;Description générée automatiquement">
            <a:extLst>
              <a:ext uri="{FF2B5EF4-FFF2-40B4-BE49-F238E27FC236}">
                <a16:creationId xmlns:a16="http://schemas.microsoft.com/office/drawing/2014/main" id="{6692991A-7277-9979-A3A0-704856767B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707" y="2527253"/>
            <a:ext cx="1803493" cy="180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280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9F9FF8-DAB1-C55B-373F-A850628A9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438400"/>
            <a:ext cx="6705600" cy="2133600"/>
          </a:xfrm>
          <a:prstGeom prst="rect">
            <a:avLst/>
          </a:prstGeom>
        </p:spPr>
        <p:txBody>
          <a:bodyPr anchor="ctr"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8040D9C-16A8-6088-F578-0D72852E15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6" name="Image 5" descr="Une image contenant symbole, Graphique, Police, conception&#10;&#10;Description générée automatiquement">
            <a:extLst>
              <a:ext uri="{FF2B5EF4-FFF2-40B4-BE49-F238E27FC236}">
                <a16:creationId xmlns:a16="http://schemas.microsoft.com/office/drawing/2014/main" id="{CF1C70AE-D2AF-C415-38EB-F96350955E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707" y="2527207"/>
            <a:ext cx="1803493" cy="180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075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9F9FF8-DAB1-C55B-373F-A850628A9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438400"/>
            <a:ext cx="6705600" cy="2133600"/>
          </a:xfrm>
          <a:prstGeom prst="rect">
            <a:avLst/>
          </a:prstGeom>
        </p:spPr>
        <p:txBody>
          <a:bodyPr anchor="ctr"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8040D9C-16A8-6088-F578-0D72852E15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6" name="Image 5" descr="Une image contenant cercle, symbole, Graphique, créativité&#10;&#10;Description générée automatiquement">
            <a:extLst>
              <a:ext uri="{FF2B5EF4-FFF2-40B4-BE49-F238E27FC236}">
                <a16:creationId xmlns:a16="http://schemas.microsoft.com/office/drawing/2014/main" id="{4B5E5E93-2751-B592-FE6C-B1DE046A99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707" y="2527207"/>
            <a:ext cx="1803493" cy="180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074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9F9FF8-DAB1-C55B-373F-A850628A9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438400"/>
            <a:ext cx="6705600" cy="2133600"/>
          </a:xfrm>
          <a:prstGeom prst="rect">
            <a:avLst/>
          </a:prstGeom>
        </p:spPr>
        <p:txBody>
          <a:bodyPr anchor="ctr"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8040D9C-16A8-6088-F578-0D72852E15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6" name="Image 5" descr="Une image contenant clipart, symbole, Graphique&#10;&#10;Description générée automatiquement">
            <a:extLst>
              <a:ext uri="{FF2B5EF4-FFF2-40B4-BE49-F238E27FC236}">
                <a16:creationId xmlns:a16="http://schemas.microsoft.com/office/drawing/2014/main" id="{3500B509-E2E1-E54F-AAFD-E83AF621F9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707" y="2527207"/>
            <a:ext cx="1803493" cy="180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167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older 2">
            <a:extLst>
              <a:ext uri="{FF2B5EF4-FFF2-40B4-BE49-F238E27FC236}">
                <a16:creationId xmlns:a16="http://schemas.microsoft.com/office/drawing/2014/main" id="{B52B347F-B9BC-596C-A7B1-A50816479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84247"/>
            <a:ext cx="7086602" cy="360680"/>
          </a:xfrm>
          <a:prstGeom prst="rect">
            <a:avLst/>
          </a:prstGeom>
        </p:spPr>
        <p:txBody>
          <a:bodyPr lIns="0" tIns="0" rIns="0" bIns="0"/>
          <a:lstStyle>
            <a:lvl1pPr>
              <a:defRPr sz="2200" b="1" i="0">
                <a:solidFill>
                  <a:srgbClr val="58595B"/>
                </a:solidFill>
                <a:latin typeface="Aptos"/>
                <a:cs typeface="Aptos"/>
              </a:defRPr>
            </a:lvl1pPr>
          </a:lstStyle>
          <a:p>
            <a:endParaRPr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76F4831-E34D-C85D-98A4-02B37F5D4E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0998" y="1219200"/>
            <a:ext cx="4114801" cy="1143000"/>
          </a:xfrm>
          <a:prstGeom prst="rect">
            <a:avLst/>
          </a:prstGeom>
        </p:spPr>
        <p:txBody>
          <a:bodyPr/>
          <a:lstStyle>
            <a:lvl1pPr>
              <a:defRPr sz="1550" b="1">
                <a:solidFill>
                  <a:schemeClr val="accent2"/>
                </a:solidFill>
              </a:defRPr>
            </a:lvl1pPr>
            <a:lvl2pPr>
              <a:defRPr sz="1550" b="1">
                <a:solidFill>
                  <a:schemeClr val="accent1"/>
                </a:solidFill>
              </a:defRPr>
            </a:lvl2pPr>
            <a:lvl3pPr algn="l">
              <a:defRPr sz="1550" b="0">
                <a:solidFill>
                  <a:schemeClr val="accent1"/>
                </a:solidFill>
              </a:defRPr>
            </a:lvl3pPr>
            <a:lvl4pPr>
              <a:defRPr sz="1550" b="1">
                <a:solidFill>
                  <a:schemeClr val="accent1"/>
                </a:solidFill>
              </a:defRPr>
            </a:lvl4pPr>
            <a:lvl5pPr>
              <a:defRPr sz="1550" b="1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  <p:sp>
        <p:nvSpPr>
          <p:cNvPr id="9" name="Holder 3">
            <a:extLst>
              <a:ext uri="{FF2B5EF4-FFF2-40B4-BE49-F238E27FC236}">
                <a16:creationId xmlns:a16="http://schemas.microsoft.com/office/drawing/2014/main" id="{CD35EB82-4B50-6784-4EBE-D27670AB5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2514600"/>
            <a:ext cx="4093845" cy="1600200"/>
          </a:xfrm>
          <a:prstGeom prst="rect">
            <a:avLst/>
          </a:prstGeom>
        </p:spPr>
        <p:txBody>
          <a:bodyPr lIns="0" tIns="0" rIns="0" bIns="0"/>
          <a:lstStyle>
            <a:lvl1pPr>
              <a:defRPr sz="1350" b="0" i="0">
                <a:solidFill>
                  <a:schemeClr val="tx1"/>
                </a:solidFill>
                <a:latin typeface="Aptos"/>
                <a:cs typeface="Aptos"/>
              </a:defRPr>
            </a:lvl1pPr>
          </a:lstStyle>
          <a:p>
            <a:endParaRPr/>
          </a:p>
        </p:txBody>
      </p:sp>
      <p:sp>
        <p:nvSpPr>
          <p:cNvPr id="5" name="Espace réservé du tableau 4">
            <a:extLst>
              <a:ext uri="{FF2B5EF4-FFF2-40B4-BE49-F238E27FC236}">
                <a16:creationId xmlns:a16="http://schemas.microsoft.com/office/drawing/2014/main" id="{AEECF47D-EF2A-3470-DA67-76994AB2F0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80998" y="4248993"/>
            <a:ext cx="4093845" cy="129540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6" name="Espace réservé pour une image  15">
            <a:extLst>
              <a:ext uri="{FF2B5EF4-FFF2-40B4-BE49-F238E27FC236}">
                <a16:creationId xmlns:a16="http://schemas.microsoft.com/office/drawing/2014/main" id="{C44A7C19-126E-4771-543A-6780F270718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53000" y="1285875"/>
            <a:ext cx="4572000" cy="48863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27" name="Espace réservé du numéro de diapositive 5">
            <a:extLst>
              <a:ext uri="{FF2B5EF4-FFF2-40B4-BE49-F238E27FC236}">
                <a16:creationId xmlns:a16="http://schemas.microsoft.com/office/drawing/2014/main" id="{8C6F790D-415D-384C-9EF8-1D720EF29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67600" y="640080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2519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>
          <p15:clr>
            <a:srgbClr val="FBAE40"/>
          </p15:clr>
        </p15:guide>
        <p15:guide id="2" pos="6000">
          <p15:clr>
            <a:srgbClr val="FBAE40"/>
          </p15:clr>
        </p15:guide>
        <p15:guide id="3" orient="horz" pos="810">
          <p15:clr>
            <a:srgbClr val="FBAE40"/>
          </p15:clr>
        </p15:guide>
        <p15:guide id="4" pos="31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older 2">
            <a:extLst>
              <a:ext uri="{FF2B5EF4-FFF2-40B4-BE49-F238E27FC236}">
                <a16:creationId xmlns:a16="http://schemas.microsoft.com/office/drawing/2014/main" id="{B52B347F-B9BC-596C-A7B1-A50816479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97" y="384247"/>
            <a:ext cx="7066303" cy="360680"/>
          </a:xfrm>
          <a:prstGeom prst="rect">
            <a:avLst/>
          </a:prstGeom>
        </p:spPr>
        <p:txBody>
          <a:bodyPr lIns="0" tIns="0" rIns="0" bIns="0"/>
          <a:lstStyle>
            <a:lvl1pPr>
              <a:defRPr sz="2200" b="1" i="0">
                <a:solidFill>
                  <a:srgbClr val="58595B"/>
                </a:solidFill>
                <a:latin typeface="Aptos"/>
                <a:cs typeface="Aptos"/>
              </a:defRPr>
            </a:lvl1pPr>
          </a:lstStyle>
          <a:p>
            <a:endParaRPr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76F4831-E34D-C85D-98A4-02B37F5D4E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1298" y="1219200"/>
            <a:ext cx="4551702" cy="1143000"/>
          </a:xfrm>
          <a:prstGeom prst="rect">
            <a:avLst/>
          </a:prstGeom>
        </p:spPr>
        <p:txBody>
          <a:bodyPr/>
          <a:lstStyle>
            <a:lvl1pPr>
              <a:defRPr sz="1550" b="1">
                <a:solidFill>
                  <a:schemeClr val="accent2"/>
                </a:solidFill>
              </a:defRPr>
            </a:lvl1pPr>
            <a:lvl2pPr>
              <a:defRPr sz="1550" b="1">
                <a:solidFill>
                  <a:schemeClr val="accent1"/>
                </a:solidFill>
              </a:defRPr>
            </a:lvl2pPr>
            <a:lvl3pPr algn="l">
              <a:defRPr sz="1550" b="0">
                <a:solidFill>
                  <a:schemeClr val="accent1"/>
                </a:solidFill>
              </a:defRPr>
            </a:lvl3pPr>
            <a:lvl4pPr>
              <a:defRPr sz="1550" b="1">
                <a:solidFill>
                  <a:schemeClr val="accent1"/>
                </a:solidFill>
              </a:defRPr>
            </a:lvl4pPr>
            <a:lvl5pPr>
              <a:defRPr sz="1550" b="1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  <p:sp>
        <p:nvSpPr>
          <p:cNvPr id="9" name="Holder 3">
            <a:extLst>
              <a:ext uri="{FF2B5EF4-FFF2-40B4-BE49-F238E27FC236}">
                <a16:creationId xmlns:a16="http://schemas.microsoft.com/office/drawing/2014/main" id="{CD35EB82-4B50-6784-4EBE-D27670AB5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1296" y="2514600"/>
            <a:ext cx="4551703" cy="3136900"/>
          </a:xfrm>
          <a:prstGeom prst="rect">
            <a:avLst/>
          </a:prstGeom>
        </p:spPr>
        <p:txBody>
          <a:bodyPr lIns="0" tIns="0" rIns="0" bIns="0"/>
          <a:lstStyle>
            <a:lvl1pPr>
              <a:defRPr sz="1350" b="0" i="0">
                <a:solidFill>
                  <a:schemeClr val="tx1"/>
                </a:solidFill>
                <a:latin typeface="Aptos"/>
                <a:cs typeface="Aptos"/>
              </a:defRPr>
            </a:lvl1pPr>
          </a:lstStyle>
          <a:p>
            <a:endParaRPr dirty="0"/>
          </a:p>
        </p:txBody>
      </p:sp>
      <p:sp>
        <p:nvSpPr>
          <p:cNvPr id="17" name="Holder 3">
            <a:extLst>
              <a:ext uri="{FF2B5EF4-FFF2-40B4-BE49-F238E27FC236}">
                <a16:creationId xmlns:a16="http://schemas.microsoft.com/office/drawing/2014/main" id="{42DE9D49-335F-15AD-BE6A-337452D9096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440017" y="2514600"/>
            <a:ext cx="4093845" cy="3136900"/>
          </a:xfrm>
          <a:prstGeom prst="rect">
            <a:avLst/>
          </a:prstGeom>
        </p:spPr>
        <p:txBody>
          <a:bodyPr lIns="0" tIns="0" rIns="0" bIns="0"/>
          <a:lstStyle>
            <a:lvl1pPr marL="285750" indent="-285750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Aptos"/>
                <a:cs typeface="Aptos"/>
              </a:defRPr>
            </a:lvl1pPr>
          </a:lstStyle>
          <a:p>
            <a:endParaRPr/>
          </a:p>
        </p:txBody>
      </p:sp>
      <p:sp>
        <p:nvSpPr>
          <p:cNvPr id="18" name="Espace réservé du texte 5">
            <a:extLst>
              <a:ext uri="{FF2B5EF4-FFF2-40B4-BE49-F238E27FC236}">
                <a16:creationId xmlns:a16="http://schemas.microsoft.com/office/drawing/2014/main" id="{61DB0D47-B2AF-B40E-7AFD-23CDD19BB7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3574" y="1219200"/>
            <a:ext cx="4121426" cy="1143000"/>
          </a:xfrm>
          <a:prstGeom prst="rect">
            <a:avLst/>
          </a:prstGeom>
        </p:spPr>
        <p:txBody>
          <a:bodyPr/>
          <a:lstStyle>
            <a:lvl1pPr>
              <a:defRPr sz="1550" b="1">
                <a:solidFill>
                  <a:schemeClr val="accent2"/>
                </a:solidFill>
              </a:defRPr>
            </a:lvl1pPr>
            <a:lvl2pPr>
              <a:defRPr sz="1550" b="1">
                <a:solidFill>
                  <a:schemeClr val="accent1"/>
                </a:solidFill>
              </a:defRPr>
            </a:lvl2pPr>
            <a:lvl3pPr algn="l">
              <a:defRPr sz="1550" b="0">
                <a:solidFill>
                  <a:schemeClr val="accent1"/>
                </a:solidFill>
              </a:defRPr>
            </a:lvl3pPr>
            <a:lvl4pPr>
              <a:defRPr sz="1550" b="1">
                <a:solidFill>
                  <a:schemeClr val="accent1"/>
                </a:solidFill>
              </a:defRPr>
            </a:lvl4pPr>
            <a:lvl5pPr>
              <a:defRPr sz="1550" b="1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23" name="Espace réservé du numéro de diapositive 5">
            <a:extLst>
              <a:ext uri="{FF2B5EF4-FFF2-40B4-BE49-F238E27FC236}">
                <a16:creationId xmlns:a16="http://schemas.microsoft.com/office/drawing/2014/main" id="{9776B403-AEEB-72C7-D257-6403B9F2C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67600" y="640080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76817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>
          <p15:clr>
            <a:srgbClr val="FBAE40"/>
          </p15:clr>
        </p15:guide>
        <p15:guide id="2" pos="6000">
          <p15:clr>
            <a:srgbClr val="FBAE40"/>
          </p15:clr>
        </p15:guide>
        <p15:guide id="3" orient="horz" pos="810">
          <p15:clr>
            <a:srgbClr val="FBAE40"/>
          </p15:clr>
        </p15:guide>
        <p15:guide id="4" pos="31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older 2">
            <a:extLst>
              <a:ext uri="{FF2B5EF4-FFF2-40B4-BE49-F238E27FC236}">
                <a16:creationId xmlns:a16="http://schemas.microsoft.com/office/drawing/2014/main" id="{B52B347F-B9BC-596C-A7B1-A50816479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99" y="384247"/>
            <a:ext cx="7066301" cy="360680"/>
          </a:xfrm>
          <a:prstGeom prst="rect">
            <a:avLst/>
          </a:prstGeom>
        </p:spPr>
        <p:txBody>
          <a:bodyPr lIns="0" tIns="0" rIns="0" bIns="0"/>
          <a:lstStyle>
            <a:lvl1pPr>
              <a:defRPr sz="2200" b="1" i="0">
                <a:solidFill>
                  <a:srgbClr val="58595B"/>
                </a:solidFill>
                <a:latin typeface="Aptos"/>
                <a:cs typeface="Aptos"/>
              </a:defRPr>
            </a:lvl1pPr>
          </a:lstStyle>
          <a:p>
            <a:endParaRPr/>
          </a:p>
        </p:txBody>
      </p: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91420234-21C2-317B-A9A0-A6593C689630}"/>
              </a:ext>
            </a:extLst>
          </p:cNvPr>
          <p:cNvGrpSpPr/>
          <p:nvPr userDrawn="1"/>
        </p:nvGrpSpPr>
        <p:grpSpPr>
          <a:xfrm>
            <a:off x="-4953000" y="1838429"/>
            <a:ext cx="3980873" cy="2835171"/>
            <a:chOff x="645397" y="1838429"/>
            <a:chExt cx="3980873" cy="2835171"/>
          </a:xfrm>
        </p:grpSpPr>
        <p:sp>
          <p:nvSpPr>
            <p:cNvPr id="3" name="object 6">
              <a:extLst>
                <a:ext uri="{FF2B5EF4-FFF2-40B4-BE49-F238E27FC236}">
                  <a16:creationId xmlns:a16="http://schemas.microsoft.com/office/drawing/2014/main" id="{0A984DE3-7930-D44B-DA4D-8A9F828DE89E}"/>
                </a:ext>
              </a:extLst>
            </p:cNvPr>
            <p:cNvSpPr txBox="1"/>
            <p:nvPr userDrawn="1"/>
          </p:nvSpPr>
          <p:spPr>
            <a:xfrm>
              <a:off x="810207" y="3667783"/>
              <a:ext cx="1372870" cy="381000"/>
            </a:xfrm>
            <a:prstGeom prst="rect">
              <a:avLst/>
            </a:prstGeom>
          </p:spPr>
          <p:txBody>
            <a:bodyPr vert="horz" wrap="square" lIns="0" tIns="26670" rIns="0" bIns="0" rtlCol="0">
              <a:spAutoFit/>
            </a:bodyPr>
            <a:lstStyle/>
            <a:p>
              <a:pPr marL="12700" marR="5080" indent="10160">
                <a:lnSpc>
                  <a:spcPts val="1360"/>
                </a:lnSpc>
                <a:spcBef>
                  <a:spcPts val="210"/>
                </a:spcBef>
              </a:pPr>
              <a:r>
                <a:rPr sz="1200" spc="-10">
                  <a:latin typeface="Aptos Light"/>
                  <a:cs typeface="Aptos Light"/>
                </a:rPr>
                <a:t>Corectorunt</a:t>
              </a:r>
              <a:r>
                <a:rPr sz="1200" spc="25">
                  <a:latin typeface="Aptos Light"/>
                  <a:cs typeface="Aptos Light"/>
                </a:rPr>
                <a:t> </a:t>
              </a:r>
              <a:r>
                <a:rPr sz="1200" spc="-20">
                  <a:latin typeface="Aptos Light"/>
                  <a:cs typeface="Aptos Light"/>
                </a:rPr>
                <a:t>etur </a:t>
              </a:r>
              <a:r>
                <a:rPr sz="1200" spc="-10">
                  <a:latin typeface="Aptos Light"/>
                  <a:cs typeface="Aptos Light"/>
                </a:rPr>
                <a:t>Vendi</a:t>
              </a:r>
              <a:r>
                <a:rPr sz="1200" spc="-50">
                  <a:latin typeface="Aptos Light"/>
                  <a:cs typeface="Aptos Light"/>
                </a:rPr>
                <a:t> </a:t>
              </a:r>
              <a:r>
                <a:rPr sz="1200">
                  <a:latin typeface="Aptos Light"/>
                  <a:cs typeface="Aptos Light"/>
                </a:rPr>
                <a:t>reped</a:t>
              </a:r>
              <a:r>
                <a:rPr sz="1200" spc="-45">
                  <a:latin typeface="Aptos Light"/>
                  <a:cs typeface="Aptos Light"/>
                </a:rPr>
                <a:t> </a:t>
              </a:r>
              <a:r>
                <a:rPr sz="1200">
                  <a:latin typeface="Aptos Light"/>
                  <a:cs typeface="Aptos Light"/>
                </a:rPr>
                <a:t>qui</a:t>
              </a:r>
              <a:r>
                <a:rPr sz="1200" spc="-45">
                  <a:latin typeface="Aptos Light"/>
                  <a:cs typeface="Aptos Light"/>
                </a:rPr>
                <a:t> </a:t>
              </a:r>
              <a:r>
                <a:rPr sz="1200" spc="-20">
                  <a:latin typeface="Aptos Light"/>
                  <a:cs typeface="Aptos Light"/>
                </a:rPr>
                <a:t>omni</a:t>
              </a:r>
              <a:endParaRPr sz="1200">
                <a:latin typeface="Aptos Light"/>
                <a:cs typeface="Aptos Light"/>
              </a:endParaRPr>
            </a:p>
          </p:txBody>
        </p:sp>
        <p:sp>
          <p:nvSpPr>
            <p:cNvPr id="4" name="object 7">
              <a:extLst>
                <a:ext uri="{FF2B5EF4-FFF2-40B4-BE49-F238E27FC236}">
                  <a16:creationId xmlns:a16="http://schemas.microsoft.com/office/drawing/2014/main" id="{32D48390-FDBF-8B40-757E-FB850395629A}"/>
                </a:ext>
              </a:extLst>
            </p:cNvPr>
            <p:cNvSpPr/>
            <p:nvPr userDrawn="1"/>
          </p:nvSpPr>
          <p:spPr>
            <a:xfrm>
              <a:off x="727176" y="3940809"/>
              <a:ext cx="65405" cy="65405"/>
            </a:xfrm>
            <a:custGeom>
              <a:avLst/>
              <a:gdLst/>
              <a:ahLst/>
              <a:cxnLst/>
              <a:rect l="l" t="t" r="r" b="b"/>
              <a:pathLst>
                <a:path w="65404" h="65404">
                  <a:moveTo>
                    <a:pt x="64795" y="0"/>
                  </a:moveTo>
                  <a:lnTo>
                    <a:pt x="0" y="0"/>
                  </a:lnTo>
                  <a:lnTo>
                    <a:pt x="0" y="64795"/>
                  </a:lnTo>
                  <a:lnTo>
                    <a:pt x="64795" y="64795"/>
                  </a:lnTo>
                  <a:lnTo>
                    <a:pt x="64795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8">
              <a:extLst>
                <a:ext uri="{FF2B5EF4-FFF2-40B4-BE49-F238E27FC236}">
                  <a16:creationId xmlns:a16="http://schemas.microsoft.com/office/drawing/2014/main" id="{D65AD998-D5A5-3F05-61DE-E7BC06B4259D}"/>
                </a:ext>
              </a:extLst>
            </p:cNvPr>
            <p:cNvSpPr/>
            <p:nvPr userDrawn="1"/>
          </p:nvSpPr>
          <p:spPr>
            <a:xfrm>
              <a:off x="3083496" y="3744595"/>
              <a:ext cx="65405" cy="65405"/>
            </a:xfrm>
            <a:custGeom>
              <a:avLst/>
              <a:gdLst/>
              <a:ahLst/>
              <a:cxnLst/>
              <a:rect l="l" t="t" r="r" b="b"/>
              <a:pathLst>
                <a:path w="65405" h="65404">
                  <a:moveTo>
                    <a:pt x="64795" y="0"/>
                  </a:moveTo>
                  <a:lnTo>
                    <a:pt x="0" y="0"/>
                  </a:lnTo>
                  <a:lnTo>
                    <a:pt x="0" y="64795"/>
                  </a:lnTo>
                  <a:lnTo>
                    <a:pt x="64795" y="64795"/>
                  </a:lnTo>
                  <a:lnTo>
                    <a:pt x="64795" y="0"/>
                  </a:lnTo>
                  <a:close/>
                </a:path>
              </a:pathLst>
            </a:custGeom>
            <a:solidFill>
              <a:srgbClr val="29A4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9">
              <a:extLst>
                <a:ext uri="{FF2B5EF4-FFF2-40B4-BE49-F238E27FC236}">
                  <a16:creationId xmlns:a16="http://schemas.microsoft.com/office/drawing/2014/main" id="{5B5B4420-E7EE-2DA8-FE47-049F89D7170E}"/>
                </a:ext>
              </a:extLst>
            </p:cNvPr>
            <p:cNvSpPr txBox="1"/>
            <p:nvPr userDrawn="1"/>
          </p:nvSpPr>
          <p:spPr>
            <a:xfrm>
              <a:off x="3166536" y="3657600"/>
              <a:ext cx="1372870" cy="616836"/>
            </a:xfrm>
            <a:prstGeom prst="rect">
              <a:avLst/>
            </a:prstGeom>
          </p:spPr>
          <p:txBody>
            <a:bodyPr vert="horz" wrap="square" lIns="0" tIns="26670" rIns="0" bIns="0" rtlCol="0">
              <a:spAutoFit/>
            </a:bodyPr>
            <a:lstStyle/>
            <a:p>
              <a:pPr marL="12700" marR="5080" algn="l">
                <a:lnSpc>
                  <a:spcPts val="1360"/>
                </a:lnSpc>
                <a:spcBef>
                  <a:spcPts val="210"/>
                </a:spcBef>
              </a:pPr>
              <a:r>
                <a:rPr lang="fr-FR" sz="1200" spc="-10">
                  <a:latin typeface="Aptos Light"/>
                  <a:cs typeface="Aptos Light"/>
                </a:rPr>
                <a:t>R</a:t>
              </a:r>
              <a:r>
                <a:rPr lang="fr-FR" sz="1200">
                  <a:latin typeface="Aptos Light"/>
                  <a:cs typeface="Aptos Light"/>
                </a:rPr>
                <a:t>ui</a:t>
              </a:r>
              <a:r>
                <a:rPr lang="fr-FR" sz="1200" spc="-45">
                  <a:latin typeface="Aptos Light"/>
                  <a:cs typeface="Aptos Light"/>
                </a:rPr>
                <a:t> </a:t>
              </a:r>
              <a:r>
                <a:rPr lang="fr-FR" sz="1200" spc="-20">
                  <a:latin typeface="Aptos Light"/>
                  <a:cs typeface="Aptos Light"/>
                </a:rPr>
                <a:t>omni </a:t>
              </a:r>
            </a:p>
            <a:p>
              <a:pPr marL="12700" marR="5080" algn="l">
                <a:lnSpc>
                  <a:spcPts val="1360"/>
                </a:lnSpc>
                <a:spcBef>
                  <a:spcPts val="210"/>
                </a:spcBef>
              </a:pPr>
              <a:r>
                <a:rPr lang="fr-FR" sz="1200" spc="-10" err="1">
                  <a:latin typeface="Aptos Light"/>
                  <a:cs typeface="Aptos Light"/>
                </a:rPr>
                <a:t>Vendi</a:t>
              </a:r>
              <a:r>
                <a:rPr lang="fr-FR" sz="1200" spc="-50">
                  <a:latin typeface="Aptos Light"/>
                  <a:cs typeface="Aptos Light"/>
                </a:rPr>
                <a:t> </a:t>
              </a:r>
              <a:r>
                <a:rPr lang="fr-FR" sz="1200">
                  <a:latin typeface="Aptos Light"/>
                  <a:cs typeface="Aptos Light"/>
                </a:rPr>
                <a:t>qui</a:t>
              </a:r>
              <a:r>
                <a:rPr lang="fr-FR" sz="1200" spc="-45">
                  <a:latin typeface="Aptos Light"/>
                  <a:cs typeface="Aptos Light"/>
                </a:rPr>
                <a:t> </a:t>
              </a:r>
              <a:r>
                <a:rPr lang="fr-FR" sz="1200" spc="-20">
                  <a:latin typeface="Aptos Light"/>
                  <a:cs typeface="Aptos Light"/>
                </a:rPr>
                <a:t>omni </a:t>
              </a:r>
              <a:endParaRPr lang="fr-FR" sz="1200" spc="-10">
                <a:latin typeface="Aptos Light"/>
                <a:cs typeface="Aptos Light"/>
              </a:endParaRPr>
            </a:p>
            <a:p>
              <a:pPr marL="12700" marR="5080" algn="l">
                <a:lnSpc>
                  <a:spcPts val="1360"/>
                </a:lnSpc>
                <a:spcBef>
                  <a:spcPts val="210"/>
                </a:spcBef>
              </a:pPr>
              <a:r>
                <a:rPr lang="fr-FR" sz="1200" spc="-10" err="1">
                  <a:latin typeface="Aptos Light"/>
                  <a:cs typeface="Aptos Light"/>
                </a:rPr>
                <a:t>Endi</a:t>
              </a:r>
              <a:r>
                <a:rPr lang="fr-FR" sz="1200" spc="-50">
                  <a:latin typeface="Aptos Light"/>
                  <a:cs typeface="Aptos Light"/>
                </a:rPr>
                <a:t> </a:t>
              </a:r>
              <a:r>
                <a:rPr lang="fr-FR" sz="1200" err="1">
                  <a:latin typeface="Aptos Light"/>
                  <a:cs typeface="Aptos Light"/>
                </a:rPr>
                <a:t>reped</a:t>
              </a:r>
              <a:r>
                <a:rPr lang="fr-FR" sz="1200" spc="-45">
                  <a:latin typeface="Aptos Light"/>
                  <a:cs typeface="Aptos Light"/>
                </a:rPr>
                <a:t> </a:t>
              </a:r>
              <a:r>
                <a:rPr lang="fr-FR" sz="1200">
                  <a:latin typeface="Aptos Light"/>
                  <a:cs typeface="Aptos Light"/>
                </a:rPr>
                <a:t>qui</a:t>
              </a:r>
              <a:r>
                <a:rPr lang="fr-FR" sz="1200" spc="-45">
                  <a:latin typeface="Aptos Light"/>
                  <a:cs typeface="Aptos Light"/>
                </a:rPr>
                <a:t> </a:t>
              </a:r>
              <a:r>
                <a:rPr lang="fr-FR" sz="1200" spc="-20">
                  <a:latin typeface="Aptos Light"/>
                  <a:cs typeface="Aptos Light"/>
                </a:rPr>
                <a:t>omni</a:t>
              </a:r>
              <a:endParaRPr lang="fr-FR" sz="1200">
                <a:latin typeface="Aptos Light"/>
                <a:cs typeface="Aptos Light"/>
              </a:endParaRPr>
            </a:p>
          </p:txBody>
        </p:sp>
        <p:sp>
          <p:nvSpPr>
            <p:cNvPr id="9" name="object 12">
              <a:extLst>
                <a:ext uri="{FF2B5EF4-FFF2-40B4-BE49-F238E27FC236}">
                  <a16:creationId xmlns:a16="http://schemas.microsoft.com/office/drawing/2014/main" id="{EEE7ACCB-F508-672B-9D4A-70B93F3C198A}"/>
                </a:ext>
              </a:extLst>
            </p:cNvPr>
            <p:cNvSpPr txBox="1"/>
            <p:nvPr userDrawn="1"/>
          </p:nvSpPr>
          <p:spPr>
            <a:xfrm>
              <a:off x="914400" y="2357866"/>
              <a:ext cx="1050731" cy="4826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sz="3000" spc="-10">
                  <a:solidFill>
                    <a:srgbClr val="005399"/>
                  </a:solidFill>
                  <a:latin typeface="Aptos"/>
                  <a:cs typeface="Aptos"/>
                </a:rPr>
                <a:t>35</a:t>
              </a:r>
              <a:r>
                <a:rPr sz="3000" spc="-220">
                  <a:solidFill>
                    <a:srgbClr val="005399"/>
                  </a:solidFill>
                  <a:latin typeface="Aptos"/>
                  <a:cs typeface="Aptos"/>
                </a:rPr>
                <a:t> </a:t>
              </a:r>
              <a:r>
                <a:rPr sz="3000" spc="-50">
                  <a:solidFill>
                    <a:srgbClr val="005399"/>
                  </a:solidFill>
                  <a:latin typeface="Aptos"/>
                  <a:cs typeface="Aptos"/>
                </a:rPr>
                <a:t>%</a:t>
              </a:r>
              <a:endParaRPr sz="3000">
                <a:latin typeface="Aptos"/>
                <a:cs typeface="Aptos"/>
              </a:endParaRPr>
            </a:p>
          </p:txBody>
        </p:sp>
        <p:grpSp>
          <p:nvGrpSpPr>
            <p:cNvPr id="10" name="object 13">
              <a:extLst>
                <a:ext uri="{FF2B5EF4-FFF2-40B4-BE49-F238E27FC236}">
                  <a16:creationId xmlns:a16="http://schemas.microsoft.com/office/drawing/2014/main" id="{536E1C9E-52E7-BF4B-A374-5D31BC55C4AD}"/>
                </a:ext>
              </a:extLst>
            </p:cNvPr>
            <p:cNvGrpSpPr/>
            <p:nvPr userDrawn="1"/>
          </p:nvGrpSpPr>
          <p:grpSpPr>
            <a:xfrm>
              <a:off x="645397" y="1840472"/>
              <a:ext cx="1583690" cy="1579880"/>
              <a:chOff x="645397" y="1840472"/>
              <a:chExt cx="1583690" cy="1579880"/>
            </a:xfrm>
          </p:grpSpPr>
          <p:sp>
            <p:nvSpPr>
              <p:cNvPr id="12" name="object 14">
                <a:extLst>
                  <a:ext uri="{FF2B5EF4-FFF2-40B4-BE49-F238E27FC236}">
                    <a16:creationId xmlns:a16="http://schemas.microsoft.com/office/drawing/2014/main" id="{FC37DD73-4A01-73CB-2901-B6544C16671D}"/>
                  </a:ext>
                </a:extLst>
              </p:cNvPr>
              <p:cNvSpPr/>
              <p:nvPr/>
            </p:nvSpPr>
            <p:spPr>
              <a:xfrm>
                <a:off x="1167867" y="3157147"/>
                <a:ext cx="798195" cy="218440"/>
              </a:xfrm>
              <a:custGeom>
                <a:avLst/>
                <a:gdLst/>
                <a:ahLst/>
                <a:cxnLst/>
                <a:rect l="l" t="t" r="r" b="b"/>
                <a:pathLst>
                  <a:path w="798194" h="218439">
                    <a:moveTo>
                      <a:pt x="0" y="168427"/>
                    </a:moveTo>
                    <a:lnTo>
                      <a:pt x="50970" y="185974"/>
                    </a:lnTo>
                    <a:lnTo>
                      <a:pt x="103534" y="199881"/>
                    </a:lnTo>
                    <a:lnTo>
                      <a:pt x="157541" y="210000"/>
                    </a:lnTo>
                    <a:lnTo>
                      <a:pt x="212838" y="216181"/>
                    </a:lnTo>
                    <a:lnTo>
                      <a:pt x="269278" y="218274"/>
                    </a:lnTo>
                    <a:lnTo>
                      <a:pt x="320440" y="216555"/>
                    </a:lnTo>
                    <a:lnTo>
                      <a:pt x="370676" y="211471"/>
                    </a:lnTo>
                    <a:lnTo>
                      <a:pt x="419877" y="203134"/>
                    </a:lnTo>
                    <a:lnTo>
                      <a:pt x="467930" y="191654"/>
                    </a:lnTo>
                    <a:lnTo>
                      <a:pt x="514724" y="177142"/>
                    </a:lnTo>
                    <a:lnTo>
                      <a:pt x="560147" y="159710"/>
                    </a:lnTo>
                    <a:lnTo>
                      <a:pt x="604090" y="139468"/>
                    </a:lnTo>
                    <a:lnTo>
                      <a:pt x="646439" y="116528"/>
                    </a:lnTo>
                    <a:lnTo>
                      <a:pt x="687085" y="91000"/>
                    </a:lnTo>
                    <a:lnTo>
                      <a:pt x="725916" y="62995"/>
                    </a:lnTo>
                    <a:lnTo>
                      <a:pt x="762820" y="32624"/>
                    </a:lnTo>
                    <a:lnTo>
                      <a:pt x="797687" y="0"/>
                    </a:lnTo>
                  </a:path>
                </a:pathLst>
              </a:custGeom>
              <a:ln w="88900">
                <a:solidFill>
                  <a:srgbClr val="E6E7E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15">
                <a:extLst>
                  <a:ext uri="{FF2B5EF4-FFF2-40B4-BE49-F238E27FC236}">
                    <a16:creationId xmlns:a16="http://schemas.microsoft.com/office/drawing/2014/main" id="{19646364-6D74-023D-75A8-FBF742148A0E}"/>
                  </a:ext>
                </a:extLst>
              </p:cNvPr>
              <p:cNvSpPr/>
              <p:nvPr/>
            </p:nvSpPr>
            <p:spPr>
              <a:xfrm>
                <a:off x="736138" y="2888961"/>
                <a:ext cx="431800" cy="436880"/>
              </a:xfrm>
              <a:custGeom>
                <a:avLst/>
                <a:gdLst/>
                <a:ahLst/>
                <a:cxnLst/>
                <a:rect l="l" t="t" r="r" b="b"/>
                <a:pathLst>
                  <a:path w="431800" h="436879">
                    <a:moveTo>
                      <a:pt x="0" y="0"/>
                    </a:moveTo>
                    <a:lnTo>
                      <a:pt x="18617" y="45450"/>
                    </a:lnTo>
                    <a:lnTo>
                      <a:pt x="40092" y="89347"/>
                    </a:lnTo>
                    <a:lnTo>
                      <a:pt x="64308" y="131574"/>
                    </a:lnTo>
                    <a:lnTo>
                      <a:pt x="91149" y="172016"/>
                    </a:lnTo>
                    <a:lnTo>
                      <a:pt x="120498" y="210558"/>
                    </a:lnTo>
                    <a:lnTo>
                      <a:pt x="152242" y="247084"/>
                    </a:lnTo>
                    <a:lnTo>
                      <a:pt x="186262" y="281478"/>
                    </a:lnTo>
                    <a:lnTo>
                      <a:pt x="222445" y="313626"/>
                    </a:lnTo>
                    <a:lnTo>
                      <a:pt x="260672" y="343410"/>
                    </a:lnTo>
                    <a:lnTo>
                      <a:pt x="300830" y="370717"/>
                    </a:lnTo>
                    <a:lnTo>
                      <a:pt x="342802" y="395430"/>
                    </a:lnTo>
                    <a:lnTo>
                      <a:pt x="386471" y="417434"/>
                    </a:lnTo>
                    <a:lnTo>
                      <a:pt x="431723" y="436613"/>
                    </a:lnTo>
                  </a:path>
                </a:pathLst>
              </a:custGeom>
              <a:ln w="88900">
                <a:solidFill>
                  <a:srgbClr val="E6E7E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6">
                <a:extLst>
                  <a:ext uri="{FF2B5EF4-FFF2-40B4-BE49-F238E27FC236}">
                    <a16:creationId xmlns:a16="http://schemas.microsoft.com/office/drawing/2014/main" id="{73405F88-DC37-BBE6-0DC8-561F640FC48E}"/>
                  </a:ext>
                </a:extLst>
              </p:cNvPr>
              <p:cNvSpPr/>
              <p:nvPr/>
            </p:nvSpPr>
            <p:spPr>
              <a:xfrm>
                <a:off x="689847" y="1884922"/>
                <a:ext cx="747395" cy="1004569"/>
              </a:xfrm>
              <a:custGeom>
                <a:avLst/>
                <a:gdLst/>
                <a:ahLst/>
                <a:cxnLst/>
                <a:rect l="l" t="t" r="r" b="b"/>
                <a:pathLst>
                  <a:path w="747394" h="1004569">
                    <a:moveTo>
                      <a:pt x="747293" y="0"/>
                    </a:moveTo>
                    <a:lnTo>
                      <a:pt x="700034" y="1466"/>
                    </a:lnTo>
                    <a:lnTo>
                      <a:pt x="653555" y="5806"/>
                    </a:lnTo>
                    <a:lnTo>
                      <a:pt x="607946" y="12933"/>
                    </a:lnTo>
                    <a:lnTo>
                      <a:pt x="563292" y="22760"/>
                    </a:lnTo>
                    <a:lnTo>
                      <a:pt x="519682" y="35199"/>
                    </a:lnTo>
                    <a:lnTo>
                      <a:pt x="477203" y="50163"/>
                    </a:lnTo>
                    <a:lnTo>
                      <a:pt x="435943" y="67564"/>
                    </a:lnTo>
                    <a:lnTo>
                      <a:pt x="395990" y="87316"/>
                    </a:lnTo>
                    <a:lnTo>
                      <a:pt x="357430" y="109331"/>
                    </a:lnTo>
                    <a:lnTo>
                      <a:pt x="320351" y="133522"/>
                    </a:lnTo>
                    <a:lnTo>
                      <a:pt x="284841" y="159801"/>
                    </a:lnTo>
                    <a:lnTo>
                      <a:pt x="250988" y="188082"/>
                    </a:lnTo>
                    <a:lnTo>
                      <a:pt x="218879" y="218276"/>
                    </a:lnTo>
                    <a:lnTo>
                      <a:pt x="188602" y="250297"/>
                    </a:lnTo>
                    <a:lnTo>
                      <a:pt x="160243" y="284057"/>
                    </a:lnTo>
                    <a:lnTo>
                      <a:pt x="133891" y="319469"/>
                    </a:lnTo>
                    <a:lnTo>
                      <a:pt x="109634" y="356446"/>
                    </a:lnTo>
                    <a:lnTo>
                      <a:pt x="87558" y="394901"/>
                    </a:lnTo>
                    <a:lnTo>
                      <a:pt x="67751" y="434745"/>
                    </a:lnTo>
                    <a:lnTo>
                      <a:pt x="50302" y="475893"/>
                    </a:lnTo>
                    <a:lnTo>
                      <a:pt x="35296" y="518256"/>
                    </a:lnTo>
                    <a:lnTo>
                      <a:pt x="22823" y="561747"/>
                    </a:lnTo>
                    <a:lnTo>
                      <a:pt x="12969" y="606279"/>
                    </a:lnTo>
                    <a:lnTo>
                      <a:pt x="5822" y="651765"/>
                    </a:lnTo>
                    <a:lnTo>
                      <a:pt x="1470" y="698117"/>
                    </a:lnTo>
                    <a:lnTo>
                      <a:pt x="0" y="745248"/>
                    </a:lnTo>
                    <a:lnTo>
                      <a:pt x="1940" y="799366"/>
                    </a:lnTo>
                    <a:lnTo>
                      <a:pt x="7673" y="852437"/>
                    </a:lnTo>
                    <a:lnTo>
                      <a:pt x="17065" y="904327"/>
                    </a:lnTo>
                    <a:lnTo>
                      <a:pt x="29982" y="954905"/>
                    </a:lnTo>
                    <a:lnTo>
                      <a:pt x="46291" y="1004036"/>
                    </a:lnTo>
                  </a:path>
                </a:pathLst>
              </a:custGeom>
              <a:ln w="88900">
                <a:solidFill>
                  <a:srgbClr val="E6E7E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17">
                <a:extLst>
                  <a:ext uri="{FF2B5EF4-FFF2-40B4-BE49-F238E27FC236}">
                    <a16:creationId xmlns:a16="http://schemas.microsoft.com/office/drawing/2014/main" id="{6EF50F59-D205-9884-8DC1-53D65E799379}"/>
                  </a:ext>
                </a:extLst>
              </p:cNvPr>
              <p:cNvSpPr/>
              <p:nvPr/>
            </p:nvSpPr>
            <p:spPr>
              <a:xfrm>
                <a:off x="1437143" y="1884923"/>
                <a:ext cx="747395" cy="1272540"/>
              </a:xfrm>
              <a:custGeom>
                <a:avLst/>
                <a:gdLst/>
                <a:ahLst/>
                <a:cxnLst/>
                <a:rect l="l" t="t" r="r" b="b"/>
                <a:pathLst>
                  <a:path w="747394" h="1272539">
                    <a:moveTo>
                      <a:pt x="528408" y="1272222"/>
                    </a:moveTo>
                    <a:lnTo>
                      <a:pt x="561123" y="1237453"/>
                    </a:lnTo>
                    <a:lnTo>
                      <a:pt x="591576" y="1200651"/>
                    </a:lnTo>
                    <a:lnTo>
                      <a:pt x="619657" y="1161927"/>
                    </a:lnTo>
                    <a:lnTo>
                      <a:pt x="645255" y="1121392"/>
                    </a:lnTo>
                    <a:lnTo>
                      <a:pt x="668258" y="1079157"/>
                    </a:lnTo>
                    <a:lnTo>
                      <a:pt x="688555" y="1035334"/>
                    </a:lnTo>
                    <a:lnTo>
                      <a:pt x="706035" y="990032"/>
                    </a:lnTo>
                    <a:lnTo>
                      <a:pt x="720587" y="943364"/>
                    </a:lnTo>
                    <a:lnTo>
                      <a:pt x="732098" y="895441"/>
                    </a:lnTo>
                    <a:lnTo>
                      <a:pt x="740458" y="846373"/>
                    </a:lnTo>
                    <a:lnTo>
                      <a:pt x="745556" y="796272"/>
                    </a:lnTo>
                    <a:lnTo>
                      <a:pt x="747280" y="745248"/>
                    </a:lnTo>
                    <a:lnTo>
                      <a:pt x="745810" y="698117"/>
                    </a:lnTo>
                    <a:lnTo>
                      <a:pt x="741458" y="651765"/>
                    </a:lnTo>
                    <a:lnTo>
                      <a:pt x="734311" y="606279"/>
                    </a:lnTo>
                    <a:lnTo>
                      <a:pt x="724458" y="561747"/>
                    </a:lnTo>
                    <a:lnTo>
                      <a:pt x="711985" y="518256"/>
                    </a:lnTo>
                    <a:lnTo>
                      <a:pt x="696980" y="475893"/>
                    </a:lnTo>
                    <a:lnTo>
                      <a:pt x="679531" y="434745"/>
                    </a:lnTo>
                    <a:lnTo>
                      <a:pt x="659725" y="394901"/>
                    </a:lnTo>
                    <a:lnTo>
                      <a:pt x="637649" y="356446"/>
                    </a:lnTo>
                    <a:lnTo>
                      <a:pt x="613392" y="319469"/>
                    </a:lnTo>
                    <a:lnTo>
                      <a:pt x="587041" y="284057"/>
                    </a:lnTo>
                    <a:lnTo>
                      <a:pt x="558684" y="250297"/>
                    </a:lnTo>
                    <a:lnTo>
                      <a:pt x="528407" y="218276"/>
                    </a:lnTo>
                    <a:lnTo>
                      <a:pt x="496298" y="188082"/>
                    </a:lnTo>
                    <a:lnTo>
                      <a:pt x="462446" y="159801"/>
                    </a:lnTo>
                    <a:lnTo>
                      <a:pt x="426937" y="133522"/>
                    </a:lnTo>
                    <a:lnTo>
                      <a:pt x="389859" y="109331"/>
                    </a:lnTo>
                    <a:lnTo>
                      <a:pt x="351300" y="87316"/>
                    </a:lnTo>
                    <a:lnTo>
                      <a:pt x="311347" y="67564"/>
                    </a:lnTo>
                    <a:lnTo>
                      <a:pt x="270087" y="50163"/>
                    </a:lnTo>
                    <a:lnTo>
                      <a:pt x="227609" y="35199"/>
                    </a:lnTo>
                    <a:lnTo>
                      <a:pt x="184000" y="22760"/>
                    </a:lnTo>
                    <a:lnTo>
                      <a:pt x="139346" y="12933"/>
                    </a:lnTo>
                    <a:lnTo>
                      <a:pt x="93737" y="5806"/>
                    </a:lnTo>
                    <a:lnTo>
                      <a:pt x="47259" y="1466"/>
                    </a:lnTo>
                    <a:lnTo>
                      <a:pt x="0" y="0"/>
                    </a:lnTo>
                  </a:path>
                </a:pathLst>
              </a:custGeom>
              <a:ln w="88900">
                <a:solidFill>
                  <a:srgbClr val="00539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9" name="object 18">
              <a:extLst>
                <a:ext uri="{FF2B5EF4-FFF2-40B4-BE49-F238E27FC236}">
                  <a16:creationId xmlns:a16="http://schemas.microsoft.com/office/drawing/2014/main" id="{1EF30306-4186-DEDF-D25D-F8310042568A}"/>
                </a:ext>
              </a:extLst>
            </p:cNvPr>
            <p:cNvGrpSpPr/>
            <p:nvPr userDrawn="1"/>
          </p:nvGrpSpPr>
          <p:grpSpPr>
            <a:xfrm>
              <a:off x="3046390" y="1838429"/>
              <a:ext cx="1579880" cy="1583690"/>
              <a:chOff x="3046390" y="1838429"/>
              <a:chExt cx="1579880" cy="1583690"/>
            </a:xfrm>
          </p:grpSpPr>
          <p:sp>
            <p:nvSpPr>
              <p:cNvPr id="20" name="object 19">
                <a:extLst>
                  <a:ext uri="{FF2B5EF4-FFF2-40B4-BE49-F238E27FC236}">
                    <a16:creationId xmlns:a16="http://schemas.microsoft.com/office/drawing/2014/main" id="{C3C75790-F2AA-4E7A-E61D-3DEB9598D4C1}"/>
                  </a:ext>
                </a:extLst>
              </p:cNvPr>
              <p:cNvSpPr/>
              <p:nvPr/>
            </p:nvSpPr>
            <p:spPr>
              <a:xfrm>
                <a:off x="3090840" y="2360899"/>
                <a:ext cx="218440" cy="798195"/>
              </a:xfrm>
              <a:custGeom>
                <a:avLst/>
                <a:gdLst/>
                <a:ahLst/>
                <a:cxnLst/>
                <a:rect l="l" t="t" r="r" b="b"/>
                <a:pathLst>
                  <a:path w="218439" h="798194">
                    <a:moveTo>
                      <a:pt x="49847" y="0"/>
                    </a:moveTo>
                    <a:lnTo>
                      <a:pt x="32300" y="50970"/>
                    </a:lnTo>
                    <a:lnTo>
                      <a:pt x="18393" y="103534"/>
                    </a:lnTo>
                    <a:lnTo>
                      <a:pt x="8274" y="157541"/>
                    </a:lnTo>
                    <a:lnTo>
                      <a:pt x="2093" y="212838"/>
                    </a:lnTo>
                    <a:lnTo>
                      <a:pt x="0" y="269278"/>
                    </a:lnTo>
                    <a:lnTo>
                      <a:pt x="1719" y="320440"/>
                    </a:lnTo>
                    <a:lnTo>
                      <a:pt x="6803" y="370676"/>
                    </a:lnTo>
                    <a:lnTo>
                      <a:pt x="15140" y="419877"/>
                    </a:lnTo>
                    <a:lnTo>
                      <a:pt x="26620" y="467930"/>
                    </a:lnTo>
                    <a:lnTo>
                      <a:pt x="41132" y="514724"/>
                    </a:lnTo>
                    <a:lnTo>
                      <a:pt x="58564" y="560147"/>
                    </a:lnTo>
                    <a:lnTo>
                      <a:pt x="78806" y="604090"/>
                    </a:lnTo>
                    <a:lnTo>
                      <a:pt x="101746" y="646439"/>
                    </a:lnTo>
                    <a:lnTo>
                      <a:pt x="127274" y="687085"/>
                    </a:lnTo>
                    <a:lnTo>
                      <a:pt x="155279" y="725916"/>
                    </a:lnTo>
                    <a:lnTo>
                      <a:pt x="185649" y="762820"/>
                    </a:lnTo>
                    <a:lnTo>
                      <a:pt x="218274" y="797687"/>
                    </a:lnTo>
                  </a:path>
                </a:pathLst>
              </a:custGeom>
              <a:ln w="88900">
                <a:solidFill>
                  <a:srgbClr val="226FB7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" name="object 20">
                <a:extLst>
                  <a:ext uri="{FF2B5EF4-FFF2-40B4-BE49-F238E27FC236}">
                    <a16:creationId xmlns:a16="http://schemas.microsoft.com/office/drawing/2014/main" id="{C0578971-1B49-5988-8607-68C203731D59}"/>
                  </a:ext>
                </a:extLst>
              </p:cNvPr>
              <p:cNvSpPr/>
              <p:nvPr/>
            </p:nvSpPr>
            <p:spPr>
              <a:xfrm>
                <a:off x="3140689" y="1929169"/>
                <a:ext cx="436880" cy="431800"/>
              </a:xfrm>
              <a:custGeom>
                <a:avLst/>
                <a:gdLst/>
                <a:ahLst/>
                <a:cxnLst/>
                <a:rect l="l" t="t" r="r" b="b"/>
                <a:pathLst>
                  <a:path w="436879" h="431800">
                    <a:moveTo>
                      <a:pt x="436613" y="0"/>
                    </a:moveTo>
                    <a:lnTo>
                      <a:pt x="391162" y="18617"/>
                    </a:lnTo>
                    <a:lnTo>
                      <a:pt x="347266" y="40092"/>
                    </a:lnTo>
                    <a:lnTo>
                      <a:pt x="305038" y="64308"/>
                    </a:lnTo>
                    <a:lnTo>
                      <a:pt x="264596" y="91149"/>
                    </a:lnTo>
                    <a:lnTo>
                      <a:pt x="226054" y="120498"/>
                    </a:lnTo>
                    <a:lnTo>
                      <a:pt x="189528" y="152242"/>
                    </a:lnTo>
                    <a:lnTo>
                      <a:pt x="155134" y="186262"/>
                    </a:lnTo>
                    <a:lnTo>
                      <a:pt x="122987" y="222445"/>
                    </a:lnTo>
                    <a:lnTo>
                      <a:pt x="93202" y="260672"/>
                    </a:lnTo>
                    <a:lnTo>
                      <a:pt x="65895" y="300830"/>
                    </a:lnTo>
                    <a:lnTo>
                      <a:pt x="41182" y="342802"/>
                    </a:lnTo>
                    <a:lnTo>
                      <a:pt x="19179" y="386471"/>
                    </a:lnTo>
                    <a:lnTo>
                      <a:pt x="0" y="431723"/>
                    </a:lnTo>
                  </a:path>
                </a:pathLst>
              </a:custGeom>
              <a:ln w="88900">
                <a:solidFill>
                  <a:srgbClr val="29A457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" name="object 21">
                <a:extLst>
                  <a:ext uri="{FF2B5EF4-FFF2-40B4-BE49-F238E27FC236}">
                    <a16:creationId xmlns:a16="http://schemas.microsoft.com/office/drawing/2014/main" id="{93C0E9F0-E1C1-C87C-8313-233E219CE586}"/>
                  </a:ext>
                </a:extLst>
              </p:cNvPr>
              <p:cNvSpPr/>
              <p:nvPr/>
            </p:nvSpPr>
            <p:spPr>
              <a:xfrm>
                <a:off x="3577305" y="1882879"/>
                <a:ext cx="1004569" cy="747395"/>
              </a:xfrm>
              <a:custGeom>
                <a:avLst/>
                <a:gdLst/>
                <a:ahLst/>
                <a:cxnLst/>
                <a:rect l="l" t="t" r="r" b="b"/>
                <a:pathLst>
                  <a:path w="1004570" h="747394">
                    <a:moveTo>
                      <a:pt x="1004036" y="747293"/>
                    </a:moveTo>
                    <a:lnTo>
                      <a:pt x="1002570" y="700034"/>
                    </a:lnTo>
                    <a:lnTo>
                      <a:pt x="998230" y="653555"/>
                    </a:lnTo>
                    <a:lnTo>
                      <a:pt x="991102" y="607946"/>
                    </a:lnTo>
                    <a:lnTo>
                      <a:pt x="981276" y="563292"/>
                    </a:lnTo>
                    <a:lnTo>
                      <a:pt x="968837" y="519682"/>
                    </a:lnTo>
                    <a:lnTo>
                      <a:pt x="953873" y="477203"/>
                    </a:lnTo>
                    <a:lnTo>
                      <a:pt x="936471" y="435943"/>
                    </a:lnTo>
                    <a:lnTo>
                      <a:pt x="916719" y="395990"/>
                    </a:lnTo>
                    <a:lnTo>
                      <a:pt x="894704" y="357430"/>
                    </a:lnTo>
                    <a:lnTo>
                      <a:pt x="870514" y="320351"/>
                    </a:lnTo>
                    <a:lnTo>
                      <a:pt x="844234" y="284841"/>
                    </a:lnTo>
                    <a:lnTo>
                      <a:pt x="815954" y="250988"/>
                    </a:lnTo>
                    <a:lnTo>
                      <a:pt x="785760" y="218879"/>
                    </a:lnTo>
                    <a:lnTo>
                      <a:pt x="753739" y="188602"/>
                    </a:lnTo>
                    <a:lnTo>
                      <a:pt x="719978" y="160243"/>
                    </a:lnTo>
                    <a:lnTo>
                      <a:pt x="684566" y="133891"/>
                    </a:lnTo>
                    <a:lnTo>
                      <a:pt x="647589" y="109634"/>
                    </a:lnTo>
                    <a:lnTo>
                      <a:pt x="609135" y="87558"/>
                    </a:lnTo>
                    <a:lnTo>
                      <a:pt x="569290" y="67751"/>
                    </a:lnTo>
                    <a:lnTo>
                      <a:pt x="528143" y="50302"/>
                    </a:lnTo>
                    <a:lnTo>
                      <a:pt x="485780" y="35296"/>
                    </a:lnTo>
                    <a:lnTo>
                      <a:pt x="442289" y="22823"/>
                    </a:lnTo>
                    <a:lnTo>
                      <a:pt x="397757" y="12969"/>
                    </a:lnTo>
                    <a:lnTo>
                      <a:pt x="352271" y="5822"/>
                    </a:lnTo>
                    <a:lnTo>
                      <a:pt x="305919" y="1470"/>
                    </a:lnTo>
                    <a:lnTo>
                      <a:pt x="258787" y="0"/>
                    </a:lnTo>
                    <a:lnTo>
                      <a:pt x="204669" y="1940"/>
                    </a:lnTo>
                    <a:lnTo>
                      <a:pt x="151599" y="7673"/>
                    </a:lnTo>
                    <a:lnTo>
                      <a:pt x="99708" y="17065"/>
                    </a:lnTo>
                    <a:lnTo>
                      <a:pt x="49131" y="29982"/>
                    </a:lnTo>
                    <a:lnTo>
                      <a:pt x="0" y="46291"/>
                    </a:lnTo>
                  </a:path>
                </a:pathLst>
              </a:custGeom>
              <a:ln w="88900">
                <a:solidFill>
                  <a:srgbClr val="E6E7E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2">
                <a:extLst>
                  <a:ext uri="{FF2B5EF4-FFF2-40B4-BE49-F238E27FC236}">
                    <a16:creationId xmlns:a16="http://schemas.microsoft.com/office/drawing/2014/main" id="{8F976DFD-2862-56D9-048C-699FEEFFABDD}"/>
                  </a:ext>
                </a:extLst>
              </p:cNvPr>
              <p:cNvSpPr/>
              <p:nvPr/>
            </p:nvSpPr>
            <p:spPr>
              <a:xfrm>
                <a:off x="3309117" y="2630173"/>
                <a:ext cx="1272540" cy="747395"/>
              </a:xfrm>
              <a:custGeom>
                <a:avLst/>
                <a:gdLst/>
                <a:ahLst/>
                <a:cxnLst/>
                <a:rect l="l" t="t" r="r" b="b"/>
                <a:pathLst>
                  <a:path w="1272539" h="747395">
                    <a:moveTo>
                      <a:pt x="0" y="528408"/>
                    </a:moveTo>
                    <a:lnTo>
                      <a:pt x="34768" y="561123"/>
                    </a:lnTo>
                    <a:lnTo>
                      <a:pt x="71570" y="591576"/>
                    </a:lnTo>
                    <a:lnTo>
                      <a:pt x="110294" y="619657"/>
                    </a:lnTo>
                    <a:lnTo>
                      <a:pt x="150829" y="645255"/>
                    </a:lnTo>
                    <a:lnTo>
                      <a:pt x="193064" y="668258"/>
                    </a:lnTo>
                    <a:lnTo>
                      <a:pt x="236888" y="688555"/>
                    </a:lnTo>
                    <a:lnTo>
                      <a:pt x="282189" y="706035"/>
                    </a:lnTo>
                    <a:lnTo>
                      <a:pt x="328857" y="720587"/>
                    </a:lnTo>
                    <a:lnTo>
                      <a:pt x="376781" y="732098"/>
                    </a:lnTo>
                    <a:lnTo>
                      <a:pt x="425848" y="740458"/>
                    </a:lnTo>
                    <a:lnTo>
                      <a:pt x="475950" y="745556"/>
                    </a:lnTo>
                    <a:lnTo>
                      <a:pt x="526973" y="747280"/>
                    </a:lnTo>
                    <a:lnTo>
                      <a:pt x="574105" y="745810"/>
                    </a:lnTo>
                    <a:lnTo>
                      <a:pt x="620457" y="741458"/>
                    </a:lnTo>
                    <a:lnTo>
                      <a:pt x="665942" y="734311"/>
                    </a:lnTo>
                    <a:lnTo>
                      <a:pt x="710475" y="724458"/>
                    </a:lnTo>
                    <a:lnTo>
                      <a:pt x="753966" y="711985"/>
                    </a:lnTo>
                    <a:lnTo>
                      <a:pt x="796329" y="696980"/>
                    </a:lnTo>
                    <a:lnTo>
                      <a:pt x="837476" y="679531"/>
                    </a:lnTo>
                    <a:lnTo>
                      <a:pt x="877321" y="659725"/>
                    </a:lnTo>
                    <a:lnTo>
                      <a:pt x="915775" y="637649"/>
                    </a:lnTo>
                    <a:lnTo>
                      <a:pt x="952752" y="613392"/>
                    </a:lnTo>
                    <a:lnTo>
                      <a:pt x="988164" y="587041"/>
                    </a:lnTo>
                    <a:lnTo>
                      <a:pt x="1021925" y="558684"/>
                    </a:lnTo>
                    <a:lnTo>
                      <a:pt x="1053946" y="528407"/>
                    </a:lnTo>
                    <a:lnTo>
                      <a:pt x="1084140" y="496298"/>
                    </a:lnTo>
                    <a:lnTo>
                      <a:pt x="1112420" y="462446"/>
                    </a:lnTo>
                    <a:lnTo>
                      <a:pt x="1138700" y="426937"/>
                    </a:lnTo>
                    <a:lnTo>
                      <a:pt x="1162890" y="389859"/>
                    </a:lnTo>
                    <a:lnTo>
                      <a:pt x="1184905" y="351300"/>
                    </a:lnTo>
                    <a:lnTo>
                      <a:pt x="1204657" y="311347"/>
                    </a:lnTo>
                    <a:lnTo>
                      <a:pt x="1222059" y="270087"/>
                    </a:lnTo>
                    <a:lnTo>
                      <a:pt x="1237023" y="227609"/>
                    </a:lnTo>
                    <a:lnTo>
                      <a:pt x="1249462" y="184000"/>
                    </a:lnTo>
                    <a:lnTo>
                      <a:pt x="1259288" y="139346"/>
                    </a:lnTo>
                    <a:lnTo>
                      <a:pt x="1266416" y="93737"/>
                    </a:lnTo>
                    <a:lnTo>
                      <a:pt x="1270756" y="47259"/>
                    </a:lnTo>
                    <a:lnTo>
                      <a:pt x="1272222" y="0"/>
                    </a:lnTo>
                  </a:path>
                </a:pathLst>
              </a:custGeom>
              <a:ln w="88900">
                <a:solidFill>
                  <a:srgbClr val="00539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4" name="object 23">
              <a:extLst>
                <a:ext uri="{FF2B5EF4-FFF2-40B4-BE49-F238E27FC236}">
                  <a16:creationId xmlns:a16="http://schemas.microsoft.com/office/drawing/2014/main" id="{8B41D436-C9C3-FF0E-1820-3C4EA1073101}"/>
                </a:ext>
              </a:extLst>
            </p:cNvPr>
            <p:cNvSpPr txBox="1"/>
            <p:nvPr userDrawn="1"/>
          </p:nvSpPr>
          <p:spPr>
            <a:xfrm>
              <a:off x="4333559" y="1857658"/>
              <a:ext cx="127635" cy="1397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750" spc="-25">
                  <a:latin typeface="Aptos"/>
                  <a:cs typeface="Aptos"/>
                </a:rPr>
                <a:t>16</a:t>
              </a:r>
              <a:endParaRPr sz="750">
                <a:latin typeface="Aptos"/>
                <a:cs typeface="Aptos"/>
              </a:endParaRPr>
            </a:p>
          </p:txBody>
        </p:sp>
        <p:sp>
          <p:nvSpPr>
            <p:cNvPr id="25" name="object 24">
              <a:extLst>
                <a:ext uri="{FF2B5EF4-FFF2-40B4-BE49-F238E27FC236}">
                  <a16:creationId xmlns:a16="http://schemas.microsoft.com/office/drawing/2014/main" id="{4BD77385-AA84-2F68-8889-7C9AA35F07B5}"/>
                </a:ext>
              </a:extLst>
            </p:cNvPr>
            <p:cNvSpPr txBox="1"/>
            <p:nvPr userDrawn="1"/>
          </p:nvSpPr>
          <p:spPr>
            <a:xfrm>
              <a:off x="4333559" y="3313935"/>
              <a:ext cx="127635" cy="1397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750" spc="-25">
                  <a:latin typeface="Aptos"/>
                  <a:cs typeface="Aptos"/>
                </a:rPr>
                <a:t>16</a:t>
              </a:r>
              <a:endParaRPr sz="750">
                <a:latin typeface="Aptos"/>
                <a:cs typeface="Aptos"/>
              </a:endParaRPr>
            </a:p>
          </p:txBody>
        </p:sp>
        <p:sp>
          <p:nvSpPr>
            <p:cNvPr id="26" name="object 25">
              <a:extLst>
                <a:ext uri="{FF2B5EF4-FFF2-40B4-BE49-F238E27FC236}">
                  <a16:creationId xmlns:a16="http://schemas.microsoft.com/office/drawing/2014/main" id="{6BE11E3B-2082-BC45-BD5E-2170402455BF}"/>
                </a:ext>
              </a:extLst>
            </p:cNvPr>
            <p:cNvSpPr txBox="1"/>
            <p:nvPr userDrawn="1"/>
          </p:nvSpPr>
          <p:spPr>
            <a:xfrm>
              <a:off x="2884521" y="2847591"/>
              <a:ext cx="127635" cy="1397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750" spc="-25">
                  <a:latin typeface="Aptos"/>
                  <a:cs typeface="Aptos"/>
                </a:rPr>
                <a:t>16</a:t>
              </a:r>
              <a:endParaRPr sz="750">
                <a:latin typeface="Aptos"/>
                <a:cs typeface="Aptos"/>
              </a:endParaRPr>
            </a:p>
          </p:txBody>
        </p:sp>
        <p:sp>
          <p:nvSpPr>
            <p:cNvPr id="27" name="object 26">
              <a:extLst>
                <a:ext uri="{FF2B5EF4-FFF2-40B4-BE49-F238E27FC236}">
                  <a16:creationId xmlns:a16="http://schemas.microsoft.com/office/drawing/2014/main" id="{0B18F553-D84C-36F4-8914-86B897F685B9}"/>
                </a:ext>
              </a:extLst>
            </p:cNvPr>
            <p:cNvSpPr txBox="1"/>
            <p:nvPr userDrawn="1"/>
          </p:nvSpPr>
          <p:spPr>
            <a:xfrm>
              <a:off x="3070735" y="1947002"/>
              <a:ext cx="127635" cy="1397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750" spc="-25">
                  <a:latin typeface="Aptos"/>
                  <a:cs typeface="Aptos"/>
                </a:rPr>
                <a:t>16</a:t>
              </a:r>
              <a:endParaRPr sz="750">
                <a:latin typeface="Aptos"/>
                <a:cs typeface="Aptos"/>
              </a:endParaRPr>
            </a:p>
          </p:txBody>
        </p:sp>
        <p:sp>
          <p:nvSpPr>
            <p:cNvPr id="28" name="object 30">
              <a:extLst>
                <a:ext uri="{FF2B5EF4-FFF2-40B4-BE49-F238E27FC236}">
                  <a16:creationId xmlns:a16="http://schemas.microsoft.com/office/drawing/2014/main" id="{3BB92EEE-09F8-60A6-F89F-25E6BB472213}"/>
                </a:ext>
              </a:extLst>
            </p:cNvPr>
            <p:cNvSpPr txBox="1"/>
            <p:nvPr userDrawn="1"/>
          </p:nvSpPr>
          <p:spPr>
            <a:xfrm>
              <a:off x="838200" y="4343400"/>
              <a:ext cx="1219200" cy="3302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00"/>
                </a:spcBef>
              </a:pPr>
              <a:r>
                <a:rPr sz="1000" spc="-10">
                  <a:solidFill>
                    <a:srgbClr val="939598"/>
                  </a:solidFill>
                  <a:latin typeface="Aptos" panose="020B0004020202020204" pitchFamily="34" charset="0"/>
                  <a:cs typeface="Circular Std Book Italic"/>
                </a:rPr>
                <a:t>Fig.1</a:t>
              </a:r>
              <a:r>
                <a:rPr sz="1000" spc="-25">
                  <a:solidFill>
                    <a:srgbClr val="939598"/>
                  </a:solidFill>
                  <a:latin typeface="Aptos" panose="020B0004020202020204" pitchFamily="34" charset="0"/>
                  <a:cs typeface="Circular Std Book Italic"/>
                </a:rPr>
                <a:t> </a:t>
              </a:r>
              <a:r>
                <a:rPr sz="1000" b="1" spc="-10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Légende</a:t>
              </a:r>
              <a:endParaRPr sz="1000">
                <a:latin typeface="Aptos" panose="020B0004020202020204" pitchFamily="34" charset="0"/>
                <a:cs typeface="Circular Std Bold Italic"/>
              </a:endParaRPr>
            </a:p>
            <a:p>
              <a:pPr algn="ctr">
                <a:lnSpc>
                  <a:spcPct val="100000"/>
                </a:lnSpc>
              </a:pPr>
              <a:r>
                <a:rPr sz="1000" b="1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de</a:t>
              </a:r>
              <a:r>
                <a:rPr sz="1000" b="1" spc="-25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 </a:t>
              </a:r>
              <a:r>
                <a:rPr sz="1000" b="1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l’illustration</a:t>
              </a:r>
              <a:r>
                <a:rPr sz="1000" b="1" spc="-20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 </a:t>
              </a:r>
              <a:r>
                <a:rPr sz="1000" b="1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en</a:t>
              </a:r>
              <a:r>
                <a:rPr sz="1000" b="1" spc="-25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 </a:t>
              </a:r>
              <a:r>
                <a:rPr sz="1000" b="1" spc="-50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%</a:t>
              </a:r>
              <a:endParaRPr sz="1000">
                <a:latin typeface="Aptos" panose="020B0004020202020204" pitchFamily="34" charset="0"/>
                <a:cs typeface="Circular Std Bold Italic"/>
              </a:endParaRPr>
            </a:p>
          </p:txBody>
        </p:sp>
        <p:sp>
          <p:nvSpPr>
            <p:cNvPr id="29" name="object 30">
              <a:extLst>
                <a:ext uri="{FF2B5EF4-FFF2-40B4-BE49-F238E27FC236}">
                  <a16:creationId xmlns:a16="http://schemas.microsoft.com/office/drawing/2014/main" id="{C78B95AF-3D7C-425D-104B-850FADA7B899}"/>
                </a:ext>
              </a:extLst>
            </p:cNvPr>
            <p:cNvSpPr txBox="1"/>
            <p:nvPr userDrawn="1"/>
          </p:nvSpPr>
          <p:spPr>
            <a:xfrm>
              <a:off x="3105150" y="4343400"/>
              <a:ext cx="1219200" cy="3302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R="51435" algn="ctr">
                <a:lnSpc>
                  <a:spcPct val="100000"/>
                </a:lnSpc>
                <a:spcBef>
                  <a:spcPts val="1255"/>
                </a:spcBef>
              </a:pPr>
              <a:r>
                <a:rPr lang="fr-FR" sz="1000">
                  <a:solidFill>
                    <a:srgbClr val="939598"/>
                  </a:solidFill>
                  <a:latin typeface="Aptos" panose="020B0004020202020204" pitchFamily="34" charset="0"/>
                  <a:cs typeface="Circular Std Book Italic"/>
                </a:rPr>
                <a:t>Fig.2</a:t>
              </a:r>
              <a:r>
                <a:rPr lang="fr-FR" sz="1000" spc="-5">
                  <a:solidFill>
                    <a:srgbClr val="939598"/>
                  </a:solidFill>
                  <a:latin typeface="Aptos" panose="020B0004020202020204" pitchFamily="34" charset="0"/>
                  <a:cs typeface="Circular Std Book Italic"/>
                </a:rPr>
                <a:t> </a:t>
              </a:r>
              <a:r>
                <a:rPr lang="fr-FR" sz="1000" b="1" spc="-10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Légende</a:t>
              </a:r>
              <a:endParaRPr lang="fr-FR" sz="1000">
                <a:latin typeface="Aptos" panose="020B0004020202020204" pitchFamily="34" charset="0"/>
                <a:cs typeface="Circular Std Bold Italic"/>
              </a:endParaRPr>
            </a:p>
            <a:p>
              <a:pPr marR="51435" algn="ctr">
                <a:lnSpc>
                  <a:spcPct val="100000"/>
                </a:lnSpc>
              </a:pPr>
              <a:r>
                <a:rPr lang="fr-FR" sz="1000" b="1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de</a:t>
              </a:r>
              <a:r>
                <a:rPr lang="fr-FR" sz="1000" b="1" spc="-25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 </a:t>
              </a:r>
              <a:r>
                <a:rPr lang="fr-FR" sz="1000" b="1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l’illustration</a:t>
              </a:r>
              <a:r>
                <a:rPr lang="fr-FR" sz="1000" b="1" spc="-20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 </a:t>
              </a:r>
              <a:r>
                <a:rPr lang="fr-FR" sz="1000" b="1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en</a:t>
              </a:r>
              <a:r>
                <a:rPr lang="fr-FR" sz="1000" b="1" spc="-25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 </a:t>
              </a:r>
              <a:r>
                <a:rPr lang="fr-FR" sz="1000" b="1" spc="-50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%</a:t>
              </a:r>
              <a:endParaRPr lang="fr-FR" sz="1000">
                <a:latin typeface="Aptos" panose="020B0004020202020204" pitchFamily="34" charset="0"/>
                <a:cs typeface="Circular Std Bold Italic"/>
              </a:endParaRPr>
            </a:p>
          </p:txBody>
        </p:sp>
        <p:sp>
          <p:nvSpPr>
            <p:cNvPr id="30" name="object 5">
              <a:extLst>
                <a:ext uri="{FF2B5EF4-FFF2-40B4-BE49-F238E27FC236}">
                  <a16:creationId xmlns:a16="http://schemas.microsoft.com/office/drawing/2014/main" id="{F4F257EF-544E-6FB4-B26A-A742BEE79883}"/>
                </a:ext>
              </a:extLst>
            </p:cNvPr>
            <p:cNvSpPr/>
            <p:nvPr userDrawn="1"/>
          </p:nvSpPr>
          <p:spPr>
            <a:xfrm>
              <a:off x="727176" y="3768090"/>
              <a:ext cx="65405" cy="65405"/>
            </a:xfrm>
            <a:custGeom>
              <a:avLst/>
              <a:gdLst/>
              <a:ahLst/>
              <a:cxnLst/>
              <a:rect l="l" t="t" r="r" b="b"/>
              <a:pathLst>
                <a:path w="65404" h="65404">
                  <a:moveTo>
                    <a:pt x="64795" y="0"/>
                  </a:moveTo>
                  <a:lnTo>
                    <a:pt x="0" y="0"/>
                  </a:lnTo>
                  <a:lnTo>
                    <a:pt x="0" y="64795"/>
                  </a:lnTo>
                  <a:lnTo>
                    <a:pt x="64795" y="64795"/>
                  </a:lnTo>
                  <a:lnTo>
                    <a:pt x="64795" y="0"/>
                  </a:lnTo>
                  <a:close/>
                </a:path>
              </a:pathLst>
            </a:custGeom>
            <a:solidFill>
              <a:srgbClr val="005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10">
              <a:extLst>
                <a:ext uri="{FF2B5EF4-FFF2-40B4-BE49-F238E27FC236}">
                  <a16:creationId xmlns:a16="http://schemas.microsoft.com/office/drawing/2014/main" id="{DCC10578-6947-DA22-3667-7F640D40F95A}"/>
                </a:ext>
              </a:extLst>
            </p:cNvPr>
            <p:cNvSpPr/>
            <p:nvPr userDrawn="1"/>
          </p:nvSpPr>
          <p:spPr>
            <a:xfrm>
              <a:off x="3093021" y="3950970"/>
              <a:ext cx="65405" cy="65405"/>
            </a:xfrm>
            <a:custGeom>
              <a:avLst/>
              <a:gdLst/>
              <a:ahLst/>
              <a:cxnLst/>
              <a:rect l="l" t="t" r="r" b="b"/>
              <a:pathLst>
                <a:path w="65405" h="65404">
                  <a:moveTo>
                    <a:pt x="64795" y="0"/>
                  </a:moveTo>
                  <a:lnTo>
                    <a:pt x="0" y="0"/>
                  </a:lnTo>
                  <a:lnTo>
                    <a:pt x="0" y="64795"/>
                  </a:lnTo>
                  <a:lnTo>
                    <a:pt x="64795" y="64795"/>
                  </a:lnTo>
                  <a:lnTo>
                    <a:pt x="64795" y="0"/>
                  </a:lnTo>
                  <a:close/>
                </a:path>
              </a:pathLst>
            </a:custGeom>
            <a:solidFill>
              <a:srgbClr val="226F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11">
              <a:extLst>
                <a:ext uri="{FF2B5EF4-FFF2-40B4-BE49-F238E27FC236}">
                  <a16:creationId xmlns:a16="http://schemas.microsoft.com/office/drawing/2014/main" id="{FDE3CAE0-344E-3B21-37CF-7367727765FF}"/>
                </a:ext>
              </a:extLst>
            </p:cNvPr>
            <p:cNvSpPr/>
            <p:nvPr userDrawn="1"/>
          </p:nvSpPr>
          <p:spPr>
            <a:xfrm>
              <a:off x="3093021" y="4179570"/>
              <a:ext cx="65405" cy="65405"/>
            </a:xfrm>
            <a:custGeom>
              <a:avLst/>
              <a:gdLst/>
              <a:ahLst/>
              <a:cxnLst/>
              <a:rect l="l" t="t" r="r" b="b"/>
              <a:pathLst>
                <a:path w="65405" h="65404">
                  <a:moveTo>
                    <a:pt x="64795" y="0"/>
                  </a:moveTo>
                  <a:lnTo>
                    <a:pt x="0" y="0"/>
                  </a:lnTo>
                  <a:lnTo>
                    <a:pt x="0" y="64795"/>
                  </a:lnTo>
                  <a:lnTo>
                    <a:pt x="64795" y="64795"/>
                  </a:lnTo>
                  <a:lnTo>
                    <a:pt x="64795" y="0"/>
                  </a:lnTo>
                  <a:close/>
                </a:path>
              </a:pathLst>
            </a:custGeom>
            <a:solidFill>
              <a:srgbClr val="005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Espace réservé du texte 5">
            <a:extLst>
              <a:ext uri="{FF2B5EF4-FFF2-40B4-BE49-F238E27FC236}">
                <a16:creationId xmlns:a16="http://schemas.microsoft.com/office/drawing/2014/main" id="{1F22531C-16CC-E203-977B-56F43EBE0E2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2600" y="1219200"/>
            <a:ext cx="3962400" cy="1143000"/>
          </a:xfrm>
          <a:prstGeom prst="rect">
            <a:avLst/>
          </a:prstGeom>
        </p:spPr>
        <p:txBody>
          <a:bodyPr/>
          <a:lstStyle>
            <a:lvl1pPr>
              <a:defRPr sz="1550" b="1">
                <a:solidFill>
                  <a:schemeClr val="accent2"/>
                </a:solidFill>
              </a:defRPr>
            </a:lvl1pPr>
            <a:lvl2pPr>
              <a:defRPr sz="1550" b="1">
                <a:solidFill>
                  <a:schemeClr val="accent1"/>
                </a:solidFill>
              </a:defRPr>
            </a:lvl2pPr>
            <a:lvl3pPr algn="l">
              <a:defRPr sz="1550" b="0">
                <a:solidFill>
                  <a:schemeClr val="accent1"/>
                </a:solidFill>
              </a:defRPr>
            </a:lvl3pPr>
            <a:lvl4pPr>
              <a:defRPr sz="1550" b="1">
                <a:solidFill>
                  <a:schemeClr val="accent1"/>
                </a:solidFill>
              </a:defRPr>
            </a:lvl4pPr>
            <a:lvl5pPr>
              <a:defRPr sz="1550" b="1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38" name="Holder 3">
            <a:extLst>
              <a:ext uri="{FF2B5EF4-FFF2-40B4-BE49-F238E27FC236}">
                <a16:creationId xmlns:a16="http://schemas.microsoft.com/office/drawing/2014/main" id="{990EFDD1-24CD-08AB-8F1F-5ECBB3BAC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2600" y="2514600"/>
            <a:ext cx="3962400" cy="3136900"/>
          </a:xfrm>
          <a:prstGeom prst="rect">
            <a:avLst/>
          </a:prstGeom>
        </p:spPr>
        <p:txBody>
          <a:bodyPr lIns="0" tIns="0" rIns="0" bIns="0"/>
          <a:lstStyle>
            <a:lvl1pPr>
              <a:defRPr sz="1350" b="0" i="0">
                <a:solidFill>
                  <a:schemeClr val="tx1"/>
                </a:solidFill>
                <a:latin typeface="Aptos"/>
                <a:cs typeface="Aptos"/>
              </a:defRPr>
            </a:lvl1pPr>
          </a:lstStyle>
          <a:p>
            <a:endParaRPr dirty="0"/>
          </a:p>
        </p:txBody>
      </p:sp>
      <p:sp>
        <p:nvSpPr>
          <p:cNvPr id="44" name="Espace réservé du numéro de diapositive 5">
            <a:extLst>
              <a:ext uri="{FF2B5EF4-FFF2-40B4-BE49-F238E27FC236}">
                <a16:creationId xmlns:a16="http://schemas.microsoft.com/office/drawing/2014/main" id="{4700B97E-CA2E-BB90-EA05-518B6ACF84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67600" y="640080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48540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>
          <p15:clr>
            <a:srgbClr val="FBAE40"/>
          </p15:clr>
        </p15:guide>
        <p15:guide id="2" pos="6000">
          <p15:clr>
            <a:srgbClr val="FBAE40"/>
          </p15:clr>
        </p15:guide>
        <p15:guide id="3" orient="horz" pos="810">
          <p15:clr>
            <a:srgbClr val="FBAE40"/>
          </p15:clr>
        </p15:guide>
        <p15:guide id="4" pos="312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1546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9F9FF8-DAB1-C55B-373F-A850628A9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438400"/>
            <a:ext cx="6705600" cy="2133600"/>
          </a:xfrm>
          <a:prstGeom prst="rect">
            <a:avLst/>
          </a:prstGeom>
        </p:spPr>
        <p:txBody>
          <a:bodyPr anchor="ctr"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8040D9C-16A8-6088-F578-0D72852E15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6" name="Image 5" descr="Une image contenant symbole, clipart, Graphique, silhouette&#10;&#10;Description générée automatiquement">
            <a:extLst>
              <a:ext uri="{FF2B5EF4-FFF2-40B4-BE49-F238E27FC236}">
                <a16:creationId xmlns:a16="http://schemas.microsoft.com/office/drawing/2014/main" id="{6692991A-7277-9979-A3A0-704856767B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707" y="2527253"/>
            <a:ext cx="1803493" cy="180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2302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9F9FF8-DAB1-C55B-373F-A850628A9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438400"/>
            <a:ext cx="6705600" cy="2133600"/>
          </a:xfrm>
          <a:prstGeom prst="rect">
            <a:avLst/>
          </a:prstGeom>
        </p:spPr>
        <p:txBody>
          <a:bodyPr anchor="ctr"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8040D9C-16A8-6088-F578-0D72852E15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6" name="Image 5" descr="Une image contenant symbole, Graphique, cercle, conception&#10;&#10;Description générée automatiquement">
            <a:extLst>
              <a:ext uri="{FF2B5EF4-FFF2-40B4-BE49-F238E27FC236}">
                <a16:creationId xmlns:a16="http://schemas.microsoft.com/office/drawing/2014/main" id="{015054F9-36CD-572E-2082-6DB2AAB5E3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354" y="2527300"/>
            <a:ext cx="1803493" cy="180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5789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7379681A-ABE8-D101-BEBE-A41CEA49D4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47800" y="2527300"/>
            <a:ext cx="1803400" cy="18034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9B9F9FF8-DAB1-C55B-373F-A850628A9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438400"/>
            <a:ext cx="6705600" cy="2133600"/>
          </a:xfrm>
          <a:prstGeom prst="rect">
            <a:avLst/>
          </a:prstGeom>
        </p:spPr>
        <p:txBody>
          <a:bodyPr anchor="ctr"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8040D9C-16A8-6088-F578-0D72852E15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76577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4">
            <a:alpha val="6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 b="0" i="0">
                <a:solidFill>
                  <a:srgbClr val="005399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endParaRPr spc="-2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5399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endParaRPr spc="-10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54A3F51-BAB6-B7C3-6228-2A5058A3B5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906000" cy="685800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2B5ADD10-F604-BC9C-D3A2-0094A8ABEB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3429000"/>
            <a:ext cx="4648200" cy="11430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550" b="1">
                <a:solidFill>
                  <a:schemeClr val="bg1"/>
                </a:solidFill>
              </a:defRPr>
            </a:lvl1pPr>
            <a:lvl2pPr marL="457200" indent="0" algn="ctr">
              <a:buFontTx/>
              <a:buNone/>
              <a:defRPr sz="1550" b="1">
                <a:solidFill>
                  <a:schemeClr val="bg1"/>
                </a:solidFill>
              </a:defRPr>
            </a:lvl2pPr>
            <a:lvl3pPr marL="914400" indent="0" algn="ctr">
              <a:buFontTx/>
              <a:buNone/>
              <a:defRPr sz="1550" b="0">
                <a:solidFill>
                  <a:schemeClr val="bg1"/>
                </a:solidFill>
              </a:defRPr>
            </a:lvl3pPr>
            <a:lvl4pPr>
              <a:defRPr sz="1550" b="1">
                <a:solidFill>
                  <a:schemeClr val="accent1"/>
                </a:solidFill>
              </a:defRPr>
            </a:lvl4pPr>
            <a:lvl5pPr>
              <a:defRPr sz="1550" b="1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7" name="Holder 3">
            <a:extLst>
              <a:ext uri="{FF2B5EF4-FFF2-40B4-BE49-F238E27FC236}">
                <a16:creationId xmlns:a16="http://schemas.microsoft.com/office/drawing/2014/main" id="{662A453C-2C1D-0B17-1F34-6CF242613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90800" y="3962400"/>
            <a:ext cx="4724400" cy="14605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350" b="0" i="0">
                <a:solidFill>
                  <a:schemeClr val="bg1"/>
                </a:solidFill>
                <a:latin typeface="Aptos"/>
                <a:cs typeface="Aptos"/>
              </a:defRPr>
            </a:lvl1pPr>
          </a:lstStyle>
          <a:p>
            <a:endParaRPr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27C3263F-1CBC-4E0F-1CC8-D47AAEBDE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1600200"/>
            <a:ext cx="8543925" cy="1325563"/>
          </a:xfrm>
          <a:prstGeom prst="rect">
            <a:avLst/>
          </a:prstGeom>
        </p:spPr>
        <p:txBody>
          <a:bodyPr anchor="ctr"/>
          <a:lstStyle>
            <a:lvl1pPr algn="ctr">
              <a:defRPr sz="5500" b="1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900161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7379681A-ABE8-D101-BEBE-A41CEA49D4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47800" y="2527300"/>
            <a:ext cx="1803400" cy="18034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EEDDFC5-234D-AC40-569C-C98067FF2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438400"/>
            <a:ext cx="6705600" cy="2133600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C34F7A-B9F3-4DFD-975E-142B24753A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41826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 descr="Une image contenant logo, symbole, Graphique, silhouette&#10;&#10;Description générée automatiquement">
            <a:extLst>
              <a:ext uri="{FF2B5EF4-FFF2-40B4-BE49-F238E27FC236}">
                <a16:creationId xmlns:a16="http://schemas.microsoft.com/office/drawing/2014/main" id="{7379681A-ABE8-D101-BEBE-A41CEA49D4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527300"/>
            <a:ext cx="1803400" cy="18034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32E1B05-E0F5-3FFC-0510-C407B48A2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438400"/>
            <a:ext cx="6705600" cy="2133600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5554858-8A21-7FF9-F348-764C94209F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93766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5AAF0816-1F25-DBF1-9B03-18C8FAC54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438400"/>
            <a:ext cx="6705600" cy="2133600"/>
          </a:xfrm>
          <a:prstGeom prst="rect">
            <a:avLst/>
          </a:prstGeom>
        </p:spPr>
        <p:txBody>
          <a:bodyPr anchor="ctr"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FAB431D0-E552-0E26-EEEF-ED60E666BC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607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182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older 2">
            <a:extLst>
              <a:ext uri="{FF2B5EF4-FFF2-40B4-BE49-F238E27FC236}">
                <a16:creationId xmlns:a16="http://schemas.microsoft.com/office/drawing/2014/main" id="{B52B347F-B9BC-596C-A7B1-A50816479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84247"/>
            <a:ext cx="7086602" cy="360680"/>
          </a:xfrm>
          <a:prstGeom prst="rect">
            <a:avLst/>
          </a:prstGeom>
        </p:spPr>
        <p:txBody>
          <a:bodyPr lIns="0" tIns="0" rIns="0" bIns="0"/>
          <a:lstStyle>
            <a:lvl1pPr>
              <a:defRPr sz="2200" b="1" i="0">
                <a:solidFill>
                  <a:srgbClr val="58595B"/>
                </a:solidFill>
                <a:latin typeface="Aptos"/>
                <a:cs typeface="Aptos"/>
              </a:defRPr>
            </a:lvl1pPr>
          </a:lstStyle>
          <a:p>
            <a:endParaRPr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76F4831-E34D-C85D-98A4-02B37F5D4E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0998" y="1219200"/>
            <a:ext cx="4114801" cy="1143000"/>
          </a:xfrm>
          <a:prstGeom prst="rect">
            <a:avLst/>
          </a:prstGeom>
        </p:spPr>
        <p:txBody>
          <a:bodyPr/>
          <a:lstStyle>
            <a:lvl1pPr>
              <a:defRPr sz="1550" b="1">
                <a:solidFill>
                  <a:schemeClr val="accent2"/>
                </a:solidFill>
              </a:defRPr>
            </a:lvl1pPr>
            <a:lvl2pPr>
              <a:defRPr sz="1550" b="1">
                <a:solidFill>
                  <a:schemeClr val="accent1"/>
                </a:solidFill>
              </a:defRPr>
            </a:lvl2pPr>
            <a:lvl3pPr algn="l">
              <a:defRPr sz="1550" b="0">
                <a:solidFill>
                  <a:schemeClr val="accent1"/>
                </a:solidFill>
              </a:defRPr>
            </a:lvl3pPr>
            <a:lvl4pPr>
              <a:defRPr sz="1550" b="1">
                <a:solidFill>
                  <a:schemeClr val="accent1"/>
                </a:solidFill>
              </a:defRPr>
            </a:lvl4pPr>
            <a:lvl5pPr>
              <a:defRPr sz="1550" b="1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  <p:sp>
        <p:nvSpPr>
          <p:cNvPr id="9" name="Holder 3">
            <a:extLst>
              <a:ext uri="{FF2B5EF4-FFF2-40B4-BE49-F238E27FC236}">
                <a16:creationId xmlns:a16="http://schemas.microsoft.com/office/drawing/2014/main" id="{CD35EB82-4B50-6784-4EBE-D27670AB5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2514600"/>
            <a:ext cx="4093845" cy="1600200"/>
          </a:xfrm>
          <a:prstGeom prst="rect">
            <a:avLst/>
          </a:prstGeom>
        </p:spPr>
        <p:txBody>
          <a:bodyPr lIns="0" tIns="0" rIns="0" bIns="0"/>
          <a:lstStyle>
            <a:lvl1pPr>
              <a:defRPr sz="1350" b="0" i="0">
                <a:solidFill>
                  <a:schemeClr val="tx1"/>
                </a:solidFill>
                <a:latin typeface="Aptos"/>
                <a:cs typeface="Aptos"/>
              </a:defRPr>
            </a:lvl1pPr>
          </a:lstStyle>
          <a:p>
            <a:endParaRPr/>
          </a:p>
        </p:txBody>
      </p:sp>
      <p:sp>
        <p:nvSpPr>
          <p:cNvPr id="5" name="Espace réservé du tableau 4">
            <a:extLst>
              <a:ext uri="{FF2B5EF4-FFF2-40B4-BE49-F238E27FC236}">
                <a16:creationId xmlns:a16="http://schemas.microsoft.com/office/drawing/2014/main" id="{AEECF47D-EF2A-3470-DA67-76994AB2F0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81000" y="3429000"/>
            <a:ext cx="4093845" cy="129540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6" name="Espace réservé pour une image  15">
            <a:extLst>
              <a:ext uri="{FF2B5EF4-FFF2-40B4-BE49-F238E27FC236}">
                <a16:creationId xmlns:a16="http://schemas.microsoft.com/office/drawing/2014/main" id="{C44A7C19-126E-4771-543A-6780F270718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53000" y="1285875"/>
            <a:ext cx="4572000" cy="48863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27" name="Espace réservé du numéro de diapositive 5">
            <a:extLst>
              <a:ext uri="{FF2B5EF4-FFF2-40B4-BE49-F238E27FC236}">
                <a16:creationId xmlns:a16="http://schemas.microsoft.com/office/drawing/2014/main" id="{8C6F790D-415D-384C-9EF8-1D720EF29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67600" y="640080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2519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>
          <p15:clr>
            <a:srgbClr val="FBAE40"/>
          </p15:clr>
        </p15:guide>
        <p15:guide id="2" pos="6000">
          <p15:clr>
            <a:srgbClr val="FBAE40"/>
          </p15:clr>
        </p15:guide>
        <p15:guide id="3" orient="horz" pos="810">
          <p15:clr>
            <a:srgbClr val="FBAE40"/>
          </p15:clr>
        </p15:guide>
        <p15:guide id="4" pos="31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older 2">
            <a:extLst>
              <a:ext uri="{FF2B5EF4-FFF2-40B4-BE49-F238E27FC236}">
                <a16:creationId xmlns:a16="http://schemas.microsoft.com/office/drawing/2014/main" id="{B52B347F-B9BC-596C-A7B1-A50816479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84247"/>
            <a:ext cx="7086600" cy="360680"/>
          </a:xfrm>
          <a:prstGeom prst="rect">
            <a:avLst/>
          </a:prstGeom>
        </p:spPr>
        <p:txBody>
          <a:bodyPr lIns="0" tIns="0" rIns="0" bIns="0"/>
          <a:lstStyle>
            <a:lvl1pPr>
              <a:defRPr sz="2200" b="1" i="0">
                <a:solidFill>
                  <a:srgbClr val="58595B"/>
                </a:solidFill>
                <a:latin typeface="Aptos"/>
                <a:cs typeface="Aptos"/>
              </a:defRPr>
            </a:lvl1pPr>
          </a:lstStyle>
          <a:p>
            <a:endParaRPr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76F4831-E34D-C85D-98A4-02B37F5D4E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1219200"/>
            <a:ext cx="4572000" cy="1143000"/>
          </a:xfrm>
          <a:prstGeom prst="rect">
            <a:avLst/>
          </a:prstGeom>
        </p:spPr>
        <p:txBody>
          <a:bodyPr/>
          <a:lstStyle>
            <a:lvl1pPr>
              <a:defRPr sz="1550" b="1">
                <a:solidFill>
                  <a:schemeClr val="accent2"/>
                </a:solidFill>
              </a:defRPr>
            </a:lvl1pPr>
            <a:lvl2pPr>
              <a:defRPr sz="1550" b="1">
                <a:solidFill>
                  <a:schemeClr val="accent1"/>
                </a:solidFill>
              </a:defRPr>
            </a:lvl2pPr>
            <a:lvl3pPr algn="l">
              <a:defRPr sz="1550" b="0">
                <a:solidFill>
                  <a:schemeClr val="accent1"/>
                </a:solidFill>
              </a:defRPr>
            </a:lvl3pPr>
            <a:lvl4pPr>
              <a:defRPr sz="1550" b="1">
                <a:solidFill>
                  <a:schemeClr val="accent1"/>
                </a:solidFill>
              </a:defRPr>
            </a:lvl4pPr>
            <a:lvl5pPr>
              <a:defRPr sz="1550" b="1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9" name="Holder 3">
            <a:extLst>
              <a:ext uri="{FF2B5EF4-FFF2-40B4-BE49-F238E27FC236}">
                <a16:creationId xmlns:a16="http://schemas.microsoft.com/office/drawing/2014/main" id="{CD35EB82-4B50-6784-4EBE-D27670AB5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2514600"/>
            <a:ext cx="4572000" cy="3136900"/>
          </a:xfrm>
          <a:prstGeom prst="rect">
            <a:avLst/>
          </a:prstGeom>
        </p:spPr>
        <p:txBody>
          <a:bodyPr lIns="0" tIns="0" rIns="0" bIns="0"/>
          <a:lstStyle>
            <a:lvl1pPr>
              <a:defRPr sz="1350" b="0" i="0">
                <a:solidFill>
                  <a:schemeClr val="tx1"/>
                </a:solidFill>
                <a:latin typeface="Aptos"/>
                <a:cs typeface="Aptos"/>
              </a:defRPr>
            </a:lvl1pPr>
          </a:lstStyle>
          <a:p>
            <a:endParaRPr dirty="0"/>
          </a:p>
        </p:txBody>
      </p:sp>
      <p:sp>
        <p:nvSpPr>
          <p:cNvPr id="17" name="Holder 3">
            <a:extLst>
              <a:ext uri="{FF2B5EF4-FFF2-40B4-BE49-F238E27FC236}">
                <a16:creationId xmlns:a16="http://schemas.microsoft.com/office/drawing/2014/main" id="{42DE9D49-335F-15AD-BE6A-337452D9096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440017" y="2514600"/>
            <a:ext cx="4093845" cy="3136900"/>
          </a:xfrm>
          <a:prstGeom prst="rect">
            <a:avLst/>
          </a:prstGeom>
        </p:spPr>
        <p:txBody>
          <a:bodyPr lIns="0" tIns="0" rIns="0" bIns="0"/>
          <a:lstStyle>
            <a:lvl1pPr marL="285750" indent="-285750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Aptos"/>
                <a:cs typeface="Aptos"/>
              </a:defRPr>
            </a:lvl1pPr>
          </a:lstStyle>
          <a:p>
            <a:endParaRPr/>
          </a:p>
        </p:txBody>
      </p:sp>
      <p:sp>
        <p:nvSpPr>
          <p:cNvPr id="18" name="Espace réservé du texte 5">
            <a:extLst>
              <a:ext uri="{FF2B5EF4-FFF2-40B4-BE49-F238E27FC236}">
                <a16:creationId xmlns:a16="http://schemas.microsoft.com/office/drawing/2014/main" id="{61DB0D47-B2AF-B40E-7AFD-23CDD19BB7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0016" y="1219200"/>
            <a:ext cx="4084983" cy="1143000"/>
          </a:xfrm>
          <a:prstGeom prst="rect">
            <a:avLst/>
          </a:prstGeom>
        </p:spPr>
        <p:txBody>
          <a:bodyPr/>
          <a:lstStyle>
            <a:lvl1pPr>
              <a:defRPr sz="1550" b="1">
                <a:solidFill>
                  <a:schemeClr val="accent2"/>
                </a:solidFill>
              </a:defRPr>
            </a:lvl1pPr>
            <a:lvl2pPr>
              <a:defRPr sz="1550" b="1">
                <a:solidFill>
                  <a:schemeClr val="accent1"/>
                </a:solidFill>
              </a:defRPr>
            </a:lvl2pPr>
            <a:lvl3pPr algn="l">
              <a:defRPr sz="1550" b="0">
                <a:solidFill>
                  <a:schemeClr val="accent1"/>
                </a:solidFill>
              </a:defRPr>
            </a:lvl3pPr>
            <a:lvl4pPr>
              <a:defRPr sz="1550" b="1">
                <a:solidFill>
                  <a:schemeClr val="accent1"/>
                </a:solidFill>
              </a:defRPr>
            </a:lvl4pPr>
            <a:lvl5pPr>
              <a:defRPr sz="1550" b="1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  <p:sp>
        <p:nvSpPr>
          <p:cNvPr id="23" name="Espace réservé du numéro de diapositive 5">
            <a:extLst>
              <a:ext uri="{FF2B5EF4-FFF2-40B4-BE49-F238E27FC236}">
                <a16:creationId xmlns:a16="http://schemas.microsoft.com/office/drawing/2014/main" id="{9776B403-AEEB-72C7-D257-6403B9F2C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67600" y="640080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76817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>
          <p15:clr>
            <a:srgbClr val="FBAE40"/>
          </p15:clr>
        </p15:guide>
        <p15:guide id="2" pos="6000">
          <p15:clr>
            <a:srgbClr val="FBAE40"/>
          </p15:clr>
        </p15:guide>
        <p15:guide id="3" orient="horz" pos="810">
          <p15:clr>
            <a:srgbClr val="FBAE40"/>
          </p15:clr>
        </p15:guide>
        <p15:guide id="4" pos="31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older 2">
            <a:extLst>
              <a:ext uri="{FF2B5EF4-FFF2-40B4-BE49-F238E27FC236}">
                <a16:creationId xmlns:a16="http://schemas.microsoft.com/office/drawing/2014/main" id="{B52B347F-B9BC-596C-A7B1-A50816479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84247"/>
            <a:ext cx="7086600" cy="360680"/>
          </a:xfrm>
          <a:prstGeom prst="rect">
            <a:avLst/>
          </a:prstGeom>
        </p:spPr>
        <p:txBody>
          <a:bodyPr lIns="0" tIns="0" rIns="0" bIns="0"/>
          <a:lstStyle>
            <a:lvl1pPr>
              <a:defRPr sz="2200" b="1" i="0">
                <a:solidFill>
                  <a:srgbClr val="58595B"/>
                </a:solidFill>
                <a:latin typeface="Aptos"/>
                <a:cs typeface="Aptos"/>
              </a:defRPr>
            </a:lvl1pPr>
          </a:lstStyle>
          <a:p>
            <a:endParaRPr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76F4831-E34D-C85D-98A4-02B37F5D4E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0999" y="1219200"/>
            <a:ext cx="9047085" cy="1143000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600" b="1">
                <a:solidFill>
                  <a:schemeClr val="accent1"/>
                </a:solidFill>
              </a:defRPr>
            </a:lvl2pPr>
            <a:lvl3pPr algn="l">
              <a:defRPr sz="1550" b="0">
                <a:solidFill>
                  <a:schemeClr val="accent1"/>
                </a:solidFill>
              </a:defRPr>
            </a:lvl3pPr>
            <a:lvl4pPr>
              <a:defRPr sz="1550" b="1">
                <a:solidFill>
                  <a:schemeClr val="accent1"/>
                </a:solidFill>
              </a:defRPr>
            </a:lvl4pPr>
            <a:lvl5pPr>
              <a:defRPr sz="1550" b="1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  <p:sp>
        <p:nvSpPr>
          <p:cNvPr id="9" name="Holder 3">
            <a:extLst>
              <a:ext uri="{FF2B5EF4-FFF2-40B4-BE49-F238E27FC236}">
                <a16:creationId xmlns:a16="http://schemas.microsoft.com/office/drawing/2014/main" id="{CD35EB82-4B50-6784-4EBE-D27670AB5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2514600"/>
            <a:ext cx="9047084" cy="3136900"/>
          </a:xfrm>
          <a:prstGeom prst="rect">
            <a:avLst/>
          </a:prstGeom>
        </p:spPr>
        <p:txBody>
          <a:bodyPr lIns="0" tIns="0" rIns="0" bIns="0"/>
          <a:lstStyle>
            <a:lvl1pPr>
              <a:defRPr sz="1350" b="0" i="0">
                <a:solidFill>
                  <a:schemeClr val="tx1"/>
                </a:solidFill>
                <a:latin typeface="Aptos"/>
                <a:cs typeface="Aptos"/>
              </a:defRPr>
            </a:lvl1pPr>
          </a:lstStyle>
          <a:p>
            <a:endParaRPr dirty="0"/>
          </a:p>
        </p:txBody>
      </p:sp>
      <p:sp>
        <p:nvSpPr>
          <p:cNvPr id="23" name="Espace réservé du numéro de diapositive 5">
            <a:extLst>
              <a:ext uri="{FF2B5EF4-FFF2-40B4-BE49-F238E27FC236}">
                <a16:creationId xmlns:a16="http://schemas.microsoft.com/office/drawing/2014/main" id="{9776B403-AEEB-72C7-D257-6403B9F2C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67600" y="640080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1000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>
          <p15:clr>
            <a:srgbClr val="FBAE40"/>
          </p15:clr>
        </p15:guide>
        <p15:guide id="2" pos="6000">
          <p15:clr>
            <a:srgbClr val="FBAE40"/>
          </p15:clr>
        </p15:guide>
        <p15:guide id="3" orient="horz" pos="810">
          <p15:clr>
            <a:srgbClr val="FBAE40"/>
          </p15:clr>
        </p15:guide>
        <p15:guide id="4" pos="31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older 2">
            <a:extLst>
              <a:ext uri="{FF2B5EF4-FFF2-40B4-BE49-F238E27FC236}">
                <a16:creationId xmlns:a16="http://schemas.microsoft.com/office/drawing/2014/main" id="{B52B347F-B9BC-596C-A7B1-A50816479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99" y="384247"/>
            <a:ext cx="7066301" cy="360680"/>
          </a:xfrm>
          <a:prstGeom prst="rect">
            <a:avLst/>
          </a:prstGeom>
        </p:spPr>
        <p:txBody>
          <a:bodyPr lIns="0" tIns="0" rIns="0" bIns="0"/>
          <a:lstStyle>
            <a:lvl1pPr>
              <a:defRPr sz="2200" b="1" i="0">
                <a:solidFill>
                  <a:srgbClr val="58595B"/>
                </a:solidFill>
                <a:latin typeface="Aptos"/>
                <a:cs typeface="Aptos"/>
              </a:defRPr>
            </a:lvl1pPr>
          </a:lstStyle>
          <a:p>
            <a:endParaRPr/>
          </a:p>
        </p:txBody>
      </p: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91420234-21C2-317B-A9A0-A6593C689630}"/>
              </a:ext>
            </a:extLst>
          </p:cNvPr>
          <p:cNvGrpSpPr/>
          <p:nvPr userDrawn="1"/>
        </p:nvGrpSpPr>
        <p:grpSpPr>
          <a:xfrm>
            <a:off x="-4953000" y="1838429"/>
            <a:ext cx="3980873" cy="2835171"/>
            <a:chOff x="645397" y="1838429"/>
            <a:chExt cx="3980873" cy="2835171"/>
          </a:xfrm>
        </p:grpSpPr>
        <p:sp>
          <p:nvSpPr>
            <p:cNvPr id="3" name="object 6">
              <a:extLst>
                <a:ext uri="{FF2B5EF4-FFF2-40B4-BE49-F238E27FC236}">
                  <a16:creationId xmlns:a16="http://schemas.microsoft.com/office/drawing/2014/main" id="{0A984DE3-7930-D44B-DA4D-8A9F828DE89E}"/>
                </a:ext>
              </a:extLst>
            </p:cNvPr>
            <p:cNvSpPr txBox="1"/>
            <p:nvPr userDrawn="1"/>
          </p:nvSpPr>
          <p:spPr>
            <a:xfrm>
              <a:off x="810207" y="3667783"/>
              <a:ext cx="1372870" cy="381000"/>
            </a:xfrm>
            <a:prstGeom prst="rect">
              <a:avLst/>
            </a:prstGeom>
          </p:spPr>
          <p:txBody>
            <a:bodyPr vert="horz" wrap="square" lIns="0" tIns="26670" rIns="0" bIns="0" rtlCol="0">
              <a:spAutoFit/>
            </a:bodyPr>
            <a:lstStyle/>
            <a:p>
              <a:pPr marL="12700" marR="5080" indent="10160">
                <a:lnSpc>
                  <a:spcPts val="1360"/>
                </a:lnSpc>
                <a:spcBef>
                  <a:spcPts val="210"/>
                </a:spcBef>
              </a:pPr>
              <a:r>
                <a:rPr sz="1200" spc="-10">
                  <a:latin typeface="Aptos Light"/>
                  <a:cs typeface="Aptos Light"/>
                </a:rPr>
                <a:t>Corectorunt</a:t>
              </a:r>
              <a:r>
                <a:rPr sz="1200" spc="25">
                  <a:latin typeface="Aptos Light"/>
                  <a:cs typeface="Aptos Light"/>
                </a:rPr>
                <a:t> </a:t>
              </a:r>
              <a:r>
                <a:rPr sz="1200" spc="-20">
                  <a:latin typeface="Aptos Light"/>
                  <a:cs typeface="Aptos Light"/>
                </a:rPr>
                <a:t>etur </a:t>
              </a:r>
              <a:r>
                <a:rPr sz="1200" spc="-10">
                  <a:latin typeface="Aptos Light"/>
                  <a:cs typeface="Aptos Light"/>
                </a:rPr>
                <a:t>Vendi</a:t>
              </a:r>
              <a:r>
                <a:rPr sz="1200" spc="-50">
                  <a:latin typeface="Aptos Light"/>
                  <a:cs typeface="Aptos Light"/>
                </a:rPr>
                <a:t> </a:t>
              </a:r>
              <a:r>
                <a:rPr sz="1200">
                  <a:latin typeface="Aptos Light"/>
                  <a:cs typeface="Aptos Light"/>
                </a:rPr>
                <a:t>reped</a:t>
              </a:r>
              <a:r>
                <a:rPr sz="1200" spc="-45">
                  <a:latin typeface="Aptos Light"/>
                  <a:cs typeface="Aptos Light"/>
                </a:rPr>
                <a:t> </a:t>
              </a:r>
              <a:r>
                <a:rPr sz="1200">
                  <a:latin typeface="Aptos Light"/>
                  <a:cs typeface="Aptos Light"/>
                </a:rPr>
                <a:t>qui</a:t>
              </a:r>
              <a:r>
                <a:rPr sz="1200" spc="-45">
                  <a:latin typeface="Aptos Light"/>
                  <a:cs typeface="Aptos Light"/>
                </a:rPr>
                <a:t> </a:t>
              </a:r>
              <a:r>
                <a:rPr sz="1200" spc="-20">
                  <a:latin typeface="Aptos Light"/>
                  <a:cs typeface="Aptos Light"/>
                </a:rPr>
                <a:t>omni</a:t>
              </a:r>
              <a:endParaRPr sz="1200">
                <a:latin typeface="Aptos Light"/>
                <a:cs typeface="Aptos Light"/>
              </a:endParaRPr>
            </a:p>
          </p:txBody>
        </p:sp>
        <p:sp>
          <p:nvSpPr>
            <p:cNvPr id="4" name="object 7">
              <a:extLst>
                <a:ext uri="{FF2B5EF4-FFF2-40B4-BE49-F238E27FC236}">
                  <a16:creationId xmlns:a16="http://schemas.microsoft.com/office/drawing/2014/main" id="{32D48390-FDBF-8B40-757E-FB850395629A}"/>
                </a:ext>
              </a:extLst>
            </p:cNvPr>
            <p:cNvSpPr/>
            <p:nvPr userDrawn="1"/>
          </p:nvSpPr>
          <p:spPr>
            <a:xfrm>
              <a:off x="727176" y="3940809"/>
              <a:ext cx="65405" cy="65405"/>
            </a:xfrm>
            <a:custGeom>
              <a:avLst/>
              <a:gdLst/>
              <a:ahLst/>
              <a:cxnLst/>
              <a:rect l="l" t="t" r="r" b="b"/>
              <a:pathLst>
                <a:path w="65404" h="65404">
                  <a:moveTo>
                    <a:pt x="64795" y="0"/>
                  </a:moveTo>
                  <a:lnTo>
                    <a:pt x="0" y="0"/>
                  </a:lnTo>
                  <a:lnTo>
                    <a:pt x="0" y="64795"/>
                  </a:lnTo>
                  <a:lnTo>
                    <a:pt x="64795" y="64795"/>
                  </a:lnTo>
                  <a:lnTo>
                    <a:pt x="64795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8">
              <a:extLst>
                <a:ext uri="{FF2B5EF4-FFF2-40B4-BE49-F238E27FC236}">
                  <a16:creationId xmlns:a16="http://schemas.microsoft.com/office/drawing/2014/main" id="{D65AD998-D5A5-3F05-61DE-E7BC06B4259D}"/>
                </a:ext>
              </a:extLst>
            </p:cNvPr>
            <p:cNvSpPr/>
            <p:nvPr userDrawn="1"/>
          </p:nvSpPr>
          <p:spPr>
            <a:xfrm>
              <a:off x="3083496" y="3744595"/>
              <a:ext cx="65405" cy="65405"/>
            </a:xfrm>
            <a:custGeom>
              <a:avLst/>
              <a:gdLst/>
              <a:ahLst/>
              <a:cxnLst/>
              <a:rect l="l" t="t" r="r" b="b"/>
              <a:pathLst>
                <a:path w="65405" h="65404">
                  <a:moveTo>
                    <a:pt x="64795" y="0"/>
                  </a:moveTo>
                  <a:lnTo>
                    <a:pt x="0" y="0"/>
                  </a:lnTo>
                  <a:lnTo>
                    <a:pt x="0" y="64795"/>
                  </a:lnTo>
                  <a:lnTo>
                    <a:pt x="64795" y="64795"/>
                  </a:lnTo>
                  <a:lnTo>
                    <a:pt x="64795" y="0"/>
                  </a:lnTo>
                  <a:close/>
                </a:path>
              </a:pathLst>
            </a:custGeom>
            <a:solidFill>
              <a:srgbClr val="29A4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9">
              <a:extLst>
                <a:ext uri="{FF2B5EF4-FFF2-40B4-BE49-F238E27FC236}">
                  <a16:creationId xmlns:a16="http://schemas.microsoft.com/office/drawing/2014/main" id="{5B5B4420-E7EE-2DA8-FE47-049F89D7170E}"/>
                </a:ext>
              </a:extLst>
            </p:cNvPr>
            <p:cNvSpPr txBox="1"/>
            <p:nvPr userDrawn="1"/>
          </p:nvSpPr>
          <p:spPr>
            <a:xfrm>
              <a:off x="3166536" y="3657600"/>
              <a:ext cx="1372870" cy="616836"/>
            </a:xfrm>
            <a:prstGeom prst="rect">
              <a:avLst/>
            </a:prstGeom>
          </p:spPr>
          <p:txBody>
            <a:bodyPr vert="horz" wrap="square" lIns="0" tIns="26670" rIns="0" bIns="0" rtlCol="0">
              <a:spAutoFit/>
            </a:bodyPr>
            <a:lstStyle/>
            <a:p>
              <a:pPr marL="12700" marR="5080" algn="l">
                <a:lnSpc>
                  <a:spcPts val="1360"/>
                </a:lnSpc>
                <a:spcBef>
                  <a:spcPts val="210"/>
                </a:spcBef>
              </a:pPr>
              <a:r>
                <a:rPr lang="fr-FR" sz="1200" spc="-10">
                  <a:latin typeface="Aptos Light"/>
                  <a:cs typeface="Aptos Light"/>
                </a:rPr>
                <a:t>R</a:t>
              </a:r>
              <a:r>
                <a:rPr lang="fr-FR" sz="1200">
                  <a:latin typeface="Aptos Light"/>
                  <a:cs typeface="Aptos Light"/>
                </a:rPr>
                <a:t>ui</a:t>
              </a:r>
              <a:r>
                <a:rPr lang="fr-FR" sz="1200" spc="-45">
                  <a:latin typeface="Aptos Light"/>
                  <a:cs typeface="Aptos Light"/>
                </a:rPr>
                <a:t> </a:t>
              </a:r>
              <a:r>
                <a:rPr lang="fr-FR" sz="1200" spc="-20">
                  <a:latin typeface="Aptos Light"/>
                  <a:cs typeface="Aptos Light"/>
                </a:rPr>
                <a:t>omni </a:t>
              </a:r>
            </a:p>
            <a:p>
              <a:pPr marL="12700" marR="5080" algn="l">
                <a:lnSpc>
                  <a:spcPts val="1360"/>
                </a:lnSpc>
                <a:spcBef>
                  <a:spcPts val="210"/>
                </a:spcBef>
              </a:pPr>
              <a:r>
                <a:rPr lang="fr-FR" sz="1200" spc="-10" err="1">
                  <a:latin typeface="Aptos Light"/>
                  <a:cs typeface="Aptos Light"/>
                </a:rPr>
                <a:t>Vendi</a:t>
              </a:r>
              <a:r>
                <a:rPr lang="fr-FR" sz="1200" spc="-50">
                  <a:latin typeface="Aptos Light"/>
                  <a:cs typeface="Aptos Light"/>
                </a:rPr>
                <a:t> </a:t>
              </a:r>
              <a:r>
                <a:rPr lang="fr-FR" sz="1200">
                  <a:latin typeface="Aptos Light"/>
                  <a:cs typeface="Aptos Light"/>
                </a:rPr>
                <a:t>qui</a:t>
              </a:r>
              <a:r>
                <a:rPr lang="fr-FR" sz="1200" spc="-45">
                  <a:latin typeface="Aptos Light"/>
                  <a:cs typeface="Aptos Light"/>
                </a:rPr>
                <a:t> </a:t>
              </a:r>
              <a:r>
                <a:rPr lang="fr-FR" sz="1200" spc="-20">
                  <a:latin typeface="Aptos Light"/>
                  <a:cs typeface="Aptos Light"/>
                </a:rPr>
                <a:t>omni </a:t>
              </a:r>
              <a:endParaRPr lang="fr-FR" sz="1200" spc="-10">
                <a:latin typeface="Aptos Light"/>
                <a:cs typeface="Aptos Light"/>
              </a:endParaRPr>
            </a:p>
            <a:p>
              <a:pPr marL="12700" marR="5080" algn="l">
                <a:lnSpc>
                  <a:spcPts val="1360"/>
                </a:lnSpc>
                <a:spcBef>
                  <a:spcPts val="210"/>
                </a:spcBef>
              </a:pPr>
              <a:r>
                <a:rPr lang="fr-FR" sz="1200" spc="-10" err="1">
                  <a:latin typeface="Aptos Light"/>
                  <a:cs typeface="Aptos Light"/>
                </a:rPr>
                <a:t>Endi</a:t>
              </a:r>
              <a:r>
                <a:rPr lang="fr-FR" sz="1200" spc="-50">
                  <a:latin typeface="Aptos Light"/>
                  <a:cs typeface="Aptos Light"/>
                </a:rPr>
                <a:t> </a:t>
              </a:r>
              <a:r>
                <a:rPr lang="fr-FR" sz="1200" err="1">
                  <a:latin typeface="Aptos Light"/>
                  <a:cs typeface="Aptos Light"/>
                </a:rPr>
                <a:t>reped</a:t>
              </a:r>
              <a:r>
                <a:rPr lang="fr-FR" sz="1200" spc="-45">
                  <a:latin typeface="Aptos Light"/>
                  <a:cs typeface="Aptos Light"/>
                </a:rPr>
                <a:t> </a:t>
              </a:r>
              <a:r>
                <a:rPr lang="fr-FR" sz="1200">
                  <a:latin typeface="Aptos Light"/>
                  <a:cs typeface="Aptos Light"/>
                </a:rPr>
                <a:t>qui</a:t>
              </a:r>
              <a:r>
                <a:rPr lang="fr-FR" sz="1200" spc="-45">
                  <a:latin typeface="Aptos Light"/>
                  <a:cs typeface="Aptos Light"/>
                </a:rPr>
                <a:t> </a:t>
              </a:r>
              <a:r>
                <a:rPr lang="fr-FR" sz="1200" spc="-20">
                  <a:latin typeface="Aptos Light"/>
                  <a:cs typeface="Aptos Light"/>
                </a:rPr>
                <a:t>omni</a:t>
              </a:r>
              <a:endParaRPr lang="fr-FR" sz="1200">
                <a:latin typeface="Aptos Light"/>
                <a:cs typeface="Aptos Light"/>
              </a:endParaRPr>
            </a:p>
          </p:txBody>
        </p:sp>
        <p:sp>
          <p:nvSpPr>
            <p:cNvPr id="9" name="object 12">
              <a:extLst>
                <a:ext uri="{FF2B5EF4-FFF2-40B4-BE49-F238E27FC236}">
                  <a16:creationId xmlns:a16="http://schemas.microsoft.com/office/drawing/2014/main" id="{EEE7ACCB-F508-672B-9D4A-70B93F3C198A}"/>
                </a:ext>
              </a:extLst>
            </p:cNvPr>
            <p:cNvSpPr txBox="1"/>
            <p:nvPr userDrawn="1"/>
          </p:nvSpPr>
          <p:spPr>
            <a:xfrm>
              <a:off x="914400" y="2357866"/>
              <a:ext cx="1050731" cy="4826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sz="3000" spc="-10">
                  <a:solidFill>
                    <a:srgbClr val="005399"/>
                  </a:solidFill>
                  <a:latin typeface="Aptos"/>
                  <a:cs typeface="Aptos"/>
                </a:rPr>
                <a:t>35</a:t>
              </a:r>
              <a:r>
                <a:rPr sz="3000" spc="-220">
                  <a:solidFill>
                    <a:srgbClr val="005399"/>
                  </a:solidFill>
                  <a:latin typeface="Aptos"/>
                  <a:cs typeface="Aptos"/>
                </a:rPr>
                <a:t> </a:t>
              </a:r>
              <a:r>
                <a:rPr sz="3000" spc="-50">
                  <a:solidFill>
                    <a:srgbClr val="005399"/>
                  </a:solidFill>
                  <a:latin typeface="Aptos"/>
                  <a:cs typeface="Aptos"/>
                </a:rPr>
                <a:t>%</a:t>
              </a:r>
              <a:endParaRPr sz="3000">
                <a:latin typeface="Aptos"/>
                <a:cs typeface="Aptos"/>
              </a:endParaRPr>
            </a:p>
          </p:txBody>
        </p:sp>
        <p:grpSp>
          <p:nvGrpSpPr>
            <p:cNvPr id="10" name="object 13">
              <a:extLst>
                <a:ext uri="{FF2B5EF4-FFF2-40B4-BE49-F238E27FC236}">
                  <a16:creationId xmlns:a16="http://schemas.microsoft.com/office/drawing/2014/main" id="{536E1C9E-52E7-BF4B-A374-5D31BC55C4AD}"/>
                </a:ext>
              </a:extLst>
            </p:cNvPr>
            <p:cNvGrpSpPr/>
            <p:nvPr userDrawn="1"/>
          </p:nvGrpSpPr>
          <p:grpSpPr>
            <a:xfrm>
              <a:off x="645397" y="1840472"/>
              <a:ext cx="1583690" cy="1579880"/>
              <a:chOff x="645397" y="1840472"/>
              <a:chExt cx="1583690" cy="1579880"/>
            </a:xfrm>
          </p:grpSpPr>
          <p:sp>
            <p:nvSpPr>
              <p:cNvPr id="12" name="object 14">
                <a:extLst>
                  <a:ext uri="{FF2B5EF4-FFF2-40B4-BE49-F238E27FC236}">
                    <a16:creationId xmlns:a16="http://schemas.microsoft.com/office/drawing/2014/main" id="{FC37DD73-4A01-73CB-2901-B6544C16671D}"/>
                  </a:ext>
                </a:extLst>
              </p:cNvPr>
              <p:cNvSpPr/>
              <p:nvPr/>
            </p:nvSpPr>
            <p:spPr>
              <a:xfrm>
                <a:off x="1167867" y="3157147"/>
                <a:ext cx="798195" cy="218440"/>
              </a:xfrm>
              <a:custGeom>
                <a:avLst/>
                <a:gdLst/>
                <a:ahLst/>
                <a:cxnLst/>
                <a:rect l="l" t="t" r="r" b="b"/>
                <a:pathLst>
                  <a:path w="798194" h="218439">
                    <a:moveTo>
                      <a:pt x="0" y="168427"/>
                    </a:moveTo>
                    <a:lnTo>
                      <a:pt x="50970" y="185974"/>
                    </a:lnTo>
                    <a:lnTo>
                      <a:pt x="103534" y="199881"/>
                    </a:lnTo>
                    <a:lnTo>
                      <a:pt x="157541" y="210000"/>
                    </a:lnTo>
                    <a:lnTo>
                      <a:pt x="212838" y="216181"/>
                    </a:lnTo>
                    <a:lnTo>
                      <a:pt x="269278" y="218274"/>
                    </a:lnTo>
                    <a:lnTo>
                      <a:pt x="320440" y="216555"/>
                    </a:lnTo>
                    <a:lnTo>
                      <a:pt x="370676" y="211471"/>
                    </a:lnTo>
                    <a:lnTo>
                      <a:pt x="419877" y="203134"/>
                    </a:lnTo>
                    <a:lnTo>
                      <a:pt x="467930" y="191654"/>
                    </a:lnTo>
                    <a:lnTo>
                      <a:pt x="514724" y="177142"/>
                    </a:lnTo>
                    <a:lnTo>
                      <a:pt x="560147" y="159710"/>
                    </a:lnTo>
                    <a:lnTo>
                      <a:pt x="604090" y="139468"/>
                    </a:lnTo>
                    <a:lnTo>
                      <a:pt x="646439" y="116528"/>
                    </a:lnTo>
                    <a:lnTo>
                      <a:pt x="687085" y="91000"/>
                    </a:lnTo>
                    <a:lnTo>
                      <a:pt x="725916" y="62995"/>
                    </a:lnTo>
                    <a:lnTo>
                      <a:pt x="762820" y="32624"/>
                    </a:lnTo>
                    <a:lnTo>
                      <a:pt x="797687" y="0"/>
                    </a:lnTo>
                  </a:path>
                </a:pathLst>
              </a:custGeom>
              <a:ln w="88900">
                <a:solidFill>
                  <a:srgbClr val="E6E7E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15">
                <a:extLst>
                  <a:ext uri="{FF2B5EF4-FFF2-40B4-BE49-F238E27FC236}">
                    <a16:creationId xmlns:a16="http://schemas.microsoft.com/office/drawing/2014/main" id="{19646364-6D74-023D-75A8-FBF742148A0E}"/>
                  </a:ext>
                </a:extLst>
              </p:cNvPr>
              <p:cNvSpPr/>
              <p:nvPr/>
            </p:nvSpPr>
            <p:spPr>
              <a:xfrm>
                <a:off x="736138" y="2888961"/>
                <a:ext cx="431800" cy="436880"/>
              </a:xfrm>
              <a:custGeom>
                <a:avLst/>
                <a:gdLst/>
                <a:ahLst/>
                <a:cxnLst/>
                <a:rect l="l" t="t" r="r" b="b"/>
                <a:pathLst>
                  <a:path w="431800" h="436879">
                    <a:moveTo>
                      <a:pt x="0" y="0"/>
                    </a:moveTo>
                    <a:lnTo>
                      <a:pt x="18617" y="45450"/>
                    </a:lnTo>
                    <a:lnTo>
                      <a:pt x="40092" y="89347"/>
                    </a:lnTo>
                    <a:lnTo>
                      <a:pt x="64308" y="131574"/>
                    </a:lnTo>
                    <a:lnTo>
                      <a:pt x="91149" y="172016"/>
                    </a:lnTo>
                    <a:lnTo>
                      <a:pt x="120498" y="210558"/>
                    </a:lnTo>
                    <a:lnTo>
                      <a:pt x="152242" y="247084"/>
                    </a:lnTo>
                    <a:lnTo>
                      <a:pt x="186262" y="281478"/>
                    </a:lnTo>
                    <a:lnTo>
                      <a:pt x="222445" y="313626"/>
                    </a:lnTo>
                    <a:lnTo>
                      <a:pt x="260672" y="343410"/>
                    </a:lnTo>
                    <a:lnTo>
                      <a:pt x="300830" y="370717"/>
                    </a:lnTo>
                    <a:lnTo>
                      <a:pt x="342802" y="395430"/>
                    </a:lnTo>
                    <a:lnTo>
                      <a:pt x="386471" y="417434"/>
                    </a:lnTo>
                    <a:lnTo>
                      <a:pt x="431723" y="436613"/>
                    </a:lnTo>
                  </a:path>
                </a:pathLst>
              </a:custGeom>
              <a:ln w="88900">
                <a:solidFill>
                  <a:srgbClr val="E6E7E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6">
                <a:extLst>
                  <a:ext uri="{FF2B5EF4-FFF2-40B4-BE49-F238E27FC236}">
                    <a16:creationId xmlns:a16="http://schemas.microsoft.com/office/drawing/2014/main" id="{73405F88-DC37-BBE6-0DC8-561F640FC48E}"/>
                  </a:ext>
                </a:extLst>
              </p:cNvPr>
              <p:cNvSpPr/>
              <p:nvPr/>
            </p:nvSpPr>
            <p:spPr>
              <a:xfrm>
                <a:off x="689847" y="1884922"/>
                <a:ext cx="747395" cy="1004569"/>
              </a:xfrm>
              <a:custGeom>
                <a:avLst/>
                <a:gdLst/>
                <a:ahLst/>
                <a:cxnLst/>
                <a:rect l="l" t="t" r="r" b="b"/>
                <a:pathLst>
                  <a:path w="747394" h="1004569">
                    <a:moveTo>
                      <a:pt x="747293" y="0"/>
                    </a:moveTo>
                    <a:lnTo>
                      <a:pt x="700034" y="1466"/>
                    </a:lnTo>
                    <a:lnTo>
                      <a:pt x="653555" y="5806"/>
                    </a:lnTo>
                    <a:lnTo>
                      <a:pt x="607946" y="12933"/>
                    </a:lnTo>
                    <a:lnTo>
                      <a:pt x="563292" y="22760"/>
                    </a:lnTo>
                    <a:lnTo>
                      <a:pt x="519682" y="35199"/>
                    </a:lnTo>
                    <a:lnTo>
                      <a:pt x="477203" y="50163"/>
                    </a:lnTo>
                    <a:lnTo>
                      <a:pt x="435943" y="67564"/>
                    </a:lnTo>
                    <a:lnTo>
                      <a:pt x="395990" y="87316"/>
                    </a:lnTo>
                    <a:lnTo>
                      <a:pt x="357430" y="109331"/>
                    </a:lnTo>
                    <a:lnTo>
                      <a:pt x="320351" y="133522"/>
                    </a:lnTo>
                    <a:lnTo>
                      <a:pt x="284841" y="159801"/>
                    </a:lnTo>
                    <a:lnTo>
                      <a:pt x="250988" y="188082"/>
                    </a:lnTo>
                    <a:lnTo>
                      <a:pt x="218879" y="218276"/>
                    </a:lnTo>
                    <a:lnTo>
                      <a:pt x="188602" y="250297"/>
                    </a:lnTo>
                    <a:lnTo>
                      <a:pt x="160243" y="284057"/>
                    </a:lnTo>
                    <a:lnTo>
                      <a:pt x="133891" y="319469"/>
                    </a:lnTo>
                    <a:lnTo>
                      <a:pt x="109634" y="356446"/>
                    </a:lnTo>
                    <a:lnTo>
                      <a:pt x="87558" y="394901"/>
                    </a:lnTo>
                    <a:lnTo>
                      <a:pt x="67751" y="434745"/>
                    </a:lnTo>
                    <a:lnTo>
                      <a:pt x="50302" y="475893"/>
                    </a:lnTo>
                    <a:lnTo>
                      <a:pt x="35296" y="518256"/>
                    </a:lnTo>
                    <a:lnTo>
                      <a:pt x="22823" y="561747"/>
                    </a:lnTo>
                    <a:lnTo>
                      <a:pt x="12969" y="606279"/>
                    </a:lnTo>
                    <a:lnTo>
                      <a:pt x="5822" y="651765"/>
                    </a:lnTo>
                    <a:lnTo>
                      <a:pt x="1470" y="698117"/>
                    </a:lnTo>
                    <a:lnTo>
                      <a:pt x="0" y="745248"/>
                    </a:lnTo>
                    <a:lnTo>
                      <a:pt x="1940" y="799366"/>
                    </a:lnTo>
                    <a:lnTo>
                      <a:pt x="7673" y="852437"/>
                    </a:lnTo>
                    <a:lnTo>
                      <a:pt x="17065" y="904327"/>
                    </a:lnTo>
                    <a:lnTo>
                      <a:pt x="29982" y="954905"/>
                    </a:lnTo>
                    <a:lnTo>
                      <a:pt x="46291" y="1004036"/>
                    </a:lnTo>
                  </a:path>
                </a:pathLst>
              </a:custGeom>
              <a:ln w="88900">
                <a:solidFill>
                  <a:srgbClr val="E6E7E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17">
                <a:extLst>
                  <a:ext uri="{FF2B5EF4-FFF2-40B4-BE49-F238E27FC236}">
                    <a16:creationId xmlns:a16="http://schemas.microsoft.com/office/drawing/2014/main" id="{6EF50F59-D205-9884-8DC1-53D65E799379}"/>
                  </a:ext>
                </a:extLst>
              </p:cNvPr>
              <p:cNvSpPr/>
              <p:nvPr/>
            </p:nvSpPr>
            <p:spPr>
              <a:xfrm>
                <a:off x="1437143" y="1884923"/>
                <a:ext cx="747395" cy="1272540"/>
              </a:xfrm>
              <a:custGeom>
                <a:avLst/>
                <a:gdLst/>
                <a:ahLst/>
                <a:cxnLst/>
                <a:rect l="l" t="t" r="r" b="b"/>
                <a:pathLst>
                  <a:path w="747394" h="1272539">
                    <a:moveTo>
                      <a:pt x="528408" y="1272222"/>
                    </a:moveTo>
                    <a:lnTo>
                      <a:pt x="561123" y="1237453"/>
                    </a:lnTo>
                    <a:lnTo>
                      <a:pt x="591576" y="1200651"/>
                    </a:lnTo>
                    <a:lnTo>
                      <a:pt x="619657" y="1161927"/>
                    </a:lnTo>
                    <a:lnTo>
                      <a:pt x="645255" y="1121392"/>
                    </a:lnTo>
                    <a:lnTo>
                      <a:pt x="668258" y="1079157"/>
                    </a:lnTo>
                    <a:lnTo>
                      <a:pt x="688555" y="1035334"/>
                    </a:lnTo>
                    <a:lnTo>
                      <a:pt x="706035" y="990032"/>
                    </a:lnTo>
                    <a:lnTo>
                      <a:pt x="720587" y="943364"/>
                    </a:lnTo>
                    <a:lnTo>
                      <a:pt x="732098" y="895441"/>
                    </a:lnTo>
                    <a:lnTo>
                      <a:pt x="740458" y="846373"/>
                    </a:lnTo>
                    <a:lnTo>
                      <a:pt x="745556" y="796272"/>
                    </a:lnTo>
                    <a:lnTo>
                      <a:pt x="747280" y="745248"/>
                    </a:lnTo>
                    <a:lnTo>
                      <a:pt x="745810" y="698117"/>
                    </a:lnTo>
                    <a:lnTo>
                      <a:pt x="741458" y="651765"/>
                    </a:lnTo>
                    <a:lnTo>
                      <a:pt x="734311" y="606279"/>
                    </a:lnTo>
                    <a:lnTo>
                      <a:pt x="724458" y="561747"/>
                    </a:lnTo>
                    <a:lnTo>
                      <a:pt x="711985" y="518256"/>
                    </a:lnTo>
                    <a:lnTo>
                      <a:pt x="696980" y="475893"/>
                    </a:lnTo>
                    <a:lnTo>
                      <a:pt x="679531" y="434745"/>
                    </a:lnTo>
                    <a:lnTo>
                      <a:pt x="659725" y="394901"/>
                    </a:lnTo>
                    <a:lnTo>
                      <a:pt x="637649" y="356446"/>
                    </a:lnTo>
                    <a:lnTo>
                      <a:pt x="613392" y="319469"/>
                    </a:lnTo>
                    <a:lnTo>
                      <a:pt x="587041" y="284057"/>
                    </a:lnTo>
                    <a:lnTo>
                      <a:pt x="558684" y="250297"/>
                    </a:lnTo>
                    <a:lnTo>
                      <a:pt x="528407" y="218276"/>
                    </a:lnTo>
                    <a:lnTo>
                      <a:pt x="496298" y="188082"/>
                    </a:lnTo>
                    <a:lnTo>
                      <a:pt x="462446" y="159801"/>
                    </a:lnTo>
                    <a:lnTo>
                      <a:pt x="426937" y="133522"/>
                    </a:lnTo>
                    <a:lnTo>
                      <a:pt x="389859" y="109331"/>
                    </a:lnTo>
                    <a:lnTo>
                      <a:pt x="351300" y="87316"/>
                    </a:lnTo>
                    <a:lnTo>
                      <a:pt x="311347" y="67564"/>
                    </a:lnTo>
                    <a:lnTo>
                      <a:pt x="270087" y="50163"/>
                    </a:lnTo>
                    <a:lnTo>
                      <a:pt x="227609" y="35199"/>
                    </a:lnTo>
                    <a:lnTo>
                      <a:pt x="184000" y="22760"/>
                    </a:lnTo>
                    <a:lnTo>
                      <a:pt x="139346" y="12933"/>
                    </a:lnTo>
                    <a:lnTo>
                      <a:pt x="93737" y="5806"/>
                    </a:lnTo>
                    <a:lnTo>
                      <a:pt x="47259" y="1466"/>
                    </a:lnTo>
                    <a:lnTo>
                      <a:pt x="0" y="0"/>
                    </a:lnTo>
                  </a:path>
                </a:pathLst>
              </a:custGeom>
              <a:ln w="88900">
                <a:solidFill>
                  <a:srgbClr val="00539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9" name="object 18">
              <a:extLst>
                <a:ext uri="{FF2B5EF4-FFF2-40B4-BE49-F238E27FC236}">
                  <a16:creationId xmlns:a16="http://schemas.microsoft.com/office/drawing/2014/main" id="{1EF30306-4186-DEDF-D25D-F8310042568A}"/>
                </a:ext>
              </a:extLst>
            </p:cNvPr>
            <p:cNvGrpSpPr/>
            <p:nvPr userDrawn="1"/>
          </p:nvGrpSpPr>
          <p:grpSpPr>
            <a:xfrm>
              <a:off x="3046390" y="1838429"/>
              <a:ext cx="1579880" cy="1583690"/>
              <a:chOff x="3046390" y="1838429"/>
              <a:chExt cx="1579880" cy="1583690"/>
            </a:xfrm>
          </p:grpSpPr>
          <p:sp>
            <p:nvSpPr>
              <p:cNvPr id="20" name="object 19">
                <a:extLst>
                  <a:ext uri="{FF2B5EF4-FFF2-40B4-BE49-F238E27FC236}">
                    <a16:creationId xmlns:a16="http://schemas.microsoft.com/office/drawing/2014/main" id="{C3C75790-F2AA-4E7A-E61D-3DEB9598D4C1}"/>
                  </a:ext>
                </a:extLst>
              </p:cNvPr>
              <p:cNvSpPr/>
              <p:nvPr/>
            </p:nvSpPr>
            <p:spPr>
              <a:xfrm>
                <a:off x="3090840" y="2360899"/>
                <a:ext cx="218440" cy="798195"/>
              </a:xfrm>
              <a:custGeom>
                <a:avLst/>
                <a:gdLst/>
                <a:ahLst/>
                <a:cxnLst/>
                <a:rect l="l" t="t" r="r" b="b"/>
                <a:pathLst>
                  <a:path w="218439" h="798194">
                    <a:moveTo>
                      <a:pt x="49847" y="0"/>
                    </a:moveTo>
                    <a:lnTo>
                      <a:pt x="32300" y="50970"/>
                    </a:lnTo>
                    <a:lnTo>
                      <a:pt x="18393" y="103534"/>
                    </a:lnTo>
                    <a:lnTo>
                      <a:pt x="8274" y="157541"/>
                    </a:lnTo>
                    <a:lnTo>
                      <a:pt x="2093" y="212838"/>
                    </a:lnTo>
                    <a:lnTo>
                      <a:pt x="0" y="269278"/>
                    </a:lnTo>
                    <a:lnTo>
                      <a:pt x="1719" y="320440"/>
                    </a:lnTo>
                    <a:lnTo>
                      <a:pt x="6803" y="370676"/>
                    </a:lnTo>
                    <a:lnTo>
                      <a:pt x="15140" y="419877"/>
                    </a:lnTo>
                    <a:lnTo>
                      <a:pt x="26620" y="467930"/>
                    </a:lnTo>
                    <a:lnTo>
                      <a:pt x="41132" y="514724"/>
                    </a:lnTo>
                    <a:lnTo>
                      <a:pt x="58564" y="560147"/>
                    </a:lnTo>
                    <a:lnTo>
                      <a:pt x="78806" y="604090"/>
                    </a:lnTo>
                    <a:lnTo>
                      <a:pt x="101746" y="646439"/>
                    </a:lnTo>
                    <a:lnTo>
                      <a:pt x="127274" y="687085"/>
                    </a:lnTo>
                    <a:lnTo>
                      <a:pt x="155279" y="725916"/>
                    </a:lnTo>
                    <a:lnTo>
                      <a:pt x="185649" y="762820"/>
                    </a:lnTo>
                    <a:lnTo>
                      <a:pt x="218274" y="797687"/>
                    </a:lnTo>
                  </a:path>
                </a:pathLst>
              </a:custGeom>
              <a:ln w="88900">
                <a:solidFill>
                  <a:srgbClr val="226FB7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" name="object 20">
                <a:extLst>
                  <a:ext uri="{FF2B5EF4-FFF2-40B4-BE49-F238E27FC236}">
                    <a16:creationId xmlns:a16="http://schemas.microsoft.com/office/drawing/2014/main" id="{C0578971-1B49-5988-8607-68C203731D59}"/>
                  </a:ext>
                </a:extLst>
              </p:cNvPr>
              <p:cNvSpPr/>
              <p:nvPr/>
            </p:nvSpPr>
            <p:spPr>
              <a:xfrm>
                <a:off x="3140689" y="1929169"/>
                <a:ext cx="436880" cy="431800"/>
              </a:xfrm>
              <a:custGeom>
                <a:avLst/>
                <a:gdLst/>
                <a:ahLst/>
                <a:cxnLst/>
                <a:rect l="l" t="t" r="r" b="b"/>
                <a:pathLst>
                  <a:path w="436879" h="431800">
                    <a:moveTo>
                      <a:pt x="436613" y="0"/>
                    </a:moveTo>
                    <a:lnTo>
                      <a:pt x="391162" y="18617"/>
                    </a:lnTo>
                    <a:lnTo>
                      <a:pt x="347266" y="40092"/>
                    </a:lnTo>
                    <a:lnTo>
                      <a:pt x="305038" y="64308"/>
                    </a:lnTo>
                    <a:lnTo>
                      <a:pt x="264596" y="91149"/>
                    </a:lnTo>
                    <a:lnTo>
                      <a:pt x="226054" y="120498"/>
                    </a:lnTo>
                    <a:lnTo>
                      <a:pt x="189528" y="152242"/>
                    </a:lnTo>
                    <a:lnTo>
                      <a:pt x="155134" y="186262"/>
                    </a:lnTo>
                    <a:lnTo>
                      <a:pt x="122987" y="222445"/>
                    </a:lnTo>
                    <a:lnTo>
                      <a:pt x="93202" y="260672"/>
                    </a:lnTo>
                    <a:lnTo>
                      <a:pt x="65895" y="300830"/>
                    </a:lnTo>
                    <a:lnTo>
                      <a:pt x="41182" y="342802"/>
                    </a:lnTo>
                    <a:lnTo>
                      <a:pt x="19179" y="386471"/>
                    </a:lnTo>
                    <a:lnTo>
                      <a:pt x="0" y="431723"/>
                    </a:lnTo>
                  </a:path>
                </a:pathLst>
              </a:custGeom>
              <a:ln w="88900">
                <a:solidFill>
                  <a:srgbClr val="29A457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" name="object 21">
                <a:extLst>
                  <a:ext uri="{FF2B5EF4-FFF2-40B4-BE49-F238E27FC236}">
                    <a16:creationId xmlns:a16="http://schemas.microsoft.com/office/drawing/2014/main" id="{93C0E9F0-E1C1-C87C-8313-233E219CE586}"/>
                  </a:ext>
                </a:extLst>
              </p:cNvPr>
              <p:cNvSpPr/>
              <p:nvPr/>
            </p:nvSpPr>
            <p:spPr>
              <a:xfrm>
                <a:off x="3577305" y="1882879"/>
                <a:ext cx="1004569" cy="747395"/>
              </a:xfrm>
              <a:custGeom>
                <a:avLst/>
                <a:gdLst/>
                <a:ahLst/>
                <a:cxnLst/>
                <a:rect l="l" t="t" r="r" b="b"/>
                <a:pathLst>
                  <a:path w="1004570" h="747394">
                    <a:moveTo>
                      <a:pt x="1004036" y="747293"/>
                    </a:moveTo>
                    <a:lnTo>
                      <a:pt x="1002570" y="700034"/>
                    </a:lnTo>
                    <a:lnTo>
                      <a:pt x="998230" y="653555"/>
                    </a:lnTo>
                    <a:lnTo>
                      <a:pt x="991102" y="607946"/>
                    </a:lnTo>
                    <a:lnTo>
                      <a:pt x="981276" y="563292"/>
                    </a:lnTo>
                    <a:lnTo>
                      <a:pt x="968837" y="519682"/>
                    </a:lnTo>
                    <a:lnTo>
                      <a:pt x="953873" y="477203"/>
                    </a:lnTo>
                    <a:lnTo>
                      <a:pt x="936471" y="435943"/>
                    </a:lnTo>
                    <a:lnTo>
                      <a:pt x="916719" y="395990"/>
                    </a:lnTo>
                    <a:lnTo>
                      <a:pt x="894704" y="357430"/>
                    </a:lnTo>
                    <a:lnTo>
                      <a:pt x="870514" y="320351"/>
                    </a:lnTo>
                    <a:lnTo>
                      <a:pt x="844234" y="284841"/>
                    </a:lnTo>
                    <a:lnTo>
                      <a:pt x="815954" y="250988"/>
                    </a:lnTo>
                    <a:lnTo>
                      <a:pt x="785760" y="218879"/>
                    </a:lnTo>
                    <a:lnTo>
                      <a:pt x="753739" y="188602"/>
                    </a:lnTo>
                    <a:lnTo>
                      <a:pt x="719978" y="160243"/>
                    </a:lnTo>
                    <a:lnTo>
                      <a:pt x="684566" y="133891"/>
                    </a:lnTo>
                    <a:lnTo>
                      <a:pt x="647589" y="109634"/>
                    </a:lnTo>
                    <a:lnTo>
                      <a:pt x="609135" y="87558"/>
                    </a:lnTo>
                    <a:lnTo>
                      <a:pt x="569290" y="67751"/>
                    </a:lnTo>
                    <a:lnTo>
                      <a:pt x="528143" y="50302"/>
                    </a:lnTo>
                    <a:lnTo>
                      <a:pt x="485780" y="35296"/>
                    </a:lnTo>
                    <a:lnTo>
                      <a:pt x="442289" y="22823"/>
                    </a:lnTo>
                    <a:lnTo>
                      <a:pt x="397757" y="12969"/>
                    </a:lnTo>
                    <a:lnTo>
                      <a:pt x="352271" y="5822"/>
                    </a:lnTo>
                    <a:lnTo>
                      <a:pt x="305919" y="1470"/>
                    </a:lnTo>
                    <a:lnTo>
                      <a:pt x="258787" y="0"/>
                    </a:lnTo>
                    <a:lnTo>
                      <a:pt x="204669" y="1940"/>
                    </a:lnTo>
                    <a:lnTo>
                      <a:pt x="151599" y="7673"/>
                    </a:lnTo>
                    <a:lnTo>
                      <a:pt x="99708" y="17065"/>
                    </a:lnTo>
                    <a:lnTo>
                      <a:pt x="49131" y="29982"/>
                    </a:lnTo>
                    <a:lnTo>
                      <a:pt x="0" y="46291"/>
                    </a:lnTo>
                  </a:path>
                </a:pathLst>
              </a:custGeom>
              <a:ln w="88900">
                <a:solidFill>
                  <a:srgbClr val="E6E7E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2">
                <a:extLst>
                  <a:ext uri="{FF2B5EF4-FFF2-40B4-BE49-F238E27FC236}">
                    <a16:creationId xmlns:a16="http://schemas.microsoft.com/office/drawing/2014/main" id="{8F976DFD-2862-56D9-048C-699FEEFFABDD}"/>
                  </a:ext>
                </a:extLst>
              </p:cNvPr>
              <p:cNvSpPr/>
              <p:nvPr/>
            </p:nvSpPr>
            <p:spPr>
              <a:xfrm>
                <a:off x="3309117" y="2630173"/>
                <a:ext cx="1272540" cy="747395"/>
              </a:xfrm>
              <a:custGeom>
                <a:avLst/>
                <a:gdLst/>
                <a:ahLst/>
                <a:cxnLst/>
                <a:rect l="l" t="t" r="r" b="b"/>
                <a:pathLst>
                  <a:path w="1272539" h="747395">
                    <a:moveTo>
                      <a:pt x="0" y="528408"/>
                    </a:moveTo>
                    <a:lnTo>
                      <a:pt x="34768" y="561123"/>
                    </a:lnTo>
                    <a:lnTo>
                      <a:pt x="71570" y="591576"/>
                    </a:lnTo>
                    <a:lnTo>
                      <a:pt x="110294" y="619657"/>
                    </a:lnTo>
                    <a:lnTo>
                      <a:pt x="150829" y="645255"/>
                    </a:lnTo>
                    <a:lnTo>
                      <a:pt x="193064" y="668258"/>
                    </a:lnTo>
                    <a:lnTo>
                      <a:pt x="236888" y="688555"/>
                    </a:lnTo>
                    <a:lnTo>
                      <a:pt x="282189" y="706035"/>
                    </a:lnTo>
                    <a:lnTo>
                      <a:pt x="328857" y="720587"/>
                    </a:lnTo>
                    <a:lnTo>
                      <a:pt x="376781" y="732098"/>
                    </a:lnTo>
                    <a:lnTo>
                      <a:pt x="425848" y="740458"/>
                    </a:lnTo>
                    <a:lnTo>
                      <a:pt x="475950" y="745556"/>
                    </a:lnTo>
                    <a:lnTo>
                      <a:pt x="526973" y="747280"/>
                    </a:lnTo>
                    <a:lnTo>
                      <a:pt x="574105" y="745810"/>
                    </a:lnTo>
                    <a:lnTo>
                      <a:pt x="620457" y="741458"/>
                    </a:lnTo>
                    <a:lnTo>
                      <a:pt x="665942" y="734311"/>
                    </a:lnTo>
                    <a:lnTo>
                      <a:pt x="710475" y="724458"/>
                    </a:lnTo>
                    <a:lnTo>
                      <a:pt x="753966" y="711985"/>
                    </a:lnTo>
                    <a:lnTo>
                      <a:pt x="796329" y="696980"/>
                    </a:lnTo>
                    <a:lnTo>
                      <a:pt x="837476" y="679531"/>
                    </a:lnTo>
                    <a:lnTo>
                      <a:pt x="877321" y="659725"/>
                    </a:lnTo>
                    <a:lnTo>
                      <a:pt x="915775" y="637649"/>
                    </a:lnTo>
                    <a:lnTo>
                      <a:pt x="952752" y="613392"/>
                    </a:lnTo>
                    <a:lnTo>
                      <a:pt x="988164" y="587041"/>
                    </a:lnTo>
                    <a:lnTo>
                      <a:pt x="1021925" y="558684"/>
                    </a:lnTo>
                    <a:lnTo>
                      <a:pt x="1053946" y="528407"/>
                    </a:lnTo>
                    <a:lnTo>
                      <a:pt x="1084140" y="496298"/>
                    </a:lnTo>
                    <a:lnTo>
                      <a:pt x="1112420" y="462446"/>
                    </a:lnTo>
                    <a:lnTo>
                      <a:pt x="1138700" y="426937"/>
                    </a:lnTo>
                    <a:lnTo>
                      <a:pt x="1162890" y="389859"/>
                    </a:lnTo>
                    <a:lnTo>
                      <a:pt x="1184905" y="351300"/>
                    </a:lnTo>
                    <a:lnTo>
                      <a:pt x="1204657" y="311347"/>
                    </a:lnTo>
                    <a:lnTo>
                      <a:pt x="1222059" y="270087"/>
                    </a:lnTo>
                    <a:lnTo>
                      <a:pt x="1237023" y="227609"/>
                    </a:lnTo>
                    <a:lnTo>
                      <a:pt x="1249462" y="184000"/>
                    </a:lnTo>
                    <a:lnTo>
                      <a:pt x="1259288" y="139346"/>
                    </a:lnTo>
                    <a:lnTo>
                      <a:pt x="1266416" y="93737"/>
                    </a:lnTo>
                    <a:lnTo>
                      <a:pt x="1270756" y="47259"/>
                    </a:lnTo>
                    <a:lnTo>
                      <a:pt x="1272222" y="0"/>
                    </a:lnTo>
                  </a:path>
                </a:pathLst>
              </a:custGeom>
              <a:ln w="88900">
                <a:solidFill>
                  <a:srgbClr val="00539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4" name="object 23">
              <a:extLst>
                <a:ext uri="{FF2B5EF4-FFF2-40B4-BE49-F238E27FC236}">
                  <a16:creationId xmlns:a16="http://schemas.microsoft.com/office/drawing/2014/main" id="{8B41D436-C9C3-FF0E-1820-3C4EA1073101}"/>
                </a:ext>
              </a:extLst>
            </p:cNvPr>
            <p:cNvSpPr txBox="1"/>
            <p:nvPr userDrawn="1"/>
          </p:nvSpPr>
          <p:spPr>
            <a:xfrm>
              <a:off x="4333559" y="1857658"/>
              <a:ext cx="127635" cy="1397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750" spc="-25">
                  <a:latin typeface="Aptos"/>
                  <a:cs typeface="Aptos"/>
                </a:rPr>
                <a:t>16</a:t>
              </a:r>
              <a:endParaRPr sz="750">
                <a:latin typeface="Aptos"/>
                <a:cs typeface="Aptos"/>
              </a:endParaRPr>
            </a:p>
          </p:txBody>
        </p:sp>
        <p:sp>
          <p:nvSpPr>
            <p:cNvPr id="25" name="object 24">
              <a:extLst>
                <a:ext uri="{FF2B5EF4-FFF2-40B4-BE49-F238E27FC236}">
                  <a16:creationId xmlns:a16="http://schemas.microsoft.com/office/drawing/2014/main" id="{4BD77385-AA84-2F68-8889-7C9AA35F07B5}"/>
                </a:ext>
              </a:extLst>
            </p:cNvPr>
            <p:cNvSpPr txBox="1"/>
            <p:nvPr userDrawn="1"/>
          </p:nvSpPr>
          <p:spPr>
            <a:xfrm>
              <a:off x="4333559" y="3313935"/>
              <a:ext cx="127635" cy="1397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750" spc="-25">
                  <a:latin typeface="Aptos"/>
                  <a:cs typeface="Aptos"/>
                </a:rPr>
                <a:t>16</a:t>
              </a:r>
              <a:endParaRPr sz="750">
                <a:latin typeface="Aptos"/>
                <a:cs typeface="Aptos"/>
              </a:endParaRPr>
            </a:p>
          </p:txBody>
        </p:sp>
        <p:sp>
          <p:nvSpPr>
            <p:cNvPr id="26" name="object 25">
              <a:extLst>
                <a:ext uri="{FF2B5EF4-FFF2-40B4-BE49-F238E27FC236}">
                  <a16:creationId xmlns:a16="http://schemas.microsoft.com/office/drawing/2014/main" id="{6BE11E3B-2082-BC45-BD5E-2170402455BF}"/>
                </a:ext>
              </a:extLst>
            </p:cNvPr>
            <p:cNvSpPr txBox="1"/>
            <p:nvPr userDrawn="1"/>
          </p:nvSpPr>
          <p:spPr>
            <a:xfrm>
              <a:off x="2884521" y="2847591"/>
              <a:ext cx="127635" cy="1397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750" spc="-25">
                  <a:latin typeface="Aptos"/>
                  <a:cs typeface="Aptos"/>
                </a:rPr>
                <a:t>16</a:t>
              </a:r>
              <a:endParaRPr sz="750">
                <a:latin typeface="Aptos"/>
                <a:cs typeface="Aptos"/>
              </a:endParaRPr>
            </a:p>
          </p:txBody>
        </p:sp>
        <p:sp>
          <p:nvSpPr>
            <p:cNvPr id="27" name="object 26">
              <a:extLst>
                <a:ext uri="{FF2B5EF4-FFF2-40B4-BE49-F238E27FC236}">
                  <a16:creationId xmlns:a16="http://schemas.microsoft.com/office/drawing/2014/main" id="{0B18F553-D84C-36F4-8914-86B897F685B9}"/>
                </a:ext>
              </a:extLst>
            </p:cNvPr>
            <p:cNvSpPr txBox="1"/>
            <p:nvPr userDrawn="1"/>
          </p:nvSpPr>
          <p:spPr>
            <a:xfrm>
              <a:off x="3070735" y="1947002"/>
              <a:ext cx="127635" cy="1397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750" spc="-25">
                  <a:latin typeface="Aptos"/>
                  <a:cs typeface="Aptos"/>
                </a:rPr>
                <a:t>16</a:t>
              </a:r>
              <a:endParaRPr sz="750">
                <a:latin typeface="Aptos"/>
                <a:cs typeface="Aptos"/>
              </a:endParaRPr>
            </a:p>
          </p:txBody>
        </p:sp>
        <p:sp>
          <p:nvSpPr>
            <p:cNvPr id="28" name="object 30">
              <a:extLst>
                <a:ext uri="{FF2B5EF4-FFF2-40B4-BE49-F238E27FC236}">
                  <a16:creationId xmlns:a16="http://schemas.microsoft.com/office/drawing/2014/main" id="{3BB92EEE-09F8-60A6-F89F-25E6BB472213}"/>
                </a:ext>
              </a:extLst>
            </p:cNvPr>
            <p:cNvSpPr txBox="1"/>
            <p:nvPr userDrawn="1"/>
          </p:nvSpPr>
          <p:spPr>
            <a:xfrm>
              <a:off x="838200" y="4343400"/>
              <a:ext cx="1219200" cy="3302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00"/>
                </a:spcBef>
              </a:pPr>
              <a:r>
                <a:rPr sz="1000" spc="-10">
                  <a:solidFill>
                    <a:srgbClr val="939598"/>
                  </a:solidFill>
                  <a:latin typeface="Aptos" panose="020B0004020202020204" pitchFamily="34" charset="0"/>
                  <a:cs typeface="Circular Std Book Italic"/>
                </a:rPr>
                <a:t>Fig.1</a:t>
              </a:r>
              <a:r>
                <a:rPr sz="1000" spc="-25">
                  <a:solidFill>
                    <a:srgbClr val="939598"/>
                  </a:solidFill>
                  <a:latin typeface="Aptos" panose="020B0004020202020204" pitchFamily="34" charset="0"/>
                  <a:cs typeface="Circular Std Book Italic"/>
                </a:rPr>
                <a:t> </a:t>
              </a:r>
              <a:r>
                <a:rPr sz="1000" b="1" spc="-10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Légende</a:t>
              </a:r>
              <a:endParaRPr sz="1000">
                <a:latin typeface="Aptos" panose="020B0004020202020204" pitchFamily="34" charset="0"/>
                <a:cs typeface="Circular Std Bold Italic"/>
              </a:endParaRPr>
            </a:p>
            <a:p>
              <a:pPr algn="ctr">
                <a:lnSpc>
                  <a:spcPct val="100000"/>
                </a:lnSpc>
              </a:pPr>
              <a:r>
                <a:rPr sz="1000" b="1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de</a:t>
              </a:r>
              <a:r>
                <a:rPr sz="1000" b="1" spc="-25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 </a:t>
              </a:r>
              <a:r>
                <a:rPr sz="1000" b="1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l’illustration</a:t>
              </a:r>
              <a:r>
                <a:rPr sz="1000" b="1" spc="-20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 </a:t>
              </a:r>
              <a:r>
                <a:rPr sz="1000" b="1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en</a:t>
              </a:r>
              <a:r>
                <a:rPr sz="1000" b="1" spc="-25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 </a:t>
              </a:r>
              <a:r>
                <a:rPr sz="1000" b="1" spc="-50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%</a:t>
              </a:r>
              <a:endParaRPr sz="1000">
                <a:latin typeface="Aptos" panose="020B0004020202020204" pitchFamily="34" charset="0"/>
                <a:cs typeface="Circular Std Bold Italic"/>
              </a:endParaRPr>
            </a:p>
          </p:txBody>
        </p:sp>
        <p:sp>
          <p:nvSpPr>
            <p:cNvPr id="29" name="object 30">
              <a:extLst>
                <a:ext uri="{FF2B5EF4-FFF2-40B4-BE49-F238E27FC236}">
                  <a16:creationId xmlns:a16="http://schemas.microsoft.com/office/drawing/2014/main" id="{C78B95AF-3D7C-425D-104B-850FADA7B899}"/>
                </a:ext>
              </a:extLst>
            </p:cNvPr>
            <p:cNvSpPr txBox="1"/>
            <p:nvPr userDrawn="1"/>
          </p:nvSpPr>
          <p:spPr>
            <a:xfrm>
              <a:off x="3105150" y="4343400"/>
              <a:ext cx="1219200" cy="3302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R="51435" algn="ctr">
                <a:lnSpc>
                  <a:spcPct val="100000"/>
                </a:lnSpc>
                <a:spcBef>
                  <a:spcPts val="1255"/>
                </a:spcBef>
              </a:pPr>
              <a:r>
                <a:rPr lang="fr-FR" sz="1000">
                  <a:solidFill>
                    <a:srgbClr val="939598"/>
                  </a:solidFill>
                  <a:latin typeface="Aptos" panose="020B0004020202020204" pitchFamily="34" charset="0"/>
                  <a:cs typeface="Circular Std Book Italic"/>
                </a:rPr>
                <a:t>Fig.2</a:t>
              </a:r>
              <a:r>
                <a:rPr lang="fr-FR" sz="1000" spc="-5">
                  <a:solidFill>
                    <a:srgbClr val="939598"/>
                  </a:solidFill>
                  <a:latin typeface="Aptos" panose="020B0004020202020204" pitchFamily="34" charset="0"/>
                  <a:cs typeface="Circular Std Book Italic"/>
                </a:rPr>
                <a:t> </a:t>
              </a:r>
              <a:r>
                <a:rPr lang="fr-FR" sz="1000" b="1" spc="-10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Légende</a:t>
              </a:r>
              <a:endParaRPr lang="fr-FR" sz="1000">
                <a:latin typeface="Aptos" panose="020B0004020202020204" pitchFamily="34" charset="0"/>
                <a:cs typeface="Circular Std Bold Italic"/>
              </a:endParaRPr>
            </a:p>
            <a:p>
              <a:pPr marR="51435" algn="ctr">
                <a:lnSpc>
                  <a:spcPct val="100000"/>
                </a:lnSpc>
              </a:pPr>
              <a:r>
                <a:rPr lang="fr-FR" sz="1000" b="1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de</a:t>
              </a:r>
              <a:r>
                <a:rPr lang="fr-FR" sz="1000" b="1" spc="-25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 </a:t>
              </a:r>
              <a:r>
                <a:rPr lang="fr-FR" sz="1000" b="1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l’illustration</a:t>
              </a:r>
              <a:r>
                <a:rPr lang="fr-FR" sz="1000" b="1" spc="-20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 </a:t>
              </a:r>
              <a:r>
                <a:rPr lang="fr-FR" sz="1000" b="1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en</a:t>
              </a:r>
              <a:r>
                <a:rPr lang="fr-FR" sz="1000" b="1" spc="-25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 </a:t>
              </a:r>
              <a:r>
                <a:rPr lang="fr-FR" sz="1000" b="1" spc="-50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%</a:t>
              </a:r>
              <a:endParaRPr lang="fr-FR" sz="1000">
                <a:latin typeface="Aptos" panose="020B0004020202020204" pitchFamily="34" charset="0"/>
                <a:cs typeface="Circular Std Bold Italic"/>
              </a:endParaRPr>
            </a:p>
          </p:txBody>
        </p:sp>
        <p:sp>
          <p:nvSpPr>
            <p:cNvPr id="30" name="object 5">
              <a:extLst>
                <a:ext uri="{FF2B5EF4-FFF2-40B4-BE49-F238E27FC236}">
                  <a16:creationId xmlns:a16="http://schemas.microsoft.com/office/drawing/2014/main" id="{F4F257EF-544E-6FB4-B26A-A742BEE79883}"/>
                </a:ext>
              </a:extLst>
            </p:cNvPr>
            <p:cNvSpPr/>
            <p:nvPr userDrawn="1"/>
          </p:nvSpPr>
          <p:spPr>
            <a:xfrm>
              <a:off x="727176" y="3768090"/>
              <a:ext cx="65405" cy="65405"/>
            </a:xfrm>
            <a:custGeom>
              <a:avLst/>
              <a:gdLst/>
              <a:ahLst/>
              <a:cxnLst/>
              <a:rect l="l" t="t" r="r" b="b"/>
              <a:pathLst>
                <a:path w="65404" h="65404">
                  <a:moveTo>
                    <a:pt x="64795" y="0"/>
                  </a:moveTo>
                  <a:lnTo>
                    <a:pt x="0" y="0"/>
                  </a:lnTo>
                  <a:lnTo>
                    <a:pt x="0" y="64795"/>
                  </a:lnTo>
                  <a:lnTo>
                    <a:pt x="64795" y="64795"/>
                  </a:lnTo>
                  <a:lnTo>
                    <a:pt x="64795" y="0"/>
                  </a:lnTo>
                  <a:close/>
                </a:path>
              </a:pathLst>
            </a:custGeom>
            <a:solidFill>
              <a:srgbClr val="005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10">
              <a:extLst>
                <a:ext uri="{FF2B5EF4-FFF2-40B4-BE49-F238E27FC236}">
                  <a16:creationId xmlns:a16="http://schemas.microsoft.com/office/drawing/2014/main" id="{DCC10578-6947-DA22-3667-7F640D40F95A}"/>
                </a:ext>
              </a:extLst>
            </p:cNvPr>
            <p:cNvSpPr/>
            <p:nvPr userDrawn="1"/>
          </p:nvSpPr>
          <p:spPr>
            <a:xfrm>
              <a:off x="3093021" y="3950970"/>
              <a:ext cx="65405" cy="65405"/>
            </a:xfrm>
            <a:custGeom>
              <a:avLst/>
              <a:gdLst/>
              <a:ahLst/>
              <a:cxnLst/>
              <a:rect l="l" t="t" r="r" b="b"/>
              <a:pathLst>
                <a:path w="65405" h="65404">
                  <a:moveTo>
                    <a:pt x="64795" y="0"/>
                  </a:moveTo>
                  <a:lnTo>
                    <a:pt x="0" y="0"/>
                  </a:lnTo>
                  <a:lnTo>
                    <a:pt x="0" y="64795"/>
                  </a:lnTo>
                  <a:lnTo>
                    <a:pt x="64795" y="64795"/>
                  </a:lnTo>
                  <a:lnTo>
                    <a:pt x="64795" y="0"/>
                  </a:lnTo>
                  <a:close/>
                </a:path>
              </a:pathLst>
            </a:custGeom>
            <a:solidFill>
              <a:srgbClr val="226F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11">
              <a:extLst>
                <a:ext uri="{FF2B5EF4-FFF2-40B4-BE49-F238E27FC236}">
                  <a16:creationId xmlns:a16="http://schemas.microsoft.com/office/drawing/2014/main" id="{FDE3CAE0-344E-3B21-37CF-7367727765FF}"/>
                </a:ext>
              </a:extLst>
            </p:cNvPr>
            <p:cNvSpPr/>
            <p:nvPr userDrawn="1"/>
          </p:nvSpPr>
          <p:spPr>
            <a:xfrm>
              <a:off x="3093021" y="4179570"/>
              <a:ext cx="65405" cy="65405"/>
            </a:xfrm>
            <a:custGeom>
              <a:avLst/>
              <a:gdLst/>
              <a:ahLst/>
              <a:cxnLst/>
              <a:rect l="l" t="t" r="r" b="b"/>
              <a:pathLst>
                <a:path w="65405" h="65404">
                  <a:moveTo>
                    <a:pt x="64795" y="0"/>
                  </a:moveTo>
                  <a:lnTo>
                    <a:pt x="0" y="0"/>
                  </a:lnTo>
                  <a:lnTo>
                    <a:pt x="0" y="64795"/>
                  </a:lnTo>
                  <a:lnTo>
                    <a:pt x="64795" y="64795"/>
                  </a:lnTo>
                  <a:lnTo>
                    <a:pt x="64795" y="0"/>
                  </a:lnTo>
                  <a:close/>
                </a:path>
              </a:pathLst>
            </a:custGeom>
            <a:solidFill>
              <a:srgbClr val="005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Espace réservé du texte 5">
            <a:extLst>
              <a:ext uri="{FF2B5EF4-FFF2-40B4-BE49-F238E27FC236}">
                <a16:creationId xmlns:a16="http://schemas.microsoft.com/office/drawing/2014/main" id="{1F22531C-16CC-E203-977B-56F43EBE0E2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2600" y="1219200"/>
            <a:ext cx="3962400" cy="1143000"/>
          </a:xfrm>
          <a:prstGeom prst="rect">
            <a:avLst/>
          </a:prstGeom>
        </p:spPr>
        <p:txBody>
          <a:bodyPr/>
          <a:lstStyle>
            <a:lvl1pPr>
              <a:defRPr sz="1550" b="1">
                <a:solidFill>
                  <a:schemeClr val="accent2"/>
                </a:solidFill>
              </a:defRPr>
            </a:lvl1pPr>
            <a:lvl2pPr>
              <a:defRPr sz="1550" b="1">
                <a:solidFill>
                  <a:schemeClr val="accent1"/>
                </a:solidFill>
              </a:defRPr>
            </a:lvl2pPr>
            <a:lvl3pPr algn="l">
              <a:defRPr sz="1550" b="0">
                <a:solidFill>
                  <a:schemeClr val="accent1"/>
                </a:solidFill>
              </a:defRPr>
            </a:lvl3pPr>
            <a:lvl4pPr>
              <a:defRPr sz="1550" b="1">
                <a:solidFill>
                  <a:schemeClr val="accent1"/>
                </a:solidFill>
              </a:defRPr>
            </a:lvl4pPr>
            <a:lvl5pPr>
              <a:defRPr sz="1550" b="1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38" name="Holder 3">
            <a:extLst>
              <a:ext uri="{FF2B5EF4-FFF2-40B4-BE49-F238E27FC236}">
                <a16:creationId xmlns:a16="http://schemas.microsoft.com/office/drawing/2014/main" id="{990EFDD1-24CD-08AB-8F1F-5ECBB3BAC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2600" y="2514600"/>
            <a:ext cx="3962400" cy="3136900"/>
          </a:xfrm>
          <a:prstGeom prst="rect">
            <a:avLst/>
          </a:prstGeom>
        </p:spPr>
        <p:txBody>
          <a:bodyPr lIns="0" tIns="0" rIns="0" bIns="0"/>
          <a:lstStyle>
            <a:lvl1pPr>
              <a:defRPr sz="1350" b="0" i="0">
                <a:solidFill>
                  <a:schemeClr val="tx1"/>
                </a:solidFill>
                <a:latin typeface="Aptos"/>
                <a:cs typeface="Aptos"/>
              </a:defRPr>
            </a:lvl1pPr>
          </a:lstStyle>
          <a:p>
            <a:endParaRPr dirty="0"/>
          </a:p>
        </p:txBody>
      </p:sp>
      <p:sp>
        <p:nvSpPr>
          <p:cNvPr id="44" name="Espace réservé du numéro de diapositive 5">
            <a:extLst>
              <a:ext uri="{FF2B5EF4-FFF2-40B4-BE49-F238E27FC236}">
                <a16:creationId xmlns:a16="http://schemas.microsoft.com/office/drawing/2014/main" id="{4700B97E-CA2E-BB90-EA05-518B6ACF84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67600" y="640080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8260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>
          <p15:clr>
            <a:srgbClr val="FBAE40"/>
          </p15:clr>
        </p15:guide>
        <p15:guide id="2" pos="6000">
          <p15:clr>
            <a:srgbClr val="FBAE40"/>
          </p15:clr>
        </p15:guide>
        <p15:guide id="3" orient="horz" pos="810">
          <p15:clr>
            <a:srgbClr val="FBAE40"/>
          </p15:clr>
        </p15:guide>
        <p15:guide id="4" pos="312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2">
            <a:extLst>
              <a:ext uri="{FF2B5EF4-FFF2-40B4-BE49-F238E27FC236}">
                <a16:creationId xmlns:a16="http://schemas.microsoft.com/office/drawing/2014/main" id="{14C50805-9AE2-F81D-A745-CF1CA416F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773" y="447766"/>
            <a:ext cx="6738134" cy="383823"/>
          </a:xfrm>
        </p:spPr>
        <p:txBody>
          <a:bodyPr lIns="0" tIns="0" rIns="0" bIns="0"/>
          <a:lstStyle>
            <a:lvl1pPr>
              <a:defRPr sz="2494" b="1" i="0">
                <a:solidFill>
                  <a:srgbClr val="005399"/>
                </a:solidFill>
                <a:latin typeface="+mn-lt"/>
                <a:cs typeface="Century Gothic"/>
              </a:defRPr>
            </a:lvl1pPr>
          </a:lstStyle>
          <a:p>
            <a:endParaRPr dirty="0"/>
          </a:p>
        </p:txBody>
      </p:sp>
      <p:sp>
        <p:nvSpPr>
          <p:cNvPr id="2" name="Holder 3">
            <a:extLst>
              <a:ext uri="{FF2B5EF4-FFF2-40B4-BE49-F238E27FC236}">
                <a16:creationId xmlns:a16="http://schemas.microsoft.com/office/drawing/2014/main" id="{CF5A1FA8-CD6D-B536-BC11-A2D5F4131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773" y="1200703"/>
            <a:ext cx="9211722" cy="4916011"/>
          </a:xfrm>
          <a:prstGeom prst="rect">
            <a:avLst/>
          </a:prstGeom>
        </p:spPr>
        <p:txBody>
          <a:bodyPr lIns="0" tIns="0" rIns="0" bIns="0"/>
          <a:lstStyle>
            <a:lvl1pPr>
              <a:defRPr sz="1350" b="0" i="0">
                <a:solidFill>
                  <a:schemeClr val="tx1"/>
                </a:solidFill>
                <a:latin typeface="Aptos"/>
                <a:cs typeface="Aptos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92286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1546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older 2">
            <a:extLst>
              <a:ext uri="{FF2B5EF4-FFF2-40B4-BE49-F238E27FC236}">
                <a16:creationId xmlns:a16="http://schemas.microsoft.com/office/drawing/2014/main" id="{B52B347F-B9BC-596C-A7B1-A50816479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99" y="384247"/>
            <a:ext cx="7066301" cy="360680"/>
          </a:xfrm>
          <a:prstGeom prst="rect">
            <a:avLst/>
          </a:prstGeom>
        </p:spPr>
        <p:txBody>
          <a:bodyPr lIns="0" tIns="0" rIns="0" bIns="0"/>
          <a:lstStyle>
            <a:lvl1pPr>
              <a:defRPr sz="2200" b="1" i="0">
                <a:solidFill>
                  <a:srgbClr val="58595B"/>
                </a:solidFill>
                <a:latin typeface="Aptos"/>
                <a:cs typeface="Aptos"/>
              </a:defRPr>
            </a:lvl1pPr>
          </a:lstStyle>
          <a:p>
            <a:endParaRPr/>
          </a:p>
        </p:txBody>
      </p: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91420234-21C2-317B-A9A0-A6593C689630}"/>
              </a:ext>
            </a:extLst>
          </p:cNvPr>
          <p:cNvGrpSpPr/>
          <p:nvPr userDrawn="1"/>
        </p:nvGrpSpPr>
        <p:grpSpPr>
          <a:xfrm>
            <a:off x="-4953000" y="1838429"/>
            <a:ext cx="3980873" cy="2835171"/>
            <a:chOff x="645397" y="1838429"/>
            <a:chExt cx="3980873" cy="2835171"/>
          </a:xfrm>
        </p:grpSpPr>
        <p:sp>
          <p:nvSpPr>
            <p:cNvPr id="3" name="object 6">
              <a:extLst>
                <a:ext uri="{FF2B5EF4-FFF2-40B4-BE49-F238E27FC236}">
                  <a16:creationId xmlns:a16="http://schemas.microsoft.com/office/drawing/2014/main" id="{0A984DE3-7930-D44B-DA4D-8A9F828DE89E}"/>
                </a:ext>
              </a:extLst>
            </p:cNvPr>
            <p:cNvSpPr txBox="1"/>
            <p:nvPr userDrawn="1"/>
          </p:nvSpPr>
          <p:spPr>
            <a:xfrm>
              <a:off x="810207" y="3667783"/>
              <a:ext cx="1372870" cy="381000"/>
            </a:xfrm>
            <a:prstGeom prst="rect">
              <a:avLst/>
            </a:prstGeom>
          </p:spPr>
          <p:txBody>
            <a:bodyPr vert="horz" wrap="square" lIns="0" tIns="26670" rIns="0" bIns="0" rtlCol="0">
              <a:spAutoFit/>
            </a:bodyPr>
            <a:lstStyle/>
            <a:p>
              <a:pPr marL="12700" marR="5080" indent="10160">
                <a:lnSpc>
                  <a:spcPts val="1360"/>
                </a:lnSpc>
                <a:spcBef>
                  <a:spcPts val="210"/>
                </a:spcBef>
              </a:pPr>
              <a:r>
                <a:rPr sz="1200" spc="-10">
                  <a:latin typeface="Aptos Light"/>
                  <a:cs typeface="Aptos Light"/>
                </a:rPr>
                <a:t>Corectorunt</a:t>
              </a:r>
              <a:r>
                <a:rPr sz="1200" spc="25">
                  <a:latin typeface="Aptos Light"/>
                  <a:cs typeface="Aptos Light"/>
                </a:rPr>
                <a:t> </a:t>
              </a:r>
              <a:r>
                <a:rPr sz="1200" spc="-20">
                  <a:latin typeface="Aptos Light"/>
                  <a:cs typeface="Aptos Light"/>
                </a:rPr>
                <a:t>etur </a:t>
              </a:r>
              <a:r>
                <a:rPr sz="1200" spc="-10">
                  <a:latin typeface="Aptos Light"/>
                  <a:cs typeface="Aptos Light"/>
                </a:rPr>
                <a:t>Vendi</a:t>
              </a:r>
              <a:r>
                <a:rPr sz="1200" spc="-50">
                  <a:latin typeface="Aptos Light"/>
                  <a:cs typeface="Aptos Light"/>
                </a:rPr>
                <a:t> </a:t>
              </a:r>
              <a:r>
                <a:rPr sz="1200">
                  <a:latin typeface="Aptos Light"/>
                  <a:cs typeface="Aptos Light"/>
                </a:rPr>
                <a:t>reped</a:t>
              </a:r>
              <a:r>
                <a:rPr sz="1200" spc="-45">
                  <a:latin typeface="Aptos Light"/>
                  <a:cs typeface="Aptos Light"/>
                </a:rPr>
                <a:t> </a:t>
              </a:r>
              <a:r>
                <a:rPr sz="1200">
                  <a:latin typeface="Aptos Light"/>
                  <a:cs typeface="Aptos Light"/>
                </a:rPr>
                <a:t>qui</a:t>
              </a:r>
              <a:r>
                <a:rPr sz="1200" spc="-45">
                  <a:latin typeface="Aptos Light"/>
                  <a:cs typeface="Aptos Light"/>
                </a:rPr>
                <a:t> </a:t>
              </a:r>
              <a:r>
                <a:rPr sz="1200" spc="-20">
                  <a:latin typeface="Aptos Light"/>
                  <a:cs typeface="Aptos Light"/>
                </a:rPr>
                <a:t>omni</a:t>
              </a:r>
              <a:endParaRPr sz="1200">
                <a:latin typeface="Aptos Light"/>
                <a:cs typeface="Aptos Light"/>
              </a:endParaRPr>
            </a:p>
          </p:txBody>
        </p:sp>
        <p:sp>
          <p:nvSpPr>
            <p:cNvPr id="4" name="object 7">
              <a:extLst>
                <a:ext uri="{FF2B5EF4-FFF2-40B4-BE49-F238E27FC236}">
                  <a16:creationId xmlns:a16="http://schemas.microsoft.com/office/drawing/2014/main" id="{32D48390-FDBF-8B40-757E-FB850395629A}"/>
                </a:ext>
              </a:extLst>
            </p:cNvPr>
            <p:cNvSpPr/>
            <p:nvPr userDrawn="1"/>
          </p:nvSpPr>
          <p:spPr>
            <a:xfrm>
              <a:off x="727176" y="3940809"/>
              <a:ext cx="65405" cy="65405"/>
            </a:xfrm>
            <a:custGeom>
              <a:avLst/>
              <a:gdLst/>
              <a:ahLst/>
              <a:cxnLst/>
              <a:rect l="l" t="t" r="r" b="b"/>
              <a:pathLst>
                <a:path w="65404" h="65404">
                  <a:moveTo>
                    <a:pt x="64795" y="0"/>
                  </a:moveTo>
                  <a:lnTo>
                    <a:pt x="0" y="0"/>
                  </a:lnTo>
                  <a:lnTo>
                    <a:pt x="0" y="64795"/>
                  </a:lnTo>
                  <a:lnTo>
                    <a:pt x="64795" y="64795"/>
                  </a:lnTo>
                  <a:lnTo>
                    <a:pt x="64795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8">
              <a:extLst>
                <a:ext uri="{FF2B5EF4-FFF2-40B4-BE49-F238E27FC236}">
                  <a16:creationId xmlns:a16="http://schemas.microsoft.com/office/drawing/2014/main" id="{D65AD998-D5A5-3F05-61DE-E7BC06B4259D}"/>
                </a:ext>
              </a:extLst>
            </p:cNvPr>
            <p:cNvSpPr/>
            <p:nvPr userDrawn="1"/>
          </p:nvSpPr>
          <p:spPr>
            <a:xfrm>
              <a:off x="3083496" y="3744595"/>
              <a:ext cx="65405" cy="65405"/>
            </a:xfrm>
            <a:custGeom>
              <a:avLst/>
              <a:gdLst/>
              <a:ahLst/>
              <a:cxnLst/>
              <a:rect l="l" t="t" r="r" b="b"/>
              <a:pathLst>
                <a:path w="65405" h="65404">
                  <a:moveTo>
                    <a:pt x="64795" y="0"/>
                  </a:moveTo>
                  <a:lnTo>
                    <a:pt x="0" y="0"/>
                  </a:lnTo>
                  <a:lnTo>
                    <a:pt x="0" y="64795"/>
                  </a:lnTo>
                  <a:lnTo>
                    <a:pt x="64795" y="64795"/>
                  </a:lnTo>
                  <a:lnTo>
                    <a:pt x="64795" y="0"/>
                  </a:lnTo>
                  <a:close/>
                </a:path>
              </a:pathLst>
            </a:custGeom>
            <a:solidFill>
              <a:srgbClr val="29A4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9">
              <a:extLst>
                <a:ext uri="{FF2B5EF4-FFF2-40B4-BE49-F238E27FC236}">
                  <a16:creationId xmlns:a16="http://schemas.microsoft.com/office/drawing/2014/main" id="{5B5B4420-E7EE-2DA8-FE47-049F89D7170E}"/>
                </a:ext>
              </a:extLst>
            </p:cNvPr>
            <p:cNvSpPr txBox="1"/>
            <p:nvPr userDrawn="1"/>
          </p:nvSpPr>
          <p:spPr>
            <a:xfrm>
              <a:off x="3166536" y="3657600"/>
              <a:ext cx="1372870" cy="616836"/>
            </a:xfrm>
            <a:prstGeom prst="rect">
              <a:avLst/>
            </a:prstGeom>
          </p:spPr>
          <p:txBody>
            <a:bodyPr vert="horz" wrap="square" lIns="0" tIns="26670" rIns="0" bIns="0" rtlCol="0">
              <a:spAutoFit/>
            </a:bodyPr>
            <a:lstStyle/>
            <a:p>
              <a:pPr marL="12700" marR="5080" algn="l">
                <a:lnSpc>
                  <a:spcPts val="1360"/>
                </a:lnSpc>
                <a:spcBef>
                  <a:spcPts val="210"/>
                </a:spcBef>
              </a:pPr>
              <a:r>
                <a:rPr lang="fr-FR" sz="1200" spc="-10">
                  <a:latin typeface="Aptos Light"/>
                  <a:cs typeface="Aptos Light"/>
                </a:rPr>
                <a:t>R</a:t>
              </a:r>
              <a:r>
                <a:rPr lang="fr-FR" sz="1200">
                  <a:latin typeface="Aptos Light"/>
                  <a:cs typeface="Aptos Light"/>
                </a:rPr>
                <a:t>ui</a:t>
              </a:r>
              <a:r>
                <a:rPr lang="fr-FR" sz="1200" spc="-45">
                  <a:latin typeface="Aptos Light"/>
                  <a:cs typeface="Aptos Light"/>
                </a:rPr>
                <a:t> </a:t>
              </a:r>
              <a:r>
                <a:rPr lang="fr-FR" sz="1200" spc="-20">
                  <a:latin typeface="Aptos Light"/>
                  <a:cs typeface="Aptos Light"/>
                </a:rPr>
                <a:t>omni </a:t>
              </a:r>
            </a:p>
            <a:p>
              <a:pPr marL="12700" marR="5080" algn="l">
                <a:lnSpc>
                  <a:spcPts val="1360"/>
                </a:lnSpc>
                <a:spcBef>
                  <a:spcPts val="210"/>
                </a:spcBef>
              </a:pPr>
              <a:r>
                <a:rPr lang="fr-FR" sz="1200" spc="-10" err="1">
                  <a:latin typeface="Aptos Light"/>
                  <a:cs typeface="Aptos Light"/>
                </a:rPr>
                <a:t>Vendi</a:t>
              </a:r>
              <a:r>
                <a:rPr lang="fr-FR" sz="1200" spc="-50">
                  <a:latin typeface="Aptos Light"/>
                  <a:cs typeface="Aptos Light"/>
                </a:rPr>
                <a:t> </a:t>
              </a:r>
              <a:r>
                <a:rPr lang="fr-FR" sz="1200">
                  <a:latin typeface="Aptos Light"/>
                  <a:cs typeface="Aptos Light"/>
                </a:rPr>
                <a:t>qui</a:t>
              </a:r>
              <a:r>
                <a:rPr lang="fr-FR" sz="1200" spc="-45">
                  <a:latin typeface="Aptos Light"/>
                  <a:cs typeface="Aptos Light"/>
                </a:rPr>
                <a:t> </a:t>
              </a:r>
              <a:r>
                <a:rPr lang="fr-FR" sz="1200" spc="-20">
                  <a:latin typeface="Aptos Light"/>
                  <a:cs typeface="Aptos Light"/>
                </a:rPr>
                <a:t>omni </a:t>
              </a:r>
              <a:endParaRPr lang="fr-FR" sz="1200" spc="-10">
                <a:latin typeface="Aptos Light"/>
                <a:cs typeface="Aptos Light"/>
              </a:endParaRPr>
            </a:p>
            <a:p>
              <a:pPr marL="12700" marR="5080" algn="l">
                <a:lnSpc>
                  <a:spcPts val="1360"/>
                </a:lnSpc>
                <a:spcBef>
                  <a:spcPts val="210"/>
                </a:spcBef>
              </a:pPr>
              <a:r>
                <a:rPr lang="fr-FR" sz="1200" spc="-10" err="1">
                  <a:latin typeface="Aptos Light"/>
                  <a:cs typeface="Aptos Light"/>
                </a:rPr>
                <a:t>Endi</a:t>
              </a:r>
              <a:r>
                <a:rPr lang="fr-FR" sz="1200" spc="-50">
                  <a:latin typeface="Aptos Light"/>
                  <a:cs typeface="Aptos Light"/>
                </a:rPr>
                <a:t> </a:t>
              </a:r>
              <a:r>
                <a:rPr lang="fr-FR" sz="1200" err="1">
                  <a:latin typeface="Aptos Light"/>
                  <a:cs typeface="Aptos Light"/>
                </a:rPr>
                <a:t>reped</a:t>
              </a:r>
              <a:r>
                <a:rPr lang="fr-FR" sz="1200" spc="-45">
                  <a:latin typeface="Aptos Light"/>
                  <a:cs typeface="Aptos Light"/>
                </a:rPr>
                <a:t> </a:t>
              </a:r>
              <a:r>
                <a:rPr lang="fr-FR" sz="1200">
                  <a:latin typeface="Aptos Light"/>
                  <a:cs typeface="Aptos Light"/>
                </a:rPr>
                <a:t>qui</a:t>
              </a:r>
              <a:r>
                <a:rPr lang="fr-FR" sz="1200" spc="-45">
                  <a:latin typeface="Aptos Light"/>
                  <a:cs typeface="Aptos Light"/>
                </a:rPr>
                <a:t> </a:t>
              </a:r>
              <a:r>
                <a:rPr lang="fr-FR" sz="1200" spc="-20">
                  <a:latin typeface="Aptos Light"/>
                  <a:cs typeface="Aptos Light"/>
                </a:rPr>
                <a:t>omni</a:t>
              </a:r>
              <a:endParaRPr lang="fr-FR" sz="1200">
                <a:latin typeface="Aptos Light"/>
                <a:cs typeface="Aptos Light"/>
              </a:endParaRPr>
            </a:p>
          </p:txBody>
        </p:sp>
        <p:sp>
          <p:nvSpPr>
            <p:cNvPr id="9" name="object 12">
              <a:extLst>
                <a:ext uri="{FF2B5EF4-FFF2-40B4-BE49-F238E27FC236}">
                  <a16:creationId xmlns:a16="http://schemas.microsoft.com/office/drawing/2014/main" id="{EEE7ACCB-F508-672B-9D4A-70B93F3C198A}"/>
                </a:ext>
              </a:extLst>
            </p:cNvPr>
            <p:cNvSpPr txBox="1"/>
            <p:nvPr userDrawn="1"/>
          </p:nvSpPr>
          <p:spPr>
            <a:xfrm>
              <a:off x="914400" y="2357866"/>
              <a:ext cx="1050731" cy="4826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sz="3000" spc="-10">
                  <a:solidFill>
                    <a:srgbClr val="005399"/>
                  </a:solidFill>
                  <a:latin typeface="Aptos"/>
                  <a:cs typeface="Aptos"/>
                </a:rPr>
                <a:t>35</a:t>
              </a:r>
              <a:r>
                <a:rPr sz="3000" spc="-220">
                  <a:solidFill>
                    <a:srgbClr val="005399"/>
                  </a:solidFill>
                  <a:latin typeface="Aptos"/>
                  <a:cs typeface="Aptos"/>
                </a:rPr>
                <a:t> </a:t>
              </a:r>
              <a:r>
                <a:rPr sz="3000" spc="-50">
                  <a:solidFill>
                    <a:srgbClr val="005399"/>
                  </a:solidFill>
                  <a:latin typeface="Aptos"/>
                  <a:cs typeface="Aptos"/>
                </a:rPr>
                <a:t>%</a:t>
              </a:r>
              <a:endParaRPr sz="3000">
                <a:latin typeface="Aptos"/>
                <a:cs typeface="Aptos"/>
              </a:endParaRPr>
            </a:p>
          </p:txBody>
        </p:sp>
        <p:grpSp>
          <p:nvGrpSpPr>
            <p:cNvPr id="10" name="object 13">
              <a:extLst>
                <a:ext uri="{FF2B5EF4-FFF2-40B4-BE49-F238E27FC236}">
                  <a16:creationId xmlns:a16="http://schemas.microsoft.com/office/drawing/2014/main" id="{536E1C9E-52E7-BF4B-A374-5D31BC55C4AD}"/>
                </a:ext>
              </a:extLst>
            </p:cNvPr>
            <p:cNvGrpSpPr/>
            <p:nvPr userDrawn="1"/>
          </p:nvGrpSpPr>
          <p:grpSpPr>
            <a:xfrm>
              <a:off x="645397" y="1840472"/>
              <a:ext cx="1583690" cy="1579880"/>
              <a:chOff x="645397" y="1840472"/>
              <a:chExt cx="1583690" cy="1579880"/>
            </a:xfrm>
          </p:grpSpPr>
          <p:sp>
            <p:nvSpPr>
              <p:cNvPr id="12" name="object 14">
                <a:extLst>
                  <a:ext uri="{FF2B5EF4-FFF2-40B4-BE49-F238E27FC236}">
                    <a16:creationId xmlns:a16="http://schemas.microsoft.com/office/drawing/2014/main" id="{FC37DD73-4A01-73CB-2901-B6544C16671D}"/>
                  </a:ext>
                </a:extLst>
              </p:cNvPr>
              <p:cNvSpPr/>
              <p:nvPr/>
            </p:nvSpPr>
            <p:spPr>
              <a:xfrm>
                <a:off x="1167867" y="3157147"/>
                <a:ext cx="798195" cy="218440"/>
              </a:xfrm>
              <a:custGeom>
                <a:avLst/>
                <a:gdLst/>
                <a:ahLst/>
                <a:cxnLst/>
                <a:rect l="l" t="t" r="r" b="b"/>
                <a:pathLst>
                  <a:path w="798194" h="218439">
                    <a:moveTo>
                      <a:pt x="0" y="168427"/>
                    </a:moveTo>
                    <a:lnTo>
                      <a:pt x="50970" y="185974"/>
                    </a:lnTo>
                    <a:lnTo>
                      <a:pt x="103534" y="199881"/>
                    </a:lnTo>
                    <a:lnTo>
                      <a:pt x="157541" y="210000"/>
                    </a:lnTo>
                    <a:lnTo>
                      <a:pt x="212838" y="216181"/>
                    </a:lnTo>
                    <a:lnTo>
                      <a:pt x="269278" y="218274"/>
                    </a:lnTo>
                    <a:lnTo>
                      <a:pt x="320440" y="216555"/>
                    </a:lnTo>
                    <a:lnTo>
                      <a:pt x="370676" y="211471"/>
                    </a:lnTo>
                    <a:lnTo>
                      <a:pt x="419877" y="203134"/>
                    </a:lnTo>
                    <a:lnTo>
                      <a:pt x="467930" y="191654"/>
                    </a:lnTo>
                    <a:lnTo>
                      <a:pt x="514724" y="177142"/>
                    </a:lnTo>
                    <a:lnTo>
                      <a:pt x="560147" y="159710"/>
                    </a:lnTo>
                    <a:lnTo>
                      <a:pt x="604090" y="139468"/>
                    </a:lnTo>
                    <a:lnTo>
                      <a:pt x="646439" y="116528"/>
                    </a:lnTo>
                    <a:lnTo>
                      <a:pt x="687085" y="91000"/>
                    </a:lnTo>
                    <a:lnTo>
                      <a:pt x="725916" y="62995"/>
                    </a:lnTo>
                    <a:lnTo>
                      <a:pt x="762820" y="32624"/>
                    </a:lnTo>
                    <a:lnTo>
                      <a:pt x="797687" y="0"/>
                    </a:lnTo>
                  </a:path>
                </a:pathLst>
              </a:custGeom>
              <a:ln w="88900">
                <a:solidFill>
                  <a:srgbClr val="E6E7E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15">
                <a:extLst>
                  <a:ext uri="{FF2B5EF4-FFF2-40B4-BE49-F238E27FC236}">
                    <a16:creationId xmlns:a16="http://schemas.microsoft.com/office/drawing/2014/main" id="{19646364-6D74-023D-75A8-FBF742148A0E}"/>
                  </a:ext>
                </a:extLst>
              </p:cNvPr>
              <p:cNvSpPr/>
              <p:nvPr/>
            </p:nvSpPr>
            <p:spPr>
              <a:xfrm>
                <a:off x="736138" y="2888961"/>
                <a:ext cx="431800" cy="436880"/>
              </a:xfrm>
              <a:custGeom>
                <a:avLst/>
                <a:gdLst/>
                <a:ahLst/>
                <a:cxnLst/>
                <a:rect l="l" t="t" r="r" b="b"/>
                <a:pathLst>
                  <a:path w="431800" h="436879">
                    <a:moveTo>
                      <a:pt x="0" y="0"/>
                    </a:moveTo>
                    <a:lnTo>
                      <a:pt x="18617" y="45450"/>
                    </a:lnTo>
                    <a:lnTo>
                      <a:pt x="40092" y="89347"/>
                    </a:lnTo>
                    <a:lnTo>
                      <a:pt x="64308" y="131574"/>
                    </a:lnTo>
                    <a:lnTo>
                      <a:pt x="91149" y="172016"/>
                    </a:lnTo>
                    <a:lnTo>
                      <a:pt x="120498" y="210558"/>
                    </a:lnTo>
                    <a:lnTo>
                      <a:pt x="152242" y="247084"/>
                    </a:lnTo>
                    <a:lnTo>
                      <a:pt x="186262" y="281478"/>
                    </a:lnTo>
                    <a:lnTo>
                      <a:pt x="222445" y="313626"/>
                    </a:lnTo>
                    <a:lnTo>
                      <a:pt x="260672" y="343410"/>
                    </a:lnTo>
                    <a:lnTo>
                      <a:pt x="300830" y="370717"/>
                    </a:lnTo>
                    <a:lnTo>
                      <a:pt x="342802" y="395430"/>
                    </a:lnTo>
                    <a:lnTo>
                      <a:pt x="386471" y="417434"/>
                    </a:lnTo>
                    <a:lnTo>
                      <a:pt x="431723" y="436613"/>
                    </a:lnTo>
                  </a:path>
                </a:pathLst>
              </a:custGeom>
              <a:ln w="88900">
                <a:solidFill>
                  <a:srgbClr val="E6E7E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6">
                <a:extLst>
                  <a:ext uri="{FF2B5EF4-FFF2-40B4-BE49-F238E27FC236}">
                    <a16:creationId xmlns:a16="http://schemas.microsoft.com/office/drawing/2014/main" id="{73405F88-DC37-BBE6-0DC8-561F640FC48E}"/>
                  </a:ext>
                </a:extLst>
              </p:cNvPr>
              <p:cNvSpPr/>
              <p:nvPr/>
            </p:nvSpPr>
            <p:spPr>
              <a:xfrm>
                <a:off x="689847" y="1884922"/>
                <a:ext cx="747395" cy="1004569"/>
              </a:xfrm>
              <a:custGeom>
                <a:avLst/>
                <a:gdLst/>
                <a:ahLst/>
                <a:cxnLst/>
                <a:rect l="l" t="t" r="r" b="b"/>
                <a:pathLst>
                  <a:path w="747394" h="1004569">
                    <a:moveTo>
                      <a:pt x="747293" y="0"/>
                    </a:moveTo>
                    <a:lnTo>
                      <a:pt x="700034" y="1466"/>
                    </a:lnTo>
                    <a:lnTo>
                      <a:pt x="653555" y="5806"/>
                    </a:lnTo>
                    <a:lnTo>
                      <a:pt x="607946" y="12933"/>
                    </a:lnTo>
                    <a:lnTo>
                      <a:pt x="563292" y="22760"/>
                    </a:lnTo>
                    <a:lnTo>
                      <a:pt x="519682" y="35199"/>
                    </a:lnTo>
                    <a:lnTo>
                      <a:pt x="477203" y="50163"/>
                    </a:lnTo>
                    <a:lnTo>
                      <a:pt x="435943" y="67564"/>
                    </a:lnTo>
                    <a:lnTo>
                      <a:pt x="395990" y="87316"/>
                    </a:lnTo>
                    <a:lnTo>
                      <a:pt x="357430" y="109331"/>
                    </a:lnTo>
                    <a:lnTo>
                      <a:pt x="320351" y="133522"/>
                    </a:lnTo>
                    <a:lnTo>
                      <a:pt x="284841" y="159801"/>
                    </a:lnTo>
                    <a:lnTo>
                      <a:pt x="250988" y="188082"/>
                    </a:lnTo>
                    <a:lnTo>
                      <a:pt x="218879" y="218276"/>
                    </a:lnTo>
                    <a:lnTo>
                      <a:pt x="188602" y="250297"/>
                    </a:lnTo>
                    <a:lnTo>
                      <a:pt x="160243" y="284057"/>
                    </a:lnTo>
                    <a:lnTo>
                      <a:pt x="133891" y="319469"/>
                    </a:lnTo>
                    <a:lnTo>
                      <a:pt x="109634" y="356446"/>
                    </a:lnTo>
                    <a:lnTo>
                      <a:pt x="87558" y="394901"/>
                    </a:lnTo>
                    <a:lnTo>
                      <a:pt x="67751" y="434745"/>
                    </a:lnTo>
                    <a:lnTo>
                      <a:pt x="50302" y="475893"/>
                    </a:lnTo>
                    <a:lnTo>
                      <a:pt x="35296" y="518256"/>
                    </a:lnTo>
                    <a:lnTo>
                      <a:pt x="22823" y="561747"/>
                    </a:lnTo>
                    <a:lnTo>
                      <a:pt x="12969" y="606279"/>
                    </a:lnTo>
                    <a:lnTo>
                      <a:pt x="5822" y="651765"/>
                    </a:lnTo>
                    <a:lnTo>
                      <a:pt x="1470" y="698117"/>
                    </a:lnTo>
                    <a:lnTo>
                      <a:pt x="0" y="745248"/>
                    </a:lnTo>
                    <a:lnTo>
                      <a:pt x="1940" y="799366"/>
                    </a:lnTo>
                    <a:lnTo>
                      <a:pt x="7673" y="852437"/>
                    </a:lnTo>
                    <a:lnTo>
                      <a:pt x="17065" y="904327"/>
                    </a:lnTo>
                    <a:lnTo>
                      <a:pt x="29982" y="954905"/>
                    </a:lnTo>
                    <a:lnTo>
                      <a:pt x="46291" y="1004036"/>
                    </a:lnTo>
                  </a:path>
                </a:pathLst>
              </a:custGeom>
              <a:ln w="88900">
                <a:solidFill>
                  <a:srgbClr val="E6E7E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17">
                <a:extLst>
                  <a:ext uri="{FF2B5EF4-FFF2-40B4-BE49-F238E27FC236}">
                    <a16:creationId xmlns:a16="http://schemas.microsoft.com/office/drawing/2014/main" id="{6EF50F59-D205-9884-8DC1-53D65E799379}"/>
                  </a:ext>
                </a:extLst>
              </p:cNvPr>
              <p:cNvSpPr/>
              <p:nvPr/>
            </p:nvSpPr>
            <p:spPr>
              <a:xfrm>
                <a:off x="1437143" y="1884923"/>
                <a:ext cx="747395" cy="1272540"/>
              </a:xfrm>
              <a:custGeom>
                <a:avLst/>
                <a:gdLst/>
                <a:ahLst/>
                <a:cxnLst/>
                <a:rect l="l" t="t" r="r" b="b"/>
                <a:pathLst>
                  <a:path w="747394" h="1272539">
                    <a:moveTo>
                      <a:pt x="528408" y="1272222"/>
                    </a:moveTo>
                    <a:lnTo>
                      <a:pt x="561123" y="1237453"/>
                    </a:lnTo>
                    <a:lnTo>
                      <a:pt x="591576" y="1200651"/>
                    </a:lnTo>
                    <a:lnTo>
                      <a:pt x="619657" y="1161927"/>
                    </a:lnTo>
                    <a:lnTo>
                      <a:pt x="645255" y="1121392"/>
                    </a:lnTo>
                    <a:lnTo>
                      <a:pt x="668258" y="1079157"/>
                    </a:lnTo>
                    <a:lnTo>
                      <a:pt x="688555" y="1035334"/>
                    </a:lnTo>
                    <a:lnTo>
                      <a:pt x="706035" y="990032"/>
                    </a:lnTo>
                    <a:lnTo>
                      <a:pt x="720587" y="943364"/>
                    </a:lnTo>
                    <a:lnTo>
                      <a:pt x="732098" y="895441"/>
                    </a:lnTo>
                    <a:lnTo>
                      <a:pt x="740458" y="846373"/>
                    </a:lnTo>
                    <a:lnTo>
                      <a:pt x="745556" y="796272"/>
                    </a:lnTo>
                    <a:lnTo>
                      <a:pt x="747280" y="745248"/>
                    </a:lnTo>
                    <a:lnTo>
                      <a:pt x="745810" y="698117"/>
                    </a:lnTo>
                    <a:lnTo>
                      <a:pt x="741458" y="651765"/>
                    </a:lnTo>
                    <a:lnTo>
                      <a:pt x="734311" y="606279"/>
                    </a:lnTo>
                    <a:lnTo>
                      <a:pt x="724458" y="561747"/>
                    </a:lnTo>
                    <a:lnTo>
                      <a:pt x="711985" y="518256"/>
                    </a:lnTo>
                    <a:lnTo>
                      <a:pt x="696980" y="475893"/>
                    </a:lnTo>
                    <a:lnTo>
                      <a:pt x="679531" y="434745"/>
                    </a:lnTo>
                    <a:lnTo>
                      <a:pt x="659725" y="394901"/>
                    </a:lnTo>
                    <a:lnTo>
                      <a:pt x="637649" y="356446"/>
                    </a:lnTo>
                    <a:lnTo>
                      <a:pt x="613392" y="319469"/>
                    </a:lnTo>
                    <a:lnTo>
                      <a:pt x="587041" y="284057"/>
                    </a:lnTo>
                    <a:lnTo>
                      <a:pt x="558684" y="250297"/>
                    </a:lnTo>
                    <a:lnTo>
                      <a:pt x="528407" y="218276"/>
                    </a:lnTo>
                    <a:lnTo>
                      <a:pt x="496298" y="188082"/>
                    </a:lnTo>
                    <a:lnTo>
                      <a:pt x="462446" y="159801"/>
                    </a:lnTo>
                    <a:lnTo>
                      <a:pt x="426937" y="133522"/>
                    </a:lnTo>
                    <a:lnTo>
                      <a:pt x="389859" y="109331"/>
                    </a:lnTo>
                    <a:lnTo>
                      <a:pt x="351300" y="87316"/>
                    </a:lnTo>
                    <a:lnTo>
                      <a:pt x="311347" y="67564"/>
                    </a:lnTo>
                    <a:lnTo>
                      <a:pt x="270087" y="50163"/>
                    </a:lnTo>
                    <a:lnTo>
                      <a:pt x="227609" y="35199"/>
                    </a:lnTo>
                    <a:lnTo>
                      <a:pt x="184000" y="22760"/>
                    </a:lnTo>
                    <a:lnTo>
                      <a:pt x="139346" y="12933"/>
                    </a:lnTo>
                    <a:lnTo>
                      <a:pt x="93737" y="5806"/>
                    </a:lnTo>
                    <a:lnTo>
                      <a:pt x="47259" y="1466"/>
                    </a:lnTo>
                    <a:lnTo>
                      <a:pt x="0" y="0"/>
                    </a:lnTo>
                  </a:path>
                </a:pathLst>
              </a:custGeom>
              <a:ln w="88900">
                <a:solidFill>
                  <a:srgbClr val="00539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9" name="object 18">
              <a:extLst>
                <a:ext uri="{FF2B5EF4-FFF2-40B4-BE49-F238E27FC236}">
                  <a16:creationId xmlns:a16="http://schemas.microsoft.com/office/drawing/2014/main" id="{1EF30306-4186-DEDF-D25D-F8310042568A}"/>
                </a:ext>
              </a:extLst>
            </p:cNvPr>
            <p:cNvGrpSpPr/>
            <p:nvPr userDrawn="1"/>
          </p:nvGrpSpPr>
          <p:grpSpPr>
            <a:xfrm>
              <a:off x="3046390" y="1838429"/>
              <a:ext cx="1579880" cy="1583690"/>
              <a:chOff x="3046390" y="1838429"/>
              <a:chExt cx="1579880" cy="1583690"/>
            </a:xfrm>
          </p:grpSpPr>
          <p:sp>
            <p:nvSpPr>
              <p:cNvPr id="20" name="object 19">
                <a:extLst>
                  <a:ext uri="{FF2B5EF4-FFF2-40B4-BE49-F238E27FC236}">
                    <a16:creationId xmlns:a16="http://schemas.microsoft.com/office/drawing/2014/main" id="{C3C75790-F2AA-4E7A-E61D-3DEB9598D4C1}"/>
                  </a:ext>
                </a:extLst>
              </p:cNvPr>
              <p:cNvSpPr/>
              <p:nvPr/>
            </p:nvSpPr>
            <p:spPr>
              <a:xfrm>
                <a:off x="3090840" y="2360899"/>
                <a:ext cx="218440" cy="798195"/>
              </a:xfrm>
              <a:custGeom>
                <a:avLst/>
                <a:gdLst/>
                <a:ahLst/>
                <a:cxnLst/>
                <a:rect l="l" t="t" r="r" b="b"/>
                <a:pathLst>
                  <a:path w="218439" h="798194">
                    <a:moveTo>
                      <a:pt x="49847" y="0"/>
                    </a:moveTo>
                    <a:lnTo>
                      <a:pt x="32300" y="50970"/>
                    </a:lnTo>
                    <a:lnTo>
                      <a:pt x="18393" y="103534"/>
                    </a:lnTo>
                    <a:lnTo>
                      <a:pt x="8274" y="157541"/>
                    </a:lnTo>
                    <a:lnTo>
                      <a:pt x="2093" y="212838"/>
                    </a:lnTo>
                    <a:lnTo>
                      <a:pt x="0" y="269278"/>
                    </a:lnTo>
                    <a:lnTo>
                      <a:pt x="1719" y="320440"/>
                    </a:lnTo>
                    <a:lnTo>
                      <a:pt x="6803" y="370676"/>
                    </a:lnTo>
                    <a:lnTo>
                      <a:pt x="15140" y="419877"/>
                    </a:lnTo>
                    <a:lnTo>
                      <a:pt x="26620" y="467930"/>
                    </a:lnTo>
                    <a:lnTo>
                      <a:pt x="41132" y="514724"/>
                    </a:lnTo>
                    <a:lnTo>
                      <a:pt x="58564" y="560147"/>
                    </a:lnTo>
                    <a:lnTo>
                      <a:pt x="78806" y="604090"/>
                    </a:lnTo>
                    <a:lnTo>
                      <a:pt x="101746" y="646439"/>
                    </a:lnTo>
                    <a:lnTo>
                      <a:pt x="127274" y="687085"/>
                    </a:lnTo>
                    <a:lnTo>
                      <a:pt x="155279" y="725916"/>
                    </a:lnTo>
                    <a:lnTo>
                      <a:pt x="185649" y="762820"/>
                    </a:lnTo>
                    <a:lnTo>
                      <a:pt x="218274" y="797687"/>
                    </a:lnTo>
                  </a:path>
                </a:pathLst>
              </a:custGeom>
              <a:ln w="88900">
                <a:solidFill>
                  <a:srgbClr val="226FB7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" name="object 20">
                <a:extLst>
                  <a:ext uri="{FF2B5EF4-FFF2-40B4-BE49-F238E27FC236}">
                    <a16:creationId xmlns:a16="http://schemas.microsoft.com/office/drawing/2014/main" id="{C0578971-1B49-5988-8607-68C203731D59}"/>
                  </a:ext>
                </a:extLst>
              </p:cNvPr>
              <p:cNvSpPr/>
              <p:nvPr/>
            </p:nvSpPr>
            <p:spPr>
              <a:xfrm>
                <a:off x="3140689" y="1929169"/>
                <a:ext cx="436880" cy="431800"/>
              </a:xfrm>
              <a:custGeom>
                <a:avLst/>
                <a:gdLst/>
                <a:ahLst/>
                <a:cxnLst/>
                <a:rect l="l" t="t" r="r" b="b"/>
                <a:pathLst>
                  <a:path w="436879" h="431800">
                    <a:moveTo>
                      <a:pt x="436613" y="0"/>
                    </a:moveTo>
                    <a:lnTo>
                      <a:pt x="391162" y="18617"/>
                    </a:lnTo>
                    <a:lnTo>
                      <a:pt x="347266" y="40092"/>
                    </a:lnTo>
                    <a:lnTo>
                      <a:pt x="305038" y="64308"/>
                    </a:lnTo>
                    <a:lnTo>
                      <a:pt x="264596" y="91149"/>
                    </a:lnTo>
                    <a:lnTo>
                      <a:pt x="226054" y="120498"/>
                    </a:lnTo>
                    <a:lnTo>
                      <a:pt x="189528" y="152242"/>
                    </a:lnTo>
                    <a:lnTo>
                      <a:pt x="155134" y="186262"/>
                    </a:lnTo>
                    <a:lnTo>
                      <a:pt x="122987" y="222445"/>
                    </a:lnTo>
                    <a:lnTo>
                      <a:pt x="93202" y="260672"/>
                    </a:lnTo>
                    <a:lnTo>
                      <a:pt x="65895" y="300830"/>
                    </a:lnTo>
                    <a:lnTo>
                      <a:pt x="41182" y="342802"/>
                    </a:lnTo>
                    <a:lnTo>
                      <a:pt x="19179" y="386471"/>
                    </a:lnTo>
                    <a:lnTo>
                      <a:pt x="0" y="431723"/>
                    </a:lnTo>
                  </a:path>
                </a:pathLst>
              </a:custGeom>
              <a:ln w="88900">
                <a:solidFill>
                  <a:srgbClr val="29A457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" name="object 21">
                <a:extLst>
                  <a:ext uri="{FF2B5EF4-FFF2-40B4-BE49-F238E27FC236}">
                    <a16:creationId xmlns:a16="http://schemas.microsoft.com/office/drawing/2014/main" id="{93C0E9F0-E1C1-C87C-8313-233E219CE586}"/>
                  </a:ext>
                </a:extLst>
              </p:cNvPr>
              <p:cNvSpPr/>
              <p:nvPr/>
            </p:nvSpPr>
            <p:spPr>
              <a:xfrm>
                <a:off x="3577305" y="1882879"/>
                <a:ext cx="1004569" cy="747395"/>
              </a:xfrm>
              <a:custGeom>
                <a:avLst/>
                <a:gdLst/>
                <a:ahLst/>
                <a:cxnLst/>
                <a:rect l="l" t="t" r="r" b="b"/>
                <a:pathLst>
                  <a:path w="1004570" h="747394">
                    <a:moveTo>
                      <a:pt x="1004036" y="747293"/>
                    </a:moveTo>
                    <a:lnTo>
                      <a:pt x="1002570" y="700034"/>
                    </a:lnTo>
                    <a:lnTo>
                      <a:pt x="998230" y="653555"/>
                    </a:lnTo>
                    <a:lnTo>
                      <a:pt x="991102" y="607946"/>
                    </a:lnTo>
                    <a:lnTo>
                      <a:pt x="981276" y="563292"/>
                    </a:lnTo>
                    <a:lnTo>
                      <a:pt x="968837" y="519682"/>
                    </a:lnTo>
                    <a:lnTo>
                      <a:pt x="953873" y="477203"/>
                    </a:lnTo>
                    <a:lnTo>
                      <a:pt x="936471" y="435943"/>
                    </a:lnTo>
                    <a:lnTo>
                      <a:pt x="916719" y="395990"/>
                    </a:lnTo>
                    <a:lnTo>
                      <a:pt x="894704" y="357430"/>
                    </a:lnTo>
                    <a:lnTo>
                      <a:pt x="870514" y="320351"/>
                    </a:lnTo>
                    <a:lnTo>
                      <a:pt x="844234" y="284841"/>
                    </a:lnTo>
                    <a:lnTo>
                      <a:pt x="815954" y="250988"/>
                    </a:lnTo>
                    <a:lnTo>
                      <a:pt x="785760" y="218879"/>
                    </a:lnTo>
                    <a:lnTo>
                      <a:pt x="753739" y="188602"/>
                    </a:lnTo>
                    <a:lnTo>
                      <a:pt x="719978" y="160243"/>
                    </a:lnTo>
                    <a:lnTo>
                      <a:pt x="684566" y="133891"/>
                    </a:lnTo>
                    <a:lnTo>
                      <a:pt x="647589" y="109634"/>
                    </a:lnTo>
                    <a:lnTo>
                      <a:pt x="609135" y="87558"/>
                    </a:lnTo>
                    <a:lnTo>
                      <a:pt x="569290" y="67751"/>
                    </a:lnTo>
                    <a:lnTo>
                      <a:pt x="528143" y="50302"/>
                    </a:lnTo>
                    <a:lnTo>
                      <a:pt x="485780" y="35296"/>
                    </a:lnTo>
                    <a:lnTo>
                      <a:pt x="442289" y="22823"/>
                    </a:lnTo>
                    <a:lnTo>
                      <a:pt x="397757" y="12969"/>
                    </a:lnTo>
                    <a:lnTo>
                      <a:pt x="352271" y="5822"/>
                    </a:lnTo>
                    <a:lnTo>
                      <a:pt x="305919" y="1470"/>
                    </a:lnTo>
                    <a:lnTo>
                      <a:pt x="258787" y="0"/>
                    </a:lnTo>
                    <a:lnTo>
                      <a:pt x="204669" y="1940"/>
                    </a:lnTo>
                    <a:lnTo>
                      <a:pt x="151599" y="7673"/>
                    </a:lnTo>
                    <a:lnTo>
                      <a:pt x="99708" y="17065"/>
                    </a:lnTo>
                    <a:lnTo>
                      <a:pt x="49131" y="29982"/>
                    </a:lnTo>
                    <a:lnTo>
                      <a:pt x="0" y="46291"/>
                    </a:lnTo>
                  </a:path>
                </a:pathLst>
              </a:custGeom>
              <a:ln w="88900">
                <a:solidFill>
                  <a:srgbClr val="E6E7E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2">
                <a:extLst>
                  <a:ext uri="{FF2B5EF4-FFF2-40B4-BE49-F238E27FC236}">
                    <a16:creationId xmlns:a16="http://schemas.microsoft.com/office/drawing/2014/main" id="{8F976DFD-2862-56D9-048C-699FEEFFABDD}"/>
                  </a:ext>
                </a:extLst>
              </p:cNvPr>
              <p:cNvSpPr/>
              <p:nvPr/>
            </p:nvSpPr>
            <p:spPr>
              <a:xfrm>
                <a:off x="3309117" y="2630173"/>
                <a:ext cx="1272540" cy="747395"/>
              </a:xfrm>
              <a:custGeom>
                <a:avLst/>
                <a:gdLst/>
                <a:ahLst/>
                <a:cxnLst/>
                <a:rect l="l" t="t" r="r" b="b"/>
                <a:pathLst>
                  <a:path w="1272539" h="747395">
                    <a:moveTo>
                      <a:pt x="0" y="528408"/>
                    </a:moveTo>
                    <a:lnTo>
                      <a:pt x="34768" y="561123"/>
                    </a:lnTo>
                    <a:lnTo>
                      <a:pt x="71570" y="591576"/>
                    </a:lnTo>
                    <a:lnTo>
                      <a:pt x="110294" y="619657"/>
                    </a:lnTo>
                    <a:lnTo>
                      <a:pt x="150829" y="645255"/>
                    </a:lnTo>
                    <a:lnTo>
                      <a:pt x="193064" y="668258"/>
                    </a:lnTo>
                    <a:lnTo>
                      <a:pt x="236888" y="688555"/>
                    </a:lnTo>
                    <a:lnTo>
                      <a:pt x="282189" y="706035"/>
                    </a:lnTo>
                    <a:lnTo>
                      <a:pt x="328857" y="720587"/>
                    </a:lnTo>
                    <a:lnTo>
                      <a:pt x="376781" y="732098"/>
                    </a:lnTo>
                    <a:lnTo>
                      <a:pt x="425848" y="740458"/>
                    </a:lnTo>
                    <a:lnTo>
                      <a:pt x="475950" y="745556"/>
                    </a:lnTo>
                    <a:lnTo>
                      <a:pt x="526973" y="747280"/>
                    </a:lnTo>
                    <a:lnTo>
                      <a:pt x="574105" y="745810"/>
                    </a:lnTo>
                    <a:lnTo>
                      <a:pt x="620457" y="741458"/>
                    </a:lnTo>
                    <a:lnTo>
                      <a:pt x="665942" y="734311"/>
                    </a:lnTo>
                    <a:lnTo>
                      <a:pt x="710475" y="724458"/>
                    </a:lnTo>
                    <a:lnTo>
                      <a:pt x="753966" y="711985"/>
                    </a:lnTo>
                    <a:lnTo>
                      <a:pt x="796329" y="696980"/>
                    </a:lnTo>
                    <a:lnTo>
                      <a:pt x="837476" y="679531"/>
                    </a:lnTo>
                    <a:lnTo>
                      <a:pt x="877321" y="659725"/>
                    </a:lnTo>
                    <a:lnTo>
                      <a:pt x="915775" y="637649"/>
                    </a:lnTo>
                    <a:lnTo>
                      <a:pt x="952752" y="613392"/>
                    </a:lnTo>
                    <a:lnTo>
                      <a:pt x="988164" y="587041"/>
                    </a:lnTo>
                    <a:lnTo>
                      <a:pt x="1021925" y="558684"/>
                    </a:lnTo>
                    <a:lnTo>
                      <a:pt x="1053946" y="528407"/>
                    </a:lnTo>
                    <a:lnTo>
                      <a:pt x="1084140" y="496298"/>
                    </a:lnTo>
                    <a:lnTo>
                      <a:pt x="1112420" y="462446"/>
                    </a:lnTo>
                    <a:lnTo>
                      <a:pt x="1138700" y="426937"/>
                    </a:lnTo>
                    <a:lnTo>
                      <a:pt x="1162890" y="389859"/>
                    </a:lnTo>
                    <a:lnTo>
                      <a:pt x="1184905" y="351300"/>
                    </a:lnTo>
                    <a:lnTo>
                      <a:pt x="1204657" y="311347"/>
                    </a:lnTo>
                    <a:lnTo>
                      <a:pt x="1222059" y="270087"/>
                    </a:lnTo>
                    <a:lnTo>
                      <a:pt x="1237023" y="227609"/>
                    </a:lnTo>
                    <a:lnTo>
                      <a:pt x="1249462" y="184000"/>
                    </a:lnTo>
                    <a:lnTo>
                      <a:pt x="1259288" y="139346"/>
                    </a:lnTo>
                    <a:lnTo>
                      <a:pt x="1266416" y="93737"/>
                    </a:lnTo>
                    <a:lnTo>
                      <a:pt x="1270756" y="47259"/>
                    </a:lnTo>
                    <a:lnTo>
                      <a:pt x="1272222" y="0"/>
                    </a:lnTo>
                  </a:path>
                </a:pathLst>
              </a:custGeom>
              <a:ln w="88900">
                <a:solidFill>
                  <a:srgbClr val="00539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4" name="object 23">
              <a:extLst>
                <a:ext uri="{FF2B5EF4-FFF2-40B4-BE49-F238E27FC236}">
                  <a16:creationId xmlns:a16="http://schemas.microsoft.com/office/drawing/2014/main" id="{8B41D436-C9C3-FF0E-1820-3C4EA1073101}"/>
                </a:ext>
              </a:extLst>
            </p:cNvPr>
            <p:cNvSpPr txBox="1"/>
            <p:nvPr userDrawn="1"/>
          </p:nvSpPr>
          <p:spPr>
            <a:xfrm>
              <a:off x="4333559" y="1857658"/>
              <a:ext cx="127635" cy="1397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750" spc="-25">
                  <a:latin typeface="Aptos"/>
                  <a:cs typeface="Aptos"/>
                </a:rPr>
                <a:t>16</a:t>
              </a:r>
              <a:endParaRPr sz="750">
                <a:latin typeface="Aptos"/>
                <a:cs typeface="Aptos"/>
              </a:endParaRPr>
            </a:p>
          </p:txBody>
        </p:sp>
        <p:sp>
          <p:nvSpPr>
            <p:cNvPr id="25" name="object 24">
              <a:extLst>
                <a:ext uri="{FF2B5EF4-FFF2-40B4-BE49-F238E27FC236}">
                  <a16:creationId xmlns:a16="http://schemas.microsoft.com/office/drawing/2014/main" id="{4BD77385-AA84-2F68-8889-7C9AA35F07B5}"/>
                </a:ext>
              </a:extLst>
            </p:cNvPr>
            <p:cNvSpPr txBox="1"/>
            <p:nvPr userDrawn="1"/>
          </p:nvSpPr>
          <p:spPr>
            <a:xfrm>
              <a:off x="4333559" y="3313935"/>
              <a:ext cx="127635" cy="1397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750" spc="-25">
                  <a:latin typeface="Aptos"/>
                  <a:cs typeface="Aptos"/>
                </a:rPr>
                <a:t>16</a:t>
              </a:r>
              <a:endParaRPr sz="750">
                <a:latin typeface="Aptos"/>
                <a:cs typeface="Aptos"/>
              </a:endParaRPr>
            </a:p>
          </p:txBody>
        </p:sp>
        <p:sp>
          <p:nvSpPr>
            <p:cNvPr id="26" name="object 25">
              <a:extLst>
                <a:ext uri="{FF2B5EF4-FFF2-40B4-BE49-F238E27FC236}">
                  <a16:creationId xmlns:a16="http://schemas.microsoft.com/office/drawing/2014/main" id="{6BE11E3B-2082-BC45-BD5E-2170402455BF}"/>
                </a:ext>
              </a:extLst>
            </p:cNvPr>
            <p:cNvSpPr txBox="1"/>
            <p:nvPr userDrawn="1"/>
          </p:nvSpPr>
          <p:spPr>
            <a:xfrm>
              <a:off x="2884521" y="2847591"/>
              <a:ext cx="127635" cy="1397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750" spc="-25">
                  <a:latin typeface="Aptos"/>
                  <a:cs typeface="Aptos"/>
                </a:rPr>
                <a:t>16</a:t>
              </a:r>
              <a:endParaRPr sz="750">
                <a:latin typeface="Aptos"/>
                <a:cs typeface="Aptos"/>
              </a:endParaRPr>
            </a:p>
          </p:txBody>
        </p:sp>
        <p:sp>
          <p:nvSpPr>
            <p:cNvPr id="27" name="object 26">
              <a:extLst>
                <a:ext uri="{FF2B5EF4-FFF2-40B4-BE49-F238E27FC236}">
                  <a16:creationId xmlns:a16="http://schemas.microsoft.com/office/drawing/2014/main" id="{0B18F553-D84C-36F4-8914-86B897F685B9}"/>
                </a:ext>
              </a:extLst>
            </p:cNvPr>
            <p:cNvSpPr txBox="1"/>
            <p:nvPr userDrawn="1"/>
          </p:nvSpPr>
          <p:spPr>
            <a:xfrm>
              <a:off x="3070735" y="1947002"/>
              <a:ext cx="127635" cy="1397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750" spc="-25">
                  <a:latin typeface="Aptos"/>
                  <a:cs typeface="Aptos"/>
                </a:rPr>
                <a:t>16</a:t>
              </a:r>
              <a:endParaRPr sz="750">
                <a:latin typeface="Aptos"/>
                <a:cs typeface="Aptos"/>
              </a:endParaRPr>
            </a:p>
          </p:txBody>
        </p:sp>
        <p:sp>
          <p:nvSpPr>
            <p:cNvPr id="28" name="object 30">
              <a:extLst>
                <a:ext uri="{FF2B5EF4-FFF2-40B4-BE49-F238E27FC236}">
                  <a16:creationId xmlns:a16="http://schemas.microsoft.com/office/drawing/2014/main" id="{3BB92EEE-09F8-60A6-F89F-25E6BB472213}"/>
                </a:ext>
              </a:extLst>
            </p:cNvPr>
            <p:cNvSpPr txBox="1"/>
            <p:nvPr userDrawn="1"/>
          </p:nvSpPr>
          <p:spPr>
            <a:xfrm>
              <a:off x="838200" y="4343400"/>
              <a:ext cx="1219200" cy="3302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00"/>
                </a:spcBef>
              </a:pPr>
              <a:r>
                <a:rPr sz="1000" spc="-10">
                  <a:solidFill>
                    <a:srgbClr val="939598"/>
                  </a:solidFill>
                  <a:latin typeface="Aptos" panose="020B0004020202020204" pitchFamily="34" charset="0"/>
                  <a:cs typeface="Circular Std Book Italic"/>
                </a:rPr>
                <a:t>Fig.1</a:t>
              </a:r>
              <a:r>
                <a:rPr sz="1000" spc="-25">
                  <a:solidFill>
                    <a:srgbClr val="939598"/>
                  </a:solidFill>
                  <a:latin typeface="Aptos" panose="020B0004020202020204" pitchFamily="34" charset="0"/>
                  <a:cs typeface="Circular Std Book Italic"/>
                </a:rPr>
                <a:t> </a:t>
              </a:r>
              <a:r>
                <a:rPr sz="1000" b="1" spc="-10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Légende</a:t>
              </a:r>
              <a:endParaRPr sz="1000">
                <a:latin typeface="Aptos" panose="020B0004020202020204" pitchFamily="34" charset="0"/>
                <a:cs typeface="Circular Std Bold Italic"/>
              </a:endParaRPr>
            </a:p>
            <a:p>
              <a:pPr algn="ctr">
                <a:lnSpc>
                  <a:spcPct val="100000"/>
                </a:lnSpc>
              </a:pPr>
              <a:r>
                <a:rPr sz="1000" b="1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de</a:t>
              </a:r>
              <a:r>
                <a:rPr sz="1000" b="1" spc="-25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 </a:t>
              </a:r>
              <a:r>
                <a:rPr sz="1000" b="1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l’illustration</a:t>
              </a:r>
              <a:r>
                <a:rPr sz="1000" b="1" spc="-20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 </a:t>
              </a:r>
              <a:r>
                <a:rPr sz="1000" b="1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en</a:t>
              </a:r>
              <a:r>
                <a:rPr sz="1000" b="1" spc="-25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 </a:t>
              </a:r>
              <a:r>
                <a:rPr sz="1000" b="1" spc="-50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%</a:t>
              </a:r>
              <a:endParaRPr sz="1000">
                <a:latin typeface="Aptos" panose="020B0004020202020204" pitchFamily="34" charset="0"/>
                <a:cs typeface="Circular Std Bold Italic"/>
              </a:endParaRPr>
            </a:p>
          </p:txBody>
        </p:sp>
        <p:sp>
          <p:nvSpPr>
            <p:cNvPr id="29" name="object 30">
              <a:extLst>
                <a:ext uri="{FF2B5EF4-FFF2-40B4-BE49-F238E27FC236}">
                  <a16:creationId xmlns:a16="http://schemas.microsoft.com/office/drawing/2014/main" id="{C78B95AF-3D7C-425D-104B-850FADA7B899}"/>
                </a:ext>
              </a:extLst>
            </p:cNvPr>
            <p:cNvSpPr txBox="1"/>
            <p:nvPr userDrawn="1"/>
          </p:nvSpPr>
          <p:spPr>
            <a:xfrm>
              <a:off x="3105150" y="4343400"/>
              <a:ext cx="1219200" cy="3302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R="51435" algn="ctr">
                <a:lnSpc>
                  <a:spcPct val="100000"/>
                </a:lnSpc>
                <a:spcBef>
                  <a:spcPts val="1255"/>
                </a:spcBef>
              </a:pPr>
              <a:r>
                <a:rPr lang="fr-FR" sz="1000">
                  <a:solidFill>
                    <a:srgbClr val="939598"/>
                  </a:solidFill>
                  <a:latin typeface="Aptos" panose="020B0004020202020204" pitchFamily="34" charset="0"/>
                  <a:cs typeface="Circular Std Book Italic"/>
                </a:rPr>
                <a:t>Fig.2</a:t>
              </a:r>
              <a:r>
                <a:rPr lang="fr-FR" sz="1000" spc="-5">
                  <a:solidFill>
                    <a:srgbClr val="939598"/>
                  </a:solidFill>
                  <a:latin typeface="Aptos" panose="020B0004020202020204" pitchFamily="34" charset="0"/>
                  <a:cs typeface="Circular Std Book Italic"/>
                </a:rPr>
                <a:t> </a:t>
              </a:r>
              <a:r>
                <a:rPr lang="fr-FR" sz="1000" b="1" spc="-10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Légende</a:t>
              </a:r>
              <a:endParaRPr lang="fr-FR" sz="1000">
                <a:latin typeface="Aptos" panose="020B0004020202020204" pitchFamily="34" charset="0"/>
                <a:cs typeface="Circular Std Bold Italic"/>
              </a:endParaRPr>
            </a:p>
            <a:p>
              <a:pPr marR="51435" algn="ctr">
                <a:lnSpc>
                  <a:spcPct val="100000"/>
                </a:lnSpc>
              </a:pPr>
              <a:r>
                <a:rPr lang="fr-FR" sz="1000" b="1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de</a:t>
              </a:r>
              <a:r>
                <a:rPr lang="fr-FR" sz="1000" b="1" spc="-25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 </a:t>
              </a:r>
              <a:r>
                <a:rPr lang="fr-FR" sz="1000" b="1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l’illustration</a:t>
              </a:r>
              <a:r>
                <a:rPr lang="fr-FR" sz="1000" b="1" spc="-20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 </a:t>
              </a:r>
              <a:r>
                <a:rPr lang="fr-FR" sz="1000" b="1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en</a:t>
              </a:r>
              <a:r>
                <a:rPr lang="fr-FR" sz="1000" b="1" spc="-25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 </a:t>
              </a:r>
              <a:r>
                <a:rPr lang="fr-FR" sz="1000" b="1" spc="-50">
                  <a:solidFill>
                    <a:srgbClr val="005399"/>
                  </a:solidFill>
                  <a:latin typeface="Aptos" panose="020B0004020202020204" pitchFamily="34" charset="0"/>
                  <a:cs typeface="Circular Std Bold Italic"/>
                </a:rPr>
                <a:t>%</a:t>
              </a:r>
              <a:endParaRPr lang="fr-FR" sz="1000">
                <a:latin typeface="Aptos" panose="020B0004020202020204" pitchFamily="34" charset="0"/>
                <a:cs typeface="Circular Std Bold Italic"/>
              </a:endParaRPr>
            </a:p>
          </p:txBody>
        </p:sp>
        <p:sp>
          <p:nvSpPr>
            <p:cNvPr id="30" name="object 5">
              <a:extLst>
                <a:ext uri="{FF2B5EF4-FFF2-40B4-BE49-F238E27FC236}">
                  <a16:creationId xmlns:a16="http://schemas.microsoft.com/office/drawing/2014/main" id="{F4F257EF-544E-6FB4-B26A-A742BEE79883}"/>
                </a:ext>
              </a:extLst>
            </p:cNvPr>
            <p:cNvSpPr/>
            <p:nvPr userDrawn="1"/>
          </p:nvSpPr>
          <p:spPr>
            <a:xfrm>
              <a:off x="727176" y="3768090"/>
              <a:ext cx="65405" cy="65405"/>
            </a:xfrm>
            <a:custGeom>
              <a:avLst/>
              <a:gdLst/>
              <a:ahLst/>
              <a:cxnLst/>
              <a:rect l="l" t="t" r="r" b="b"/>
              <a:pathLst>
                <a:path w="65404" h="65404">
                  <a:moveTo>
                    <a:pt x="64795" y="0"/>
                  </a:moveTo>
                  <a:lnTo>
                    <a:pt x="0" y="0"/>
                  </a:lnTo>
                  <a:lnTo>
                    <a:pt x="0" y="64795"/>
                  </a:lnTo>
                  <a:lnTo>
                    <a:pt x="64795" y="64795"/>
                  </a:lnTo>
                  <a:lnTo>
                    <a:pt x="64795" y="0"/>
                  </a:lnTo>
                  <a:close/>
                </a:path>
              </a:pathLst>
            </a:custGeom>
            <a:solidFill>
              <a:srgbClr val="005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10">
              <a:extLst>
                <a:ext uri="{FF2B5EF4-FFF2-40B4-BE49-F238E27FC236}">
                  <a16:creationId xmlns:a16="http://schemas.microsoft.com/office/drawing/2014/main" id="{DCC10578-6947-DA22-3667-7F640D40F95A}"/>
                </a:ext>
              </a:extLst>
            </p:cNvPr>
            <p:cNvSpPr/>
            <p:nvPr userDrawn="1"/>
          </p:nvSpPr>
          <p:spPr>
            <a:xfrm>
              <a:off x="3093021" y="3950970"/>
              <a:ext cx="65405" cy="65405"/>
            </a:xfrm>
            <a:custGeom>
              <a:avLst/>
              <a:gdLst/>
              <a:ahLst/>
              <a:cxnLst/>
              <a:rect l="l" t="t" r="r" b="b"/>
              <a:pathLst>
                <a:path w="65405" h="65404">
                  <a:moveTo>
                    <a:pt x="64795" y="0"/>
                  </a:moveTo>
                  <a:lnTo>
                    <a:pt x="0" y="0"/>
                  </a:lnTo>
                  <a:lnTo>
                    <a:pt x="0" y="64795"/>
                  </a:lnTo>
                  <a:lnTo>
                    <a:pt x="64795" y="64795"/>
                  </a:lnTo>
                  <a:lnTo>
                    <a:pt x="64795" y="0"/>
                  </a:lnTo>
                  <a:close/>
                </a:path>
              </a:pathLst>
            </a:custGeom>
            <a:solidFill>
              <a:srgbClr val="226F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11">
              <a:extLst>
                <a:ext uri="{FF2B5EF4-FFF2-40B4-BE49-F238E27FC236}">
                  <a16:creationId xmlns:a16="http://schemas.microsoft.com/office/drawing/2014/main" id="{FDE3CAE0-344E-3B21-37CF-7367727765FF}"/>
                </a:ext>
              </a:extLst>
            </p:cNvPr>
            <p:cNvSpPr/>
            <p:nvPr userDrawn="1"/>
          </p:nvSpPr>
          <p:spPr>
            <a:xfrm>
              <a:off x="3093021" y="4179570"/>
              <a:ext cx="65405" cy="65405"/>
            </a:xfrm>
            <a:custGeom>
              <a:avLst/>
              <a:gdLst/>
              <a:ahLst/>
              <a:cxnLst/>
              <a:rect l="l" t="t" r="r" b="b"/>
              <a:pathLst>
                <a:path w="65405" h="65404">
                  <a:moveTo>
                    <a:pt x="64795" y="0"/>
                  </a:moveTo>
                  <a:lnTo>
                    <a:pt x="0" y="0"/>
                  </a:lnTo>
                  <a:lnTo>
                    <a:pt x="0" y="64795"/>
                  </a:lnTo>
                  <a:lnTo>
                    <a:pt x="64795" y="64795"/>
                  </a:lnTo>
                  <a:lnTo>
                    <a:pt x="64795" y="0"/>
                  </a:lnTo>
                  <a:close/>
                </a:path>
              </a:pathLst>
            </a:custGeom>
            <a:solidFill>
              <a:srgbClr val="005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Espace réservé du texte 5">
            <a:extLst>
              <a:ext uri="{FF2B5EF4-FFF2-40B4-BE49-F238E27FC236}">
                <a16:creationId xmlns:a16="http://schemas.microsoft.com/office/drawing/2014/main" id="{1F22531C-16CC-E203-977B-56F43EBE0E2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2600" y="1219200"/>
            <a:ext cx="3962400" cy="1143000"/>
          </a:xfrm>
          <a:prstGeom prst="rect">
            <a:avLst/>
          </a:prstGeom>
        </p:spPr>
        <p:txBody>
          <a:bodyPr/>
          <a:lstStyle>
            <a:lvl1pPr>
              <a:defRPr sz="1550" b="1">
                <a:solidFill>
                  <a:schemeClr val="accent2"/>
                </a:solidFill>
              </a:defRPr>
            </a:lvl1pPr>
            <a:lvl2pPr>
              <a:defRPr sz="1550" b="1">
                <a:solidFill>
                  <a:schemeClr val="accent1"/>
                </a:solidFill>
              </a:defRPr>
            </a:lvl2pPr>
            <a:lvl3pPr algn="l">
              <a:defRPr sz="1550" b="0">
                <a:solidFill>
                  <a:schemeClr val="accent1"/>
                </a:solidFill>
              </a:defRPr>
            </a:lvl3pPr>
            <a:lvl4pPr>
              <a:defRPr sz="1550" b="1">
                <a:solidFill>
                  <a:schemeClr val="accent1"/>
                </a:solidFill>
              </a:defRPr>
            </a:lvl4pPr>
            <a:lvl5pPr>
              <a:defRPr sz="1550" b="1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38" name="Holder 3">
            <a:extLst>
              <a:ext uri="{FF2B5EF4-FFF2-40B4-BE49-F238E27FC236}">
                <a16:creationId xmlns:a16="http://schemas.microsoft.com/office/drawing/2014/main" id="{990EFDD1-24CD-08AB-8F1F-5ECBB3BAC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38800" y="2514600"/>
            <a:ext cx="3886200" cy="3136900"/>
          </a:xfrm>
          <a:prstGeom prst="rect">
            <a:avLst/>
          </a:prstGeom>
        </p:spPr>
        <p:txBody>
          <a:bodyPr lIns="0" tIns="0" rIns="0" bIns="0"/>
          <a:lstStyle>
            <a:lvl1pPr>
              <a:defRPr sz="1350" b="0" i="0">
                <a:solidFill>
                  <a:schemeClr val="tx1"/>
                </a:solidFill>
                <a:latin typeface="Aptos"/>
                <a:cs typeface="Aptos"/>
              </a:defRPr>
            </a:lvl1pPr>
          </a:lstStyle>
          <a:p>
            <a:endParaRPr/>
          </a:p>
        </p:txBody>
      </p:sp>
      <p:sp>
        <p:nvSpPr>
          <p:cNvPr id="44" name="Espace réservé du numéro de diapositive 5">
            <a:extLst>
              <a:ext uri="{FF2B5EF4-FFF2-40B4-BE49-F238E27FC236}">
                <a16:creationId xmlns:a16="http://schemas.microsoft.com/office/drawing/2014/main" id="{4700B97E-CA2E-BB90-EA05-518B6ACF84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67600" y="640080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8260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>
          <p15:clr>
            <a:srgbClr val="FBAE40"/>
          </p15:clr>
        </p15:guide>
        <p15:guide id="2" pos="6000">
          <p15:clr>
            <a:srgbClr val="FBAE40"/>
          </p15:clr>
        </p15:guide>
        <p15:guide id="3" orient="horz" pos="810">
          <p15:clr>
            <a:srgbClr val="FBAE40"/>
          </p15:clr>
        </p15:guide>
        <p15:guide id="4" pos="312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older 2">
            <a:extLst>
              <a:ext uri="{FF2B5EF4-FFF2-40B4-BE49-F238E27FC236}">
                <a16:creationId xmlns:a16="http://schemas.microsoft.com/office/drawing/2014/main" id="{B52B347F-B9BC-596C-A7B1-A50816479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84247"/>
            <a:ext cx="7086602" cy="360680"/>
          </a:xfrm>
          <a:prstGeom prst="rect">
            <a:avLst/>
          </a:prstGeom>
        </p:spPr>
        <p:txBody>
          <a:bodyPr lIns="0" tIns="0" rIns="0" bIns="0"/>
          <a:lstStyle>
            <a:lvl1pPr>
              <a:defRPr sz="2200" b="1" i="0">
                <a:solidFill>
                  <a:srgbClr val="58595B"/>
                </a:solidFill>
                <a:latin typeface="Aptos"/>
                <a:cs typeface="Aptos"/>
              </a:defRPr>
            </a:lvl1pPr>
          </a:lstStyle>
          <a:p>
            <a:endParaRPr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76F4831-E34D-C85D-98A4-02B37F5D4E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0998" y="1219200"/>
            <a:ext cx="4572001" cy="1143000"/>
          </a:xfrm>
          <a:prstGeom prst="rect">
            <a:avLst/>
          </a:prstGeom>
        </p:spPr>
        <p:txBody>
          <a:bodyPr/>
          <a:lstStyle>
            <a:lvl1pPr>
              <a:defRPr sz="1550" b="1">
                <a:solidFill>
                  <a:schemeClr val="accent2"/>
                </a:solidFill>
              </a:defRPr>
            </a:lvl1pPr>
            <a:lvl2pPr>
              <a:defRPr sz="1550" b="1">
                <a:solidFill>
                  <a:schemeClr val="accent1"/>
                </a:solidFill>
              </a:defRPr>
            </a:lvl2pPr>
            <a:lvl3pPr algn="l">
              <a:defRPr sz="1550" b="0">
                <a:solidFill>
                  <a:schemeClr val="accent1"/>
                </a:solidFill>
              </a:defRPr>
            </a:lvl3pPr>
            <a:lvl4pPr>
              <a:defRPr sz="1550" b="1">
                <a:solidFill>
                  <a:schemeClr val="accent1"/>
                </a:solidFill>
              </a:defRPr>
            </a:lvl4pPr>
            <a:lvl5pPr>
              <a:defRPr sz="1550" b="1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9" name="Holder 3">
            <a:extLst>
              <a:ext uri="{FF2B5EF4-FFF2-40B4-BE49-F238E27FC236}">
                <a16:creationId xmlns:a16="http://schemas.microsoft.com/office/drawing/2014/main" id="{CD35EB82-4B50-6784-4EBE-D27670AB5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2514600"/>
            <a:ext cx="4572000" cy="3136900"/>
          </a:xfrm>
          <a:prstGeom prst="rect">
            <a:avLst/>
          </a:prstGeom>
        </p:spPr>
        <p:txBody>
          <a:bodyPr lIns="0" tIns="0" rIns="0" bIns="0"/>
          <a:lstStyle>
            <a:lvl1pPr>
              <a:defRPr sz="1350" b="0" i="0">
                <a:solidFill>
                  <a:schemeClr val="tx1"/>
                </a:solidFill>
                <a:latin typeface="Aptos"/>
                <a:cs typeface="Aptos"/>
              </a:defRPr>
            </a:lvl1pPr>
          </a:lstStyle>
          <a:p>
            <a:endParaRPr dirty="0"/>
          </a:p>
        </p:txBody>
      </p:sp>
      <p:sp>
        <p:nvSpPr>
          <p:cNvPr id="17" name="Holder 3">
            <a:extLst>
              <a:ext uri="{FF2B5EF4-FFF2-40B4-BE49-F238E27FC236}">
                <a16:creationId xmlns:a16="http://schemas.microsoft.com/office/drawing/2014/main" id="{42DE9D49-335F-15AD-BE6A-337452D9096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403575" y="2514600"/>
            <a:ext cx="4130288" cy="3136900"/>
          </a:xfrm>
          <a:prstGeom prst="rect">
            <a:avLst/>
          </a:prstGeom>
        </p:spPr>
        <p:txBody>
          <a:bodyPr lIns="0" tIns="0" rIns="0" bIns="0"/>
          <a:lstStyle>
            <a:lvl1pPr marL="285750" indent="-285750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  <a:latin typeface="Aptos"/>
                <a:cs typeface="Aptos"/>
              </a:defRPr>
            </a:lvl1pPr>
          </a:lstStyle>
          <a:p>
            <a:endParaRPr dirty="0"/>
          </a:p>
        </p:txBody>
      </p:sp>
      <p:sp>
        <p:nvSpPr>
          <p:cNvPr id="18" name="Espace réservé du texte 5">
            <a:extLst>
              <a:ext uri="{FF2B5EF4-FFF2-40B4-BE49-F238E27FC236}">
                <a16:creationId xmlns:a16="http://schemas.microsoft.com/office/drawing/2014/main" id="{61DB0D47-B2AF-B40E-7AFD-23CDD19BB7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3574" y="1219200"/>
            <a:ext cx="4121426" cy="1143000"/>
          </a:xfrm>
          <a:prstGeom prst="rect">
            <a:avLst/>
          </a:prstGeom>
        </p:spPr>
        <p:txBody>
          <a:bodyPr/>
          <a:lstStyle>
            <a:lvl1pPr>
              <a:defRPr sz="1550" b="1">
                <a:solidFill>
                  <a:schemeClr val="accent2"/>
                </a:solidFill>
              </a:defRPr>
            </a:lvl1pPr>
            <a:lvl2pPr>
              <a:defRPr sz="1550" b="1">
                <a:solidFill>
                  <a:schemeClr val="accent1"/>
                </a:solidFill>
              </a:defRPr>
            </a:lvl2pPr>
            <a:lvl3pPr algn="l">
              <a:defRPr sz="1550" b="0">
                <a:solidFill>
                  <a:schemeClr val="accent1"/>
                </a:solidFill>
              </a:defRPr>
            </a:lvl3pPr>
            <a:lvl4pPr>
              <a:defRPr sz="1550" b="1">
                <a:solidFill>
                  <a:schemeClr val="accent1"/>
                </a:solidFill>
              </a:defRPr>
            </a:lvl4pPr>
            <a:lvl5pPr>
              <a:defRPr sz="1550" b="1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23" name="Espace réservé du numéro de diapositive 5">
            <a:extLst>
              <a:ext uri="{FF2B5EF4-FFF2-40B4-BE49-F238E27FC236}">
                <a16:creationId xmlns:a16="http://schemas.microsoft.com/office/drawing/2014/main" id="{9776B403-AEEB-72C7-D257-6403B9F2C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67600" y="640080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76817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>
          <p15:clr>
            <a:srgbClr val="FBAE40"/>
          </p15:clr>
        </p15:guide>
        <p15:guide id="2" pos="6000">
          <p15:clr>
            <a:srgbClr val="FBAE40"/>
          </p15:clr>
        </p15:guide>
        <p15:guide id="3" orient="horz" pos="810">
          <p15:clr>
            <a:srgbClr val="FBAE40"/>
          </p15:clr>
        </p15:guide>
        <p15:guide id="4" pos="31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older 2">
            <a:extLst>
              <a:ext uri="{FF2B5EF4-FFF2-40B4-BE49-F238E27FC236}">
                <a16:creationId xmlns:a16="http://schemas.microsoft.com/office/drawing/2014/main" id="{B52B347F-B9BC-596C-A7B1-A50816479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84247"/>
            <a:ext cx="7086600" cy="360680"/>
          </a:xfrm>
          <a:prstGeom prst="rect">
            <a:avLst/>
          </a:prstGeom>
        </p:spPr>
        <p:txBody>
          <a:bodyPr lIns="0" tIns="0" rIns="0" bIns="0"/>
          <a:lstStyle>
            <a:lvl1pPr>
              <a:defRPr sz="2200" b="1" i="0">
                <a:solidFill>
                  <a:srgbClr val="58595B"/>
                </a:solidFill>
                <a:latin typeface="Aptos"/>
                <a:cs typeface="Aptos"/>
              </a:defRPr>
            </a:lvl1pPr>
          </a:lstStyle>
          <a:p>
            <a:endParaRPr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76F4831-E34D-C85D-98A4-02B37F5D4E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1219200"/>
            <a:ext cx="4093845" cy="1143000"/>
          </a:xfrm>
          <a:prstGeom prst="rect">
            <a:avLst/>
          </a:prstGeom>
        </p:spPr>
        <p:txBody>
          <a:bodyPr/>
          <a:lstStyle>
            <a:lvl1pPr>
              <a:defRPr sz="1550" b="1">
                <a:solidFill>
                  <a:schemeClr val="accent2"/>
                </a:solidFill>
              </a:defRPr>
            </a:lvl1pPr>
            <a:lvl2pPr>
              <a:defRPr sz="1550" b="1">
                <a:solidFill>
                  <a:schemeClr val="accent1"/>
                </a:solidFill>
              </a:defRPr>
            </a:lvl2pPr>
            <a:lvl3pPr algn="l">
              <a:defRPr sz="1550" b="0">
                <a:solidFill>
                  <a:schemeClr val="accent1"/>
                </a:solidFill>
              </a:defRPr>
            </a:lvl3pPr>
            <a:lvl4pPr>
              <a:defRPr sz="1550" b="1">
                <a:solidFill>
                  <a:schemeClr val="accent1"/>
                </a:solidFill>
              </a:defRPr>
            </a:lvl4pPr>
            <a:lvl5pPr>
              <a:defRPr sz="1550" b="1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  <p:sp>
        <p:nvSpPr>
          <p:cNvPr id="9" name="Holder 3">
            <a:extLst>
              <a:ext uri="{FF2B5EF4-FFF2-40B4-BE49-F238E27FC236}">
                <a16:creationId xmlns:a16="http://schemas.microsoft.com/office/drawing/2014/main" id="{CD35EB82-4B50-6784-4EBE-D27670AB5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2514600"/>
            <a:ext cx="4093845" cy="1600200"/>
          </a:xfrm>
          <a:prstGeom prst="rect">
            <a:avLst/>
          </a:prstGeom>
        </p:spPr>
        <p:txBody>
          <a:bodyPr lIns="0" tIns="0" rIns="0" bIns="0"/>
          <a:lstStyle>
            <a:lvl1pPr>
              <a:defRPr sz="1350" b="0" i="0">
                <a:solidFill>
                  <a:schemeClr val="tx1"/>
                </a:solidFill>
                <a:latin typeface="Aptos"/>
                <a:cs typeface="Aptos"/>
              </a:defRPr>
            </a:lvl1pPr>
          </a:lstStyle>
          <a:p>
            <a:endParaRPr/>
          </a:p>
        </p:txBody>
      </p:sp>
      <p:sp>
        <p:nvSpPr>
          <p:cNvPr id="5" name="Espace réservé du tableau 4">
            <a:extLst>
              <a:ext uri="{FF2B5EF4-FFF2-40B4-BE49-F238E27FC236}">
                <a16:creationId xmlns:a16="http://schemas.microsoft.com/office/drawing/2014/main" id="{AEECF47D-EF2A-3470-DA67-76994AB2F0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81000" y="3429000"/>
            <a:ext cx="4093845" cy="129540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6" name="Espace réservé pour une image  15">
            <a:extLst>
              <a:ext uri="{FF2B5EF4-FFF2-40B4-BE49-F238E27FC236}">
                <a16:creationId xmlns:a16="http://schemas.microsoft.com/office/drawing/2014/main" id="{C44A7C19-126E-4771-543A-6780F270718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53000" y="1285875"/>
            <a:ext cx="4572000" cy="48863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27" name="Espace réservé du numéro de diapositive 5">
            <a:extLst>
              <a:ext uri="{FF2B5EF4-FFF2-40B4-BE49-F238E27FC236}">
                <a16:creationId xmlns:a16="http://schemas.microsoft.com/office/drawing/2014/main" id="{8C6F790D-415D-384C-9EF8-1D720EF29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67600" y="640080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2519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>
          <p15:clr>
            <a:srgbClr val="FBAE40"/>
          </p15:clr>
        </p15:guide>
        <p15:guide id="2" pos="6000">
          <p15:clr>
            <a:srgbClr val="FBAE40"/>
          </p15:clr>
        </p15:guide>
        <p15:guide id="3" orient="horz" pos="810">
          <p15:clr>
            <a:srgbClr val="FBAE40"/>
          </p15:clr>
        </p15:guide>
        <p15:guide id="4" pos="312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4">
            <a:alpha val="6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 b="0" i="0">
                <a:solidFill>
                  <a:srgbClr val="005399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endParaRPr spc="-2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5399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endParaRPr spc="-10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54A3F51-BAB6-B7C3-6228-2A5058A3B5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906000" cy="685800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2B5ADD10-F604-BC9C-D3A2-0094A8ABEB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3429000"/>
            <a:ext cx="4648200" cy="11430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550" b="1">
                <a:solidFill>
                  <a:schemeClr val="bg1"/>
                </a:solidFill>
              </a:defRPr>
            </a:lvl1pPr>
            <a:lvl2pPr marL="457200" indent="0" algn="ctr">
              <a:buFontTx/>
              <a:buNone/>
              <a:defRPr sz="1550" b="1">
                <a:solidFill>
                  <a:schemeClr val="bg1"/>
                </a:solidFill>
              </a:defRPr>
            </a:lvl2pPr>
            <a:lvl3pPr marL="914400" indent="0" algn="ctr">
              <a:buFontTx/>
              <a:buNone/>
              <a:defRPr sz="1550" b="0">
                <a:solidFill>
                  <a:schemeClr val="bg1"/>
                </a:solidFill>
              </a:defRPr>
            </a:lvl3pPr>
            <a:lvl4pPr>
              <a:defRPr sz="1550" b="1">
                <a:solidFill>
                  <a:schemeClr val="accent1"/>
                </a:solidFill>
              </a:defRPr>
            </a:lvl4pPr>
            <a:lvl5pPr>
              <a:defRPr sz="1550" b="1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7" name="Holder 3">
            <a:extLst>
              <a:ext uri="{FF2B5EF4-FFF2-40B4-BE49-F238E27FC236}">
                <a16:creationId xmlns:a16="http://schemas.microsoft.com/office/drawing/2014/main" id="{662A453C-2C1D-0B17-1F34-6CF242613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90800" y="3962400"/>
            <a:ext cx="4724400" cy="14605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350" b="0" i="0">
                <a:solidFill>
                  <a:schemeClr val="bg1"/>
                </a:solidFill>
                <a:latin typeface="Aptos"/>
                <a:cs typeface="Aptos"/>
              </a:defRPr>
            </a:lvl1pPr>
          </a:lstStyle>
          <a:p>
            <a:endParaRPr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27C3263F-1CBC-4E0F-1CC8-D47AAEBDE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1600200"/>
            <a:ext cx="8543925" cy="1325563"/>
          </a:xfrm>
          <a:prstGeom prst="rect">
            <a:avLst/>
          </a:prstGeom>
        </p:spPr>
        <p:txBody>
          <a:bodyPr anchor="ctr"/>
          <a:lstStyle>
            <a:lvl1pPr algn="ctr">
              <a:defRPr sz="5500" b="1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900161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5AAF0816-1F25-DBF1-9B03-18C8FAC54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438400"/>
            <a:ext cx="6705600" cy="2133600"/>
          </a:xfrm>
          <a:prstGeom prst="rect">
            <a:avLst/>
          </a:prstGeom>
        </p:spPr>
        <p:txBody>
          <a:bodyPr anchor="ctr"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FAB431D0-E552-0E26-EEEF-ED60E666BC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607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182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4">
            <a:extLst>
              <a:ext uri="{FF2B5EF4-FFF2-40B4-BE49-F238E27FC236}">
                <a16:creationId xmlns:a16="http://schemas.microsoft.com/office/drawing/2014/main" id="{2DD762C1-4320-D8AB-AE75-E6CF2EE492B9}"/>
              </a:ext>
            </a:extLst>
          </p:cNvPr>
          <p:cNvSpPr/>
          <p:nvPr userDrawn="1"/>
        </p:nvSpPr>
        <p:spPr>
          <a:xfrm>
            <a:off x="0" y="1877872"/>
            <a:ext cx="2731135" cy="3100070"/>
          </a:xfrm>
          <a:custGeom>
            <a:avLst/>
            <a:gdLst/>
            <a:ahLst/>
            <a:cxnLst/>
            <a:rect l="l" t="t" r="r" b="b"/>
            <a:pathLst>
              <a:path w="2731135" h="3100070">
                <a:moveTo>
                  <a:pt x="2731046" y="2892133"/>
                </a:moveTo>
                <a:lnTo>
                  <a:pt x="1815706" y="2892133"/>
                </a:lnTo>
                <a:lnTo>
                  <a:pt x="1815706" y="2894774"/>
                </a:lnTo>
                <a:lnTo>
                  <a:pt x="910082" y="2894774"/>
                </a:lnTo>
                <a:lnTo>
                  <a:pt x="0" y="2894761"/>
                </a:lnTo>
                <a:lnTo>
                  <a:pt x="0" y="3099612"/>
                </a:lnTo>
                <a:lnTo>
                  <a:pt x="910031" y="3099612"/>
                </a:lnTo>
                <a:lnTo>
                  <a:pt x="1820164" y="3099612"/>
                </a:lnTo>
                <a:lnTo>
                  <a:pt x="1820164" y="3096971"/>
                </a:lnTo>
                <a:lnTo>
                  <a:pt x="2731046" y="3096971"/>
                </a:lnTo>
                <a:lnTo>
                  <a:pt x="2731046" y="2892133"/>
                </a:lnTo>
                <a:close/>
              </a:path>
              <a:path w="2731135" h="3100070">
                <a:moveTo>
                  <a:pt x="2731046" y="1448714"/>
                </a:moveTo>
                <a:lnTo>
                  <a:pt x="1815706" y="1448714"/>
                </a:lnTo>
                <a:lnTo>
                  <a:pt x="1815706" y="1653552"/>
                </a:lnTo>
                <a:lnTo>
                  <a:pt x="2731046" y="1653552"/>
                </a:lnTo>
                <a:lnTo>
                  <a:pt x="2731046" y="1448714"/>
                </a:lnTo>
                <a:close/>
              </a:path>
              <a:path w="2731135" h="3100070">
                <a:moveTo>
                  <a:pt x="2731046" y="0"/>
                </a:moveTo>
                <a:lnTo>
                  <a:pt x="1815706" y="0"/>
                </a:lnTo>
                <a:lnTo>
                  <a:pt x="1815706" y="2641"/>
                </a:lnTo>
                <a:lnTo>
                  <a:pt x="910031" y="2641"/>
                </a:lnTo>
                <a:lnTo>
                  <a:pt x="910031" y="207479"/>
                </a:lnTo>
                <a:lnTo>
                  <a:pt x="1820164" y="207479"/>
                </a:lnTo>
                <a:lnTo>
                  <a:pt x="1820164" y="204838"/>
                </a:lnTo>
                <a:lnTo>
                  <a:pt x="2731046" y="204838"/>
                </a:lnTo>
                <a:lnTo>
                  <a:pt x="2731046" y="0"/>
                </a:lnTo>
                <a:close/>
              </a:path>
            </a:pathLst>
          </a:custGeom>
          <a:solidFill>
            <a:srgbClr val="005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E3094FD4-F362-E5AA-8638-C1978D4EB5B0}"/>
              </a:ext>
            </a:extLst>
          </p:cNvPr>
          <p:cNvGrpSpPr/>
          <p:nvPr userDrawn="1"/>
        </p:nvGrpSpPr>
        <p:grpSpPr>
          <a:xfrm>
            <a:off x="7841485" y="5944127"/>
            <a:ext cx="1652177" cy="501605"/>
            <a:chOff x="7841485" y="5944127"/>
            <a:chExt cx="1652177" cy="501605"/>
          </a:xfrm>
        </p:grpSpPr>
        <p:pic>
          <p:nvPicPr>
            <p:cNvPr id="32" name="bg object 22">
              <a:extLst>
                <a:ext uri="{FF2B5EF4-FFF2-40B4-BE49-F238E27FC236}">
                  <a16:creationId xmlns:a16="http://schemas.microsoft.com/office/drawing/2014/main" id="{2E795CAA-3591-C704-7A00-17F17BF51A2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52289" y="6071177"/>
              <a:ext cx="95709" cy="100940"/>
            </a:xfrm>
            <a:prstGeom prst="rect">
              <a:avLst/>
            </a:prstGeom>
          </p:spPr>
        </p:pic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0BD2DFFF-E0E1-325B-04AB-7D5E40B2E8C1}"/>
                </a:ext>
              </a:extLst>
            </p:cNvPr>
            <p:cNvGrpSpPr/>
            <p:nvPr userDrawn="1"/>
          </p:nvGrpSpPr>
          <p:grpSpPr>
            <a:xfrm>
              <a:off x="7841485" y="5944127"/>
              <a:ext cx="1652177" cy="501605"/>
              <a:chOff x="7841485" y="5944127"/>
              <a:chExt cx="1652177" cy="501605"/>
            </a:xfrm>
          </p:grpSpPr>
          <p:pic>
            <p:nvPicPr>
              <p:cNvPr id="34" name="bg object 19">
                <a:extLst>
                  <a:ext uri="{FF2B5EF4-FFF2-40B4-BE49-F238E27FC236}">
                    <a16:creationId xmlns:a16="http://schemas.microsoft.com/office/drawing/2014/main" id="{2390321B-CA5B-722D-C201-CCF041388981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306570" y="5964197"/>
                <a:ext cx="79577" cy="76317"/>
              </a:xfrm>
              <a:prstGeom prst="rect">
                <a:avLst/>
              </a:prstGeom>
            </p:spPr>
          </p:pic>
          <p:grpSp>
            <p:nvGrpSpPr>
              <p:cNvPr id="35" name="Groupe 34">
                <a:extLst>
                  <a:ext uri="{FF2B5EF4-FFF2-40B4-BE49-F238E27FC236}">
                    <a16:creationId xmlns:a16="http://schemas.microsoft.com/office/drawing/2014/main" id="{59E3DEEF-C7B1-A6FE-CD58-2660438B2F43}"/>
                  </a:ext>
                </a:extLst>
              </p:cNvPr>
              <p:cNvGrpSpPr/>
              <p:nvPr userDrawn="1"/>
            </p:nvGrpSpPr>
            <p:grpSpPr>
              <a:xfrm>
                <a:off x="7841485" y="5944127"/>
                <a:ext cx="1652177" cy="501605"/>
                <a:chOff x="7841485" y="5944127"/>
                <a:chExt cx="1652177" cy="501605"/>
              </a:xfrm>
            </p:grpSpPr>
            <p:sp>
              <p:nvSpPr>
                <p:cNvPr id="36" name="bg object 20">
                  <a:extLst>
                    <a:ext uri="{FF2B5EF4-FFF2-40B4-BE49-F238E27FC236}">
                      <a16:creationId xmlns:a16="http://schemas.microsoft.com/office/drawing/2014/main" id="{DAE4183A-84DF-C293-E29B-B9E05E960B83}"/>
                    </a:ext>
                  </a:extLst>
                </p:cNvPr>
                <p:cNvSpPr/>
                <p:nvPr/>
              </p:nvSpPr>
              <p:spPr>
                <a:xfrm>
                  <a:off x="8426939" y="6078061"/>
                  <a:ext cx="175895" cy="255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895" h="255904">
                      <a:moveTo>
                        <a:pt x="133018" y="255672"/>
                      </a:moveTo>
                      <a:lnTo>
                        <a:pt x="96670" y="249898"/>
                      </a:lnTo>
                      <a:lnTo>
                        <a:pt x="69337" y="233463"/>
                      </a:lnTo>
                      <a:lnTo>
                        <a:pt x="52126" y="207692"/>
                      </a:lnTo>
                      <a:lnTo>
                        <a:pt x="46144" y="173915"/>
                      </a:lnTo>
                      <a:lnTo>
                        <a:pt x="46144" y="68553"/>
                      </a:lnTo>
                      <a:lnTo>
                        <a:pt x="44390" y="66850"/>
                      </a:lnTo>
                      <a:lnTo>
                        <a:pt x="1753" y="66850"/>
                      </a:lnTo>
                      <a:lnTo>
                        <a:pt x="0" y="65168"/>
                      </a:lnTo>
                      <a:lnTo>
                        <a:pt x="0" y="1702"/>
                      </a:lnTo>
                      <a:lnTo>
                        <a:pt x="1775" y="0"/>
                      </a:lnTo>
                      <a:lnTo>
                        <a:pt x="173900" y="0"/>
                      </a:lnTo>
                      <a:lnTo>
                        <a:pt x="175654" y="1681"/>
                      </a:lnTo>
                      <a:lnTo>
                        <a:pt x="175654" y="62096"/>
                      </a:lnTo>
                      <a:lnTo>
                        <a:pt x="175654" y="64732"/>
                      </a:lnTo>
                      <a:lnTo>
                        <a:pt x="173424" y="66850"/>
                      </a:lnTo>
                      <a:lnTo>
                        <a:pt x="126565" y="66850"/>
                      </a:lnTo>
                      <a:lnTo>
                        <a:pt x="124790" y="68553"/>
                      </a:lnTo>
                      <a:lnTo>
                        <a:pt x="124790" y="160358"/>
                      </a:lnTo>
                      <a:lnTo>
                        <a:pt x="126863" y="173139"/>
                      </a:lnTo>
                      <a:lnTo>
                        <a:pt x="132723" y="181158"/>
                      </a:lnTo>
                      <a:lnTo>
                        <a:pt x="141827" y="185311"/>
                      </a:lnTo>
                      <a:lnTo>
                        <a:pt x="153633" y="186496"/>
                      </a:lnTo>
                      <a:lnTo>
                        <a:pt x="165455" y="186185"/>
                      </a:lnTo>
                      <a:lnTo>
                        <a:pt x="172818" y="184939"/>
                      </a:lnTo>
                      <a:lnTo>
                        <a:pt x="175611" y="187160"/>
                      </a:lnTo>
                      <a:lnTo>
                        <a:pt x="175633" y="245291"/>
                      </a:lnTo>
                      <a:lnTo>
                        <a:pt x="146795" y="254856"/>
                      </a:lnTo>
                      <a:lnTo>
                        <a:pt x="133018" y="25567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37" name="bg object 21">
                  <a:extLst>
                    <a:ext uri="{FF2B5EF4-FFF2-40B4-BE49-F238E27FC236}">
                      <a16:creationId xmlns:a16="http://schemas.microsoft.com/office/drawing/2014/main" id="{4F066417-0AE9-2741-4EFA-097D7F5C57BE}"/>
                    </a:ext>
                  </a:extLst>
                </p:cNvPr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8473065" y="5944127"/>
                  <a:ext cx="78689" cy="94815"/>
                </a:xfrm>
                <a:prstGeom prst="rect">
                  <a:avLst/>
                </a:prstGeom>
              </p:spPr>
            </p:pic>
            <p:grpSp>
              <p:nvGrpSpPr>
                <p:cNvPr id="38" name="Groupe 37">
                  <a:extLst>
                    <a:ext uri="{FF2B5EF4-FFF2-40B4-BE49-F238E27FC236}">
                      <a16:creationId xmlns:a16="http://schemas.microsoft.com/office/drawing/2014/main" id="{E46418DE-78B9-2DC0-C96C-B4DF3BE3007E}"/>
                    </a:ext>
                  </a:extLst>
                </p:cNvPr>
                <p:cNvGrpSpPr/>
                <p:nvPr userDrawn="1"/>
              </p:nvGrpSpPr>
              <p:grpSpPr>
                <a:xfrm>
                  <a:off x="7841485" y="5947257"/>
                  <a:ext cx="1652177" cy="498475"/>
                  <a:chOff x="7841485" y="5947257"/>
                  <a:chExt cx="1652177" cy="498475"/>
                </a:xfrm>
              </p:grpSpPr>
              <p:pic>
                <p:nvPicPr>
                  <p:cNvPr id="39" name="bg object 17">
                    <a:extLst>
                      <a:ext uri="{FF2B5EF4-FFF2-40B4-BE49-F238E27FC236}">
                        <a16:creationId xmlns:a16="http://schemas.microsoft.com/office/drawing/2014/main" id="{4353C8D0-3FAF-2DDF-3FA6-780DFC16F2B5}"/>
                      </a:ext>
                    </a:extLst>
                  </p:cNvPr>
                  <p:cNvPicPr/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7841485" y="6052577"/>
                    <a:ext cx="162630" cy="203292"/>
                  </a:xfrm>
                  <a:prstGeom prst="rect">
                    <a:avLst/>
                  </a:prstGeom>
                </p:spPr>
              </p:pic>
              <p:sp>
                <p:nvSpPr>
                  <p:cNvPr id="40" name="bg object 18">
                    <a:extLst>
                      <a:ext uri="{FF2B5EF4-FFF2-40B4-BE49-F238E27FC236}">
                        <a16:creationId xmlns:a16="http://schemas.microsoft.com/office/drawing/2014/main" id="{EC7667A6-D16F-8D56-C3B9-418F60E87DE0}"/>
                      </a:ext>
                    </a:extLst>
                  </p:cNvPr>
                  <p:cNvSpPr/>
                  <p:nvPr/>
                </p:nvSpPr>
                <p:spPr>
                  <a:xfrm>
                    <a:off x="7954276" y="5947257"/>
                    <a:ext cx="1256665" cy="498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56665" h="498475">
                        <a:moveTo>
                          <a:pt x="312331" y="266496"/>
                        </a:moveTo>
                        <a:lnTo>
                          <a:pt x="309803" y="263245"/>
                        </a:lnTo>
                        <a:lnTo>
                          <a:pt x="168592" y="263245"/>
                        </a:lnTo>
                        <a:lnTo>
                          <a:pt x="166624" y="263245"/>
                        </a:lnTo>
                        <a:lnTo>
                          <a:pt x="164833" y="264363"/>
                        </a:lnTo>
                        <a:lnTo>
                          <a:pt x="136004" y="311162"/>
                        </a:lnTo>
                        <a:lnTo>
                          <a:pt x="100368" y="346494"/>
                        </a:lnTo>
                        <a:lnTo>
                          <a:pt x="56959" y="372122"/>
                        </a:lnTo>
                        <a:lnTo>
                          <a:pt x="5676" y="388073"/>
                        </a:lnTo>
                        <a:lnTo>
                          <a:pt x="774" y="389051"/>
                        </a:lnTo>
                        <a:lnTo>
                          <a:pt x="0" y="395503"/>
                        </a:lnTo>
                        <a:lnTo>
                          <a:pt x="4610" y="397383"/>
                        </a:lnTo>
                        <a:lnTo>
                          <a:pt x="51181" y="410540"/>
                        </a:lnTo>
                        <a:lnTo>
                          <a:pt x="98386" y="413829"/>
                        </a:lnTo>
                        <a:lnTo>
                          <a:pt x="144741" y="408038"/>
                        </a:lnTo>
                        <a:lnTo>
                          <a:pt x="188747" y="393928"/>
                        </a:lnTo>
                        <a:lnTo>
                          <a:pt x="228892" y="372262"/>
                        </a:lnTo>
                        <a:lnTo>
                          <a:pt x="263677" y="343814"/>
                        </a:lnTo>
                        <a:lnTo>
                          <a:pt x="291617" y="309359"/>
                        </a:lnTo>
                        <a:lnTo>
                          <a:pt x="311213" y="269659"/>
                        </a:lnTo>
                        <a:lnTo>
                          <a:pt x="312331" y="266496"/>
                        </a:lnTo>
                        <a:close/>
                      </a:path>
                      <a:path w="1256665" h="498475">
                        <a:moveTo>
                          <a:pt x="312496" y="147256"/>
                        </a:moveTo>
                        <a:lnTo>
                          <a:pt x="287921" y="100126"/>
                        </a:lnTo>
                        <a:lnTo>
                          <a:pt x="256895" y="64249"/>
                        </a:lnTo>
                        <a:lnTo>
                          <a:pt x="219824" y="36233"/>
                        </a:lnTo>
                        <a:lnTo>
                          <a:pt x="178473" y="16141"/>
                        </a:lnTo>
                        <a:lnTo>
                          <a:pt x="134632" y="4038"/>
                        </a:lnTo>
                        <a:lnTo>
                          <a:pt x="90055" y="0"/>
                        </a:lnTo>
                        <a:lnTo>
                          <a:pt x="46520" y="4089"/>
                        </a:lnTo>
                        <a:lnTo>
                          <a:pt x="5791" y="16383"/>
                        </a:lnTo>
                        <a:lnTo>
                          <a:pt x="812" y="18478"/>
                        </a:lnTo>
                        <a:lnTo>
                          <a:pt x="1587" y="25387"/>
                        </a:lnTo>
                        <a:lnTo>
                          <a:pt x="6921" y="26466"/>
                        </a:lnTo>
                        <a:lnTo>
                          <a:pt x="57632" y="42367"/>
                        </a:lnTo>
                        <a:lnTo>
                          <a:pt x="100622" y="67957"/>
                        </a:lnTo>
                        <a:lnTo>
                          <a:pt x="135953" y="103149"/>
                        </a:lnTo>
                        <a:lnTo>
                          <a:pt x="164604" y="149733"/>
                        </a:lnTo>
                        <a:lnTo>
                          <a:pt x="166535" y="150952"/>
                        </a:lnTo>
                        <a:lnTo>
                          <a:pt x="305892" y="150952"/>
                        </a:lnTo>
                        <a:lnTo>
                          <a:pt x="309753" y="150952"/>
                        </a:lnTo>
                        <a:lnTo>
                          <a:pt x="312496" y="147256"/>
                        </a:lnTo>
                        <a:close/>
                      </a:path>
                      <a:path w="1256665" h="498475">
                        <a:moveTo>
                          <a:pt x="431876" y="132930"/>
                        </a:moveTo>
                        <a:lnTo>
                          <a:pt x="429641" y="130771"/>
                        </a:lnTo>
                        <a:lnTo>
                          <a:pt x="357238" y="130771"/>
                        </a:lnTo>
                        <a:lnTo>
                          <a:pt x="354507" y="130771"/>
                        </a:lnTo>
                        <a:lnTo>
                          <a:pt x="352272" y="132930"/>
                        </a:lnTo>
                        <a:lnTo>
                          <a:pt x="352272" y="383209"/>
                        </a:lnTo>
                        <a:lnTo>
                          <a:pt x="353796" y="384683"/>
                        </a:lnTo>
                        <a:lnTo>
                          <a:pt x="430364" y="384683"/>
                        </a:lnTo>
                        <a:lnTo>
                          <a:pt x="431876" y="383209"/>
                        </a:lnTo>
                        <a:lnTo>
                          <a:pt x="431876" y="132930"/>
                        </a:lnTo>
                        <a:close/>
                      </a:path>
                      <a:path w="1256665" h="498475">
                        <a:moveTo>
                          <a:pt x="940701" y="250583"/>
                        </a:moveTo>
                        <a:lnTo>
                          <a:pt x="931760" y="197332"/>
                        </a:lnTo>
                        <a:lnTo>
                          <a:pt x="922858" y="183540"/>
                        </a:lnTo>
                        <a:lnTo>
                          <a:pt x="906094" y="157568"/>
                        </a:lnTo>
                        <a:lnTo>
                          <a:pt x="865505" y="132689"/>
                        </a:lnTo>
                        <a:lnTo>
                          <a:pt x="811758" y="124079"/>
                        </a:lnTo>
                        <a:lnTo>
                          <a:pt x="763511" y="133223"/>
                        </a:lnTo>
                        <a:lnTo>
                          <a:pt x="722464" y="159308"/>
                        </a:lnTo>
                        <a:lnTo>
                          <a:pt x="693953" y="200304"/>
                        </a:lnTo>
                        <a:lnTo>
                          <a:pt x="683260" y="254165"/>
                        </a:lnTo>
                        <a:lnTo>
                          <a:pt x="690410" y="299643"/>
                        </a:lnTo>
                        <a:lnTo>
                          <a:pt x="710057" y="336219"/>
                        </a:lnTo>
                        <a:lnTo>
                          <a:pt x="739546" y="363232"/>
                        </a:lnTo>
                        <a:lnTo>
                          <a:pt x="776224" y="379945"/>
                        </a:lnTo>
                        <a:lnTo>
                          <a:pt x="817435" y="385673"/>
                        </a:lnTo>
                        <a:lnTo>
                          <a:pt x="860234" y="379857"/>
                        </a:lnTo>
                        <a:lnTo>
                          <a:pt x="919111" y="340550"/>
                        </a:lnTo>
                        <a:lnTo>
                          <a:pt x="935316" y="309295"/>
                        </a:lnTo>
                        <a:lnTo>
                          <a:pt x="933716" y="306565"/>
                        </a:lnTo>
                        <a:lnTo>
                          <a:pt x="872147" y="289941"/>
                        </a:lnTo>
                        <a:lnTo>
                          <a:pt x="869619" y="290995"/>
                        </a:lnTo>
                        <a:lnTo>
                          <a:pt x="868667" y="293116"/>
                        </a:lnTo>
                        <a:lnTo>
                          <a:pt x="861250" y="304850"/>
                        </a:lnTo>
                        <a:lnTo>
                          <a:pt x="850595" y="313855"/>
                        </a:lnTo>
                        <a:lnTo>
                          <a:pt x="836422" y="319608"/>
                        </a:lnTo>
                        <a:lnTo>
                          <a:pt x="818489" y="321640"/>
                        </a:lnTo>
                        <a:lnTo>
                          <a:pt x="796886" y="318757"/>
                        </a:lnTo>
                        <a:lnTo>
                          <a:pt x="778865" y="310057"/>
                        </a:lnTo>
                        <a:lnTo>
                          <a:pt x="766406" y="295478"/>
                        </a:lnTo>
                        <a:lnTo>
                          <a:pt x="761517" y="274955"/>
                        </a:lnTo>
                        <a:lnTo>
                          <a:pt x="761415" y="225183"/>
                        </a:lnTo>
                        <a:lnTo>
                          <a:pt x="765556" y="210896"/>
                        </a:lnTo>
                        <a:lnTo>
                          <a:pt x="775411" y="197446"/>
                        </a:lnTo>
                        <a:lnTo>
                          <a:pt x="791108" y="187452"/>
                        </a:lnTo>
                        <a:lnTo>
                          <a:pt x="812812" y="183540"/>
                        </a:lnTo>
                        <a:lnTo>
                          <a:pt x="834542" y="186740"/>
                        </a:lnTo>
                        <a:lnTo>
                          <a:pt x="849757" y="195110"/>
                        </a:lnTo>
                        <a:lnTo>
                          <a:pt x="859269" y="206781"/>
                        </a:lnTo>
                        <a:lnTo>
                          <a:pt x="863854" y="219875"/>
                        </a:lnTo>
                        <a:lnTo>
                          <a:pt x="864374" y="222758"/>
                        </a:lnTo>
                        <a:lnTo>
                          <a:pt x="861974" y="225374"/>
                        </a:lnTo>
                        <a:lnTo>
                          <a:pt x="804418" y="225374"/>
                        </a:lnTo>
                        <a:lnTo>
                          <a:pt x="802208" y="227495"/>
                        </a:lnTo>
                        <a:lnTo>
                          <a:pt x="802208" y="271818"/>
                        </a:lnTo>
                        <a:lnTo>
                          <a:pt x="804418" y="273939"/>
                        </a:lnTo>
                        <a:lnTo>
                          <a:pt x="937348" y="273939"/>
                        </a:lnTo>
                        <a:lnTo>
                          <a:pt x="939495" y="272122"/>
                        </a:lnTo>
                        <a:lnTo>
                          <a:pt x="940231" y="265112"/>
                        </a:lnTo>
                        <a:lnTo>
                          <a:pt x="940701" y="257619"/>
                        </a:lnTo>
                        <a:lnTo>
                          <a:pt x="940701" y="250583"/>
                        </a:lnTo>
                        <a:close/>
                      </a:path>
                      <a:path w="1256665" h="498475">
                        <a:moveTo>
                          <a:pt x="1059053" y="132854"/>
                        </a:moveTo>
                        <a:lnTo>
                          <a:pt x="1056843" y="130822"/>
                        </a:lnTo>
                        <a:lnTo>
                          <a:pt x="983729" y="130822"/>
                        </a:lnTo>
                        <a:lnTo>
                          <a:pt x="981494" y="132943"/>
                        </a:lnTo>
                        <a:lnTo>
                          <a:pt x="981494" y="467626"/>
                        </a:lnTo>
                        <a:lnTo>
                          <a:pt x="983272" y="469531"/>
                        </a:lnTo>
                        <a:lnTo>
                          <a:pt x="1002842" y="473468"/>
                        </a:lnTo>
                        <a:lnTo>
                          <a:pt x="1019644" y="478967"/>
                        </a:lnTo>
                        <a:lnTo>
                          <a:pt x="1035812" y="486410"/>
                        </a:lnTo>
                        <a:lnTo>
                          <a:pt x="1051064" y="495757"/>
                        </a:lnTo>
                        <a:lnTo>
                          <a:pt x="1054404" y="498106"/>
                        </a:lnTo>
                        <a:lnTo>
                          <a:pt x="1059053" y="496074"/>
                        </a:lnTo>
                        <a:lnTo>
                          <a:pt x="1059053" y="132854"/>
                        </a:lnTo>
                        <a:close/>
                      </a:path>
                      <a:path w="1256665" h="498475">
                        <a:moveTo>
                          <a:pt x="1256665" y="254495"/>
                        </a:moveTo>
                        <a:lnTo>
                          <a:pt x="1248371" y="202488"/>
                        </a:lnTo>
                        <a:lnTo>
                          <a:pt x="1224470" y="161239"/>
                        </a:lnTo>
                        <a:lnTo>
                          <a:pt x="1186408" y="134035"/>
                        </a:lnTo>
                        <a:lnTo>
                          <a:pt x="1135659" y="124231"/>
                        </a:lnTo>
                        <a:lnTo>
                          <a:pt x="1126845" y="124523"/>
                        </a:lnTo>
                        <a:lnTo>
                          <a:pt x="1118425" y="125374"/>
                        </a:lnTo>
                        <a:lnTo>
                          <a:pt x="1110424" y="126707"/>
                        </a:lnTo>
                        <a:lnTo>
                          <a:pt x="1100747" y="129108"/>
                        </a:lnTo>
                        <a:lnTo>
                          <a:pt x="1099781" y="130695"/>
                        </a:lnTo>
                        <a:lnTo>
                          <a:pt x="1099781" y="193052"/>
                        </a:lnTo>
                        <a:lnTo>
                          <a:pt x="1102283" y="195211"/>
                        </a:lnTo>
                        <a:lnTo>
                          <a:pt x="1109891" y="193573"/>
                        </a:lnTo>
                        <a:lnTo>
                          <a:pt x="1114526" y="193103"/>
                        </a:lnTo>
                        <a:lnTo>
                          <a:pt x="1119289" y="193103"/>
                        </a:lnTo>
                        <a:lnTo>
                          <a:pt x="1141844" y="196888"/>
                        </a:lnTo>
                        <a:lnTo>
                          <a:pt x="1160754" y="208343"/>
                        </a:lnTo>
                        <a:lnTo>
                          <a:pt x="1173772" y="227647"/>
                        </a:lnTo>
                        <a:lnTo>
                          <a:pt x="1178623" y="254927"/>
                        </a:lnTo>
                        <a:lnTo>
                          <a:pt x="1173772" y="282295"/>
                        </a:lnTo>
                        <a:lnTo>
                          <a:pt x="1160754" y="301764"/>
                        </a:lnTo>
                        <a:lnTo>
                          <a:pt x="1141844" y="313397"/>
                        </a:lnTo>
                        <a:lnTo>
                          <a:pt x="1119289" y="317271"/>
                        </a:lnTo>
                        <a:lnTo>
                          <a:pt x="1114552" y="317271"/>
                        </a:lnTo>
                        <a:lnTo>
                          <a:pt x="1109929" y="316814"/>
                        </a:lnTo>
                        <a:lnTo>
                          <a:pt x="1102334" y="315087"/>
                        </a:lnTo>
                        <a:lnTo>
                          <a:pt x="1099781" y="317411"/>
                        </a:lnTo>
                        <a:lnTo>
                          <a:pt x="1099781" y="380174"/>
                        </a:lnTo>
                        <a:lnTo>
                          <a:pt x="1100378" y="381812"/>
                        </a:lnTo>
                        <a:lnTo>
                          <a:pt x="1109002" y="383616"/>
                        </a:lnTo>
                        <a:lnTo>
                          <a:pt x="1116431" y="384695"/>
                        </a:lnTo>
                        <a:lnTo>
                          <a:pt x="1124254" y="385356"/>
                        </a:lnTo>
                        <a:lnTo>
                          <a:pt x="1132459" y="385572"/>
                        </a:lnTo>
                        <a:lnTo>
                          <a:pt x="1182624" y="375818"/>
                        </a:lnTo>
                        <a:lnTo>
                          <a:pt x="1221905" y="348627"/>
                        </a:lnTo>
                        <a:lnTo>
                          <a:pt x="1247508" y="307136"/>
                        </a:lnTo>
                        <a:lnTo>
                          <a:pt x="1256665" y="25449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  <p:sp>
                <p:nvSpPr>
                  <p:cNvPr id="41" name="bg object 23">
                    <a:extLst>
                      <a:ext uri="{FF2B5EF4-FFF2-40B4-BE49-F238E27FC236}">
                        <a16:creationId xmlns:a16="http://schemas.microsoft.com/office/drawing/2014/main" id="{8DB226C9-EF6F-A4C3-D074-21EFB9EA9390}"/>
                      </a:ext>
                    </a:extLst>
                  </p:cNvPr>
                  <p:cNvSpPr/>
                  <p:nvPr/>
                </p:nvSpPr>
                <p:spPr>
                  <a:xfrm>
                    <a:off x="9251727" y="6071297"/>
                    <a:ext cx="241935" cy="266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934" h="266700">
                        <a:moveTo>
                          <a:pt x="92158" y="266426"/>
                        </a:moveTo>
                        <a:lnTo>
                          <a:pt x="53212" y="260355"/>
                        </a:lnTo>
                        <a:lnTo>
                          <a:pt x="24260" y="243965"/>
                        </a:lnTo>
                        <a:lnTo>
                          <a:pt x="6217" y="219997"/>
                        </a:lnTo>
                        <a:lnTo>
                          <a:pt x="0" y="191188"/>
                        </a:lnTo>
                        <a:lnTo>
                          <a:pt x="6103" y="161062"/>
                        </a:lnTo>
                        <a:lnTo>
                          <a:pt x="22814" y="138229"/>
                        </a:lnTo>
                        <a:lnTo>
                          <a:pt x="47731" y="122687"/>
                        </a:lnTo>
                        <a:lnTo>
                          <a:pt x="78451" y="114434"/>
                        </a:lnTo>
                        <a:lnTo>
                          <a:pt x="140900" y="105237"/>
                        </a:lnTo>
                        <a:lnTo>
                          <a:pt x="149976" y="102872"/>
                        </a:lnTo>
                        <a:lnTo>
                          <a:pt x="155903" y="99022"/>
                        </a:lnTo>
                        <a:lnTo>
                          <a:pt x="159131" y="93930"/>
                        </a:lnTo>
                        <a:lnTo>
                          <a:pt x="160107" y="87840"/>
                        </a:lnTo>
                        <a:lnTo>
                          <a:pt x="158836" y="80176"/>
                        </a:lnTo>
                        <a:lnTo>
                          <a:pt x="155051" y="73273"/>
                        </a:lnTo>
                        <a:lnTo>
                          <a:pt x="148798" y="67488"/>
                        </a:lnTo>
                        <a:lnTo>
                          <a:pt x="140121" y="63175"/>
                        </a:lnTo>
                        <a:lnTo>
                          <a:pt x="138193" y="62511"/>
                        </a:lnTo>
                        <a:lnTo>
                          <a:pt x="136981" y="60663"/>
                        </a:lnTo>
                        <a:lnTo>
                          <a:pt x="136981" y="2304"/>
                        </a:lnTo>
                        <a:lnTo>
                          <a:pt x="139558" y="0"/>
                        </a:lnTo>
                        <a:lnTo>
                          <a:pt x="187239" y="11701"/>
                        </a:lnTo>
                        <a:lnTo>
                          <a:pt x="233885" y="63197"/>
                        </a:lnTo>
                        <a:lnTo>
                          <a:pt x="239100" y="97556"/>
                        </a:lnTo>
                        <a:lnTo>
                          <a:pt x="239100" y="150683"/>
                        </a:lnTo>
                        <a:lnTo>
                          <a:pt x="157335" y="150683"/>
                        </a:lnTo>
                        <a:lnTo>
                          <a:pt x="109935" y="157929"/>
                        </a:lnTo>
                        <a:lnTo>
                          <a:pt x="98068" y="160885"/>
                        </a:lnTo>
                        <a:lnTo>
                          <a:pt x="88596" y="166244"/>
                        </a:lnTo>
                        <a:lnTo>
                          <a:pt x="82323" y="174483"/>
                        </a:lnTo>
                        <a:lnTo>
                          <a:pt x="80053" y="186081"/>
                        </a:lnTo>
                        <a:lnTo>
                          <a:pt x="81821" y="195773"/>
                        </a:lnTo>
                        <a:lnTo>
                          <a:pt x="87391" y="204120"/>
                        </a:lnTo>
                        <a:lnTo>
                          <a:pt x="97163" y="209971"/>
                        </a:lnTo>
                        <a:lnTo>
                          <a:pt x="111538" y="212178"/>
                        </a:lnTo>
                        <a:lnTo>
                          <a:pt x="239100" y="212178"/>
                        </a:lnTo>
                        <a:lnTo>
                          <a:pt x="239100" y="221894"/>
                        </a:lnTo>
                        <a:lnTo>
                          <a:pt x="239328" y="232106"/>
                        </a:lnTo>
                        <a:lnTo>
                          <a:pt x="239829" y="240039"/>
                        </a:lnTo>
                        <a:lnTo>
                          <a:pt x="161211" y="240039"/>
                        </a:lnTo>
                        <a:lnTo>
                          <a:pt x="158180" y="243215"/>
                        </a:lnTo>
                        <a:lnTo>
                          <a:pt x="145723" y="253376"/>
                        </a:lnTo>
                        <a:lnTo>
                          <a:pt x="130536" y="260629"/>
                        </a:lnTo>
                        <a:lnTo>
                          <a:pt x="112665" y="264977"/>
                        </a:lnTo>
                        <a:lnTo>
                          <a:pt x="92158" y="266426"/>
                        </a:lnTo>
                        <a:close/>
                      </a:path>
                      <a:path w="241934" h="266700">
                        <a:moveTo>
                          <a:pt x="239100" y="212178"/>
                        </a:moveTo>
                        <a:lnTo>
                          <a:pt x="111538" y="212178"/>
                        </a:lnTo>
                        <a:lnTo>
                          <a:pt x="129258" y="209804"/>
                        </a:lnTo>
                        <a:lnTo>
                          <a:pt x="144828" y="201626"/>
                        </a:lnTo>
                        <a:lnTo>
                          <a:pt x="155895" y="186059"/>
                        </a:lnTo>
                        <a:lnTo>
                          <a:pt x="160107" y="161521"/>
                        </a:lnTo>
                        <a:lnTo>
                          <a:pt x="160107" y="152967"/>
                        </a:lnTo>
                        <a:lnTo>
                          <a:pt x="157335" y="150683"/>
                        </a:lnTo>
                        <a:lnTo>
                          <a:pt x="239100" y="150683"/>
                        </a:lnTo>
                        <a:lnTo>
                          <a:pt x="239100" y="212178"/>
                        </a:lnTo>
                        <a:close/>
                      </a:path>
                      <a:path w="241934" h="266700">
                        <a:moveTo>
                          <a:pt x="239468" y="260572"/>
                        </a:moveTo>
                        <a:lnTo>
                          <a:pt x="170869" y="260572"/>
                        </a:lnTo>
                        <a:lnTo>
                          <a:pt x="168747" y="259637"/>
                        </a:lnTo>
                        <a:lnTo>
                          <a:pt x="167881" y="254738"/>
                        </a:lnTo>
                        <a:lnTo>
                          <a:pt x="167361" y="251021"/>
                        </a:lnTo>
                        <a:lnTo>
                          <a:pt x="166668" y="241804"/>
                        </a:lnTo>
                        <a:lnTo>
                          <a:pt x="161211" y="240039"/>
                        </a:lnTo>
                        <a:lnTo>
                          <a:pt x="239829" y="240039"/>
                        </a:lnTo>
                        <a:lnTo>
                          <a:pt x="239904" y="241214"/>
                        </a:lnTo>
                        <a:lnTo>
                          <a:pt x="240662" y="248972"/>
                        </a:lnTo>
                        <a:lnTo>
                          <a:pt x="241438" y="255132"/>
                        </a:lnTo>
                        <a:lnTo>
                          <a:pt x="241828" y="258039"/>
                        </a:lnTo>
                        <a:lnTo>
                          <a:pt x="239468" y="26057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</p:grpSp>
          </p:grpSp>
        </p:grpSp>
      </p:grpSp>
      <p:sp>
        <p:nvSpPr>
          <p:cNvPr id="50" name="Titre 49">
            <a:extLst>
              <a:ext uri="{FF2B5EF4-FFF2-40B4-BE49-F238E27FC236}">
                <a16:creationId xmlns:a16="http://schemas.microsoft.com/office/drawing/2014/main" id="{7DC3E727-FA4B-0556-5D89-64BE6ADFC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76800" y="1828800"/>
            <a:ext cx="4876800" cy="2438400"/>
          </a:xfrm>
          <a:prstGeom prst="rect">
            <a:avLst/>
          </a:prstGeom>
        </p:spPr>
        <p:txBody>
          <a:bodyPr/>
          <a:lstStyle>
            <a:lvl1pPr>
              <a:defRPr sz="4400" b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marL="12700" marR="5080">
              <a:lnSpc>
                <a:spcPts val="3790"/>
              </a:lnSpc>
              <a:spcBef>
                <a:spcPts val="860"/>
              </a:spcBef>
            </a:pPr>
            <a:r>
              <a:rPr lang="fr-FR">
                <a:solidFill>
                  <a:srgbClr val="FFFFFF"/>
                </a:solidFill>
                <a:latin typeface="Aptos Black"/>
                <a:cs typeface="Aptos Black"/>
              </a:rPr>
              <a:t>Titre</a:t>
            </a:r>
            <a:r>
              <a:rPr lang="fr-FR" spc="-9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br>
              <a:rPr lang="fr-FR" spc="-90">
                <a:solidFill>
                  <a:srgbClr val="FFFFFF"/>
                </a:solidFill>
                <a:latin typeface="Aptos Black"/>
                <a:cs typeface="Aptos Black"/>
              </a:rPr>
            </a:br>
            <a:r>
              <a:rPr lang="fr-FR" spc="-25">
                <a:solidFill>
                  <a:srgbClr val="FFFFFF"/>
                </a:solidFill>
                <a:latin typeface="Aptos Black"/>
                <a:cs typeface="Aptos Black"/>
              </a:rPr>
              <a:t>du </a:t>
            </a:r>
            <a:r>
              <a:rPr lang="fr-FR" spc="-20">
                <a:solidFill>
                  <a:srgbClr val="FFFFFF"/>
                </a:solidFill>
                <a:latin typeface="Aptos Black"/>
                <a:cs typeface="Aptos Black"/>
              </a:rPr>
              <a:t>document </a:t>
            </a:r>
            <a:br>
              <a:rPr lang="fr-FR" spc="-20">
                <a:solidFill>
                  <a:srgbClr val="FFFFFF"/>
                </a:solidFill>
                <a:latin typeface="Aptos Black"/>
                <a:cs typeface="Aptos Black"/>
              </a:rPr>
            </a:br>
            <a:r>
              <a:rPr lang="fr-FR" spc="-20">
                <a:solidFill>
                  <a:srgbClr val="FFFFFF"/>
                </a:solidFill>
                <a:latin typeface="Aptos"/>
                <a:cs typeface="Aptos"/>
              </a:rPr>
              <a:t>2025</a:t>
            </a:r>
            <a:endParaRPr lang="fr-FR">
              <a:latin typeface="Aptos"/>
              <a:cs typeface="Aptos"/>
            </a:endParaRPr>
          </a:p>
        </p:txBody>
      </p:sp>
      <p:sp>
        <p:nvSpPr>
          <p:cNvPr id="52" name="Espace réservé du texte 51">
            <a:extLst>
              <a:ext uri="{FF2B5EF4-FFF2-40B4-BE49-F238E27FC236}">
                <a16:creationId xmlns:a16="http://schemas.microsoft.com/office/drawing/2014/main" id="{C7388EFC-32F3-1D4F-4F88-5E1CD7015B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76800" y="4114800"/>
            <a:ext cx="4800600" cy="13716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5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85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85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85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85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269640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1824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9" Type="http://schemas.openxmlformats.org/officeDocument/2006/relationships/image" Target="../media/image6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8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6.png"/><Relationship Id="rId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6.pn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4">
            <a:extLst>
              <a:ext uri="{FF2B5EF4-FFF2-40B4-BE49-F238E27FC236}">
                <a16:creationId xmlns:a16="http://schemas.microsoft.com/office/drawing/2014/main" id="{247B5B13-AD23-E115-EFA5-ADF63B1184E8}"/>
              </a:ext>
            </a:extLst>
          </p:cNvPr>
          <p:cNvSpPr/>
          <p:nvPr userDrawn="1"/>
        </p:nvSpPr>
        <p:spPr>
          <a:xfrm>
            <a:off x="0" y="1877872"/>
            <a:ext cx="2731135" cy="3100070"/>
          </a:xfrm>
          <a:custGeom>
            <a:avLst/>
            <a:gdLst/>
            <a:ahLst/>
            <a:cxnLst/>
            <a:rect l="l" t="t" r="r" b="b"/>
            <a:pathLst>
              <a:path w="2731135" h="3100070">
                <a:moveTo>
                  <a:pt x="2731046" y="2892133"/>
                </a:moveTo>
                <a:lnTo>
                  <a:pt x="1815706" y="2892133"/>
                </a:lnTo>
                <a:lnTo>
                  <a:pt x="1815706" y="2894774"/>
                </a:lnTo>
                <a:lnTo>
                  <a:pt x="910082" y="2894774"/>
                </a:lnTo>
                <a:lnTo>
                  <a:pt x="0" y="2894761"/>
                </a:lnTo>
                <a:lnTo>
                  <a:pt x="0" y="3099612"/>
                </a:lnTo>
                <a:lnTo>
                  <a:pt x="910031" y="3099612"/>
                </a:lnTo>
                <a:lnTo>
                  <a:pt x="1820164" y="3099612"/>
                </a:lnTo>
                <a:lnTo>
                  <a:pt x="1820164" y="3096971"/>
                </a:lnTo>
                <a:lnTo>
                  <a:pt x="2731046" y="3096971"/>
                </a:lnTo>
                <a:lnTo>
                  <a:pt x="2731046" y="2892133"/>
                </a:lnTo>
                <a:close/>
              </a:path>
              <a:path w="2731135" h="3100070">
                <a:moveTo>
                  <a:pt x="2731046" y="1448714"/>
                </a:moveTo>
                <a:lnTo>
                  <a:pt x="1815706" y="1448714"/>
                </a:lnTo>
                <a:lnTo>
                  <a:pt x="1815706" y="1653552"/>
                </a:lnTo>
                <a:lnTo>
                  <a:pt x="2731046" y="1653552"/>
                </a:lnTo>
                <a:lnTo>
                  <a:pt x="2731046" y="1448714"/>
                </a:lnTo>
                <a:close/>
              </a:path>
              <a:path w="2731135" h="3100070">
                <a:moveTo>
                  <a:pt x="2731046" y="0"/>
                </a:moveTo>
                <a:lnTo>
                  <a:pt x="1815706" y="0"/>
                </a:lnTo>
                <a:lnTo>
                  <a:pt x="1815706" y="2641"/>
                </a:lnTo>
                <a:lnTo>
                  <a:pt x="910031" y="2641"/>
                </a:lnTo>
                <a:lnTo>
                  <a:pt x="910031" y="207479"/>
                </a:lnTo>
                <a:lnTo>
                  <a:pt x="1820164" y="207479"/>
                </a:lnTo>
                <a:lnTo>
                  <a:pt x="1820164" y="204838"/>
                </a:lnTo>
                <a:lnTo>
                  <a:pt x="2731046" y="204838"/>
                </a:lnTo>
                <a:lnTo>
                  <a:pt x="2731046" y="0"/>
                </a:lnTo>
                <a:close/>
              </a:path>
            </a:pathLst>
          </a:custGeom>
          <a:solidFill>
            <a:srgbClr val="005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5094E90D-6DE5-46FB-29FC-EDFEA7824F7B}"/>
              </a:ext>
            </a:extLst>
          </p:cNvPr>
          <p:cNvGrpSpPr/>
          <p:nvPr userDrawn="1"/>
        </p:nvGrpSpPr>
        <p:grpSpPr>
          <a:xfrm>
            <a:off x="7841485" y="5944127"/>
            <a:ext cx="1652177" cy="501605"/>
            <a:chOff x="7841485" y="5944127"/>
            <a:chExt cx="1652177" cy="501605"/>
          </a:xfrm>
        </p:grpSpPr>
        <p:pic>
          <p:nvPicPr>
            <p:cNvPr id="30" name="bg object 22">
              <a:extLst>
                <a:ext uri="{FF2B5EF4-FFF2-40B4-BE49-F238E27FC236}">
                  <a16:creationId xmlns:a16="http://schemas.microsoft.com/office/drawing/2014/main" id="{476DB5EB-0A37-A141-1DF6-58AF704F381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52289" y="6071177"/>
              <a:ext cx="95709" cy="100940"/>
            </a:xfrm>
            <a:prstGeom prst="rect">
              <a:avLst/>
            </a:prstGeom>
          </p:spPr>
        </p:pic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24F7025A-1C5D-943C-35B6-98C1E30906D0}"/>
                </a:ext>
              </a:extLst>
            </p:cNvPr>
            <p:cNvGrpSpPr/>
            <p:nvPr userDrawn="1"/>
          </p:nvGrpSpPr>
          <p:grpSpPr>
            <a:xfrm>
              <a:off x="7841485" y="5944127"/>
              <a:ext cx="1652177" cy="501605"/>
              <a:chOff x="7841485" y="5944127"/>
              <a:chExt cx="1652177" cy="501605"/>
            </a:xfrm>
          </p:grpSpPr>
          <p:pic>
            <p:nvPicPr>
              <p:cNvPr id="32" name="bg object 19">
                <a:extLst>
                  <a:ext uri="{FF2B5EF4-FFF2-40B4-BE49-F238E27FC236}">
                    <a16:creationId xmlns:a16="http://schemas.microsoft.com/office/drawing/2014/main" id="{45EB0264-E027-CBB8-7959-A93AC513B93D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306570" y="5964197"/>
                <a:ext cx="79577" cy="76317"/>
              </a:xfrm>
              <a:prstGeom prst="rect">
                <a:avLst/>
              </a:prstGeom>
            </p:spPr>
          </p:pic>
          <p:grpSp>
            <p:nvGrpSpPr>
              <p:cNvPr id="33" name="Groupe 32">
                <a:extLst>
                  <a:ext uri="{FF2B5EF4-FFF2-40B4-BE49-F238E27FC236}">
                    <a16:creationId xmlns:a16="http://schemas.microsoft.com/office/drawing/2014/main" id="{E09BC4F2-9A94-207D-D22C-DAD68D3A00D4}"/>
                  </a:ext>
                </a:extLst>
              </p:cNvPr>
              <p:cNvGrpSpPr/>
              <p:nvPr userDrawn="1"/>
            </p:nvGrpSpPr>
            <p:grpSpPr>
              <a:xfrm>
                <a:off x="7841485" y="5944127"/>
                <a:ext cx="1652177" cy="501605"/>
                <a:chOff x="7841485" y="5944127"/>
                <a:chExt cx="1652177" cy="501605"/>
              </a:xfrm>
            </p:grpSpPr>
            <p:sp>
              <p:nvSpPr>
                <p:cNvPr id="34" name="bg object 20">
                  <a:extLst>
                    <a:ext uri="{FF2B5EF4-FFF2-40B4-BE49-F238E27FC236}">
                      <a16:creationId xmlns:a16="http://schemas.microsoft.com/office/drawing/2014/main" id="{99C94A07-1AF5-A14A-B8B1-49EBE73BFDC3}"/>
                    </a:ext>
                  </a:extLst>
                </p:cNvPr>
                <p:cNvSpPr/>
                <p:nvPr/>
              </p:nvSpPr>
              <p:spPr>
                <a:xfrm>
                  <a:off x="8426939" y="6078061"/>
                  <a:ext cx="175895" cy="255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895" h="255904">
                      <a:moveTo>
                        <a:pt x="133018" y="255672"/>
                      </a:moveTo>
                      <a:lnTo>
                        <a:pt x="96670" y="249898"/>
                      </a:lnTo>
                      <a:lnTo>
                        <a:pt x="69337" y="233463"/>
                      </a:lnTo>
                      <a:lnTo>
                        <a:pt x="52126" y="207692"/>
                      </a:lnTo>
                      <a:lnTo>
                        <a:pt x="46144" y="173915"/>
                      </a:lnTo>
                      <a:lnTo>
                        <a:pt x="46144" y="68553"/>
                      </a:lnTo>
                      <a:lnTo>
                        <a:pt x="44390" y="66850"/>
                      </a:lnTo>
                      <a:lnTo>
                        <a:pt x="1753" y="66850"/>
                      </a:lnTo>
                      <a:lnTo>
                        <a:pt x="0" y="65168"/>
                      </a:lnTo>
                      <a:lnTo>
                        <a:pt x="0" y="1702"/>
                      </a:lnTo>
                      <a:lnTo>
                        <a:pt x="1775" y="0"/>
                      </a:lnTo>
                      <a:lnTo>
                        <a:pt x="173900" y="0"/>
                      </a:lnTo>
                      <a:lnTo>
                        <a:pt x="175654" y="1681"/>
                      </a:lnTo>
                      <a:lnTo>
                        <a:pt x="175654" y="62096"/>
                      </a:lnTo>
                      <a:lnTo>
                        <a:pt x="175654" y="64732"/>
                      </a:lnTo>
                      <a:lnTo>
                        <a:pt x="173424" y="66850"/>
                      </a:lnTo>
                      <a:lnTo>
                        <a:pt x="126565" y="66850"/>
                      </a:lnTo>
                      <a:lnTo>
                        <a:pt x="124790" y="68553"/>
                      </a:lnTo>
                      <a:lnTo>
                        <a:pt x="124790" y="160358"/>
                      </a:lnTo>
                      <a:lnTo>
                        <a:pt x="126863" y="173139"/>
                      </a:lnTo>
                      <a:lnTo>
                        <a:pt x="132723" y="181158"/>
                      </a:lnTo>
                      <a:lnTo>
                        <a:pt x="141827" y="185311"/>
                      </a:lnTo>
                      <a:lnTo>
                        <a:pt x="153633" y="186496"/>
                      </a:lnTo>
                      <a:lnTo>
                        <a:pt x="165455" y="186185"/>
                      </a:lnTo>
                      <a:lnTo>
                        <a:pt x="172818" y="184939"/>
                      </a:lnTo>
                      <a:lnTo>
                        <a:pt x="175611" y="187160"/>
                      </a:lnTo>
                      <a:lnTo>
                        <a:pt x="175633" y="245291"/>
                      </a:lnTo>
                      <a:lnTo>
                        <a:pt x="146795" y="254856"/>
                      </a:lnTo>
                      <a:lnTo>
                        <a:pt x="133018" y="25567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35" name="bg object 21">
                  <a:extLst>
                    <a:ext uri="{FF2B5EF4-FFF2-40B4-BE49-F238E27FC236}">
                      <a16:creationId xmlns:a16="http://schemas.microsoft.com/office/drawing/2014/main" id="{465BA17F-7CC6-D379-7E26-6226E03BF61D}"/>
                    </a:ext>
                  </a:extLst>
                </p:cNvPr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8473065" y="5944127"/>
                  <a:ext cx="78689" cy="94815"/>
                </a:xfrm>
                <a:prstGeom prst="rect">
                  <a:avLst/>
                </a:prstGeom>
              </p:spPr>
            </p:pic>
            <p:grpSp>
              <p:nvGrpSpPr>
                <p:cNvPr id="36" name="Groupe 35">
                  <a:extLst>
                    <a:ext uri="{FF2B5EF4-FFF2-40B4-BE49-F238E27FC236}">
                      <a16:creationId xmlns:a16="http://schemas.microsoft.com/office/drawing/2014/main" id="{EBF32EB2-73C6-9D27-2D10-F0CD7C917CF0}"/>
                    </a:ext>
                  </a:extLst>
                </p:cNvPr>
                <p:cNvGrpSpPr/>
                <p:nvPr userDrawn="1"/>
              </p:nvGrpSpPr>
              <p:grpSpPr>
                <a:xfrm>
                  <a:off x="7841485" y="5947257"/>
                  <a:ext cx="1652177" cy="498475"/>
                  <a:chOff x="7841485" y="5947257"/>
                  <a:chExt cx="1652177" cy="498475"/>
                </a:xfrm>
              </p:grpSpPr>
              <p:pic>
                <p:nvPicPr>
                  <p:cNvPr id="37" name="bg object 17">
                    <a:extLst>
                      <a:ext uri="{FF2B5EF4-FFF2-40B4-BE49-F238E27FC236}">
                        <a16:creationId xmlns:a16="http://schemas.microsoft.com/office/drawing/2014/main" id="{A34F4081-FF11-E9AE-B4FF-8E9BB1D58754}"/>
                      </a:ext>
                    </a:extLst>
                  </p:cNvPr>
                  <p:cNvPicPr/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7841485" y="6052577"/>
                    <a:ext cx="162630" cy="203292"/>
                  </a:xfrm>
                  <a:prstGeom prst="rect">
                    <a:avLst/>
                  </a:prstGeom>
                </p:spPr>
              </p:pic>
              <p:sp>
                <p:nvSpPr>
                  <p:cNvPr id="38" name="bg object 18">
                    <a:extLst>
                      <a:ext uri="{FF2B5EF4-FFF2-40B4-BE49-F238E27FC236}">
                        <a16:creationId xmlns:a16="http://schemas.microsoft.com/office/drawing/2014/main" id="{B3E03369-C7E4-DB14-ADB9-0CD455D8D9BC}"/>
                      </a:ext>
                    </a:extLst>
                  </p:cNvPr>
                  <p:cNvSpPr/>
                  <p:nvPr/>
                </p:nvSpPr>
                <p:spPr>
                  <a:xfrm>
                    <a:off x="7954276" y="5947257"/>
                    <a:ext cx="1256665" cy="498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56665" h="498475">
                        <a:moveTo>
                          <a:pt x="312331" y="266496"/>
                        </a:moveTo>
                        <a:lnTo>
                          <a:pt x="309803" y="263245"/>
                        </a:lnTo>
                        <a:lnTo>
                          <a:pt x="168592" y="263245"/>
                        </a:lnTo>
                        <a:lnTo>
                          <a:pt x="166624" y="263245"/>
                        </a:lnTo>
                        <a:lnTo>
                          <a:pt x="164833" y="264363"/>
                        </a:lnTo>
                        <a:lnTo>
                          <a:pt x="136004" y="311162"/>
                        </a:lnTo>
                        <a:lnTo>
                          <a:pt x="100368" y="346494"/>
                        </a:lnTo>
                        <a:lnTo>
                          <a:pt x="56959" y="372122"/>
                        </a:lnTo>
                        <a:lnTo>
                          <a:pt x="5676" y="388073"/>
                        </a:lnTo>
                        <a:lnTo>
                          <a:pt x="774" y="389051"/>
                        </a:lnTo>
                        <a:lnTo>
                          <a:pt x="0" y="395503"/>
                        </a:lnTo>
                        <a:lnTo>
                          <a:pt x="4610" y="397383"/>
                        </a:lnTo>
                        <a:lnTo>
                          <a:pt x="51181" y="410540"/>
                        </a:lnTo>
                        <a:lnTo>
                          <a:pt x="98386" y="413829"/>
                        </a:lnTo>
                        <a:lnTo>
                          <a:pt x="144741" y="408038"/>
                        </a:lnTo>
                        <a:lnTo>
                          <a:pt x="188747" y="393928"/>
                        </a:lnTo>
                        <a:lnTo>
                          <a:pt x="228892" y="372262"/>
                        </a:lnTo>
                        <a:lnTo>
                          <a:pt x="263677" y="343814"/>
                        </a:lnTo>
                        <a:lnTo>
                          <a:pt x="291617" y="309359"/>
                        </a:lnTo>
                        <a:lnTo>
                          <a:pt x="311213" y="269659"/>
                        </a:lnTo>
                        <a:lnTo>
                          <a:pt x="312331" y="266496"/>
                        </a:lnTo>
                        <a:close/>
                      </a:path>
                      <a:path w="1256665" h="498475">
                        <a:moveTo>
                          <a:pt x="312496" y="147256"/>
                        </a:moveTo>
                        <a:lnTo>
                          <a:pt x="287921" y="100126"/>
                        </a:lnTo>
                        <a:lnTo>
                          <a:pt x="256895" y="64249"/>
                        </a:lnTo>
                        <a:lnTo>
                          <a:pt x="219824" y="36233"/>
                        </a:lnTo>
                        <a:lnTo>
                          <a:pt x="178473" y="16141"/>
                        </a:lnTo>
                        <a:lnTo>
                          <a:pt x="134632" y="4038"/>
                        </a:lnTo>
                        <a:lnTo>
                          <a:pt x="90055" y="0"/>
                        </a:lnTo>
                        <a:lnTo>
                          <a:pt x="46520" y="4089"/>
                        </a:lnTo>
                        <a:lnTo>
                          <a:pt x="5791" y="16383"/>
                        </a:lnTo>
                        <a:lnTo>
                          <a:pt x="812" y="18478"/>
                        </a:lnTo>
                        <a:lnTo>
                          <a:pt x="1587" y="25387"/>
                        </a:lnTo>
                        <a:lnTo>
                          <a:pt x="6921" y="26466"/>
                        </a:lnTo>
                        <a:lnTo>
                          <a:pt x="57632" y="42367"/>
                        </a:lnTo>
                        <a:lnTo>
                          <a:pt x="100622" y="67957"/>
                        </a:lnTo>
                        <a:lnTo>
                          <a:pt x="135953" y="103149"/>
                        </a:lnTo>
                        <a:lnTo>
                          <a:pt x="164604" y="149733"/>
                        </a:lnTo>
                        <a:lnTo>
                          <a:pt x="166535" y="150952"/>
                        </a:lnTo>
                        <a:lnTo>
                          <a:pt x="305892" y="150952"/>
                        </a:lnTo>
                        <a:lnTo>
                          <a:pt x="309753" y="150952"/>
                        </a:lnTo>
                        <a:lnTo>
                          <a:pt x="312496" y="147256"/>
                        </a:lnTo>
                        <a:close/>
                      </a:path>
                      <a:path w="1256665" h="498475">
                        <a:moveTo>
                          <a:pt x="431876" y="132930"/>
                        </a:moveTo>
                        <a:lnTo>
                          <a:pt x="429641" y="130771"/>
                        </a:lnTo>
                        <a:lnTo>
                          <a:pt x="357238" y="130771"/>
                        </a:lnTo>
                        <a:lnTo>
                          <a:pt x="354507" y="130771"/>
                        </a:lnTo>
                        <a:lnTo>
                          <a:pt x="352272" y="132930"/>
                        </a:lnTo>
                        <a:lnTo>
                          <a:pt x="352272" y="383209"/>
                        </a:lnTo>
                        <a:lnTo>
                          <a:pt x="353796" y="384683"/>
                        </a:lnTo>
                        <a:lnTo>
                          <a:pt x="430364" y="384683"/>
                        </a:lnTo>
                        <a:lnTo>
                          <a:pt x="431876" y="383209"/>
                        </a:lnTo>
                        <a:lnTo>
                          <a:pt x="431876" y="132930"/>
                        </a:lnTo>
                        <a:close/>
                      </a:path>
                      <a:path w="1256665" h="498475">
                        <a:moveTo>
                          <a:pt x="940701" y="250583"/>
                        </a:moveTo>
                        <a:lnTo>
                          <a:pt x="931760" y="197332"/>
                        </a:lnTo>
                        <a:lnTo>
                          <a:pt x="922858" y="183540"/>
                        </a:lnTo>
                        <a:lnTo>
                          <a:pt x="906094" y="157568"/>
                        </a:lnTo>
                        <a:lnTo>
                          <a:pt x="865505" y="132689"/>
                        </a:lnTo>
                        <a:lnTo>
                          <a:pt x="811758" y="124079"/>
                        </a:lnTo>
                        <a:lnTo>
                          <a:pt x="763511" y="133223"/>
                        </a:lnTo>
                        <a:lnTo>
                          <a:pt x="722464" y="159308"/>
                        </a:lnTo>
                        <a:lnTo>
                          <a:pt x="693953" y="200304"/>
                        </a:lnTo>
                        <a:lnTo>
                          <a:pt x="683260" y="254165"/>
                        </a:lnTo>
                        <a:lnTo>
                          <a:pt x="690410" y="299643"/>
                        </a:lnTo>
                        <a:lnTo>
                          <a:pt x="710057" y="336219"/>
                        </a:lnTo>
                        <a:lnTo>
                          <a:pt x="739546" y="363232"/>
                        </a:lnTo>
                        <a:lnTo>
                          <a:pt x="776224" y="379945"/>
                        </a:lnTo>
                        <a:lnTo>
                          <a:pt x="817435" y="385673"/>
                        </a:lnTo>
                        <a:lnTo>
                          <a:pt x="860234" y="379857"/>
                        </a:lnTo>
                        <a:lnTo>
                          <a:pt x="919111" y="340550"/>
                        </a:lnTo>
                        <a:lnTo>
                          <a:pt x="935316" y="309295"/>
                        </a:lnTo>
                        <a:lnTo>
                          <a:pt x="933716" y="306565"/>
                        </a:lnTo>
                        <a:lnTo>
                          <a:pt x="872147" y="289941"/>
                        </a:lnTo>
                        <a:lnTo>
                          <a:pt x="869619" y="290995"/>
                        </a:lnTo>
                        <a:lnTo>
                          <a:pt x="868667" y="293116"/>
                        </a:lnTo>
                        <a:lnTo>
                          <a:pt x="861250" y="304850"/>
                        </a:lnTo>
                        <a:lnTo>
                          <a:pt x="850595" y="313855"/>
                        </a:lnTo>
                        <a:lnTo>
                          <a:pt x="836422" y="319608"/>
                        </a:lnTo>
                        <a:lnTo>
                          <a:pt x="818489" y="321640"/>
                        </a:lnTo>
                        <a:lnTo>
                          <a:pt x="796886" y="318757"/>
                        </a:lnTo>
                        <a:lnTo>
                          <a:pt x="778865" y="310057"/>
                        </a:lnTo>
                        <a:lnTo>
                          <a:pt x="766406" y="295478"/>
                        </a:lnTo>
                        <a:lnTo>
                          <a:pt x="761517" y="274955"/>
                        </a:lnTo>
                        <a:lnTo>
                          <a:pt x="761415" y="225183"/>
                        </a:lnTo>
                        <a:lnTo>
                          <a:pt x="765556" y="210896"/>
                        </a:lnTo>
                        <a:lnTo>
                          <a:pt x="775411" y="197446"/>
                        </a:lnTo>
                        <a:lnTo>
                          <a:pt x="791108" y="187452"/>
                        </a:lnTo>
                        <a:lnTo>
                          <a:pt x="812812" y="183540"/>
                        </a:lnTo>
                        <a:lnTo>
                          <a:pt x="834542" y="186740"/>
                        </a:lnTo>
                        <a:lnTo>
                          <a:pt x="849757" y="195110"/>
                        </a:lnTo>
                        <a:lnTo>
                          <a:pt x="859269" y="206781"/>
                        </a:lnTo>
                        <a:lnTo>
                          <a:pt x="863854" y="219875"/>
                        </a:lnTo>
                        <a:lnTo>
                          <a:pt x="864374" y="222758"/>
                        </a:lnTo>
                        <a:lnTo>
                          <a:pt x="861974" y="225374"/>
                        </a:lnTo>
                        <a:lnTo>
                          <a:pt x="804418" y="225374"/>
                        </a:lnTo>
                        <a:lnTo>
                          <a:pt x="802208" y="227495"/>
                        </a:lnTo>
                        <a:lnTo>
                          <a:pt x="802208" y="271818"/>
                        </a:lnTo>
                        <a:lnTo>
                          <a:pt x="804418" y="273939"/>
                        </a:lnTo>
                        <a:lnTo>
                          <a:pt x="937348" y="273939"/>
                        </a:lnTo>
                        <a:lnTo>
                          <a:pt x="939495" y="272122"/>
                        </a:lnTo>
                        <a:lnTo>
                          <a:pt x="940231" y="265112"/>
                        </a:lnTo>
                        <a:lnTo>
                          <a:pt x="940701" y="257619"/>
                        </a:lnTo>
                        <a:lnTo>
                          <a:pt x="940701" y="250583"/>
                        </a:lnTo>
                        <a:close/>
                      </a:path>
                      <a:path w="1256665" h="498475">
                        <a:moveTo>
                          <a:pt x="1059053" y="132854"/>
                        </a:moveTo>
                        <a:lnTo>
                          <a:pt x="1056843" y="130822"/>
                        </a:lnTo>
                        <a:lnTo>
                          <a:pt x="983729" y="130822"/>
                        </a:lnTo>
                        <a:lnTo>
                          <a:pt x="981494" y="132943"/>
                        </a:lnTo>
                        <a:lnTo>
                          <a:pt x="981494" y="467626"/>
                        </a:lnTo>
                        <a:lnTo>
                          <a:pt x="983272" y="469531"/>
                        </a:lnTo>
                        <a:lnTo>
                          <a:pt x="1002842" y="473468"/>
                        </a:lnTo>
                        <a:lnTo>
                          <a:pt x="1019644" y="478967"/>
                        </a:lnTo>
                        <a:lnTo>
                          <a:pt x="1035812" y="486410"/>
                        </a:lnTo>
                        <a:lnTo>
                          <a:pt x="1051064" y="495757"/>
                        </a:lnTo>
                        <a:lnTo>
                          <a:pt x="1054404" y="498106"/>
                        </a:lnTo>
                        <a:lnTo>
                          <a:pt x="1059053" y="496074"/>
                        </a:lnTo>
                        <a:lnTo>
                          <a:pt x="1059053" y="132854"/>
                        </a:lnTo>
                        <a:close/>
                      </a:path>
                      <a:path w="1256665" h="498475">
                        <a:moveTo>
                          <a:pt x="1256665" y="254495"/>
                        </a:moveTo>
                        <a:lnTo>
                          <a:pt x="1248371" y="202488"/>
                        </a:lnTo>
                        <a:lnTo>
                          <a:pt x="1224470" y="161239"/>
                        </a:lnTo>
                        <a:lnTo>
                          <a:pt x="1186408" y="134035"/>
                        </a:lnTo>
                        <a:lnTo>
                          <a:pt x="1135659" y="124231"/>
                        </a:lnTo>
                        <a:lnTo>
                          <a:pt x="1126845" y="124523"/>
                        </a:lnTo>
                        <a:lnTo>
                          <a:pt x="1118425" y="125374"/>
                        </a:lnTo>
                        <a:lnTo>
                          <a:pt x="1110424" y="126707"/>
                        </a:lnTo>
                        <a:lnTo>
                          <a:pt x="1100747" y="129108"/>
                        </a:lnTo>
                        <a:lnTo>
                          <a:pt x="1099781" y="130695"/>
                        </a:lnTo>
                        <a:lnTo>
                          <a:pt x="1099781" y="193052"/>
                        </a:lnTo>
                        <a:lnTo>
                          <a:pt x="1102283" y="195211"/>
                        </a:lnTo>
                        <a:lnTo>
                          <a:pt x="1109891" y="193573"/>
                        </a:lnTo>
                        <a:lnTo>
                          <a:pt x="1114526" y="193103"/>
                        </a:lnTo>
                        <a:lnTo>
                          <a:pt x="1119289" y="193103"/>
                        </a:lnTo>
                        <a:lnTo>
                          <a:pt x="1141844" y="196888"/>
                        </a:lnTo>
                        <a:lnTo>
                          <a:pt x="1160754" y="208343"/>
                        </a:lnTo>
                        <a:lnTo>
                          <a:pt x="1173772" y="227647"/>
                        </a:lnTo>
                        <a:lnTo>
                          <a:pt x="1178623" y="254927"/>
                        </a:lnTo>
                        <a:lnTo>
                          <a:pt x="1173772" y="282295"/>
                        </a:lnTo>
                        <a:lnTo>
                          <a:pt x="1160754" y="301764"/>
                        </a:lnTo>
                        <a:lnTo>
                          <a:pt x="1141844" y="313397"/>
                        </a:lnTo>
                        <a:lnTo>
                          <a:pt x="1119289" y="317271"/>
                        </a:lnTo>
                        <a:lnTo>
                          <a:pt x="1114552" y="317271"/>
                        </a:lnTo>
                        <a:lnTo>
                          <a:pt x="1109929" y="316814"/>
                        </a:lnTo>
                        <a:lnTo>
                          <a:pt x="1102334" y="315087"/>
                        </a:lnTo>
                        <a:lnTo>
                          <a:pt x="1099781" y="317411"/>
                        </a:lnTo>
                        <a:lnTo>
                          <a:pt x="1099781" y="380174"/>
                        </a:lnTo>
                        <a:lnTo>
                          <a:pt x="1100378" y="381812"/>
                        </a:lnTo>
                        <a:lnTo>
                          <a:pt x="1109002" y="383616"/>
                        </a:lnTo>
                        <a:lnTo>
                          <a:pt x="1116431" y="384695"/>
                        </a:lnTo>
                        <a:lnTo>
                          <a:pt x="1124254" y="385356"/>
                        </a:lnTo>
                        <a:lnTo>
                          <a:pt x="1132459" y="385572"/>
                        </a:lnTo>
                        <a:lnTo>
                          <a:pt x="1182624" y="375818"/>
                        </a:lnTo>
                        <a:lnTo>
                          <a:pt x="1221905" y="348627"/>
                        </a:lnTo>
                        <a:lnTo>
                          <a:pt x="1247508" y="307136"/>
                        </a:lnTo>
                        <a:lnTo>
                          <a:pt x="1256665" y="25449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  <p:sp>
                <p:nvSpPr>
                  <p:cNvPr id="39" name="bg object 23">
                    <a:extLst>
                      <a:ext uri="{FF2B5EF4-FFF2-40B4-BE49-F238E27FC236}">
                        <a16:creationId xmlns:a16="http://schemas.microsoft.com/office/drawing/2014/main" id="{8EBCEC5D-C73F-1F7E-8799-795C0AB0C39E}"/>
                      </a:ext>
                    </a:extLst>
                  </p:cNvPr>
                  <p:cNvSpPr/>
                  <p:nvPr/>
                </p:nvSpPr>
                <p:spPr>
                  <a:xfrm>
                    <a:off x="9251727" y="6071297"/>
                    <a:ext cx="241935" cy="266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934" h="266700">
                        <a:moveTo>
                          <a:pt x="92158" y="266426"/>
                        </a:moveTo>
                        <a:lnTo>
                          <a:pt x="53212" y="260355"/>
                        </a:lnTo>
                        <a:lnTo>
                          <a:pt x="24260" y="243965"/>
                        </a:lnTo>
                        <a:lnTo>
                          <a:pt x="6217" y="219997"/>
                        </a:lnTo>
                        <a:lnTo>
                          <a:pt x="0" y="191188"/>
                        </a:lnTo>
                        <a:lnTo>
                          <a:pt x="6103" y="161062"/>
                        </a:lnTo>
                        <a:lnTo>
                          <a:pt x="22814" y="138229"/>
                        </a:lnTo>
                        <a:lnTo>
                          <a:pt x="47731" y="122687"/>
                        </a:lnTo>
                        <a:lnTo>
                          <a:pt x="78451" y="114434"/>
                        </a:lnTo>
                        <a:lnTo>
                          <a:pt x="140900" y="105237"/>
                        </a:lnTo>
                        <a:lnTo>
                          <a:pt x="149976" y="102872"/>
                        </a:lnTo>
                        <a:lnTo>
                          <a:pt x="155903" y="99022"/>
                        </a:lnTo>
                        <a:lnTo>
                          <a:pt x="159131" y="93930"/>
                        </a:lnTo>
                        <a:lnTo>
                          <a:pt x="160107" y="87840"/>
                        </a:lnTo>
                        <a:lnTo>
                          <a:pt x="158836" y="80176"/>
                        </a:lnTo>
                        <a:lnTo>
                          <a:pt x="155051" y="73273"/>
                        </a:lnTo>
                        <a:lnTo>
                          <a:pt x="148798" y="67488"/>
                        </a:lnTo>
                        <a:lnTo>
                          <a:pt x="140121" y="63175"/>
                        </a:lnTo>
                        <a:lnTo>
                          <a:pt x="138193" y="62511"/>
                        </a:lnTo>
                        <a:lnTo>
                          <a:pt x="136981" y="60663"/>
                        </a:lnTo>
                        <a:lnTo>
                          <a:pt x="136981" y="2304"/>
                        </a:lnTo>
                        <a:lnTo>
                          <a:pt x="139558" y="0"/>
                        </a:lnTo>
                        <a:lnTo>
                          <a:pt x="187239" y="11701"/>
                        </a:lnTo>
                        <a:lnTo>
                          <a:pt x="233885" y="63197"/>
                        </a:lnTo>
                        <a:lnTo>
                          <a:pt x="239100" y="97556"/>
                        </a:lnTo>
                        <a:lnTo>
                          <a:pt x="239100" y="150683"/>
                        </a:lnTo>
                        <a:lnTo>
                          <a:pt x="157335" y="150683"/>
                        </a:lnTo>
                        <a:lnTo>
                          <a:pt x="109935" y="157929"/>
                        </a:lnTo>
                        <a:lnTo>
                          <a:pt x="98068" y="160885"/>
                        </a:lnTo>
                        <a:lnTo>
                          <a:pt x="88596" y="166244"/>
                        </a:lnTo>
                        <a:lnTo>
                          <a:pt x="82323" y="174483"/>
                        </a:lnTo>
                        <a:lnTo>
                          <a:pt x="80053" y="186081"/>
                        </a:lnTo>
                        <a:lnTo>
                          <a:pt x="81821" y="195773"/>
                        </a:lnTo>
                        <a:lnTo>
                          <a:pt x="87391" y="204120"/>
                        </a:lnTo>
                        <a:lnTo>
                          <a:pt x="97163" y="209971"/>
                        </a:lnTo>
                        <a:lnTo>
                          <a:pt x="111538" y="212178"/>
                        </a:lnTo>
                        <a:lnTo>
                          <a:pt x="239100" y="212178"/>
                        </a:lnTo>
                        <a:lnTo>
                          <a:pt x="239100" y="221894"/>
                        </a:lnTo>
                        <a:lnTo>
                          <a:pt x="239328" y="232106"/>
                        </a:lnTo>
                        <a:lnTo>
                          <a:pt x="239829" y="240039"/>
                        </a:lnTo>
                        <a:lnTo>
                          <a:pt x="161211" y="240039"/>
                        </a:lnTo>
                        <a:lnTo>
                          <a:pt x="158180" y="243215"/>
                        </a:lnTo>
                        <a:lnTo>
                          <a:pt x="145723" y="253376"/>
                        </a:lnTo>
                        <a:lnTo>
                          <a:pt x="130536" y="260629"/>
                        </a:lnTo>
                        <a:lnTo>
                          <a:pt x="112665" y="264977"/>
                        </a:lnTo>
                        <a:lnTo>
                          <a:pt x="92158" y="266426"/>
                        </a:lnTo>
                        <a:close/>
                      </a:path>
                      <a:path w="241934" h="266700">
                        <a:moveTo>
                          <a:pt x="239100" y="212178"/>
                        </a:moveTo>
                        <a:lnTo>
                          <a:pt x="111538" y="212178"/>
                        </a:lnTo>
                        <a:lnTo>
                          <a:pt x="129258" y="209804"/>
                        </a:lnTo>
                        <a:lnTo>
                          <a:pt x="144828" y="201626"/>
                        </a:lnTo>
                        <a:lnTo>
                          <a:pt x="155895" y="186059"/>
                        </a:lnTo>
                        <a:lnTo>
                          <a:pt x="160107" y="161521"/>
                        </a:lnTo>
                        <a:lnTo>
                          <a:pt x="160107" y="152967"/>
                        </a:lnTo>
                        <a:lnTo>
                          <a:pt x="157335" y="150683"/>
                        </a:lnTo>
                        <a:lnTo>
                          <a:pt x="239100" y="150683"/>
                        </a:lnTo>
                        <a:lnTo>
                          <a:pt x="239100" y="212178"/>
                        </a:lnTo>
                        <a:close/>
                      </a:path>
                      <a:path w="241934" h="266700">
                        <a:moveTo>
                          <a:pt x="239468" y="260572"/>
                        </a:moveTo>
                        <a:lnTo>
                          <a:pt x="170869" y="260572"/>
                        </a:lnTo>
                        <a:lnTo>
                          <a:pt x="168747" y="259637"/>
                        </a:lnTo>
                        <a:lnTo>
                          <a:pt x="167881" y="254738"/>
                        </a:lnTo>
                        <a:lnTo>
                          <a:pt x="167361" y="251021"/>
                        </a:lnTo>
                        <a:lnTo>
                          <a:pt x="166668" y="241804"/>
                        </a:lnTo>
                        <a:lnTo>
                          <a:pt x="161211" y="240039"/>
                        </a:lnTo>
                        <a:lnTo>
                          <a:pt x="239829" y="240039"/>
                        </a:lnTo>
                        <a:lnTo>
                          <a:pt x="239904" y="241214"/>
                        </a:lnTo>
                        <a:lnTo>
                          <a:pt x="240662" y="248972"/>
                        </a:lnTo>
                        <a:lnTo>
                          <a:pt x="241438" y="255132"/>
                        </a:lnTo>
                        <a:lnTo>
                          <a:pt x="241828" y="258039"/>
                        </a:lnTo>
                        <a:lnTo>
                          <a:pt x="239468" y="26057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</p:grpSp>
          </p:grpSp>
        </p:grp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92E50E7B-E82F-DF9A-A173-5E7873762EE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7" r="24638" b="1892"/>
          <a:stretch/>
        </p:blipFill>
        <p:spPr bwMode="auto">
          <a:xfrm>
            <a:off x="2731135" y="-1093"/>
            <a:ext cx="7174865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0871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space réservé du numéro de diapositive 5">
            <a:extLst>
              <a:ext uri="{FF2B5EF4-FFF2-40B4-BE49-F238E27FC236}">
                <a16:creationId xmlns:a16="http://schemas.microsoft.com/office/drawing/2014/main" id="{055307B6-FA53-0DEF-DD72-0FE7CED181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67600" y="640080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A1785ED-0357-43BC-90C1-41DAC23AFDB9}"/>
              </a:ext>
            </a:extLst>
          </p:cNvPr>
          <p:cNvSpPr txBox="1"/>
          <p:nvPr userDrawn="1"/>
        </p:nvSpPr>
        <p:spPr>
          <a:xfrm>
            <a:off x="228600" y="6477000"/>
            <a:ext cx="49549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fr-FR" sz="1000" spc="-10" dirty="0">
                <a:solidFill>
                  <a:schemeClr val="bg1"/>
                </a:solidFill>
                <a:latin typeface="Aptos" panose="020B0004020202020204" pitchFamily="34" charset="0"/>
                <a:cs typeface="Aparajita" panose="020B0604020202020204" pitchFamily="34" charset="0"/>
              </a:rPr>
              <a:t>Energy Community</a:t>
            </a:r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A94278A2-4A96-4C0D-7A65-4C51BE10EC15}"/>
              </a:ext>
            </a:extLst>
          </p:cNvPr>
          <p:cNvGrpSpPr/>
          <p:nvPr userDrawn="1"/>
        </p:nvGrpSpPr>
        <p:grpSpPr>
          <a:xfrm>
            <a:off x="9066185" y="414006"/>
            <a:ext cx="404293" cy="393065"/>
            <a:chOff x="9066185" y="414006"/>
            <a:chExt cx="404293" cy="393065"/>
          </a:xfrm>
        </p:grpSpPr>
        <p:pic>
          <p:nvPicPr>
            <p:cNvPr id="24" name="object 6">
              <a:extLst>
                <a:ext uri="{FF2B5EF4-FFF2-40B4-BE49-F238E27FC236}">
                  <a16:creationId xmlns:a16="http://schemas.microsoft.com/office/drawing/2014/main" id="{729EC1CD-33E7-57EE-0A8F-7F084CB312BE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066185" y="514000"/>
              <a:ext cx="154467" cy="193089"/>
            </a:xfrm>
            <a:prstGeom prst="rect">
              <a:avLst/>
            </a:prstGeom>
          </p:spPr>
        </p:pic>
        <p:sp>
          <p:nvSpPr>
            <p:cNvPr id="25" name="object 7">
              <a:extLst>
                <a:ext uri="{FF2B5EF4-FFF2-40B4-BE49-F238E27FC236}">
                  <a16:creationId xmlns:a16="http://schemas.microsoft.com/office/drawing/2014/main" id="{C71F8201-180D-7425-7CCE-530882148FEF}"/>
                </a:ext>
              </a:extLst>
            </p:cNvPr>
            <p:cNvSpPr/>
            <p:nvPr/>
          </p:nvSpPr>
          <p:spPr>
            <a:xfrm>
              <a:off x="9173298" y="414006"/>
              <a:ext cx="297180" cy="393065"/>
            </a:xfrm>
            <a:custGeom>
              <a:avLst/>
              <a:gdLst/>
              <a:ahLst/>
              <a:cxnLst/>
              <a:rect l="l" t="t" r="r" b="b"/>
              <a:pathLst>
                <a:path w="297179" h="393065">
                  <a:moveTo>
                    <a:pt x="296633" y="253098"/>
                  </a:moveTo>
                  <a:lnTo>
                    <a:pt x="294246" y="249999"/>
                  </a:lnTo>
                  <a:lnTo>
                    <a:pt x="160134" y="249999"/>
                  </a:lnTo>
                  <a:lnTo>
                    <a:pt x="158242" y="249999"/>
                  </a:lnTo>
                  <a:lnTo>
                    <a:pt x="156540" y="251053"/>
                  </a:lnTo>
                  <a:lnTo>
                    <a:pt x="129184" y="295503"/>
                  </a:lnTo>
                  <a:lnTo>
                    <a:pt x="95338" y="329057"/>
                  </a:lnTo>
                  <a:lnTo>
                    <a:pt x="54102" y="353402"/>
                  </a:lnTo>
                  <a:lnTo>
                    <a:pt x="5397" y="368554"/>
                  </a:lnTo>
                  <a:lnTo>
                    <a:pt x="749" y="369468"/>
                  </a:lnTo>
                  <a:lnTo>
                    <a:pt x="0" y="375615"/>
                  </a:lnTo>
                  <a:lnTo>
                    <a:pt x="4406" y="377367"/>
                  </a:lnTo>
                  <a:lnTo>
                    <a:pt x="48628" y="389864"/>
                  </a:lnTo>
                  <a:lnTo>
                    <a:pt x="93459" y="393001"/>
                  </a:lnTo>
                  <a:lnTo>
                    <a:pt x="137477" y="387502"/>
                  </a:lnTo>
                  <a:lnTo>
                    <a:pt x="179260" y="374103"/>
                  </a:lnTo>
                  <a:lnTo>
                    <a:pt x="217398" y="353529"/>
                  </a:lnTo>
                  <a:lnTo>
                    <a:pt x="250444" y="326517"/>
                  </a:lnTo>
                  <a:lnTo>
                    <a:pt x="276974" y="293789"/>
                  </a:lnTo>
                  <a:lnTo>
                    <a:pt x="295592" y="256082"/>
                  </a:lnTo>
                  <a:lnTo>
                    <a:pt x="296633" y="253098"/>
                  </a:lnTo>
                  <a:close/>
                </a:path>
                <a:path w="297179" h="393065">
                  <a:moveTo>
                    <a:pt x="296786" y="139852"/>
                  </a:moveTo>
                  <a:lnTo>
                    <a:pt x="273456" y="95097"/>
                  </a:lnTo>
                  <a:lnTo>
                    <a:pt x="243979" y="61023"/>
                  </a:lnTo>
                  <a:lnTo>
                    <a:pt x="208775" y="34417"/>
                  </a:lnTo>
                  <a:lnTo>
                    <a:pt x="169506" y="15328"/>
                  </a:lnTo>
                  <a:lnTo>
                    <a:pt x="127863" y="3835"/>
                  </a:lnTo>
                  <a:lnTo>
                    <a:pt x="85534" y="0"/>
                  </a:lnTo>
                  <a:lnTo>
                    <a:pt x="44183" y="3873"/>
                  </a:lnTo>
                  <a:lnTo>
                    <a:pt x="5511" y="15544"/>
                  </a:lnTo>
                  <a:lnTo>
                    <a:pt x="774" y="17526"/>
                  </a:lnTo>
                  <a:lnTo>
                    <a:pt x="1524" y="24104"/>
                  </a:lnTo>
                  <a:lnTo>
                    <a:pt x="6565" y="25146"/>
                  </a:lnTo>
                  <a:lnTo>
                    <a:pt x="54737" y="40233"/>
                  </a:lnTo>
                  <a:lnTo>
                    <a:pt x="95567" y="64528"/>
                  </a:lnTo>
                  <a:lnTo>
                    <a:pt x="129120" y="97955"/>
                  </a:lnTo>
                  <a:lnTo>
                    <a:pt x="156324" y="142201"/>
                  </a:lnTo>
                  <a:lnTo>
                    <a:pt x="158178" y="143357"/>
                  </a:lnTo>
                  <a:lnTo>
                    <a:pt x="290525" y="143357"/>
                  </a:lnTo>
                  <a:lnTo>
                    <a:pt x="294170" y="143357"/>
                  </a:lnTo>
                  <a:lnTo>
                    <a:pt x="296786" y="1398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55626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688" r:id="rId2"/>
    <p:sldLayoutId id="2147483689" r:id="rId3"/>
    <p:sldLayoutId id="2147483690" r:id="rId4"/>
    <p:sldLayoutId id="2147483691" r:id="rId5"/>
    <p:sldLayoutId id="2147483713" r:id="rId6"/>
    <p:sldLayoutId id="2147483714" r:id="rId7"/>
    <p:sldLayoutId id="2147483710" r:id="rId8"/>
    <p:sldLayoutId id="2147483711" r:id="rId9"/>
    <p:sldLayoutId id="2147483712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CADBA64-34CD-96A8-4151-19085E2B211F}"/>
              </a:ext>
            </a:extLst>
          </p:cNvPr>
          <p:cNvSpPr/>
          <p:nvPr userDrawn="1"/>
        </p:nvSpPr>
        <p:spPr>
          <a:xfrm>
            <a:off x="0" y="6400800"/>
            <a:ext cx="9906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0" name="object 5">
            <a:extLst>
              <a:ext uri="{FF2B5EF4-FFF2-40B4-BE49-F238E27FC236}">
                <a16:creationId xmlns:a16="http://schemas.microsoft.com/office/drawing/2014/main" id="{D4DBFB09-6413-469B-698A-736BB1F2A95F}"/>
              </a:ext>
            </a:extLst>
          </p:cNvPr>
          <p:cNvGrpSpPr/>
          <p:nvPr userDrawn="1"/>
        </p:nvGrpSpPr>
        <p:grpSpPr>
          <a:xfrm>
            <a:off x="9090247" y="413998"/>
            <a:ext cx="404495" cy="393065"/>
            <a:chOff x="9090247" y="413998"/>
            <a:chExt cx="404495" cy="393065"/>
          </a:xfrm>
        </p:grpSpPr>
        <p:pic>
          <p:nvPicPr>
            <p:cNvPr id="11" name="object 6">
              <a:extLst>
                <a:ext uri="{FF2B5EF4-FFF2-40B4-BE49-F238E27FC236}">
                  <a16:creationId xmlns:a16="http://schemas.microsoft.com/office/drawing/2014/main" id="{DEAD64F8-0778-75FC-2C7D-F948070334A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90247" y="514000"/>
              <a:ext cx="154467" cy="193089"/>
            </a:xfrm>
            <a:prstGeom prst="rect">
              <a:avLst/>
            </a:prstGeom>
          </p:spPr>
        </p:pic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C41B8600-7401-76D8-3FBA-314445A06E5B}"/>
                </a:ext>
              </a:extLst>
            </p:cNvPr>
            <p:cNvSpPr/>
            <p:nvPr/>
          </p:nvSpPr>
          <p:spPr>
            <a:xfrm>
              <a:off x="9197365" y="414006"/>
              <a:ext cx="297180" cy="393065"/>
            </a:xfrm>
            <a:custGeom>
              <a:avLst/>
              <a:gdLst/>
              <a:ahLst/>
              <a:cxnLst/>
              <a:rect l="l" t="t" r="r" b="b"/>
              <a:pathLst>
                <a:path w="297179" h="393065">
                  <a:moveTo>
                    <a:pt x="296633" y="253098"/>
                  </a:moveTo>
                  <a:lnTo>
                    <a:pt x="294246" y="249999"/>
                  </a:lnTo>
                  <a:lnTo>
                    <a:pt x="160134" y="249999"/>
                  </a:lnTo>
                  <a:lnTo>
                    <a:pt x="158242" y="249999"/>
                  </a:lnTo>
                  <a:lnTo>
                    <a:pt x="156527" y="251053"/>
                  </a:lnTo>
                  <a:lnTo>
                    <a:pt x="129184" y="295503"/>
                  </a:lnTo>
                  <a:lnTo>
                    <a:pt x="95326" y="329057"/>
                  </a:lnTo>
                  <a:lnTo>
                    <a:pt x="54102" y="353402"/>
                  </a:lnTo>
                  <a:lnTo>
                    <a:pt x="5397" y="368554"/>
                  </a:lnTo>
                  <a:lnTo>
                    <a:pt x="749" y="369468"/>
                  </a:lnTo>
                  <a:lnTo>
                    <a:pt x="0" y="375615"/>
                  </a:lnTo>
                  <a:lnTo>
                    <a:pt x="4406" y="377367"/>
                  </a:lnTo>
                  <a:lnTo>
                    <a:pt x="48628" y="389864"/>
                  </a:lnTo>
                  <a:lnTo>
                    <a:pt x="93459" y="393001"/>
                  </a:lnTo>
                  <a:lnTo>
                    <a:pt x="137477" y="387502"/>
                  </a:lnTo>
                  <a:lnTo>
                    <a:pt x="179260" y="374103"/>
                  </a:lnTo>
                  <a:lnTo>
                    <a:pt x="217385" y="353529"/>
                  </a:lnTo>
                  <a:lnTo>
                    <a:pt x="250444" y="326517"/>
                  </a:lnTo>
                  <a:lnTo>
                    <a:pt x="276974" y="293789"/>
                  </a:lnTo>
                  <a:lnTo>
                    <a:pt x="295592" y="256082"/>
                  </a:lnTo>
                  <a:lnTo>
                    <a:pt x="296633" y="253098"/>
                  </a:lnTo>
                  <a:close/>
                </a:path>
                <a:path w="297179" h="393065">
                  <a:moveTo>
                    <a:pt x="296773" y="139852"/>
                  </a:moveTo>
                  <a:lnTo>
                    <a:pt x="273443" y="95097"/>
                  </a:lnTo>
                  <a:lnTo>
                    <a:pt x="243979" y="61023"/>
                  </a:lnTo>
                  <a:lnTo>
                    <a:pt x="208775" y="34417"/>
                  </a:lnTo>
                  <a:lnTo>
                    <a:pt x="169506" y="15328"/>
                  </a:lnTo>
                  <a:lnTo>
                    <a:pt x="127863" y="3835"/>
                  </a:lnTo>
                  <a:lnTo>
                    <a:pt x="85521" y="0"/>
                  </a:lnTo>
                  <a:lnTo>
                    <a:pt x="44183" y="3873"/>
                  </a:lnTo>
                  <a:lnTo>
                    <a:pt x="5511" y="15544"/>
                  </a:lnTo>
                  <a:lnTo>
                    <a:pt x="774" y="17526"/>
                  </a:lnTo>
                  <a:lnTo>
                    <a:pt x="1524" y="24104"/>
                  </a:lnTo>
                  <a:lnTo>
                    <a:pt x="6553" y="25146"/>
                  </a:lnTo>
                  <a:lnTo>
                    <a:pt x="54724" y="40233"/>
                  </a:lnTo>
                  <a:lnTo>
                    <a:pt x="95567" y="64528"/>
                  </a:lnTo>
                  <a:lnTo>
                    <a:pt x="129120" y="97955"/>
                  </a:lnTo>
                  <a:lnTo>
                    <a:pt x="156311" y="142201"/>
                  </a:lnTo>
                  <a:lnTo>
                    <a:pt x="158165" y="143357"/>
                  </a:lnTo>
                  <a:lnTo>
                    <a:pt x="290512" y="143357"/>
                  </a:lnTo>
                  <a:lnTo>
                    <a:pt x="294170" y="143357"/>
                  </a:lnTo>
                  <a:lnTo>
                    <a:pt x="296773" y="139852"/>
                  </a:lnTo>
                  <a:close/>
                </a:path>
              </a:pathLst>
            </a:custGeom>
            <a:solidFill>
              <a:srgbClr val="0064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Espace réservé du numéro de diapositive 5">
            <a:extLst>
              <a:ext uri="{FF2B5EF4-FFF2-40B4-BE49-F238E27FC236}">
                <a16:creationId xmlns:a16="http://schemas.microsoft.com/office/drawing/2014/main" id="{A3B12474-0259-17B6-8544-9182CD80A6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67600" y="640080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1BC30C3C-4F67-31EC-1A0E-DC4AA65B8678}"/>
              </a:ext>
            </a:extLst>
          </p:cNvPr>
          <p:cNvSpPr txBox="1"/>
          <p:nvPr userDrawn="1"/>
        </p:nvSpPr>
        <p:spPr>
          <a:xfrm>
            <a:off x="228600" y="6461612"/>
            <a:ext cx="4954978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fr-FR" sz="1000" spc="-10" dirty="0">
                <a:solidFill>
                  <a:schemeClr val="bg1"/>
                </a:solidFill>
                <a:latin typeface="Aptos" panose="020B0004020202020204" pitchFamily="34" charset="0"/>
                <a:cs typeface="Aparajita" panose="020B0604020202020204" pitchFamily="34" charset="0"/>
              </a:rPr>
              <a:t>Energy Community</a:t>
            </a:r>
          </a:p>
        </p:txBody>
      </p:sp>
    </p:spTree>
    <p:extLst>
      <p:ext uri="{BB962C8B-B14F-4D97-AF65-F5344CB8AC3E}">
        <p14:creationId xmlns:p14="http://schemas.microsoft.com/office/powerpoint/2010/main" val="2172062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86" r:id="rId2"/>
    <p:sldLayoutId id="2147483685" r:id="rId3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5">
            <a:extLst>
              <a:ext uri="{FF2B5EF4-FFF2-40B4-BE49-F238E27FC236}">
                <a16:creationId xmlns:a16="http://schemas.microsoft.com/office/drawing/2014/main" id="{ECA27935-26A3-8C9E-A443-1AFC9591B546}"/>
              </a:ext>
            </a:extLst>
          </p:cNvPr>
          <p:cNvSpPr/>
          <p:nvPr userDrawn="1"/>
        </p:nvSpPr>
        <p:spPr>
          <a:xfrm>
            <a:off x="413994" y="6259728"/>
            <a:ext cx="63500" cy="184785"/>
          </a:xfrm>
          <a:custGeom>
            <a:avLst/>
            <a:gdLst/>
            <a:ahLst/>
            <a:cxnLst/>
            <a:rect l="l" t="t" r="r" b="b"/>
            <a:pathLst>
              <a:path w="63500" h="184785">
                <a:moveTo>
                  <a:pt x="63004" y="0"/>
                </a:moveTo>
                <a:lnTo>
                  <a:pt x="0" y="0"/>
                </a:lnTo>
                <a:lnTo>
                  <a:pt x="0" y="184277"/>
                </a:lnTo>
                <a:lnTo>
                  <a:pt x="63004" y="184277"/>
                </a:lnTo>
                <a:lnTo>
                  <a:pt x="63004" y="0"/>
                </a:lnTo>
                <a:close/>
              </a:path>
            </a:pathLst>
          </a:custGeom>
          <a:solidFill>
            <a:srgbClr val="005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7">
            <a:extLst>
              <a:ext uri="{FF2B5EF4-FFF2-40B4-BE49-F238E27FC236}">
                <a16:creationId xmlns:a16="http://schemas.microsoft.com/office/drawing/2014/main" id="{A2425A54-B3BD-231D-5128-125A7D73C116}"/>
              </a:ext>
            </a:extLst>
          </p:cNvPr>
          <p:cNvGrpSpPr/>
          <p:nvPr userDrawn="1"/>
        </p:nvGrpSpPr>
        <p:grpSpPr>
          <a:xfrm>
            <a:off x="415105" y="2565707"/>
            <a:ext cx="1955164" cy="863600"/>
            <a:chOff x="415105" y="2565707"/>
            <a:chExt cx="1955164" cy="863600"/>
          </a:xfrm>
        </p:grpSpPr>
        <p:pic>
          <p:nvPicPr>
            <p:cNvPr id="12" name="object 8">
              <a:extLst>
                <a:ext uri="{FF2B5EF4-FFF2-40B4-BE49-F238E27FC236}">
                  <a16:creationId xmlns:a16="http://schemas.microsoft.com/office/drawing/2014/main" id="{4734CC89-A381-1068-A6B1-6DC77F7578D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21487" y="3236360"/>
              <a:ext cx="147762" cy="192646"/>
            </a:xfrm>
            <a:prstGeom prst="rect">
              <a:avLst/>
            </a:prstGeom>
          </p:spPr>
        </p:pic>
        <p:pic>
          <p:nvPicPr>
            <p:cNvPr id="13" name="object 9">
              <a:extLst>
                <a:ext uri="{FF2B5EF4-FFF2-40B4-BE49-F238E27FC236}">
                  <a16:creationId xmlns:a16="http://schemas.microsoft.com/office/drawing/2014/main" id="{C533884C-988E-55C9-2A03-81E6B292266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5105" y="2565707"/>
              <a:ext cx="1954570" cy="863286"/>
            </a:xfrm>
            <a:prstGeom prst="rect">
              <a:avLst/>
            </a:prstGeom>
          </p:spPr>
        </p:pic>
      </p:grpSp>
      <p:sp>
        <p:nvSpPr>
          <p:cNvPr id="14" name="object 6">
            <a:extLst>
              <a:ext uri="{FF2B5EF4-FFF2-40B4-BE49-F238E27FC236}">
                <a16:creationId xmlns:a16="http://schemas.microsoft.com/office/drawing/2014/main" id="{A0AD03BB-AB97-8DFB-8076-316E72FBD42C}"/>
              </a:ext>
            </a:extLst>
          </p:cNvPr>
          <p:cNvSpPr txBox="1"/>
          <p:nvPr userDrawn="1"/>
        </p:nvSpPr>
        <p:spPr>
          <a:xfrm>
            <a:off x="401299" y="378255"/>
            <a:ext cx="3193415" cy="16106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fr-FR" sz="950" b="1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Le</a:t>
            </a:r>
            <a:r>
              <a:rPr lang="fr-FR"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b="1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Citepa</a:t>
            </a:r>
            <a:r>
              <a:rPr sz="950" b="1" spc="-15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b="1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est</a:t>
            </a:r>
            <a:r>
              <a:rPr sz="950" b="1" spc="-15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b="1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une</a:t>
            </a:r>
            <a:r>
              <a:rPr sz="950" b="1" spc="-15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association</a:t>
            </a:r>
            <a:r>
              <a:rPr sz="950" b="1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b="1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qui</a:t>
            </a:r>
            <a:r>
              <a:rPr sz="950" b="1" spc="-15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b="1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guide</a:t>
            </a:r>
            <a:r>
              <a:rPr sz="950" b="1" spc="-15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b="1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les</a:t>
            </a:r>
            <a:r>
              <a:rPr sz="950" b="1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b="1" spc="-1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acteurs</a:t>
            </a:r>
            <a:endParaRPr lang="fr-FR" sz="950" noProof="0" dirty="0">
              <a:latin typeface="Aptos" panose="020B0004020202020204" pitchFamily="34" charset="0"/>
              <a:cs typeface="Circular Std Bold Italic"/>
            </a:endParaRPr>
          </a:p>
          <a:p>
            <a:pPr marL="12700" algn="l">
              <a:lnSpc>
                <a:spcPct val="100000"/>
              </a:lnSpc>
            </a:pPr>
            <a:r>
              <a:rPr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de</a:t>
            </a:r>
            <a:r>
              <a:rPr sz="950" b="1" spc="-15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la</a:t>
            </a:r>
            <a:r>
              <a:rPr sz="950" b="1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transition</a:t>
            </a:r>
            <a:r>
              <a:rPr sz="950" b="1" spc="-15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b="1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écologique</a:t>
            </a:r>
            <a:r>
              <a:rPr sz="950" b="1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en</a:t>
            </a:r>
            <a:r>
              <a:rPr sz="950" b="1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France</a:t>
            </a:r>
            <a:r>
              <a:rPr sz="950" b="1" spc="-15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et</a:t>
            </a:r>
            <a:r>
              <a:rPr sz="950" b="1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dans</a:t>
            </a:r>
            <a:r>
              <a:rPr sz="950" b="1" spc="-15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le</a:t>
            </a:r>
            <a:r>
              <a:rPr sz="950" b="1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monde.</a:t>
            </a:r>
            <a:endParaRPr sz="950" dirty="0">
              <a:latin typeface="Aptos" panose="020B0004020202020204" pitchFamily="34" charset="0"/>
              <a:cs typeface="Circular Std Bold Italic"/>
            </a:endParaRPr>
          </a:p>
          <a:p>
            <a:pPr marL="12700" marR="291465" algn="l">
              <a:lnSpc>
                <a:spcPct val="100000"/>
              </a:lnSpc>
              <a:spcBef>
                <a:spcPts val="1140"/>
              </a:spcBef>
            </a:pP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Elle</a:t>
            </a:r>
            <a:r>
              <a:rPr sz="950" spc="-2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spc="-1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évalue</a:t>
            </a:r>
            <a:r>
              <a:rPr sz="950" spc="-2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l’impact</a:t>
            </a:r>
            <a:r>
              <a:rPr sz="950" spc="-2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des</a:t>
            </a:r>
            <a:r>
              <a:rPr sz="950" spc="-2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activités</a:t>
            </a:r>
            <a:r>
              <a:rPr sz="950" spc="-2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humaines</a:t>
            </a:r>
            <a:r>
              <a:rPr sz="950" spc="-2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sur</a:t>
            </a:r>
            <a:r>
              <a:rPr sz="950" spc="-4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le</a:t>
            </a:r>
            <a:r>
              <a:rPr sz="950" spc="-2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spc="-1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climat</a:t>
            </a:r>
            <a:r>
              <a:rPr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et</a:t>
            </a:r>
            <a:r>
              <a:rPr sz="950" spc="-15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la</a:t>
            </a:r>
            <a:r>
              <a:rPr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pollution</a:t>
            </a:r>
            <a:r>
              <a:rPr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spc="-1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atmosphérique</a:t>
            </a:r>
            <a:r>
              <a:rPr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.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Elle</a:t>
            </a:r>
            <a:r>
              <a:rPr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produit</a:t>
            </a:r>
            <a:r>
              <a:rPr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des</a:t>
            </a:r>
            <a:r>
              <a:rPr sz="950" spc="-15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spc="-1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données</a:t>
            </a:r>
            <a:r>
              <a:rPr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de</a:t>
            </a:r>
            <a:r>
              <a:rPr sz="950" spc="-15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spc="-1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référence</a:t>
            </a:r>
            <a:r>
              <a:rPr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et</a:t>
            </a:r>
            <a:r>
              <a:rPr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spc="-1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développe</a:t>
            </a:r>
            <a:r>
              <a:rPr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des</a:t>
            </a:r>
            <a:r>
              <a:rPr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solutions</a:t>
            </a:r>
            <a:r>
              <a:rPr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pour</a:t>
            </a:r>
            <a:r>
              <a:rPr sz="950" spc="-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spc="-1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favoriser</a:t>
            </a:r>
            <a:br>
              <a:rPr lang="fr-FR"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</a:b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la</a:t>
            </a:r>
            <a:r>
              <a:rPr sz="950" spc="-15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réduction</a:t>
            </a:r>
            <a:r>
              <a:rPr sz="950" spc="-15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des</a:t>
            </a:r>
            <a:r>
              <a:rPr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émissions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,</a:t>
            </a:r>
            <a:r>
              <a:rPr sz="950" spc="-15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spc="-1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l’amélioration</a:t>
            </a:r>
            <a:r>
              <a:rPr sz="950" spc="-15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de</a:t>
            </a:r>
            <a:r>
              <a:rPr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la</a:t>
            </a:r>
            <a:r>
              <a:rPr sz="950" spc="-15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qualité</a:t>
            </a:r>
            <a:r>
              <a:rPr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de</a:t>
            </a:r>
            <a:r>
              <a:rPr sz="950" spc="-15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spc="-2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l’air</a:t>
            </a:r>
            <a:r>
              <a:rPr sz="950" spc="-2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et</a:t>
            </a:r>
            <a:r>
              <a:rPr sz="950" spc="-25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spc="-1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l’adaptation</a:t>
            </a:r>
            <a:r>
              <a:rPr sz="950" spc="-2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au</a:t>
            </a:r>
            <a:r>
              <a:rPr sz="950" spc="-25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changement</a:t>
            </a:r>
            <a:r>
              <a:rPr sz="950" spc="-2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spc="-1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climatique</a:t>
            </a:r>
            <a:r>
              <a:rPr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.</a:t>
            </a:r>
            <a:endParaRPr sz="950" dirty="0">
              <a:latin typeface="Aptos" panose="020B0004020202020204" pitchFamily="34" charset="0"/>
              <a:cs typeface="Circular Std Bold Italic"/>
            </a:endParaRPr>
          </a:p>
          <a:p>
            <a:pPr marL="12700" marR="211454" algn="l">
              <a:lnSpc>
                <a:spcPct val="100000"/>
              </a:lnSpc>
              <a:spcBef>
                <a:spcPts val="1140"/>
              </a:spcBef>
            </a:pP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Notre</a:t>
            </a:r>
            <a:r>
              <a:rPr sz="950" spc="-5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équipe</a:t>
            </a:r>
            <a:r>
              <a:rPr sz="950" spc="-5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spc="-1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pluridisciplinaire</a:t>
            </a:r>
            <a:r>
              <a:rPr sz="950" spc="-5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participe</a:t>
            </a:r>
            <a:r>
              <a:rPr sz="950" spc="-5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à</a:t>
            </a:r>
            <a:r>
              <a:rPr sz="950" spc="-5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la</a:t>
            </a:r>
            <a:r>
              <a:rPr sz="950" spc="-5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construction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d’un</a:t>
            </a:r>
            <a:r>
              <a:rPr sz="950" spc="-4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monde</a:t>
            </a:r>
            <a:r>
              <a:rPr sz="950" spc="-35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durable.</a:t>
            </a:r>
            <a:endParaRPr sz="950" dirty="0">
              <a:latin typeface="Aptos" panose="020B0004020202020204" pitchFamily="34" charset="0"/>
              <a:cs typeface="Circular Std Bold Italic"/>
            </a:endParaRPr>
          </a:p>
        </p:txBody>
      </p:sp>
      <p:sp>
        <p:nvSpPr>
          <p:cNvPr id="16" name="object 3">
            <a:extLst>
              <a:ext uri="{FF2B5EF4-FFF2-40B4-BE49-F238E27FC236}">
                <a16:creationId xmlns:a16="http://schemas.microsoft.com/office/drawing/2014/main" id="{8C455971-B917-544C-294C-FADEE90DBCCC}"/>
              </a:ext>
            </a:extLst>
          </p:cNvPr>
          <p:cNvSpPr txBox="1"/>
          <p:nvPr userDrawn="1"/>
        </p:nvSpPr>
        <p:spPr>
          <a:xfrm>
            <a:off x="1913346" y="6219305"/>
            <a:ext cx="721360" cy="256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850"/>
              </a:lnSpc>
              <a:spcBef>
                <a:spcPts val="100"/>
              </a:spcBef>
            </a:pPr>
            <a:r>
              <a:rPr sz="750" dirty="0">
                <a:solidFill>
                  <a:srgbClr val="005399"/>
                </a:solidFill>
                <a:latin typeface="Aptos"/>
                <a:cs typeface="Aptos"/>
              </a:rPr>
              <a:t>01</a:t>
            </a:r>
            <a:r>
              <a:rPr sz="750" spc="-10" dirty="0">
                <a:solidFill>
                  <a:srgbClr val="005399"/>
                </a:solidFill>
                <a:latin typeface="Aptos"/>
                <a:cs typeface="Aptos"/>
              </a:rPr>
              <a:t> </a:t>
            </a:r>
            <a:r>
              <a:rPr sz="750" dirty="0">
                <a:solidFill>
                  <a:srgbClr val="005399"/>
                </a:solidFill>
                <a:latin typeface="Aptos"/>
                <a:cs typeface="Aptos"/>
              </a:rPr>
              <a:t>44</a:t>
            </a:r>
            <a:r>
              <a:rPr sz="750" spc="-10" dirty="0">
                <a:solidFill>
                  <a:srgbClr val="005399"/>
                </a:solidFill>
                <a:latin typeface="Aptos"/>
                <a:cs typeface="Aptos"/>
              </a:rPr>
              <a:t> </a:t>
            </a:r>
            <a:r>
              <a:rPr sz="750" dirty="0">
                <a:solidFill>
                  <a:srgbClr val="005399"/>
                </a:solidFill>
                <a:latin typeface="Aptos"/>
                <a:cs typeface="Aptos"/>
              </a:rPr>
              <a:t>83</a:t>
            </a:r>
            <a:r>
              <a:rPr sz="750" spc="-10" dirty="0">
                <a:solidFill>
                  <a:srgbClr val="005399"/>
                </a:solidFill>
                <a:latin typeface="Aptos"/>
                <a:cs typeface="Aptos"/>
              </a:rPr>
              <a:t> </a:t>
            </a:r>
            <a:r>
              <a:rPr sz="750" dirty="0">
                <a:solidFill>
                  <a:srgbClr val="005399"/>
                </a:solidFill>
                <a:latin typeface="Aptos"/>
                <a:cs typeface="Aptos"/>
              </a:rPr>
              <a:t>68</a:t>
            </a:r>
            <a:r>
              <a:rPr sz="750" spc="-10" dirty="0">
                <a:solidFill>
                  <a:srgbClr val="005399"/>
                </a:solidFill>
                <a:latin typeface="Aptos"/>
                <a:cs typeface="Aptos"/>
              </a:rPr>
              <a:t> </a:t>
            </a:r>
            <a:r>
              <a:rPr sz="750" spc="-25" dirty="0">
                <a:solidFill>
                  <a:srgbClr val="005399"/>
                </a:solidFill>
                <a:latin typeface="Aptos"/>
                <a:cs typeface="Aptos"/>
              </a:rPr>
              <a:t>83</a:t>
            </a:r>
            <a:endParaRPr lang="fr-FR" sz="750" spc="-25" dirty="0">
              <a:solidFill>
                <a:srgbClr val="005399"/>
              </a:solidFill>
              <a:latin typeface="Aptos"/>
              <a:cs typeface="Aptos"/>
            </a:endParaRPr>
          </a:p>
          <a:p>
            <a:pPr marL="12700">
              <a:lnSpc>
                <a:spcPts val="850"/>
              </a:lnSpc>
              <a:spcBef>
                <a:spcPts val="100"/>
              </a:spcBef>
            </a:pPr>
            <a:r>
              <a:rPr lang="fr-FR" sz="750" u="none" spc="-25" dirty="0">
                <a:ln>
                  <a:noFill/>
                </a:ln>
                <a:solidFill>
                  <a:srgbClr val="005399"/>
                </a:solidFill>
                <a:latin typeface="Aptos"/>
                <a:cs typeface="Aptos"/>
              </a:rPr>
              <a:t>infos@citepa.org</a:t>
            </a:r>
            <a:endParaRPr sz="750" u="none" dirty="0">
              <a:ln>
                <a:noFill/>
              </a:ln>
              <a:solidFill>
                <a:srgbClr val="000000"/>
              </a:solidFill>
              <a:latin typeface="Aptos"/>
              <a:cs typeface="Aptos"/>
            </a:endParaRPr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0881AB3C-389A-A3D1-615C-4B324CA43F9B}"/>
              </a:ext>
            </a:extLst>
          </p:cNvPr>
          <p:cNvSpPr txBox="1"/>
          <p:nvPr userDrawn="1"/>
        </p:nvSpPr>
        <p:spPr>
          <a:xfrm>
            <a:off x="2971859" y="6346337"/>
            <a:ext cx="46164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>
                <a:solidFill>
                  <a:srgbClr val="29A457"/>
                </a:solidFill>
                <a:latin typeface="Aptos"/>
                <a:cs typeface="Aptos"/>
              </a:rPr>
              <a:t>citepa.org</a:t>
            </a:r>
            <a:endParaRPr sz="750">
              <a:latin typeface="Aptos"/>
              <a:cs typeface="Aptos"/>
            </a:endParaRPr>
          </a:p>
        </p:txBody>
      </p:sp>
      <p:sp>
        <p:nvSpPr>
          <p:cNvPr id="20" name="object 2">
            <a:extLst>
              <a:ext uri="{FF2B5EF4-FFF2-40B4-BE49-F238E27FC236}">
                <a16:creationId xmlns:a16="http://schemas.microsoft.com/office/drawing/2014/main" id="{DB0E6786-D142-72FF-AE9E-265D448C22B5}"/>
              </a:ext>
            </a:extLst>
          </p:cNvPr>
          <p:cNvSpPr txBox="1"/>
          <p:nvPr userDrawn="1"/>
        </p:nvSpPr>
        <p:spPr>
          <a:xfrm>
            <a:off x="779299" y="6244705"/>
            <a:ext cx="728345" cy="24193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800"/>
              </a:lnSpc>
              <a:spcBef>
                <a:spcPts val="210"/>
              </a:spcBef>
            </a:pPr>
            <a:r>
              <a:rPr sz="750">
                <a:solidFill>
                  <a:srgbClr val="005399"/>
                </a:solidFill>
                <a:latin typeface="Aptos"/>
                <a:cs typeface="Aptos"/>
              </a:rPr>
              <a:t>42</a:t>
            </a:r>
            <a:r>
              <a:rPr sz="750" spc="-20">
                <a:solidFill>
                  <a:srgbClr val="005399"/>
                </a:solidFill>
                <a:latin typeface="Aptos"/>
                <a:cs typeface="Aptos"/>
              </a:rPr>
              <a:t> </a:t>
            </a:r>
            <a:r>
              <a:rPr sz="750">
                <a:solidFill>
                  <a:srgbClr val="005399"/>
                </a:solidFill>
                <a:latin typeface="Aptos"/>
                <a:cs typeface="Aptos"/>
              </a:rPr>
              <a:t>rue</a:t>
            </a:r>
            <a:r>
              <a:rPr sz="750" spc="-15">
                <a:solidFill>
                  <a:srgbClr val="005399"/>
                </a:solidFill>
                <a:latin typeface="Aptos"/>
                <a:cs typeface="Aptos"/>
              </a:rPr>
              <a:t> </a:t>
            </a:r>
            <a:r>
              <a:rPr sz="750">
                <a:solidFill>
                  <a:srgbClr val="005399"/>
                </a:solidFill>
                <a:latin typeface="Aptos"/>
                <a:cs typeface="Aptos"/>
              </a:rPr>
              <a:t>de</a:t>
            </a:r>
            <a:r>
              <a:rPr sz="750" spc="-15">
                <a:solidFill>
                  <a:srgbClr val="005399"/>
                </a:solidFill>
                <a:latin typeface="Aptos"/>
                <a:cs typeface="Aptos"/>
              </a:rPr>
              <a:t> </a:t>
            </a:r>
            <a:r>
              <a:rPr sz="750" spc="-10">
                <a:solidFill>
                  <a:srgbClr val="005399"/>
                </a:solidFill>
                <a:latin typeface="Aptos"/>
                <a:cs typeface="Aptos"/>
              </a:rPr>
              <a:t>Paradis</a:t>
            </a:r>
            <a:r>
              <a:rPr sz="750" spc="500">
                <a:solidFill>
                  <a:srgbClr val="005399"/>
                </a:solidFill>
                <a:latin typeface="Aptos"/>
                <a:cs typeface="Aptos"/>
              </a:rPr>
              <a:t> </a:t>
            </a:r>
            <a:r>
              <a:rPr sz="750">
                <a:solidFill>
                  <a:srgbClr val="005399"/>
                </a:solidFill>
                <a:latin typeface="Aptos"/>
                <a:cs typeface="Aptos"/>
              </a:rPr>
              <a:t>75010</a:t>
            </a:r>
            <a:r>
              <a:rPr sz="750" spc="-25">
                <a:solidFill>
                  <a:srgbClr val="005399"/>
                </a:solidFill>
                <a:latin typeface="Aptos"/>
                <a:cs typeface="Aptos"/>
              </a:rPr>
              <a:t> </a:t>
            </a:r>
            <a:r>
              <a:rPr sz="750" spc="-10">
                <a:solidFill>
                  <a:srgbClr val="005399"/>
                </a:solidFill>
                <a:latin typeface="Aptos"/>
                <a:cs typeface="Aptos"/>
              </a:rPr>
              <a:t>Paris</a:t>
            </a:r>
            <a:endParaRPr sz="750">
              <a:latin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836116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59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space réservé du numéro de diapositive 5">
            <a:extLst>
              <a:ext uri="{FF2B5EF4-FFF2-40B4-BE49-F238E27FC236}">
                <a16:creationId xmlns:a16="http://schemas.microsoft.com/office/drawing/2014/main" id="{055307B6-FA53-0DEF-DD72-0FE7CED181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67600" y="640080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A1785ED-0357-43BC-90C1-41DAC23AFDB9}"/>
              </a:ext>
            </a:extLst>
          </p:cNvPr>
          <p:cNvSpPr txBox="1"/>
          <p:nvPr userDrawn="1"/>
        </p:nvSpPr>
        <p:spPr>
          <a:xfrm>
            <a:off x="228600" y="6477000"/>
            <a:ext cx="49549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fr-FR" sz="1000" spc="-10" dirty="0">
                <a:solidFill>
                  <a:schemeClr val="bg1"/>
                </a:solidFill>
                <a:latin typeface="Aptos" panose="020B0004020202020204" pitchFamily="34" charset="0"/>
                <a:cs typeface="Aparajita" panose="020B0604020202020204" pitchFamily="34" charset="0"/>
              </a:rPr>
              <a:t>Energy Community</a:t>
            </a:r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A94278A2-4A96-4C0D-7A65-4C51BE10EC15}"/>
              </a:ext>
            </a:extLst>
          </p:cNvPr>
          <p:cNvGrpSpPr/>
          <p:nvPr userDrawn="1"/>
        </p:nvGrpSpPr>
        <p:grpSpPr>
          <a:xfrm>
            <a:off x="9066185" y="414006"/>
            <a:ext cx="404293" cy="393065"/>
            <a:chOff x="9066185" y="414006"/>
            <a:chExt cx="404293" cy="393065"/>
          </a:xfrm>
        </p:grpSpPr>
        <p:pic>
          <p:nvPicPr>
            <p:cNvPr id="24" name="object 6">
              <a:extLst>
                <a:ext uri="{FF2B5EF4-FFF2-40B4-BE49-F238E27FC236}">
                  <a16:creationId xmlns:a16="http://schemas.microsoft.com/office/drawing/2014/main" id="{729EC1CD-33E7-57EE-0A8F-7F084CB312BE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066185" y="514000"/>
              <a:ext cx="154467" cy="193089"/>
            </a:xfrm>
            <a:prstGeom prst="rect">
              <a:avLst/>
            </a:prstGeom>
          </p:spPr>
        </p:pic>
        <p:sp>
          <p:nvSpPr>
            <p:cNvPr id="25" name="object 7">
              <a:extLst>
                <a:ext uri="{FF2B5EF4-FFF2-40B4-BE49-F238E27FC236}">
                  <a16:creationId xmlns:a16="http://schemas.microsoft.com/office/drawing/2014/main" id="{C71F8201-180D-7425-7CCE-530882148FEF}"/>
                </a:ext>
              </a:extLst>
            </p:cNvPr>
            <p:cNvSpPr/>
            <p:nvPr/>
          </p:nvSpPr>
          <p:spPr>
            <a:xfrm>
              <a:off x="9173298" y="414006"/>
              <a:ext cx="297180" cy="393065"/>
            </a:xfrm>
            <a:custGeom>
              <a:avLst/>
              <a:gdLst/>
              <a:ahLst/>
              <a:cxnLst/>
              <a:rect l="l" t="t" r="r" b="b"/>
              <a:pathLst>
                <a:path w="297179" h="393065">
                  <a:moveTo>
                    <a:pt x="296633" y="253098"/>
                  </a:moveTo>
                  <a:lnTo>
                    <a:pt x="294246" y="249999"/>
                  </a:lnTo>
                  <a:lnTo>
                    <a:pt x="160134" y="249999"/>
                  </a:lnTo>
                  <a:lnTo>
                    <a:pt x="158242" y="249999"/>
                  </a:lnTo>
                  <a:lnTo>
                    <a:pt x="156540" y="251053"/>
                  </a:lnTo>
                  <a:lnTo>
                    <a:pt x="129184" y="295503"/>
                  </a:lnTo>
                  <a:lnTo>
                    <a:pt x="95338" y="329057"/>
                  </a:lnTo>
                  <a:lnTo>
                    <a:pt x="54102" y="353402"/>
                  </a:lnTo>
                  <a:lnTo>
                    <a:pt x="5397" y="368554"/>
                  </a:lnTo>
                  <a:lnTo>
                    <a:pt x="749" y="369468"/>
                  </a:lnTo>
                  <a:lnTo>
                    <a:pt x="0" y="375615"/>
                  </a:lnTo>
                  <a:lnTo>
                    <a:pt x="4406" y="377367"/>
                  </a:lnTo>
                  <a:lnTo>
                    <a:pt x="48628" y="389864"/>
                  </a:lnTo>
                  <a:lnTo>
                    <a:pt x="93459" y="393001"/>
                  </a:lnTo>
                  <a:lnTo>
                    <a:pt x="137477" y="387502"/>
                  </a:lnTo>
                  <a:lnTo>
                    <a:pt x="179260" y="374103"/>
                  </a:lnTo>
                  <a:lnTo>
                    <a:pt x="217398" y="353529"/>
                  </a:lnTo>
                  <a:lnTo>
                    <a:pt x="250444" y="326517"/>
                  </a:lnTo>
                  <a:lnTo>
                    <a:pt x="276974" y="293789"/>
                  </a:lnTo>
                  <a:lnTo>
                    <a:pt x="295592" y="256082"/>
                  </a:lnTo>
                  <a:lnTo>
                    <a:pt x="296633" y="253098"/>
                  </a:lnTo>
                  <a:close/>
                </a:path>
                <a:path w="297179" h="393065">
                  <a:moveTo>
                    <a:pt x="296786" y="139852"/>
                  </a:moveTo>
                  <a:lnTo>
                    <a:pt x="273456" y="95097"/>
                  </a:lnTo>
                  <a:lnTo>
                    <a:pt x="243979" y="61023"/>
                  </a:lnTo>
                  <a:lnTo>
                    <a:pt x="208775" y="34417"/>
                  </a:lnTo>
                  <a:lnTo>
                    <a:pt x="169506" y="15328"/>
                  </a:lnTo>
                  <a:lnTo>
                    <a:pt x="127863" y="3835"/>
                  </a:lnTo>
                  <a:lnTo>
                    <a:pt x="85534" y="0"/>
                  </a:lnTo>
                  <a:lnTo>
                    <a:pt x="44183" y="3873"/>
                  </a:lnTo>
                  <a:lnTo>
                    <a:pt x="5511" y="15544"/>
                  </a:lnTo>
                  <a:lnTo>
                    <a:pt x="774" y="17526"/>
                  </a:lnTo>
                  <a:lnTo>
                    <a:pt x="1524" y="24104"/>
                  </a:lnTo>
                  <a:lnTo>
                    <a:pt x="6565" y="25146"/>
                  </a:lnTo>
                  <a:lnTo>
                    <a:pt x="54737" y="40233"/>
                  </a:lnTo>
                  <a:lnTo>
                    <a:pt x="95567" y="64528"/>
                  </a:lnTo>
                  <a:lnTo>
                    <a:pt x="129120" y="97955"/>
                  </a:lnTo>
                  <a:lnTo>
                    <a:pt x="156324" y="142201"/>
                  </a:lnTo>
                  <a:lnTo>
                    <a:pt x="158178" y="143357"/>
                  </a:lnTo>
                  <a:lnTo>
                    <a:pt x="290525" y="143357"/>
                  </a:lnTo>
                  <a:lnTo>
                    <a:pt x="294170" y="143357"/>
                  </a:lnTo>
                  <a:lnTo>
                    <a:pt x="296786" y="1398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55626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7" r:id="rId2"/>
    <p:sldLayoutId id="2147483705" r:id="rId3"/>
    <p:sldLayoutId id="2147483704" r:id="rId4"/>
    <p:sldLayoutId id="2147483703" r:id="rId5"/>
    <p:sldLayoutId id="2147483701" r:id="rId6"/>
    <p:sldLayoutId id="2147483707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CADBA64-34CD-96A8-4151-19085E2B211F}"/>
              </a:ext>
            </a:extLst>
          </p:cNvPr>
          <p:cNvSpPr/>
          <p:nvPr userDrawn="1"/>
        </p:nvSpPr>
        <p:spPr>
          <a:xfrm>
            <a:off x="0" y="6400800"/>
            <a:ext cx="9906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0" name="object 5">
            <a:extLst>
              <a:ext uri="{FF2B5EF4-FFF2-40B4-BE49-F238E27FC236}">
                <a16:creationId xmlns:a16="http://schemas.microsoft.com/office/drawing/2014/main" id="{D4DBFB09-6413-469B-698A-736BB1F2A95F}"/>
              </a:ext>
            </a:extLst>
          </p:cNvPr>
          <p:cNvGrpSpPr/>
          <p:nvPr userDrawn="1"/>
        </p:nvGrpSpPr>
        <p:grpSpPr>
          <a:xfrm>
            <a:off x="9090247" y="413998"/>
            <a:ext cx="404495" cy="393065"/>
            <a:chOff x="9090247" y="413998"/>
            <a:chExt cx="404495" cy="393065"/>
          </a:xfrm>
        </p:grpSpPr>
        <p:pic>
          <p:nvPicPr>
            <p:cNvPr id="11" name="object 6">
              <a:extLst>
                <a:ext uri="{FF2B5EF4-FFF2-40B4-BE49-F238E27FC236}">
                  <a16:creationId xmlns:a16="http://schemas.microsoft.com/office/drawing/2014/main" id="{DEAD64F8-0778-75FC-2C7D-F948070334AB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90247" y="514000"/>
              <a:ext cx="154467" cy="193089"/>
            </a:xfrm>
            <a:prstGeom prst="rect">
              <a:avLst/>
            </a:prstGeom>
          </p:spPr>
        </p:pic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C41B8600-7401-76D8-3FBA-314445A06E5B}"/>
                </a:ext>
              </a:extLst>
            </p:cNvPr>
            <p:cNvSpPr/>
            <p:nvPr/>
          </p:nvSpPr>
          <p:spPr>
            <a:xfrm>
              <a:off x="9197365" y="414006"/>
              <a:ext cx="297180" cy="393065"/>
            </a:xfrm>
            <a:custGeom>
              <a:avLst/>
              <a:gdLst/>
              <a:ahLst/>
              <a:cxnLst/>
              <a:rect l="l" t="t" r="r" b="b"/>
              <a:pathLst>
                <a:path w="297179" h="393065">
                  <a:moveTo>
                    <a:pt x="296633" y="253098"/>
                  </a:moveTo>
                  <a:lnTo>
                    <a:pt x="294246" y="249999"/>
                  </a:lnTo>
                  <a:lnTo>
                    <a:pt x="160134" y="249999"/>
                  </a:lnTo>
                  <a:lnTo>
                    <a:pt x="158242" y="249999"/>
                  </a:lnTo>
                  <a:lnTo>
                    <a:pt x="156527" y="251053"/>
                  </a:lnTo>
                  <a:lnTo>
                    <a:pt x="129184" y="295503"/>
                  </a:lnTo>
                  <a:lnTo>
                    <a:pt x="95326" y="329057"/>
                  </a:lnTo>
                  <a:lnTo>
                    <a:pt x="54102" y="353402"/>
                  </a:lnTo>
                  <a:lnTo>
                    <a:pt x="5397" y="368554"/>
                  </a:lnTo>
                  <a:lnTo>
                    <a:pt x="749" y="369468"/>
                  </a:lnTo>
                  <a:lnTo>
                    <a:pt x="0" y="375615"/>
                  </a:lnTo>
                  <a:lnTo>
                    <a:pt x="4406" y="377367"/>
                  </a:lnTo>
                  <a:lnTo>
                    <a:pt x="48628" y="389864"/>
                  </a:lnTo>
                  <a:lnTo>
                    <a:pt x="93459" y="393001"/>
                  </a:lnTo>
                  <a:lnTo>
                    <a:pt x="137477" y="387502"/>
                  </a:lnTo>
                  <a:lnTo>
                    <a:pt x="179260" y="374103"/>
                  </a:lnTo>
                  <a:lnTo>
                    <a:pt x="217385" y="353529"/>
                  </a:lnTo>
                  <a:lnTo>
                    <a:pt x="250444" y="326517"/>
                  </a:lnTo>
                  <a:lnTo>
                    <a:pt x="276974" y="293789"/>
                  </a:lnTo>
                  <a:lnTo>
                    <a:pt x="295592" y="256082"/>
                  </a:lnTo>
                  <a:lnTo>
                    <a:pt x="296633" y="253098"/>
                  </a:lnTo>
                  <a:close/>
                </a:path>
                <a:path w="297179" h="393065">
                  <a:moveTo>
                    <a:pt x="296773" y="139852"/>
                  </a:moveTo>
                  <a:lnTo>
                    <a:pt x="273443" y="95097"/>
                  </a:lnTo>
                  <a:lnTo>
                    <a:pt x="243979" y="61023"/>
                  </a:lnTo>
                  <a:lnTo>
                    <a:pt x="208775" y="34417"/>
                  </a:lnTo>
                  <a:lnTo>
                    <a:pt x="169506" y="15328"/>
                  </a:lnTo>
                  <a:lnTo>
                    <a:pt x="127863" y="3835"/>
                  </a:lnTo>
                  <a:lnTo>
                    <a:pt x="85521" y="0"/>
                  </a:lnTo>
                  <a:lnTo>
                    <a:pt x="44183" y="3873"/>
                  </a:lnTo>
                  <a:lnTo>
                    <a:pt x="5511" y="15544"/>
                  </a:lnTo>
                  <a:lnTo>
                    <a:pt x="774" y="17526"/>
                  </a:lnTo>
                  <a:lnTo>
                    <a:pt x="1524" y="24104"/>
                  </a:lnTo>
                  <a:lnTo>
                    <a:pt x="6553" y="25146"/>
                  </a:lnTo>
                  <a:lnTo>
                    <a:pt x="54724" y="40233"/>
                  </a:lnTo>
                  <a:lnTo>
                    <a:pt x="95567" y="64528"/>
                  </a:lnTo>
                  <a:lnTo>
                    <a:pt x="129120" y="97955"/>
                  </a:lnTo>
                  <a:lnTo>
                    <a:pt x="156311" y="142201"/>
                  </a:lnTo>
                  <a:lnTo>
                    <a:pt x="158165" y="143357"/>
                  </a:lnTo>
                  <a:lnTo>
                    <a:pt x="290512" y="143357"/>
                  </a:lnTo>
                  <a:lnTo>
                    <a:pt x="294170" y="143357"/>
                  </a:lnTo>
                  <a:lnTo>
                    <a:pt x="296773" y="139852"/>
                  </a:lnTo>
                  <a:close/>
                </a:path>
              </a:pathLst>
            </a:custGeom>
            <a:solidFill>
              <a:srgbClr val="0064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Espace réservé du numéro de diapositive 5">
            <a:extLst>
              <a:ext uri="{FF2B5EF4-FFF2-40B4-BE49-F238E27FC236}">
                <a16:creationId xmlns:a16="http://schemas.microsoft.com/office/drawing/2014/main" id="{A3B12474-0259-17B6-8544-9182CD80A6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67600" y="640080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1BC30C3C-4F67-31EC-1A0E-DC4AA65B8678}"/>
              </a:ext>
            </a:extLst>
          </p:cNvPr>
          <p:cNvSpPr txBox="1"/>
          <p:nvPr userDrawn="1"/>
        </p:nvSpPr>
        <p:spPr>
          <a:xfrm>
            <a:off x="228600" y="6461612"/>
            <a:ext cx="4954978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fr-FR" sz="1000" spc="-10" dirty="0">
                <a:solidFill>
                  <a:schemeClr val="bg1"/>
                </a:solidFill>
                <a:latin typeface="Aptos" panose="020B0004020202020204" pitchFamily="34" charset="0"/>
                <a:cs typeface="Aparajita" panose="020B0604020202020204" pitchFamily="34" charset="0"/>
              </a:rPr>
              <a:t>Energy Community</a:t>
            </a:r>
          </a:p>
        </p:txBody>
      </p:sp>
    </p:spTree>
    <p:extLst>
      <p:ext uri="{BB962C8B-B14F-4D97-AF65-F5344CB8AC3E}">
        <p14:creationId xmlns:p14="http://schemas.microsoft.com/office/powerpoint/2010/main" val="2172062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0" r:id="rId2"/>
    <p:sldLayoutId id="2147483748" r:id="rId3"/>
    <p:sldLayoutId id="2147483735" r:id="rId4"/>
    <p:sldLayoutId id="2147483747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5">
            <a:extLst>
              <a:ext uri="{FF2B5EF4-FFF2-40B4-BE49-F238E27FC236}">
                <a16:creationId xmlns:a16="http://schemas.microsoft.com/office/drawing/2014/main" id="{ECA27935-26A3-8C9E-A443-1AFC9591B546}"/>
              </a:ext>
            </a:extLst>
          </p:cNvPr>
          <p:cNvSpPr/>
          <p:nvPr userDrawn="1"/>
        </p:nvSpPr>
        <p:spPr>
          <a:xfrm>
            <a:off x="413994" y="6259728"/>
            <a:ext cx="63500" cy="184785"/>
          </a:xfrm>
          <a:custGeom>
            <a:avLst/>
            <a:gdLst/>
            <a:ahLst/>
            <a:cxnLst/>
            <a:rect l="l" t="t" r="r" b="b"/>
            <a:pathLst>
              <a:path w="63500" h="184785">
                <a:moveTo>
                  <a:pt x="63004" y="0"/>
                </a:moveTo>
                <a:lnTo>
                  <a:pt x="0" y="0"/>
                </a:lnTo>
                <a:lnTo>
                  <a:pt x="0" y="184277"/>
                </a:lnTo>
                <a:lnTo>
                  <a:pt x="63004" y="184277"/>
                </a:lnTo>
                <a:lnTo>
                  <a:pt x="63004" y="0"/>
                </a:lnTo>
                <a:close/>
              </a:path>
            </a:pathLst>
          </a:custGeom>
          <a:solidFill>
            <a:srgbClr val="005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7">
            <a:extLst>
              <a:ext uri="{FF2B5EF4-FFF2-40B4-BE49-F238E27FC236}">
                <a16:creationId xmlns:a16="http://schemas.microsoft.com/office/drawing/2014/main" id="{A2425A54-B3BD-231D-5128-125A7D73C116}"/>
              </a:ext>
            </a:extLst>
          </p:cNvPr>
          <p:cNvGrpSpPr/>
          <p:nvPr userDrawn="1"/>
        </p:nvGrpSpPr>
        <p:grpSpPr>
          <a:xfrm>
            <a:off x="415105" y="2565707"/>
            <a:ext cx="1955164" cy="863600"/>
            <a:chOff x="415105" y="2565707"/>
            <a:chExt cx="1955164" cy="863600"/>
          </a:xfrm>
        </p:grpSpPr>
        <p:pic>
          <p:nvPicPr>
            <p:cNvPr id="12" name="object 8">
              <a:extLst>
                <a:ext uri="{FF2B5EF4-FFF2-40B4-BE49-F238E27FC236}">
                  <a16:creationId xmlns:a16="http://schemas.microsoft.com/office/drawing/2014/main" id="{4734CC89-A381-1068-A6B1-6DC77F7578D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21487" y="3236360"/>
              <a:ext cx="147762" cy="192646"/>
            </a:xfrm>
            <a:prstGeom prst="rect">
              <a:avLst/>
            </a:prstGeom>
          </p:spPr>
        </p:pic>
        <p:pic>
          <p:nvPicPr>
            <p:cNvPr id="13" name="object 9">
              <a:extLst>
                <a:ext uri="{FF2B5EF4-FFF2-40B4-BE49-F238E27FC236}">
                  <a16:creationId xmlns:a16="http://schemas.microsoft.com/office/drawing/2014/main" id="{C533884C-988E-55C9-2A03-81E6B292266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5105" y="2565707"/>
              <a:ext cx="1954570" cy="863286"/>
            </a:xfrm>
            <a:prstGeom prst="rect">
              <a:avLst/>
            </a:prstGeom>
          </p:spPr>
        </p:pic>
      </p:grpSp>
      <p:sp>
        <p:nvSpPr>
          <p:cNvPr id="14" name="object 6">
            <a:extLst>
              <a:ext uri="{FF2B5EF4-FFF2-40B4-BE49-F238E27FC236}">
                <a16:creationId xmlns:a16="http://schemas.microsoft.com/office/drawing/2014/main" id="{A0AD03BB-AB97-8DFB-8076-316E72FBD42C}"/>
              </a:ext>
            </a:extLst>
          </p:cNvPr>
          <p:cNvSpPr txBox="1"/>
          <p:nvPr userDrawn="1"/>
        </p:nvSpPr>
        <p:spPr>
          <a:xfrm>
            <a:off x="401299" y="378255"/>
            <a:ext cx="3193415" cy="16106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Citepa</a:t>
            </a:r>
            <a:r>
              <a:rPr lang="fr-FR"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b="1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est</a:t>
            </a:r>
            <a:r>
              <a:rPr lang="fr-FR"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b="1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une</a:t>
            </a:r>
            <a:r>
              <a:rPr lang="fr-FR"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b="1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association</a:t>
            </a:r>
            <a:r>
              <a:rPr lang="fr-FR"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b="1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qui</a:t>
            </a:r>
            <a:r>
              <a:rPr lang="fr-FR"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b="1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guide</a:t>
            </a:r>
            <a:r>
              <a:rPr lang="fr-FR"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les</a:t>
            </a:r>
            <a:r>
              <a:rPr sz="950" b="1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b="1" spc="-1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acteurs</a:t>
            </a:r>
            <a:r>
              <a:rPr lang="fr-FR" sz="950" b="1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endParaRPr sz="950" dirty="0">
              <a:latin typeface="Aptos" panose="020B0004020202020204" pitchFamily="34" charset="0"/>
              <a:cs typeface="Circular Std Bold Italic"/>
            </a:endParaRPr>
          </a:p>
          <a:p>
            <a:pPr marL="12700" algn="l">
              <a:lnSpc>
                <a:spcPct val="100000"/>
              </a:lnSpc>
            </a:pPr>
            <a:r>
              <a:rPr lang="fr-FR"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d</a:t>
            </a:r>
            <a:r>
              <a:rPr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e</a:t>
            </a:r>
            <a:r>
              <a:rPr lang="fr-FR"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la</a:t>
            </a:r>
            <a:r>
              <a:rPr lang="fr-FR"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transition</a:t>
            </a:r>
            <a:r>
              <a:rPr lang="fr-FR"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b="1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écologique</a:t>
            </a:r>
            <a:r>
              <a:rPr lang="fr-FR"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en</a:t>
            </a:r>
            <a:r>
              <a:rPr lang="fr-FR"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b="1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France</a:t>
            </a:r>
            <a:r>
              <a:rPr lang="fr-FR"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et</a:t>
            </a:r>
            <a:r>
              <a:rPr lang="fr-FR"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dans</a:t>
            </a:r>
            <a:r>
              <a:rPr lang="fr-FR"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b="1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le</a:t>
            </a:r>
            <a:r>
              <a:rPr sz="950" b="1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b="1" spc="-1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monde</a:t>
            </a:r>
            <a:r>
              <a:rPr sz="950" b="1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.</a:t>
            </a:r>
            <a:endParaRPr sz="950" dirty="0">
              <a:latin typeface="Aptos" panose="020B0004020202020204" pitchFamily="34" charset="0"/>
              <a:cs typeface="Circular Std Bold Italic"/>
            </a:endParaRPr>
          </a:p>
          <a:p>
            <a:pPr marL="12700" marR="291465" algn="l">
              <a:lnSpc>
                <a:spcPct val="100000"/>
              </a:lnSpc>
              <a:spcBef>
                <a:spcPts val="1140"/>
              </a:spcBef>
            </a:pP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Elle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spc="-1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évalue</a:t>
            </a:r>
            <a:r>
              <a:rPr lang="fr-FR"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l’impact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des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activités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humaines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sur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le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spc="-1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climat</a:t>
            </a:r>
            <a:r>
              <a:rPr lang="fr-FR"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et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la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pollution</a:t>
            </a:r>
            <a:r>
              <a:rPr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spc="-1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atmosphérique</a:t>
            </a:r>
            <a:r>
              <a:rPr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.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Elle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produit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des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données</a:t>
            </a:r>
            <a:r>
              <a:rPr lang="fr-FR"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de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spc="-1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référence</a:t>
            </a:r>
            <a:r>
              <a:rPr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et</a:t>
            </a:r>
            <a:r>
              <a:rPr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spc="-1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développe</a:t>
            </a:r>
            <a:r>
              <a:rPr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des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solutions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pour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spc="-1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favoriser</a:t>
            </a:r>
            <a:r>
              <a:rPr lang="fr-FR"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br>
              <a:rPr lang="fr-FR"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</a:b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la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réduction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des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émissions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,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spc="-1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l’amélioration</a:t>
            </a:r>
            <a:r>
              <a:rPr lang="fr-FR"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de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la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qualité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de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spc="-2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l’air</a:t>
            </a:r>
            <a:r>
              <a:rPr sz="950" spc="-2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et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spc="-1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l’adaptation</a:t>
            </a:r>
            <a:r>
              <a:rPr lang="fr-FR"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au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changement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spc="-1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climatique</a:t>
            </a:r>
            <a:r>
              <a:rPr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.</a:t>
            </a:r>
            <a:endParaRPr sz="950" dirty="0">
              <a:latin typeface="Aptos" panose="020B0004020202020204" pitchFamily="34" charset="0"/>
              <a:cs typeface="Circular Std Bold Italic"/>
            </a:endParaRPr>
          </a:p>
          <a:p>
            <a:pPr marL="12700" marR="211454" algn="l">
              <a:lnSpc>
                <a:spcPct val="100000"/>
              </a:lnSpc>
              <a:spcBef>
                <a:spcPts val="1140"/>
              </a:spcBef>
            </a:pPr>
            <a:r>
              <a:rPr lang="fr-FR" sz="95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Notre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équipe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spc="-1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pluridisciplinaire</a:t>
            </a:r>
            <a:r>
              <a:rPr lang="fr-FR"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participe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à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la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spc="-1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construction</a:t>
            </a:r>
            <a:r>
              <a:rPr lang="fr-FR"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d’un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monde</a:t>
            </a:r>
            <a:r>
              <a:rPr lang="fr-FR" sz="95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 </a:t>
            </a:r>
            <a:r>
              <a:rPr lang="fr-FR" sz="950" spc="-10" noProof="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durable</a:t>
            </a:r>
            <a:r>
              <a:rPr sz="950" spc="-10" dirty="0">
                <a:solidFill>
                  <a:srgbClr val="005399"/>
                </a:solidFill>
                <a:latin typeface="Aptos" panose="020B0004020202020204" pitchFamily="34" charset="0"/>
                <a:cs typeface="Circular Std Bold Italic"/>
              </a:rPr>
              <a:t>.</a:t>
            </a:r>
            <a:endParaRPr sz="950" dirty="0">
              <a:latin typeface="Aptos" panose="020B0004020202020204" pitchFamily="34" charset="0"/>
              <a:cs typeface="Circular Std Bold Italic"/>
            </a:endParaRPr>
          </a:p>
        </p:txBody>
      </p:sp>
      <p:sp>
        <p:nvSpPr>
          <p:cNvPr id="16" name="object 3">
            <a:extLst>
              <a:ext uri="{FF2B5EF4-FFF2-40B4-BE49-F238E27FC236}">
                <a16:creationId xmlns:a16="http://schemas.microsoft.com/office/drawing/2014/main" id="{8C455971-B917-544C-294C-FADEE90DBCCC}"/>
              </a:ext>
            </a:extLst>
          </p:cNvPr>
          <p:cNvSpPr txBox="1"/>
          <p:nvPr userDrawn="1"/>
        </p:nvSpPr>
        <p:spPr>
          <a:xfrm>
            <a:off x="1913346" y="6219305"/>
            <a:ext cx="721360" cy="256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850"/>
              </a:lnSpc>
              <a:spcBef>
                <a:spcPts val="100"/>
              </a:spcBef>
            </a:pPr>
            <a:r>
              <a:rPr sz="750">
                <a:solidFill>
                  <a:srgbClr val="005399"/>
                </a:solidFill>
                <a:latin typeface="Aptos"/>
                <a:cs typeface="Aptos"/>
              </a:rPr>
              <a:t>01448368</a:t>
            </a:r>
            <a:r>
              <a:rPr sz="750" spc="-25">
                <a:solidFill>
                  <a:srgbClr val="005399"/>
                </a:solidFill>
                <a:latin typeface="Aptos"/>
                <a:cs typeface="Aptos"/>
              </a:rPr>
              <a:t>83</a:t>
            </a:r>
            <a:endParaRPr lang="fr-FR" sz="750" spc="-25">
              <a:solidFill>
                <a:srgbClr val="005399"/>
              </a:solidFill>
              <a:latin typeface="Aptos"/>
              <a:cs typeface="Aptos"/>
            </a:endParaRPr>
          </a:p>
          <a:p>
            <a:pPr marL="12700">
              <a:lnSpc>
                <a:spcPts val="850"/>
              </a:lnSpc>
              <a:spcBef>
                <a:spcPts val="100"/>
              </a:spcBef>
            </a:pPr>
            <a:r>
              <a:rPr lang="fr-FR" sz="750" u="none" spc="-25" err="1">
                <a:ln>
                  <a:noFill/>
                </a:ln>
                <a:solidFill>
                  <a:srgbClr val="005399"/>
                </a:solidFill>
                <a:latin typeface="Aptos"/>
                <a:cs typeface="Aptos"/>
              </a:rPr>
              <a:t>infos@citepa.org</a:t>
            </a:r>
            <a:endParaRPr sz="750" u="none">
              <a:ln>
                <a:noFill/>
              </a:ln>
              <a:solidFill>
                <a:srgbClr val="000000"/>
              </a:solidFill>
              <a:latin typeface="Aptos"/>
              <a:cs typeface="Aptos"/>
            </a:endParaRPr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0881AB3C-389A-A3D1-615C-4B324CA43F9B}"/>
              </a:ext>
            </a:extLst>
          </p:cNvPr>
          <p:cNvSpPr txBox="1"/>
          <p:nvPr userDrawn="1"/>
        </p:nvSpPr>
        <p:spPr>
          <a:xfrm>
            <a:off x="2971859" y="6346337"/>
            <a:ext cx="46164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>
                <a:solidFill>
                  <a:srgbClr val="29A457"/>
                </a:solidFill>
                <a:latin typeface="Aptos"/>
                <a:cs typeface="Aptos"/>
              </a:rPr>
              <a:t>citepa.org</a:t>
            </a:r>
            <a:endParaRPr sz="750">
              <a:latin typeface="Aptos"/>
              <a:cs typeface="Aptos"/>
            </a:endParaRPr>
          </a:p>
        </p:txBody>
      </p:sp>
      <p:sp>
        <p:nvSpPr>
          <p:cNvPr id="20" name="object 2">
            <a:extLst>
              <a:ext uri="{FF2B5EF4-FFF2-40B4-BE49-F238E27FC236}">
                <a16:creationId xmlns:a16="http://schemas.microsoft.com/office/drawing/2014/main" id="{DB0E6786-D142-72FF-AE9E-265D448C22B5}"/>
              </a:ext>
            </a:extLst>
          </p:cNvPr>
          <p:cNvSpPr txBox="1"/>
          <p:nvPr userDrawn="1"/>
        </p:nvSpPr>
        <p:spPr>
          <a:xfrm>
            <a:off x="779299" y="6244705"/>
            <a:ext cx="728345" cy="233141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800"/>
              </a:lnSpc>
              <a:spcBef>
                <a:spcPts val="210"/>
              </a:spcBef>
            </a:pPr>
            <a:r>
              <a:rPr sz="750">
                <a:solidFill>
                  <a:srgbClr val="005399"/>
                </a:solidFill>
                <a:latin typeface="Aptos"/>
                <a:cs typeface="Aptos"/>
              </a:rPr>
              <a:t>42</a:t>
            </a:r>
            <a:r>
              <a:rPr lang="fr-FR" sz="750">
                <a:solidFill>
                  <a:srgbClr val="005399"/>
                </a:solidFill>
                <a:latin typeface="Aptos"/>
                <a:cs typeface="Aptos"/>
              </a:rPr>
              <a:t> </a:t>
            </a:r>
            <a:r>
              <a:rPr sz="750">
                <a:solidFill>
                  <a:srgbClr val="005399"/>
                </a:solidFill>
                <a:latin typeface="Aptos"/>
                <a:cs typeface="Aptos"/>
              </a:rPr>
              <a:t>rue</a:t>
            </a:r>
            <a:r>
              <a:rPr lang="fr-FR" sz="750">
                <a:solidFill>
                  <a:srgbClr val="005399"/>
                </a:solidFill>
                <a:latin typeface="Aptos"/>
                <a:cs typeface="Aptos"/>
              </a:rPr>
              <a:t> </a:t>
            </a:r>
            <a:r>
              <a:rPr sz="750">
                <a:solidFill>
                  <a:srgbClr val="005399"/>
                </a:solidFill>
                <a:latin typeface="Aptos"/>
                <a:cs typeface="Aptos"/>
              </a:rPr>
              <a:t>de</a:t>
            </a:r>
            <a:r>
              <a:rPr lang="fr-FR" sz="750">
                <a:solidFill>
                  <a:srgbClr val="005399"/>
                </a:solidFill>
                <a:latin typeface="Aptos"/>
                <a:cs typeface="Aptos"/>
              </a:rPr>
              <a:t> </a:t>
            </a:r>
            <a:r>
              <a:rPr sz="750" spc="-10">
                <a:solidFill>
                  <a:srgbClr val="005399"/>
                </a:solidFill>
                <a:latin typeface="Aptos"/>
                <a:cs typeface="Aptos"/>
              </a:rPr>
              <a:t>Paradis</a:t>
            </a:r>
            <a:r>
              <a:rPr lang="fr-FR" sz="750" spc="-10">
                <a:solidFill>
                  <a:srgbClr val="005399"/>
                </a:solidFill>
                <a:latin typeface="Aptos"/>
                <a:cs typeface="Aptos"/>
              </a:rPr>
              <a:t> </a:t>
            </a:r>
            <a:r>
              <a:rPr sz="750">
                <a:solidFill>
                  <a:srgbClr val="005399"/>
                </a:solidFill>
                <a:latin typeface="Aptos"/>
                <a:cs typeface="Aptos"/>
              </a:rPr>
              <a:t>75010</a:t>
            </a:r>
            <a:r>
              <a:rPr lang="fr-FR" sz="750">
                <a:solidFill>
                  <a:srgbClr val="005399"/>
                </a:solidFill>
                <a:latin typeface="Aptos"/>
                <a:cs typeface="Aptos"/>
              </a:rPr>
              <a:t> </a:t>
            </a:r>
            <a:r>
              <a:rPr sz="750" spc="-10">
                <a:solidFill>
                  <a:srgbClr val="005399"/>
                </a:solidFill>
                <a:latin typeface="Aptos"/>
                <a:cs typeface="Aptos"/>
              </a:rPr>
              <a:t>Paris</a:t>
            </a:r>
            <a:endParaRPr sz="750">
              <a:latin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836116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59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CADBA64-34CD-96A8-4151-19085E2B211F}"/>
              </a:ext>
            </a:extLst>
          </p:cNvPr>
          <p:cNvSpPr/>
          <p:nvPr userDrawn="1"/>
        </p:nvSpPr>
        <p:spPr>
          <a:xfrm>
            <a:off x="0" y="6400800"/>
            <a:ext cx="9906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0" name="object 5">
            <a:extLst>
              <a:ext uri="{FF2B5EF4-FFF2-40B4-BE49-F238E27FC236}">
                <a16:creationId xmlns:a16="http://schemas.microsoft.com/office/drawing/2014/main" id="{D4DBFB09-6413-469B-698A-736BB1F2A95F}"/>
              </a:ext>
            </a:extLst>
          </p:cNvPr>
          <p:cNvGrpSpPr/>
          <p:nvPr userDrawn="1"/>
        </p:nvGrpSpPr>
        <p:grpSpPr>
          <a:xfrm>
            <a:off x="9090247" y="413998"/>
            <a:ext cx="404495" cy="393065"/>
            <a:chOff x="9090247" y="413998"/>
            <a:chExt cx="404495" cy="393065"/>
          </a:xfrm>
        </p:grpSpPr>
        <p:pic>
          <p:nvPicPr>
            <p:cNvPr id="11" name="object 6">
              <a:extLst>
                <a:ext uri="{FF2B5EF4-FFF2-40B4-BE49-F238E27FC236}">
                  <a16:creationId xmlns:a16="http://schemas.microsoft.com/office/drawing/2014/main" id="{DEAD64F8-0778-75FC-2C7D-F948070334A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90247" y="514000"/>
              <a:ext cx="154467" cy="193089"/>
            </a:xfrm>
            <a:prstGeom prst="rect">
              <a:avLst/>
            </a:prstGeom>
          </p:spPr>
        </p:pic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C41B8600-7401-76D8-3FBA-314445A06E5B}"/>
                </a:ext>
              </a:extLst>
            </p:cNvPr>
            <p:cNvSpPr/>
            <p:nvPr/>
          </p:nvSpPr>
          <p:spPr>
            <a:xfrm>
              <a:off x="9197365" y="414006"/>
              <a:ext cx="297180" cy="393065"/>
            </a:xfrm>
            <a:custGeom>
              <a:avLst/>
              <a:gdLst/>
              <a:ahLst/>
              <a:cxnLst/>
              <a:rect l="l" t="t" r="r" b="b"/>
              <a:pathLst>
                <a:path w="297179" h="393065">
                  <a:moveTo>
                    <a:pt x="296633" y="253098"/>
                  </a:moveTo>
                  <a:lnTo>
                    <a:pt x="294246" y="249999"/>
                  </a:lnTo>
                  <a:lnTo>
                    <a:pt x="160134" y="249999"/>
                  </a:lnTo>
                  <a:lnTo>
                    <a:pt x="158242" y="249999"/>
                  </a:lnTo>
                  <a:lnTo>
                    <a:pt x="156527" y="251053"/>
                  </a:lnTo>
                  <a:lnTo>
                    <a:pt x="129184" y="295503"/>
                  </a:lnTo>
                  <a:lnTo>
                    <a:pt x="95326" y="329057"/>
                  </a:lnTo>
                  <a:lnTo>
                    <a:pt x="54102" y="353402"/>
                  </a:lnTo>
                  <a:lnTo>
                    <a:pt x="5397" y="368554"/>
                  </a:lnTo>
                  <a:lnTo>
                    <a:pt x="749" y="369468"/>
                  </a:lnTo>
                  <a:lnTo>
                    <a:pt x="0" y="375615"/>
                  </a:lnTo>
                  <a:lnTo>
                    <a:pt x="4406" y="377367"/>
                  </a:lnTo>
                  <a:lnTo>
                    <a:pt x="48628" y="389864"/>
                  </a:lnTo>
                  <a:lnTo>
                    <a:pt x="93459" y="393001"/>
                  </a:lnTo>
                  <a:lnTo>
                    <a:pt x="137477" y="387502"/>
                  </a:lnTo>
                  <a:lnTo>
                    <a:pt x="179260" y="374103"/>
                  </a:lnTo>
                  <a:lnTo>
                    <a:pt x="217385" y="353529"/>
                  </a:lnTo>
                  <a:lnTo>
                    <a:pt x="250444" y="326517"/>
                  </a:lnTo>
                  <a:lnTo>
                    <a:pt x="276974" y="293789"/>
                  </a:lnTo>
                  <a:lnTo>
                    <a:pt x="295592" y="256082"/>
                  </a:lnTo>
                  <a:lnTo>
                    <a:pt x="296633" y="253098"/>
                  </a:lnTo>
                  <a:close/>
                </a:path>
                <a:path w="297179" h="393065">
                  <a:moveTo>
                    <a:pt x="296773" y="139852"/>
                  </a:moveTo>
                  <a:lnTo>
                    <a:pt x="273443" y="95097"/>
                  </a:lnTo>
                  <a:lnTo>
                    <a:pt x="243979" y="61023"/>
                  </a:lnTo>
                  <a:lnTo>
                    <a:pt x="208775" y="34417"/>
                  </a:lnTo>
                  <a:lnTo>
                    <a:pt x="169506" y="15328"/>
                  </a:lnTo>
                  <a:lnTo>
                    <a:pt x="127863" y="3835"/>
                  </a:lnTo>
                  <a:lnTo>
                    <a:pt x="85521" y="0"/>
                  </a:lnTo>
                  <a:lnTo>
                    <a:pt x="44183" y="3873"/>
                  </a:lnTo>
                  <a:lnTo>
                    <a:pt x="5511" y="15544"/>
                  </a:lnTo>
                  <a:lnTo>
                    <a:pt x="774" y="17526"/>
                  </a:lnTo>
                  <a:lnTo>
                    <a:pt x="1524" y="24104"/>
                  </a:lnTo>
                  <a:lnTo>
                    <a:pt x="6553" y="25146"/>
                  </a:lnTo>
                  <a:lnTo>
                    <a:pt x="54724" y="40233"/>
                  </a:lnTo>
                  <a:lnTo>
                    <a:pt x="95567" y="64528"/>
                  </a:lnTo>
                  <a:lnTo>
                    <a:pt x="129120" y="97955"/>
                  </a:lnTo>
                  <a:lnTo>
                    <a:pt x="156311" y="142201"/>
                  </a:lnTo>
                  <a:lnTo>
                    <a:pt x="158165" y="143357"/>
                  </a:lnTo>
                  <a:lnTo>
                    <a:pt x="290512" y="143357"/>
                  </a:lnTo>
                  <a:lnTo>
                    <a:pt x="294170" y="143357"/>
                  </a:lnTo>
                  <a:lnTo>
                    <a:pt x="296773" y="139852"/>
                  </a:lnTo>
                  <a:close/>
                </a:path>
              </a:pathLst>
            </a:custGeom>
            <a:solidFill>
              <a:srgbClr val="0064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Espace réservé du numéro de diapositive 5">
            <a:extLst>
              <a:ext uri="{FF2B5EF4-FFF2-40B4-BE49-F238E27FC236}">
                <a16:creationId xmlns:a16="http://schemas.microsoft.com/office/drawing/2014/main" id="{A3B12474-0259-17B6-8544-9182CD80A6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67600" y="640080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1BC30C3C-4F67-31EC-1A0E-DC4AA65B8678}"/>
              </a:ext>
            </a:extLst>
          </p:cNvPr>
          <p:cNvSpPr txBox="1"/>
          <p:nvPr userDrawn="1"/>
        </p:nvSpPr>
        <p:spPr>
          <a:xfrm>
            <a:off x="228600" y="6461612"/>
            <a:ext cx="4954978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fr-FR" sz="1000" spc="-10" dirty="0">
                <a:solidFill>
                  <a:schemeClr val="bg1"/>
                </a:solidFill>
                <a:latin typeface="Aptos" panose="020B0004020202020204" pitchFamily="34" charset="0"/>
                <a:cs typeface="Aparajita" panose="020B0604020202020204" pitchFamily="34" charset="0"/>
              </a:rPr>
              <a:t>Energy Community</a:t>
            </a:r>
          </a:p>
        </p:txBody>
      </p:sp>
    </p:spTree>
    <p:extLst>
      <p:ext uri="{BB962C8B-B14F-4D97-AF65-F5344CB8AC3E}">
        <p14:creationId xmlns:p14="http://schemas.microsoft.com/office/powerpoint/2010/main" val="2172062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2" r:id="rId2"/>
    <p:sldLayoutId id="2147483739" r:id="rId3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space réservé du numéro de diapositive 5">
            <a:extLst>
              <a:ext uri="{FF2B5EF4-FFF2-40B4-BE49-F238E27FC236}">
                <a16:creationId xmlns:a16="http://schemas.microsoft.com/office/drawing/2014/main" id="{055307B6-FA53-0DEF-DD72-0FE7CED181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67600" y="640080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fld id="{909D9AA9-2800-6742-B3AC-1FC34B18C60A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A1785ED-0357-43BC-90C1-41DAC23AFDB9}"/>
              </a:ext>
            </a:extLst>
          </p:cNvPr>
          <p:cNvSpPr txBox="1"/>
          <p:nvPr userDrawn="1"/>
        </p:nvSpPr>
        <p:spPr>
          <a:xfrm>
            <a:off x="228600" y="6477000"/>
            <a:ext cx="49549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fr-FR" sz="1000" spc="-10" dirty="0">
                <a:solidFill>
                  <a:schemeClr val="bg1"/>
                </a:solidFill>
                <a:latin typeface="Aptos" panose="020B0004020202020204" pitchFamily="34" charset="0"/>
                <a:cs typeface="Aparajita" panose="020B0604020202020204" pitchFamily="34" charset="0"/>
              </a:rPr>
              <a:t>Energy Community</a:t>
            </a:r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A94278A2-4A96-4C0D-7A65-4C51BE10EC15}"/>
              </a:ext>
            </a:extLst>
          </p:cNvPr>
          <p:cNvGrpSpPr/>
          <p:nvPr userDrawn="1"/>
        </p:nvGrpSpPr>
        <p:grpSpPr>
          <a:xfrm>
            <a:off x="9066185" y="414006"/>
            <a:ext cx="404293" cy="393065"/>
            <a:chOff x="9066185" y="414006"/>
            <a:chExt cx="404293" cy="393065"/>
          </a:xfrm>
        </p:grpSpPr>
        <p:pic>
          <p:nvPicPr>
            <p:cNvPr id="24" name="object 6">
              <a:extLst>
                <a:ext uri="{FF2B5EF4-FFF2-40B4-BE49-F238E27FC236}">
                  <a16:creationId xmlns:a16="http://schemas.microsoft.com/office/drawing/2014/main" id="{729EC1CD-33E7-57EE-0A8F-7F084CB312B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66185" y="514000"/>
              <a:ext cx="154467" cy="193089"/>
            </a:xfrm>
            <a:prstGeom prst="rect">
              <a:avLst/>
            </a:prstGeom>
          </p:spPr>
        </p:pic>
        <p:sp>
          <p:nvSpPr>
            <p:cNvPr id="25" name="object 7">
              <a:extLst>
                <a:ext uri="{FF2B5EF4-FFF2-40B4-BE49-F238E27FC236}">
                  <a16:creationId xmlns:a16="http://schemas.microsoft.com/office/drawing/2014/main" id="{C71F8201-180D-7425-7CCE-530882148FEF}"/>
                </a:ext>
              </a:extLst>
            </p:cNvPr>
            <p:cNvSpPr/>
            <p:nvPr/>
          </p:nvSpPr>
          <p:spPr>
            <a:xfrm>
              <a:off x="9173298" y="414006"/>
              <a:ext cx="297180" cy="393065"/>
            </a:xfrm>
            <a:custGeom>
              <a:avLst/>
              <a:gdLst/>
              <a:ahLst/>
              <a:cxnLst/>
              <a:rect l="l" t="t" r="r" b="b"/>
              <a:pathLst>
                <a:path w="297179" h="393065">
                  <a:moveTo>
                    <a:pt x="296633" y="253098"/>
                  </a:moveTo>
                  <a:lnTo>
                    <a:pt x="294246" y="249999"/>
                  </a:lnTo>
                  <a:lnTo>
                    <a:pt x="160134" y="249999"/>
                  </a:lnTo>
                  <a:lnTo>
                    <a:pt x="158242" y="249999"/>
                  </a:lnTo>
                  <a:lnTo>
                    <a:pt x="156540" y="251053"/>
                  </a:lnTo>
                  <a:lnTo>
                    <a:pt x="129184" y="295503"/>
                  </a:lnTo>
                  <a:lnTo>
                    <a:pt x="95338" y="329057"/>
                  </a:lnTo>
                  <a:lnTo>
                    <a:pt x="54102" y="353402"/>
                  </a:lnTo>
                  <a:lnTo>
                    <a:pt x="5397" y="368554"/>
                  </a:lnTo>
                  <a:lnTo>
                    <a:pt x="749" y="369468"/>
                  </a:lnTo>
                  <a:lnTo>
                    <a:pt x="0" y="375615"/>
                  </a:lnTo>
                  <a:lnTo>
                    <a:pt x="4406" y="377367"/>
                  </a:lnTo>
                  <a:lnTo>
                    <a:pt x="48628" y="389864"/>
                  </a:lnTo>
                  <a:lnTo>
                    <a:pt x="93459" y="393001"/>
                  </a:lnTo>
                  <a:lnTo>
                    <a:pt x="137477" y="387502"/>
                  </a:lnTo>
                  <a:lnTo>
                    <a:pt x="179260" y="374103"/>
                  </a:lnTo>
                  <a:lnTo>
                    <a:pt x="217398" y="353529"/>
                  </a:lnTo>
                  <a:lnTo>
                    <a:pt x="250444" y="326517"/>
                  </a:lnTo>
                  <a:lnTo>
                    <a:pt x="276974" y="293789"/>
                  </a:lnTo>
                  <a:lnTo>
                    <a:pt x="295592" y="256082"/>
                  </a:lnTo>
                  <a:lnTo>
                    <a:pt x="296633" y="253098"/>
                  </a:lnTo>
                  <a:close/>
                </a:path>
                <a:path w="297179" h="393065">
                  <a:moveTo>
                    <a:pt x="296786" y="139852"/>
                  </a:moveTo>
                  <a:lnTo>
                    <a:pt x="273456" y="95097"/>
                  </a:lnTo>
                  <a:lnTo>
                    <a:pt x="243979" y="61023"/>
                  </a:lnTo>
                  <a:lnTo>
                    <a:pt x="208775" y="34417"/>
                  </a:lnTo>
                  <a:lnTo>
                    <a:pt x="169506" y="15328"/>
                  </a:lnTo>
                  <a:lnTo>
                    <a:pt x="127863" y="3835"/>
                  </a:lnTo>
                  <a:lnTo>
                    <a:pt x="85534" y="0"/>
                  </a:lnTo>
                  <a:lnTo>
                    <a:pt x="44183" y="3873"/>
                  </a:lnTo>
                  <a:lnTo>
                    <a:pt x="5511" y="15544"/>
                  </a:lnTo>
                  <a:lnTo>
                    <a:pt x="774" y="17526"/>
                  </a:lnTo>
                  <a:lnTo>
                    <a:pt x="1524" y="24104"/>
                  </a:lnTo>
                  <a:lnTo>
                    <a:pt x="6565" y="25146"/>
                  </a:lnTo>
                  <a:lnTo>
                    <a:pt x="54737" y="40233"/>
                  </a:lnTo>
                  <a:lnTo>
                    <a:pt x="95567" y="64528"/>
                  </a:lnTo>
                  <a:lnTo>
                    <a:pt x="129120" y="97955"/>
                  </a:lnTo>
                  <a:lnTo>
                    <a:pt x="156324" y="142201"/>
                  </a:lnTo>
                  <a:lnTo>
                    <a:pt x="158178" y="143357"/>
                  </a:lnTo>
                  <a:lnTo>
                    <a:pt x="290525" y="143357"/>
                  </a:lnTo>
                  <a:lnTo>
                    <a:pt x="294170" y="143357"/>
                  </a:lnTo>
                  <a:lnTo>
                    <a:pt x="296786" y="1398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55626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1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4">
            <a:extLst>
              <a:ext uri="{FF2B5EF4-FFF2-40B4-BE49-F238E27FC236}">
                <a16:creationId xmlns:a16="http://schemas.microsoft.com/office/drawing/2014/main" id="{247B5B13-AD23-E115-EFA5-ADF63B1184E8}"/>
              </a:ext>
            </a:extLst>
          </p:cNvPr>
          <p:cNvSpPr/>
          <p:nvPr userDrawn="1"/>
        </p:nvSpPr>
        <p:spPr>
          <a:xfrm>
            <a:off x="0" y="1877872"/>
            <a:ext cx="2731135" cy="3100070"/>
          </a:xfrm>
          <a:custGeom>
            <a:avLst/>
            <a:gdLst/>
            <a:ahLst/>
            <a:cxnLst/>
            <a:rect l="l" t="t" r="r" b="b"/>
            <a:pathLst>
              <a:path w="2731135" h="3100070">
                <a:moveTo>
                  <a:pt x="2731046" y="2892133"/>
                </a:moveTo>
                <a:lnTo>
                  <a:pt x="1815706" y="2892133"/>
                </a:lnTo>
                <a:lnTo>
                  <a:pt x="1815706" y="2894774"/>
                </a:lnTo>
                <a:lnTo>
                  <a:pt x="910082" y="2894774"/>
                </a:lnTo>
                <a:lnTo>
                  <a:pt x="0" y="2894761"/>
                </a:lnTo>
                <a:lnTo>
                  <a:pt x="0" y="3099612"/>
                </a:lnTo>
                <a:lnTo>
                  <a:pt x="910031" y="3099612"/>
                </a:lnTo>
                <a:lnTo>
                  <a:pt x="1820164" y="3099612"/>
                </a:lnTo>
                <a:lnTo>
                  <a:pt x="1820164" y="3096971"/>
                </a:lnTo>
                <a:lnTo>
                  <a:pt x="2731046" y="3096971"/>
                </a:lnTo>
                <a:lnTo>
                  <a:pt x="2731046" y="2892133"/>
                </a:lnTo>
                <a:close/>
              </a:path>
              <a:path w="2731135" h="3100070">
                <a:moveTo>
                  <a:pt x="2731046" y="1448714"/>
                </a:moveTo>
                <a:lnTo>
                  <a:pt x="1815706" y="1448714"/>
                </a:lnTo>
                <a:lnTo>
                  <a:pt x="1815706" y="1653552"/>
                </a:lnTo>
                <a:lnTo>
                  <a:pt x="2731046" y="1653552"/>
                </a:lnTo>
                <a:lnTo>
                  <a:pt x="2731046" y="1448714"/>
                </a:lnTo>
                <a:close/>
              </a:path>
              <a:path w="2731135" h="3100070">
                <a:moveTo>
                  <a:pt x="2731046" y="0"/>
                </a:moveTo>
                <a:lnTo>
                  <a:pt x="1815706" y="0"/>
                </a:lnTo>
                <a:lnTo>
                  <a:pt x="1815706" y="2641"/>
                </a:lnTo>
                <a:lnTo>
                  <a:pt x="910031" y="2641"/>
                </a:lnTo>
                <a:lnTo>
                  <a:pt x="910031" y="207479"/>
                </a:lnTo>
                <a:lnTo>
                  <a:pt x="1820164" y="207479"/>
                </a:lnTo>
                <a:lnTo>
                  <a:pt x="1820164" y="204838"/>
                </a:lnTo>
                <a:lnTo>
                  <a:pt x="2731046" y="204838"/>
                </a:lnTo>
                <a:lnTo>
                  <a:pt x="2731046" y="0"/>
                </a:lnTo>
                <a:close/>
              </a:path>
            </a:pathLst>
          </a:custGeom>
          <a:solidFill>
            <a:srgbClr val="005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5094E90D-6DE5-46FB-29FC-EDFEA7824F7B}"/>
              </a:ext>
            </a:extLst>
          </p:cNvPr>
          <p:cNvGrpSpPr/>
          <p:nvPr userDrawn="1"/>
        </p:nvGrpSpPr>
        <p:grpSpPr>
          <a:xfrm>
            <a:off x="7841485" y="5944127"/>
            <a:ext cx="1652177" cy="501605"/>
            <a:chOff x="7841485" y="5944127"/>
            <a:chExt cx="1652177" cy="501605"/>
          </a:xfrm>
        </p:grpSpPr>
        <p:pic>
          <p:nvPicPr>
            <p:cNvPr id="30" name="bg object 22">
              <a:extLst>
                <a:ext uri="{FF2B5EF4-FFF2-40B4-BE49-F238E27FC236}">
                  <a16:creationId xmlns:a16="http://schemas.microsoft.com/office/drawing/2014/main" id="{476DB5EB-0A37-A141-1DF6-58AF704F381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52289" y="6071177"/>
              <a:ext cx="95709" cy="100940"/>
            </a:xfrm>
            <a:prstGeom prst="rect">
              <a:avLst/>
            </a:prstGeom>
          </p:spPr>
        </p:pic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24F7025A-1C5D-943C-35B6-98C1E30906D0}"/>
                </a:ext>
              </a:extLst>
            </p:cNvPr>
            <p:cNvGrpSpPr/>
            <p:nvPr userDrawn="1"/>
          </p:nvGrpSpPr>
          <p:grpSpPr>
            <a:xfrm>
              <a:off x="7841485" y="5944127"/>
              <a:ext cx="1652177" cy="501605"/>
              <a:chOff x="7841485" y="5944127"/>
              <a:chExt cx="1652177" cy="501605"/>
            </a:xfrm>
          </p:grpSpPr>
          <p:pic>
            <p:nvPicPr>
              <p:cNvPr id="32" name="bg object 19">
                <a:extLst>
                  <a:ext uri="{FF2B5EF4-FFF2-40B4-BE49-F238E27FC236}">
                    <a16:creationId xmlns:a16="http://schemas.microsoft.com/office/drawing/2014/main" id="{45EB0264-E027-CBB8-7959-A93AC513B93D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306570" y="5964197"/>
                <a:ext cx="79577" cy="76317"/>
              </a:xfrm>
              <a:prstGeom prst="rect">
                <a:avLst/>
              </a:prstGeom>
            </p:spPr>
          </p:pic>
          <p:grpSp>
            <p:nvGrpSpPr>
              <p:cNvPr id="33" name="Groupe 32">
                <a:extLst>
                  <a:ext uri="{FF2B5EF4-FFF2-40B4-BE49-F238E27FC236}">
                    <a16:creationId xmlns:a16="http://schemas.microsoft.com/office/drawing/2014/main" id="{E09BC4F2-9A94-207D-D22C-DAD68D3A00D4}"/>
                  </a:ext>
                </a:extLst>
              </p:cNvPr>
              <p:cNvGrpSpPr/>
              <p:nvPr userDrawn="1"/>
            </p:nvGrpSpPr>
            <p:grpSpPr>
              <a:xfrm>
                <a:off x="7841485" y="5944127"/>
                <a:ext cx="1652177" cy="501605"/>
                <a:chOff x="7841485" y="5944127"/>
                <a:chExt cx="1652177" cy="501605"/>
              </a:xfrm>
            </p:grpSpPr>
            <p:sp>
              <p:nvSpPr>
                <p:cNvPr id="34" name="bg object 20">
                  <a:extLst>
                    <a:ext uri="{FF2B5EF4-FFF2-40B4-BE49-F238E27FC236}">
                      <a16:creationId xmlns:a16="http://schemas.microsoft.com/office/drawing/2014/main" id="{99C94A07-1AF5-A14A-B8B1-49EBE73BFDC3}"/>
                    </a:ext>
                  </a:extLst>
                </p:cNvPr>
                <p:cNvSpPr/>
                <p:nvPr/>
              </p:nvSpPr>
              <p:spPr>
                <a:xfrm>
                  <a:off x="8426939" y="6078061"/>
                  <a:ext cx="175895" cy="255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895" h="255904">
                      <a:moveTo>
                        <a:pt x="133018" y="255672"/>
                      </a:moveTo>
                      <a:lnTo>
                        <a:pt x="96670" y="249898"/>
                      </a:lnTo>
                      <a:lnTo>
                        <a:pt x="69337" y="233463"/>
                      </a:lnTo>
                      <a:lnTo>
                        <a:pt x="52126" y="207692"/>
                      </a:lnTo>
                      <a:lnTo>
                        <a:pt x="46144" y="173915"/>
                      </a:lnTo>
                      <a:lnTo>
                        <a:pt x="46144" y="68553"/>
                      </a:lnTo>
                      <a:lnTo>
                        <a:pt x="44390" y="66850"/>
                      </a:lnTo>
                      <a:lnTo>
                        <a:pt x="1753" y="66850"/>
                      </a:lnTo>
                      <a:lnTo>
                        <a:pt x="0" y="65168"/>
                      </a:lnTo>
                      <a:lnTo>
                        <a:pt x="0" y="1702"/>
                      </a:lnTo>
                      <a:lnTo>
                        <a:pt x="1775" y="0"/>
                      </a:lnTo>
                      <a:lnTo>
                        <a:pt x="173900" y="0"/>
                      </a:lnTo>
                      <a:lnTo>
                        <a:pt x="175654" y="1681"/>
                      </a:lnTo>
                      <a:lnTo>
                        <a:pt x="175654" y="62096"/>
                      </a:lnTo>
                      <a:lnTo>
                        <a:pt x="175654" y="64732"/>
                      </a:lnTo>
                      <a:lnTo>
                        <a:pt x="173424" y="66850"/>
                      </a:lnTo>
                      <a:lnTo>
                        <a:pt x="126565" y="66850"/>
                      </a:lnTo>
                      <a:lnTo>
                        <a:pt x="124790" y="68553"/>
                      </a:lnTo>
                      <a:lnTo>
                        <a:pt x="124790" y="160358"/>
                      </a:lnTo>
                      <a:lnTo>
                        <a:pt x="126863" y="173139"/>
                      </a:lnTo>
                      <a:lnTo>
                        <a:pt x="132723" y="181158"/>
                      </a:lnTo>
                      <a:lnTo>
                        <a:pt x="141827" y="185311"/>
                      </a:lnTo>
                      <a:lnTo>
                        <a:pt x="153633" y="186496"/>
                      </a:lnTo>
                      <a:lnTo>
                        <a:pt x="165455" y="186185"/>
                      </a:lnTo>
                      <a:lnTo>
                        <a:pt x="172818" y="184939"/>
                      </a:lnTo>
                      <a:lnTo>
                        <a:pt x="175611" y="187160"/>
                      </a:lnTo>
                      <a:lnTo>
                        <a:pt x="175633" y="245291"/>
                      </a:lnTo>
                      <a:lnTo>
                        <a:pt x="146795" y="254856"/>
                      </a:lnTo>
                      <a:lnTo>
                        <a:pt x="133018" y="25567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35" name="bg object 21">
                  <a:extLst>
                    <a:ext uri="{FF2B5EF4-FFF2-40B4-BE49-F238E27FC236}">
                      <a16:creationId xmlns:a16="http://schemas.microsoft.com/office/drawing/2014/main" id="{465BA17F-7CC6-D379-7E26-6226E03BF61D}"/>
                    </a:ext>
                  </a:extLst>
                </p:cNvPr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8473065" y="5944127"/>
                  <a:ext cx="78689" cy="94815"/>
                </a:xfrm>
                <a:prstGeom prst="rect">
                  <a:avLst/>
                </a:prstGeom>
              </p:spPr>
            </p:pic>
            <p:grpSp>
              <p:nvGrpSpPr>
                <p:cNvPr id="36" name="Groupe 35">
                  <a:extLst>
                    <a:ext uri="{FF2B5EF4-FFF2-40B4-BE49-F238E27FC236}">
                      <a16:creationId xmlns:a16="http://schemas.microsoft.com/office/drawing/2014/main" id="{EBF32EB2-73C6-9D27-2D10-F0CD7C917CF0}"/>
                    </a:ext>
                  </a:extLst>
                </p:cNvPr>
                <p:cNvGrpSpPr/>
                <p:nvPr userDrawn="1"/>
              </p:nvGrpSpPr>
              <p:grpSpPr>
                <a:xfrm>
                  <a:off x="7841485" y="5947257"/>
                  <a:ext cx="1652177" cy="498475"/>
                  <a:chOff x="7841485" y="5947257"/>
                  <a:chExt cx="1652177" cy="498475"/>
                </a:xfrm>
              </p:grpSpPr>
              <p:pic>
                <p:nvPicPr>
                  <p:cNvPr id="37" name="bg object 17">
                    <a:extLst>
                      <a:ext uri="{FF2B5EF4-FFF2-40B4-BE49-F238E27FC236}">
                        <a16:creationId xmlns:a16="http://schemas.microsoft.com/office/drawing/2014/main" id="{A34F4081-FF11-E9AE-B4FF-8E9BB1D58754}"/>
                      </a:ext>
                    </a:extLst>
                  </p:cNvPr>
                  <p:cNvPicPr/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7841485" y="6052577"/>
                    <a:ext cx="162630" cy="203292"/>
                  </a:xfrm>
                  <a:prstGeom prst="rect">
                    <a:avLst/>
                  </a:prstGeom>
                </p:spPr>
              </p:pic>
              <p:sp>
                <p:nvSpPr>
                  <p:cNvPr id="38" name="bg object 18">
                    <a:extLst>
                      <a:ext uri="{FF2B5EF4-FFF2-40B4-BE49-F238E27FC236}">
                        <a16:creationId xmlns:a16="http://schemas.microsoft.com/office/drawing/2014/main" id="{B3E03369-C7E4-DB14-ADB9-0CD455D8D9BC}"/>
                      </a:ext>
                    </a:extLst>
                  </p:cNvPr>
                  <p:cNvSpPr/>
                  <p:nvPr/>
                </p:nvSpPr>
                <p:spPr>
                  <a:xfrm>
                    <a:off x="7954276" y="5947257"/>
                    <a:ext cx="1256665" cy="498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56665" h="498475">
                        <a:moveTo>
                          <a:pt x="312331" y="266496"/>
                        </a:moveTo>
                        <a:lnTo>
                          <a:pt x="309803" y="263245"/>
                        </a:lnTo>
                        <a:lnTo>
                          <a:pt x="168592" y="263245"/>
                        </a:lnTo>
                        <a:lnTo>
                          <a:pt x="166624" y="263245"/>
                        </a:lnTo>
                        <a:lnTo>
                          <a:pt x="164833" y="264363"/>
                        </a:lnTo>
                        <a:lnTo>
                          <a:pt x="136004" y="311162"/>
                        </a:lnTo>
                        <a:lnTo>
                          <a:pt x="100368" y="346494"/>
                        </a:lnTo>
                        <a:lnTo>
                          <a:pt x="56959" y="372122"/>
                        </a:lnTo>
                        <a:lnTo>
                          <a:pt x="5676" y="388073"/>
                        </a:lnTo>
                        <a:lnTo>
                          <a:pt x="774" y="389051"/>
                        </a:lnTo>
                        <a:lnTo>
                          <a:pt x="0" y="395503"/>
                        </a:lnTo>
                        <a:lnTo>
                          <a:pt x="4610" y="397383"/>
                        </a:lnTo>
                        <a:lnTo>
                          <a:pt x="51181" y="410540"/>
                        </a:lnTo>
                        <a:lnTo>
                          <a:pt x="98386" y="413829"/>
                        </a:lnTo>
                        <a:lnTo>
                          <a:pt x="144741" y="408038"/>
                        </a:lnTo>
                        <a:lnTo>
                          <a:pt x="188747" y="393928"/>
                        </a:lnTo>
                        <a:lnTo>
                          <a:pt x="228892" y="372262"/>
                        </a:lnTo>
                        <a:lnTo>
                          <a:pt x="263677" y="343814"/>
                        </a:lnTo>
                        <a:lnTo>
                          <a:pt x="291617" y="309359"/>
                        </a:lnTo>
                        <a:lnTo>
                          <a:pt x="311213" y="269659"/>
                        </a:lnTo>
                        <a:lnTo>
                          <a:pt x="312331" y="266496"/>
                        </a:lnTo>
                        <a:close/>
                      </a:path>
                      <a:path w="1256665" h="498475">
                        <a:moveTo>
                          <a:pt x="312496" y="147256"/>
                        </a:moveTo>
                        <a:lnTo>
                          <a:pt x="287921" y="100126"/>
                        </a:lnTo>
                        <a:lnTo>
                          <a:pt x="256895" y="64249"/>
                        </a:lnTo>
                        <a:lnTo>
                          <a:pt x="219824" y="36233"/>
                        </a:lnTo>
                        <a:lnTo>
                          <a:pt x="178473" y="16141"/>
                        </a:lnTo>
                        <a:lnTo>
                          <a:pt x="134632" y="4038"/>
                        </a:lnTo>
                        <a:lnTo>
                          <a:pt x="90055" y="0"/>
                        </a:lnTo>
                        <a:lnTo>
                          <a:pt x="46520" y="4089"/>
                        </a:lnTo>
                        <a:lnTo>
                          <a:pt x="5791" y="16383"/>
                        </a:lnTo>
                        <a:lnTo>
                          <a:pt x="812" y="18478"/>
                        </a:lnTo>
                        <a:lnTo>
                          <a:pt x="1587" y="25387"/>
                        </a:lnTo>
                        <a:lnTo>
                          <a:pt x="6921" y="26466"/>
                        </a:lnTo>
                        <a:lnTo>
                          <a:pt x="57632" y="42367"/>
                        </a:lnTo>
                        <a:lnTo>
                          <a:pt x="100622" y="67957"/>
                        </a:lnTo>
                        <a:lnTo>
                          <a:pt x="135953" y="103149"/>
                        </a:lnTo>
                        <a:lnTo>
                          <a:pt x="164604" y="149733"/>
                        </a:lnTo>
                        <a:lnTo>
                          <a:pt x="166535" y="150952"/>
                        </a:lnTo>
                        <a:lnTo>
                          <a:pt x="305892" y="150952"/>
                        </a:lnTo>
                        <a:lnTo>
                          <a:pt x="309753" y="150952"/>
                        </a:lnTo>
                        <a:lnTo>
                          <a:pt x="312496" y="147256"/>
                        </a:lnTo>
                        <a:close/>
                      </a:path>
                      <a:path w="1256665" h="498475">
                        <a:moveTo>
                          <a:pt x="431876" y="132930"/>
                        </a:moveTo>
                        <a:lnTo>
                          <a:pt x="429641" y="130771"/>
                        </a:lnTo>
                        <a:lnTo>
                          <a:pt x="357238" y="130771"/>
                        </a:lnTo>
                        <a:lnTo>
                          <a:pt x="354507" y="130771"/>
                        </a:lnTo>
                        <a:lnTo>
                          <a:pt x="352272" y="132930"/>
                        </a:lnTo>
                        <a:lnTo>
                          <a:pt x="352272" y="383209"/>
                        </a:lnTo>
                        <a:lnTo>
                          <a:pt x="353796" y="384683"/>
                        </a:lnTo>
                        <a:lnTo>
                          <a:pt x="430364" y="384683"/>
                        </a:lnTo>
                        <a:lnTo>
                          <a:pt x="431876" y="383209"/>
                        </a:lnTo>
                        <a:lnTo>
                          <a:pt x="431876" y="132930"/>
                        </a:lnTo>
                        <a:close/>
                      </a:path>
                      <a:path w="1256665" h="498475">
                        <a:moveTo>
                          <a:pt x="940701" y="250583"/>
                        </a:moveTo>
                        <a:lnTo>
                          <a:pt x="931760" y="197332"/>
                        </a:lnTo>
                        <a:lnTo>
                          <a:pt x="922858" y="183540"/>
                        </a:lnTo>
                        <a:lnTo>
                          <a:pt x="906094" y="157568"/>
                        </a:lnTo>
                        <a:lnTo>
                          <a:pt x="865505" y="132689"/>
                        </a:lnTo>
                        <a:lnTo>
                          <a:pt x="811758" y="124079"/>
                        </a:lnTo>
                        <a:lnTo>
                          <a:pt x="763511" y="133223"/>
                        </a:lnTo>
                        <a:lnTo>
                          <a:pt x="722464" y="159308"/>
                        </a:lnTo>
                        <a:lnTo>
                          <a:pt x="693953" y="200304"/>
                        </a:lnTo>
                        <a:lnTo>
                          <a:pt x="683260" y="254165"/>
                        </a:lnTo>
                        <a:lnTo>
                          <a:pt x="690410" y="299643"/>
                        </a:lnTo>
                        <a:lnTo>
                          <a:pt x="710057" y="336219"/>
                        </a:lnTo>
                        <a:lnTo>
                          <a:pt x="739546" y="363232"/>
                        </a:lnTo>
                        <a:lnTo>
                          <a:pt x="776224" y="379945"/>
                        </a:lnTo>
                        <a:lnTo>
                          <a:pt x="817435" y="385673"/>
                        </a:lnTo>
                        <a:lnTo>
                          <a:pt x="860234" y="379857"/>
                        </a:lnTo>
                        <a:lnTo>
                          <a:pt x="919111" y="340550"/>
                        </a:lnTo>
                        <a:lnTo>
                          <a:pt x="935316" y="309295"/>
                        </a:lnTo>
                        <a:lnTo>
                          <a:pt x="933716" y="306565"/>
                        </a:lnTo>
                        <a:lnTo>
                          <a:pt x="872147" y="289941"/>
                        </a:lnTo>
                        <a:lnTo>
                          <a:pt x="869619" y="290995"/>
                        </a:lnTo>
                        <a:lnTo>
                          <a:pt x="868667" y="293116"/>
                        </a:lnTo>
                        <a:lnTo>
                          <a:pt x="861250" y="304850"/>
                        </a:lnTo>
                        <a:lnTo>
                          <a:pt x="850595" y="313855"/>
                        </a:lnTo>
                        <a:lnTo>
                          <a:pt x="836422" y="319608"/>
                        </a:lnTo>
                        <a:lnTo>
                          <a:pt x="818489" y="321640"/>
                        </a:lnTo>
                        <a:lnTo>
                          <a:pt x="796886" y="318757"/>
                        </a:lnTo>
                        <a:lnTo>
                          <a:pt x="778865" y="310057"/>
                        </a:lnTo>
                        <a:lnTo>
                          <a:pt x="766406" y="295478"/>
                        </a:lnTo>
                        <a:lnTo>
                          <a:pt x="761517" y="274955"/>
                        </a:lnTo>
                        <a:lnTo>
                          <a:pt x="761415" y="225183"/>
                        </a:lnTo>
                        <a:lnTo>
                          <a:pt x="765556" y="210896"/>
                        </a:lnTo>
                        <a:lnTo>
                          <a:pt x="775411" y="197446"/>
                        </a:lnTo>
                        <a:lnTo>
                          <a:pt x="791108" y="187452"/>
                        </a:lnTo>
                        <a:lnTo>
                          <a:pt x="812812" y="183540"/>
                        </a:lnTo>
                        <a:lnTo>
                          <a:pt x="834542" y="186740"/>
                        </a:lnTo>
                        <a:lnTo>
                          <a:pt x="849757" y="195110"/>
                        </a:lnTo>
                        <a:lnTo>
                          <a:pt x="859269" y="206781"/>
                        </a:lnTo>
                        <a:lnTo>
                          <a:pt x="863854" y="219875"/>
                        </a:lnTo>
                        <a:lnTo>
                          <a:pt x="864374" y="222758"/>
                        </a:lnTo>
                        <a:lnTo>
                          <a:pt x="861974" y="225374"/>
                        </a:lnTo>
                        <a:lnTo>
                          <a:pt x="804418" y="225374"/>
                        </a:lnTo>
                        <a:lnTo>
                          <a:pt x="802208" y="227495"/>
                        </a:lnTo>
                        <a:lnTo>
                          <a:pt x="802208" y="271818"/>
                        </a:lnTo>
                        <a:lnTo>
                          <a:pt x="804418" y="273939"/>
                        </a:lnTo>
                        <a:lnTo>
                          <a:pt x="937348" y="273939"/>
                        </a:lnTo>
                        <a:lnTo>
                          <a:pt x="939495" y="272122"/>
                        </a:lnTo>
                        <a:lnTo>
                          <a:pt x="940231" y="265112"/>
                        </a:lnTo>
                        <a:lnTo>
                          <a:pt x="940701" y="257619"/>
                        </a:lnTo>
                        <a:lnTo>
                          <a:pt x="940701" y="250583"/>
                        </a:lnTo>
                        <a:close/>
                      </a:path>
                      <a:path w="1256665" h="498475">
                        <a:moveTo>
                          <a:pt x="1059053" y="132854"/>
                        </a:moveTo>
                        <a:lnTo>
                          <a:pt x="1056843" y="130822"/>
                        </a:lnTo>
                        <a:lnTo>
                          <a:pt x="983729" y="130822"/>
                        </a:lnTo>
                        <a:lnTo>
                          <a:pt x="981494" y="132943"/>
                        </a:lnTo>
                        <a:lnTo>
                          <a:pt x="981494" y="467626"/>
                        </a:lnTo>
                        <a:lnTo>
                          <a:pt x="983272" y="469531"/>
                        </a:lnTo>
                        <a:lnTo>
                          <a:pt x="1002842" y="473468"/>
                        </a:lnTo>
                        <a:lnTo>
                          <a:pt x="1019644" y="478967"/>
                        </a:lnTo>
                        <a:lnTo>
                          <a:pt x="1035812" y="486410"/>
                        </a:lnTo>
                        <a:lnTo>
                          <a:pt x="1051064" y="495757"/>
                        </a:lnTo>
                        <a:lnTo>
                          <a:pt x="1054404" y="498106"/>
                        </a:lnTo>
                        <a:lnTo>
                          <a:pt x="1059053" y="496074"/>
                        </a:lnTo>
                        <a:lnTo>
                          <a:pt x="1059053" y="132854"/>
                        </a:lnTo>
                        <a:close/>
                      </a:path>
                      <a:path w="1256665" h="498475">
                        <a:moveTo>
                          <a:pt x="1256665" y="254495"/>
                        </a:moveTo>
                        <a:lnTo>
                          <a:pt x="1248371" y="202488"/>
                        </a:lnTo>
                        <a:lnTo>
                          <a:pt x="1224470" y="161239"/>
                        </a:lnTo>
                        <a:lnTo>
                          <a:pt x="1186408" y="134035"/>
                        </a:lnTo>
                        <a:lnTo>
                          <a:pt x="1135659" y="124231"/>
                        </a:lnTo>
                        <a:lnTo>
                          <a:pt x="1126845" y="124523"/>
                        </a:lnTo>
                        <a:lnTo>
                          <a:pt x="1118425" y="125374"/>
                        </a:lnTo>
                        <a:lnTo>
                          <a:pt x="1110424" y="126707"/>
                        </a:lnTo>
                        <a:lnTo>
                          <a:pt x="1100747" y="129108"/>
                        </a:lnTo>
                        <a:lnTo>
                          <a:pt x="1099781" y="130695"/>
                        </a:lnTo>
                        <a:lnTo>
                          <a:pt x="1099781" y="193052"/>
                        </a:lnTo>
                        <a:lnTo>
                          <a:pt x="1102283" y="195211"/>
                        </a:lnTo>
                        <a:lnTo>
                          <a:pt x="1109891" y="193573"/>
                        </a:lnTo>
                        <a:lnTo>
                          <a:pt x="1114526" y="193103"/>
                        </a:lnTo>
                        <a:lnTo>
                          <a:pt x="1119289" y="193103"/>
                        </a:lnTo>
                        <a:lnTo>
                          <a:pt x="1141844" y="196888"/>
                        </a:lnTo>
                        <a:lnTo>
                          <a:pt x="1160754" y="208343"/>
                        </a:lnTo>
                        <a:lnTo>
                          <a:pt x="1173772" y="227647"/>
                        </a:lnTo>
                        <a:lnTo>
                          <a:pt x="1178623" y="254927"/>
                        </a:lnTo>
                        <a:lnTo>
                          <a:pt x="1173772" y="282295"/>
                        </a:lnTo>
                        <a:lnTo>
                          <a:pt x="1160754" y="301764"/>
                        </a:lnTo>
                        <a:lnTo>
                          <a:pt x="1141844" y="313397"/>
                        </a:lnTo>
                        <a:lnTo>
                          <a:pt x="1119289" y="317271"/>
                        </a:lnTo>
                        <a:lnTo>
                          <a:pt x="1114552" y="317271"/>
                        </a:lnTo>
                        <a:lnTo>
                          <a:pt x="1109929" y="316814"/>
                        </a:lnTo>
                        <a:lnTo>
                          <a:pt x="1102334" y="315087"/>
                        </a:lnTo>
                        <a:lnTo>
                          <a:pt x="1099781" y="317411"/>
                        </a:lnTo>
                        <a:lnTo>
                          <a:pt x="1099781" y="380174"/>
                        </a:lnTo>
                        <a:lnTo>
                          <a:pt x="1100378" y="381812"/>
                        </a:lnTo>
                        <a:lnTo>
                          <a:pt x="1109002" y="383616"/>
                        </a:lnTo>
                        <a:lnTo>
                          <a:pt x="1116431" y="384695"/>
                        </a:lnTo>
                        <a:lnTo>
                          <a:pt x="1124254" y="385356"/>
                        </a:lnTo>
                        <a:lnTo>
                          <a:pt x="1132459" y="385572"/>
                        </a:lnTo>
                        <a:lnTo>
                          <a:pt x="1182624" y="375818"/>
                        </a:lnTo>
                        <a:lnTo>
                          <a:pt x="1221905" y="348627"/>
                        </a:lnTo>
                        <a:lnTo>
                          <a:pt x="1247508" y="307136"/>
                        </a:lnTo>
                        <a:lnTo>
                          <a:pt x="1256665" y="25449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  <p:sp>
                <p:nvSpPr>
                  <p:cNvPr id="39" name="bg object 23">
                    <a:extLst>
                      <a:ext uri="{FF2B5EF4-FFF2-40B4-BE49-F238E27FC236}">
                        <a16:creationId xmlns:a16="http://schemas.microsoft.com/office/drawing/2014/main" id="{8EBCEC5D-C73F-1F7E-8799-795C0AB0C39E}"/>
                      </a:ext>
                    </a:extLst>
                  </p:cNvPr>
                  <p:cNvSpPr/>
                  <p:nvPr/>
                </p:nvSpPr>
                <p:spPr>
                  <a:xfrm>
                    <a:off x="9251727" y="6071297"/>
                    <a:ext cx="241935" cy="266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934" h="266700">
                        <a:moveTo>
                          <a:pt x="92158" y="266426"/>
                        </a:moveTo>
                        <a:lnTo>
                          <a:pt x="53212" y="260355"/>
                        </a:lnTo>
                        <a:lnTo>
                          <a:pt x="24260" y="243965"/>
                        </a:lnTo>
                        <a:lnTo>
                          <a:pt x="6217" y="219997"/>
                        </a:lnTo>
                        <a:lnTo>
                          <a:pt x="0" y="191188"/>
                        </a:lnTo>
                        <a:lnTo>
                          <a:pt x="6103" y="161062"/>
                        </a:lnTo>
                        <a:lnTo>
                          <a:pt x="22814" y="138229"/>
                        </a:lnTo>
                        <a:lnTo>
                          <a:pt x="47731" y="122687"/>
                        </a:lnTo>
                        <a:lnTo>
                          <a:pt x="78451" y="114434"/>
                        </a:lnTo>
                        <a:lnTo>
                          <a:pt x="140900" y="105237"/>
                        </a:lnTo>
                        <a:lnTo>
                          <a:pt x="149976" y="102872"/>
                        </a:lnTo>
                        <a:lnTo>
                          <a:pt x="155903" y="99022"/>
                        </a:lnTo>
                        <a:lnTo>
                          <a:pt x="159131" y="93930"/>
                        </a:lnTo>
                        <a:lnTo>
                          <a:pt x="160107" y="87840"/>
                        </a:lnTo>
                        <a:lnTo>
                          <a:pt x="158836" y="80176"/>
                        </a:lnTo>
                        <a:lnTo>
                          <a:pt x="155051" y="73273"/>
                        </a:lnTo>
                        <a:lnTo>
                          <a:pt x="148798" y="67488"/>
                        </a:lnTo>
                        <a:lnTo>
                          <a:pt x="140121" y="63175"/>
                        </a:lnTo>
                        <a:lnTo>
                          <a:pt x="138193" y="62511"/>
                        </a:lnTo>
                        <a:lnTo>
                          <a:pt x="136981" y="60663"/>
                        </a:lnTo>
                        <a:lnTo>
                          <a:pt x="136981" y="2304"/>
                        </a:lnTo>
                        <a:lnTo>
                          <a:pt x="139558" y="0"/>
                        </a:lnTo>
                        <a:lnTo>
                          <a:pt x="187239" y="11701"/>
                        </a:lnTo>
                        <a:lnTo>
                          <a:pt x="233885" y="63197"/>
                        </a:lnTo>
                        <a:lnTo>
                          <a:pt x="239100" y="97556"/>
                        </a:lnTo>
                        <a:lnTo>
                          <a:pt x="239100" y="150683"/>
                        </a:lnTo>
                        <a:lnTo>
                          <a:pt x="157335" y="150683"/>
                        </a:lnTo>
                        <a:lnTo>
                          <a:pt x="109935" y="157929"/>
                        </a:lnTo>
                        <a:lnTo>
                          <a:pt x="98068" y="160885"/>
                        </a:lnTo>
                        <a:lnTo>
                          <a:pt x="88596" y="166244"/>
                        </a:lnTo>
                        <a:lnTo>
                          <a:pt x="82323" y="174483"/>
                        </a:lnTo>
                        <a:lnTo>
                          <a:pt x="80053" y="186081"/>
                        </a:lnTo>
                        <a:lnTo>
                          <a:pt x="81821" y="195773"/>
                        </a:lnTo>
                        <a:lnTo>
                          <a:pt x="87391" y="204120"/>
                        </a:lnTo>
                        <a:lnTo>
                          <a:pt x="97163" y="209971"/>
                        </a:lnTo>
                        <a:lnTo>
                          <a:pt x="111538" y="212178"/>
                        </a:lnTo>
                        <a:lnTo>
                          <a:pt x="239100" y="212178"/>
                        </a:lnTo>
                        <a:lnTo>
                          <a:pt x="239100" y="221894"/>
                        </a:lnTo>
                        <a:lnTo>
                          <a:pt x="239328" y="232106"/>
                        </a:lnTo>
                        <a:lnTo>
                          <a:pt x="239829" y="240039"/>
                        </a:lnTo>
                        <a:lnTo>
                          <a:pt x="161211" y="240039"/>
                        </a:lnTo>
                        <a:lnTo>
                          <a:pt x="158180" y="243215"/>
                        </a:lnTo>
                        <a:lnTo>
                          <a:pt x="145723" y="253376"/>
                        </a:lnTo>
                        <a:lnTo>
                          <a:pt x="130536" y="260629"/>
                        </a:lnTo>
                        <a:lnTo>
                          <a:pt x="112665" y="264977"/>
                        </a:lnTo>
                        <a:lnTo>
                          <a:pt x="92158" y="266426"/>
                        </a:lnTo>
                        <a:close/>
                      </a:path>
                      <a:path w="241934" h="266700">
                        <a:moveTo>
                          <a:pt x="239100" y="212178"/>
                        </a:moveTo>
                        <a:lnTo>
                          <a:pt x="111538" y="212178"/>
                        </a:lnTo>
                        <a:lnTo>
                          <a:pt x="129258" y="209804"/>
                        </a:lnTo>
                        <a:lnTo>
                          <a:pt x="144828" y="201626"/>
                        </a:lnTo>
                        <a:lnTo>
                          <a:pt x="155895" y="186059"/>
                        </a:lnTo>
                        <a:lnTo>
                          <a:pt x="160107" y="161521"/>
                        </a:lnTo>
                        <a:lnTo>
                          <a:pt x="160107" y="152967"/>
                        </a:lnTo>
                        <a:lnTo>
                          <a:pt x="157335" y="150683"/>
                        </a:lnTo>
                        <a:lnTo>
                          <a:pt x="239100" y="150683"/>
                        </a:lnTo>
                        <a:lnTo>
                          <a:pt x="239100" y="212178"/>
                        </a:lnTo>
                        <a:close/>
                      </a:path>
                      <a:path w="241934" h="266700">
                        <a:moveTo>
                          <a:pt x="239468" y="260572"/>
                        </a:moveTo>
                        <a:lnTo>
                          <a:pt x="170869" y="260572"/>
                        </a:lnTo>
                        <a:lnTo>
                          <a:pt x="168747" y="259637"/>
                        </a:lnTo>
                        <a:lnTo>
                          <a:pt x="167881" y="254738"/>
                        </a:lnTo>
                        <a:lnTo>
                          <a:pt x="167361" y="251021"/>
                        </a:lnTo>
                        <a:lnTo>
                          <a:pt x="166668" y="241804"/>
                        </a:lnTo>
                        <a:lnTo>
                          <a:pt x="161211" y="240039"/>
                        </a:lnTo>
                        <a:lnTo>
                          <a:pt x="239829" y="240039"/>
                        </a:lnTo>
                        <a:lnTo>
                          <a:pt x="239904" y="241214"/>
                        </a:lnTo>
                        <a:lnTo>
                          <a:pt x="240662" y="248972"/>
                        </a:lnTo>
                        <a:lnTo>
                          <a:pt x="241438" y="255132"/>
                        </a:lnTo>
                        <a:lnTo>
                          <a:pt x="241828" y="258039"/>
                        </a:lnTo>
                        <a:lnTo>
                          <a:pt x="239468" y="26057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</p:grpSp>
          </p:grpSp>
        </p:grpSp>
      </p:grpSp>
      <p:pic>
        <p:nvPicPr>
          <p:cNvPr id="6" name="Image 5" descr="Une image contenant Visage humain, habits, personne, intérieur&#10;&#10;Description générée automatiquement">
            <a:extLst>
              <a:ext uri="{FF2B5EF4-FFF2-40B4-BE49-F238E27FC236}">
                <a16:creationId xmlns:a16="http://schemas.microsoft.com/office/drawing/2014/main" id="{7E36A98F-A6D7-E0B3-5F31-92324B4994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84" r="2638"/>
          <a:stretch/>
        </p:blipFill>
        <p:spPr>
          <a:xfrm>
            <a:off x="2731135" y="-1093"/>
            <a:ext cx="73703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871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7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0.png"/><Relationship Id="rId4" Type="http://schemas.openxmlformats.org/officeDocument/2006/relationships/image" Target="../media/image27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7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ec.europa.eu/eurostat/web/products-manuals-and-guidelines/-/ca-80-93-436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7.sv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Relationship Id="rId5" Type="http://schemas.openxmlformats.org/officeDocument/2006/relationships/hyperlink" Target="https://ec.europa.eu/eurostat/web/main/data/database" TargetMode="External"/><Relationship Id="rId4" Type="http://schemas.openxmlformats.org/officeDocument/2006/relationships/image" Target="../media/image27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Relationship Id="rId5" Type="http://schemas.openxmlformats.org/officeDocument/2006/relationships/hyperlink" Target="mailto:fanny.joubert@citepa.org" TargetMode="External"/><Relationship Id="rId4" Type="http://schemas.openxmlformats.org/officeDocument/2006/relationships/hyperlink" Target="mailto:Jean-pierre.chang@citepa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64FD8F-91CB-95A5-3015-2C9B7960C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0" y="1833078"/>
            <a:ext cx="4876800" cy="1251285"/>
          </a:xfrm>
        </p:spPr>
        <p:txBody>
          <a:bodyPr/>
          <a:lstStyle/>
          <a:p>
            <a:r>
              <a:rPr lang="fr-FR" dirty="0"/>
              <a:t>Annexes guidelines and data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collected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C1A2ACB-4B0E-BE56-333A-07F0CF546D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76800" y="3962400"/>
            <a:ext cx="4800600" cy="851656"/>
          </a:xfrm>
        </p:spPr>
        <p:txBody>
          <a:bodyPr/>
          <a:lstStyle/>
          <a:p>
            <a:r>
              <a:rPr lang="fr-FR" dirty="0"/>
              <a:t>7-9 </a:t>
            </a:r>
            <a:r>
              <a:rPr lang="fr-FR" dirty="0" err="1"/>
              <a:t>October</a:t>
            </a:r>
            <a:r>
              <a:rPr lang="fr-FR" dirty="0"/>
              <a:t> 2025 - Sarajevo</a:t>
            </a:r>
          </a:p>
        </p:txBody>
      </p:sp>
      <p:pic>
        <p:nvPicPr>
          <p:cNvPr id="5" name="Picture 4" descr="A logo with blue text&#10;&#10;Description automatically generated">
            <a:extLst>
              <a:ext uri="{FF2B5EF4-FFF2-40B4-BE49-F238E27FC236}">
                <a16:creationId xmlns:a16="http://schemas.microsoft.com/office/drawing/2014/main" id="{800A5173-27CD-C2DD-2D20-AF0AFF6CF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86" y="5872162"/>
            <a:ext cx="2419350" cy="82867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7D7CCFA-2BEC-FAD2-BAA2-8839E12F8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792" y="5705341"/>
            <a:ext cx="4612121" cy="95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572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B9E7A4-E113-6AF4-0131-10F2A8D6B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966" y="1121434"/>
            <a:ext cx="8940484" cy="3984720"/>
          </a:xfrm>
          <a:prstGeom prst="rect">
            <a:avLst/>
          </a:prstGeom>
        </p:spPr>
        <p:txBody>
          <a:bodyPr anchor="ctr"/>
          <a:lstStyle/>
          <a:p>
            <a:r>
              <a:rPr lang="fr-FR" sz="3800" b="1" dirty="0">
                <a:solidFill>
                  <a:schemeClr val="bg1"/>
                </a:solidFill>
              </a:rPr>
              <a:t>Agenda</a:t>
            </a:r>
            <a:br>
              <a:rPr lang="fr-FR" sz="3800" dirty="0">
                <a:solidFill>
                  <a:schemeClr val="bg1"/>
                </a:solidFill>
              </a:rPr>
            </a:br>
            <a:br>
              <a:rPr lang="fr-FR" sz="3200" dirty="0">
                <a:solidFill>
                  <a:schemeClr val="bg1"/>
                </a:solidFill>
              </a:rPr>
            </a:br>
            <a:r>
              <a:rPr lang="fr-FR" sz="3200" dirty="0">
                <a:solidFill>
                  <a:schemeClr val="bg1"/>
                </a:solidFill>
                <a:latin typeface="Aptos" panose="020B0004020202020204" pitchFamily="34" charset="0"/>
              </a:rPr>
              <a:t>Introduction </a:t>
            </a:r>
            <a:br>
              <a:rPr lang="fr-FR" sz="3200" dirty="0">
                <a:solidFill>
                  <a:schemeClr val="bg1"/>
                </a:solidFill>
                <a:latin typeface="Aptos" panose="020B0004020202020204" pitchFamily="34" charset="0"/>
              </a:rPr>
            </a:br>
            <a:br>
              <a:rPr lang="fr-FR" sz="3200" dirty="0">
                <a:solidFill>
                  <a:schemeClr val="bg1"/>
                </a:solidFill>
                <a:latin typeface="Aptos" panose="020B0004020202020204" pitchFamily="34" charset="0"/>
              </a:rPr>
            </a:br>
            <a:r>
              <a:rPr lang="fr-FR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Presentation</a:t>
            </a:r>
            <a:r>
              <a:rPr lang="fr-FR" sz="3200" dirty="0">
                <a:solidFill>
                  <a:schemeClr val="bg1"/>
                </a:solidFill>
                <a:latin typeface="Aptos" panose="020B0004020202020204" pitchFamily="34" charset="0"/>
              </a:rPr>
              <a:t> of the 6 annexes (data to </a:t>
            </a:r>
            <a:r>
              <a:rPr lang="fr-FR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be</a:t>
            </a:r>
            <a:r>
              <a:rPr lang="fr-FR" sz="3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fr-FR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collected</a:t>
            </a:r>
            <a:r>
              <a:rPr lang="fr-FR" sz="3200" dirty="0">
                <a:solidFill>
                  <a:schemeClr val="bg1"/>
                </a:solidFill>
                <a:latin typeface="Aptos" panose="020B0004020202020204" pitchFamily="34" charset="0"/>
              </a:rPr>
              <a:t> and how to report)</a:t>
            </a:r>
            <a:br>
              <a:rPr lang="fr-FR" sz="3200" dirty="0">
                <a:solidFill>
                  <a:schemeClr val="bg1"/>
                </a:solidFill>
                <a:latin typeface="Aptos" panose="020B0004020202020204" pitchFamily="34" charset="0"/>
              </a:rPr>
            </a:br>
            <a:br>
              <a:rPr lang="fr-FR" sz="3200" dirty="0">
                <a:solidFill>
                  <a:schemeClr val="bg1"/>
                </a:solidFill>
                <a:latin typeface="Aptos" panose="020B0004020202020204" pitchFamily="34" charset="0"/>
              </a:rPr>
            </a:br>
            <a:r>
              <a:rPr lang="fr-FR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Summary</a:t>
            </a:r>
            <a:r>
              <a:rPr lang="fr-FR" sz="3200" dirty="0">
                <a:solidFill>
                  <a:schemeClr val="bg1"/>
                </a:solidFill>
                <a:latin typeface="Aptos" panose="020B0004020202020204" pitchFamily="34" charset="0"/>
              </a:rPr>
              <a:t> of data to </a:t>
            </a:r>
            <a:r>
              <a:rPr lang="fr-FR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be</a:t>
            </a:r>
            <a:r>
              <a:rPr lang="fr-FR" sz="3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fr-FR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collected</a:t>
            </a:r>
            <a:br>
              <a:rPr lang="fr-FR" sz="3200" dirty="0">
                <a:solidFill>
                  <a:schemeClr val="bg1"/>
                </a:solidFill>
                <a:latin typeface="Aptos" panose="020B0004020202020204" pitchFamily="34" charset="0"/>
              </a:rPr>
            </a:b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2FBBC81-E51C-A314-1425-03C1C2BFF4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4581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67D3E39-1861-5C18-9D66-ECB935531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F2621ED-7595-D74E-AF68-B75E941084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0999" y="1362693"/>
            <a:ext cx="4114801" cy="1143000"/>
          </a:xfrm>
        </p:spPr>
        <p:txBody>
          <a:bodyPr/>
          <a:lstStyle/>
          <a:p>
            <a:r>
              <a:rPr lang="fr-FR" sz="1800" u="sng" dirty="0"/>
              <a:t>Objective</a:t>
            </a:r>
            <a:r>
              <a:rPr lang="fr-FR" sz="1800" dirty="0"/>
              <a:t>: </a:t>
            </a:r>
            <a:r>
              <a:rPr lang="en-US" sz="1800" dirty="0"/>
              <a:t>facilitating the QA/QC of submissions and the preparation of the Energy Community inventory:</a:t>
            </a:r>
          </a:p>
          <a:p>
            <a:endParaRPr lang="fr-FR" sz="18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5789715-A704-4A0D-E6A8-6A9ED421B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0" y="1362693"/>
            <a:ext cx="4093845" cy="1600200"/>
          </a:xfrm>
        </p:spPr>
        <p:txBody>
          <a:bodyPr/>
          <a:lstStyle/>
          <a:p>
            <a:pPr marL="342900" indent="-342900" algn="just">
              <a:lnSpc>
                <a:spcPct val="115000"/>
              </a:lnSpc>
              <a:spcAft>
                <a:spcPts val="600"/>
              </a:spcAft>
              <a:buClr>
                <a:srgbClr val="698EC2"/>
              </a:buClr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600" dirty="0"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Implementation of review recommendations (art.10)</a:t>
            </a:r>
            <a:endParaRPr lang="fr-FR" sz="1600" dirty="0">
              <a:latin typeface="Aptos" panose="020B00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600"/>
              </a:spcAft>
              <a:buClr>
                <a:srgbClr val="698EC2"/>
              </a:buClr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600" dirty="0"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Methodological descriptions (art.11)</a:t>
            </a:r>
            <a:endParaRPr lang="fr-FR" sz="1600" dirty="0">
              <a:latin typeface="Aptos" panose="020B00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600"/>
              </a:spcAft>
              <a:buClr>
                <a:srgbClr val="698EC2"/>
              </a:buClr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600" dirty="0"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Uncertainty analysis (art.12.1)</a:t>
            </a:r>
            <a:endParaRPr lang="fr-FR" sz="1600" dirty="0">
              <a:latin typeface="Aptos" panose="020B00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600"/>
              </a:spcAft>
              <a:buClr>
                <a:srgbClr val="698EC2"/>
              </a:buClr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6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Reporting on indicators (art.13)</a:t>
            </a:r>
            <a:endParaRPr lang="fr-FR" sz="16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600"/>
              </a:spcAft>
              <a:buClr>
                <a:srgbClr val="698EC2"/>
              </a:buClr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6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Consistency with ‘EC information’  (art.14 on EU ETS, adapted) </a:t>
            </a:r>
            <a:endParaRPr lang="fr-FR" sz="16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600"/>
              </a:spcAft>
              <a:buClr>
                <a:srgbClr val="698EC2"/>
              </a:buClr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6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Consistency with energy statistics (art.17)</a:t>
            </a:r>
            <a:endParaRPr lang="fr-FR" sz="1600" dirty="0"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5000"/>
              </a:lnSpc>
              <a:spcAft>
                <a:spcPts val="600"/>
              </a:spcAft>
              <a:buClr>
                <a:srgbClr val="698EC2"/>
              </a:buClr>
              <a:tabLst>
                <a:tab pos="457200" algn="l"/>
              </a:tabLst>
            </a:pPr>
            <a:endParaRPr lang="en-GB" sz="1600" dirty="0">
              <a:effectLst/>
              <a:latin typeface="Aptos" panose="020B00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5000"/>
              </a:lnSpc>
              <a:spcAft>
                <a:spcPts val="600"/>
              </a:spcAft>
              <a:buClr>
                <a:srgbClr val="698EC2"/>
              </a:buClr>
              <a:tabLst>
                <a:tab pos="457200" algn="l"/>
              </a:tabLst>
            </a:pPr>
            <a:r>
              <a:rPr lang="en-GB" sz="16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Templates provided by EEA and under Excel format.</a:t>
            </a:r>
            <a:endParaRPr lang="fr-FR" sz="16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DAC55-1CED-B543-F7AA-A67183920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909D9AA9-2800-6742-B3AC-1FC34B18C60A}" type="slidenum">
              <a:rPr lang="fr-FR" smtClean="0"/>
              <a:pPr>
                <a:spcAft>
                  <a:spcPts val="600"/>
                </a:spcAft>
              </a:pPr>
              <a:t>3</a:t>
            </a:fld>
            <a:endParaRPr lang="fr-FR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65D704-4C22-0C9D-FC53-76F3E9916972}"/>
              </a:ext>
            </a:extLst>
          </p:cNvPr>
          <p:cNvGrpSpPr/>
          <p:nvPr/>
        </p:nvGrpSpPr>
        <p:grpSpPr>
          <a:xfrm>
            <a:off x="1177636" y="2776599"/>
            <a:ext cx="2246412" cy="1799855"/>
            <a:chOff x="690747" y="2610345"/>
            <a:chExt cx="2246412" cy="1799855"/>
          </a:xfrm>
        </p:grpSpPr>
        <p:pic>
          <p:nvPicPr>
            <p:cNvPr id="3" name="Graphic 2" descr="List outline">
              <a:extLst>
                <a:ext uri="{FF2B5EF4-FFF2-40B4-BE49-F238E27FC236}">
                  <a16:creationId xmlns:a16="http://schemas.microsoft.com/office/drawing/2014/main" id="{88CDA6A1-2184-04A1-2702-90E6F6A956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56753" y="2610345"/>
              <a:ext cx="914400" cy="914400"/>
            </a:xfrm>
            <a:prstGeom prst="rect">
              <a:avLst/>
            </a:prstGeom>
          </p:spPr>
        </p:pic>
        <p:pic>
          <p:nvPicPr>
            <p:cNvPr id="5" name="Graphic 4" descr="Checklist outline">
              <a:extLst>
                <a:ext uri="{FF2B5EF4-FFF2-40B4-BE49-F238E27FC236}">
                  <a16:creationId xmlns:a16="http://schemas.microsoft.com/office/drawing/2014/main" id="{21E0D3AB-17A0-D292-8A2B-0062C1FDE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56753" y="3495800"/>
              <a:ext cx="914400" cy="914400"/>
            </a:xfrm>
            <a:prstGeom prst="rect">
              <a:avLst/>
            </a:prstGeom>
          </p:spPr>
        </p:pic>
        <p:pic>
          <p:nvPicPr>
            <p:cNvPr id="6" name="Graphic 5" descr="List outline">
              <a:extLst>
                <a:ext uri="{FF2B5EF4-FFF2-40B4-BE49-F238E27FC236}">
                  <a16:creationId xmlns:a16="http://schemas.microsoft.com/office/drawing/2014/main" id="{F2F57BC8-8AC4-2547-74F4-8AA12AFED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90747" y="2610345"/>
              <a:ext cx="914400" cy="914400"/>
            </a:xfrm>
            <a:prstGeom prst="rect">
              <a:avLst/>
            </a:prstGeom>
          </p:spPr>
        </p:pic>
        <p:pic>
          <p:nvPicPr>
            <p:cNvPr id="8" name="Graphic 7" descr="Checklist outline">
              <a:extLst>
                <a:ext uri="{FF2B5EF4-FFF2-40B4-BE49-F238E27FC236}">
                  <a16:creationId xmlns:a16="http://schemas.microsoft.com/office/drawing/2014/main" id="{CE83F293-8CD5-F89C-853D-5A4FCBFEC5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90747" y="3495800"/>
              <a:ext cx="914400" cy="914400"/>
            </a:xfrm>
            <a:prstGeom prst="rect">
              <a:avLst/>
            </a:prstGeom>
          </p:spPr>
        </p:pic>
        <p:pic>
          <p:nvPicPr>
            <p:cNvPr id="9" name="Graphic 8" descr="List outline">
              <a:extLst>
                <a:ext uri="{FF2B5EF4-FFF2-40B4-BE49-F238E27FC236}">
                  <a16:creationId xmlns:a16="http://schemas.microsoft.com/office/drawing/2014/main" id="{08F0D53B-5BC8-3543-0C3C-DB3A885D6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22759" y="2610345"/>
              <a:ext cx="914400" cy="914400"/>
            </a:xfrm>
            <a:prstGeom prst="rect">
              <a:avLst/>
            </a:prstGeom>
          </p:spPr>
        </p:pic>
        <p:pic>
          <p:nvPicPr>
            <p:cNvPr id="13" name="Graphic 12" descr="Checklist outline">
              <a:extLst>
                <a:ext uri="{FF2B5EF4-FFF2-40B4-BE49-F238E27FC236}">
                  <a16:creationId xmlns:a16="http://schemas.microsoft.com/office/drawing/2014/main" id="{09057198-3E91-F22A-B0E2-B58730B54F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22759" y="3495800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1187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498FD-6FB4-5145-8AE2-08B56494C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>
                <a:solidFill>
                  <a:schemeClr val="bg1"/>
                </a:solidFill>
              </a:rPr>
              <a:t>Presentation</a:t>
            </a:r>
            <a:r>
              <a:rPr lang="fr-FR" dirty="0">
                <a:solidFill>
                  <a:schemeClr val="bg1"/>
                </a:solidFill>
              </a:rPr>
              <a:t> of the annexes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F41007-9C18-8267-B55A-08938943CA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0623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C72B69-2D58-DB38-A84B-B7A177620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Annex VIII. </a:t>
            </a:r>
            <a:r>
              <a:rPr lang="en-US" sz="4000" dirty="0">
                <a:solidFill>
                  <a:schemeClr val="bg1"/>
                </a:solidFill>
              </a:rPr>
              <a:t>Implementation of review recommendations (art.10)</a:t>
            </a:r>
            <a:endParaRPr lang="fr-FR" sz="4000" dirty="0">
              <a:solidFill>
                <a:schemeClr val="bg1"/>
              </a:solidFill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0EF0E8A-DF0B-B664-BF24-BCB2DAE4FC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4438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C4708-2BB6-FDBB-694E-C2676EB56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Annex VIII. </a:t>
            </a:r>
            <a:r>
              <a:rPr lang="fr-FR" dirty="0" err="1"/>
              <a:t>Implementation</a:t>
            </a:r>
            <a:r>
              <a:rPr lang="fr-FR" dirty="0"/>
              <a:t> of </a:t>
            </a:r>
            <a:r>
              <a:rPr lang="fr-FR" dirty="0" err="1"/>
              <a:t>review</a:t>
            </a:r>
            <a:r>
              <a:rPr lang="fr-FR" dirty="0"/>
              <a:t> </a:t>
            </a:r>
            <a:r>
              <a:rPr lang="fr-FR" dirty="0" err="1"/>
              <a:t>recommendations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General objective and </a:t>
            </a:r>
            <a:r>
              <a:rPr lang="fr-FR" dirty="0" err="1"/>
              <a:t>overview</a:t>
            </a:r>
            <a:r>
              <a:rPr lang="fr-FR" dirty="0"/>
              <a:t> of data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collected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B6A41-68CF-74B9-4810-C888096798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0999" y="1219199"/>
            <a:ext cx="9047085" cy="1590675"/>
          </a:xfrm>
        </p:spPr>
        <p:txBody>
          <a:bodyPr/>
          <a:lstStyle/>
          <a:p>
            <a:r>
              <a:rPr lang="en-US" dirty="0"/>
              <a:t>Report on the status of implementing recommendations from past GHG inventory reviews.</a:t>
            </a:r>
          </a:p>
          <a:p>
            <a:r>
              <a:rPr lang="en-US" sz="1600" dirty="0">
                <a:solidFill>
                  <a:srgbClr val="147E46"/>
                </a:solidFill>
              </a:rPr>
              <a:t>Two tables:</a:t>
            </a:r>
          </a:p>
          <a:p>
            <a:pPr marL="542925" indent="-276225">
              <a:buFont typeface="+mj-lt"/>
              <a:buAutoNum type="arabicPeriod"/>
              <a:tabLst>
                <a:tab pos="447675" algn="l"/>
              </a:tabLst>
            </a:pPr>
            <a:r>
              <a:rPr lang="en-US" sz="1600" dirty="0">
                <a:solidFill>
                  <a:srgbClr val="147E46"/>
                </a:solidFill>
              </a:rPr>
              <a:t>Progress on recommendations from the latest UNFCCC review.</a:t>
            </a:r>
          </a:p>
          <a:p>
            <a:pPr marL="542925" indent="-276225">
              <a:buFont typeface="+mj-lt"/>
              <a:buAutoNum type="arabicPeriod"/>
              <a:tabLst>
                <a:tab pos="447675" algn="l"/>
              </a:tabLst>
            </a:pPr>
            <a:r>
              <a:rPr lang="en-US" sz="1600" dirty="0">
                <a:solidFill>
                  <a:srgbClr val="147E46"/>
                </a:solidFill>
              </a:rPr>
              <a:t>Progress on technical corrections/revised estimates or </a:t>
            </a:r>
            <a:r>
              <a:rPr lang="en-US" sz="1600" dirty="0" err="1">
                <a:solidFill>
                  <a:srgbClr val="147E46"/>
                </a:solidFill>
              </a:rPr>
              <a:t>othe</a:t>
            </a:r>
            <a:r>
              <a:rPr lang="en-US" sz="1600" dirty="0">
                <a:solidFill>
                  <a:srgbClr val="147E46"/>
                </a:solidFill>
              </a:rPr>
              <a:t> issues from the most recent QA/QC checks completed by EEA.</a:t>
            </a:r>
            <a:endParaRPr lang="fr-FR" sz="1600" dirty="0">
              <a:solidFill>
                <a:srgbClr val="147E4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C695CD-FBE6-8318-FFFD-0CE1E9413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2962274"/>
            <a:ext cx="9047084" cy="2689225"/>
          </a:xfrm>
        </p:spPr>
        <p:txBody>
          <a:bodyPr/>
          <a:lstStyle/>
          <a:p>
            <a:r>
              <a:rPr lang="en-US" sz="1600" b="1" dirty="0">
                <a:solidFill>
                  <a:srgbClr val="C00000"/>
                </a:solidFill>
              </a:rPr>
              <a:t>→ Documents to collect</a:t>
            </a:r>
            <a:r>
              <a:rPr lang="en-US" sz="1600" dirty="0">
                <a:solidFill>
                  <a:srgbClr val="C00000"/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Latest UNFCCC inventory review.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Latest EEA QA/QC.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1600" b="1" dirty="0">
                <a:solidFill>
                  <a:srgbClr val="C00000"/>
                </a:solidFill>
              </a:rPr>
              <a:t>→ Key information to gather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List of recommendations and associated details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/>
              <a:t>CRT Category,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/>
              <a:t>Chapter/section in the NID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/>
              <a:t>Response status.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FFD4CD-2398-D865-A2AA-8C00379B33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6</a:t>
            </a:fld>
            <a:endParaRPr lang="fr-FR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7B37F3-8B77-FA5D-1EC8-29C14B7E6DDC}"/>
              </a:ext>
            </a:extLst>
          </p:cNvPr>
          <p:cNvGrpSpPr/>
          <p:nvPr/>
        </p:nvGrpSpPr>
        <p:grpSpPr>
          <a:xfrm>
            <a:off x="4554710" y="2952748"/>
            <a:ext cx="4873374" cy="1691149"/>
            <a:chOff x="4554710" y="2952748"/>
            <a:chExt cx="4873374" cy="1691149"/>
          </a:xfrm>
        </p:grpSpPr>
        <p:sp>
          <p:nvSpPr>
            <p:cNvPr id="6" name="Rectangle : coins arrondis 14">
              <a:extLst>
                <a:ext uri="{FF2B5EF4-FFF2-40B4-BE49-F238E27FC236}">
                  <a16:creationId xmlns:a16="http://schemas.microsoft.com/office/drawing/2014/main" id="{D6576008-6561-B584-EC86-30EA7329BDBB}"/>
                </a:ext>
              </a:extLst>
            </p:cNvPr>
            <p:cNvSpPr/>
            <p:nvPr/>
          </p:nvSpPr>
          <p:spPr>
            <a:xfrm>
              <a:off x="4554710" y="2952748"/>
              <a:ext cx="4873374" cy="1525978"/>
            </a:xfrm>
            <a:prstGeom prst="roundRect">
              <a:avLst>
                <a:gd name="adj" fmla="val 50000"/>
              </a:avLst>
            </a:prstGeom>
            <a:solidFill>
              <a:srgbClr val="FBE9EA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ZoneTexte 10">
              <a:extLst>
                <a:ext uri="{FF2B5EF4-FFF2-40B4-BE49-F238E27FC236}">
                  <a16:creationId xmlns:a16="http://schemas.microsoft.com/office/drawing/2014/main" id="{E63EC759-E638-8F1D-9A00-EBC9C3BB96D7}"/>
                </a:ext>
              </a:extLst>
            </p:cNvPr>
            <p:cNvSpPr txBox="1"/>
            <p:nvPr/>
          </p:nvSpPr>
          <p:spPr>
            <a:xfrm>
              <a:off x="5598511" y="3074237"/>
              <a:ext cx="358030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latin typeface="+mn-lt"/>
                </a:rPr>
                <a:t>• UNFCCC </a:t>
              </a:r>
              <a:r>
                <a:rPr lang="fr-FR" sz="1600" dirty="0" err="1">
                  <a:latin typeface="+mn-lt"/>
                </a:rPr>
                <a:t>review</a:t>
              </a:r>
              <a:r>
                <a:rPr lang="fr-FR" sz="1600" dirty="0">
                  <a:latin typeface="+mn-lt"/>
                </a:rPr>
                <a:t> on BTR </a:t>
              </a:r>
              <a:r>
                <a:rPr lang="fr-FR" sz="1600" dirty="0" err="1">
                  <a:latin typeface="+mn-lt"/>
                </a:rPr>
                <a:t>planned</a:t>
              </a:r>
              <a:r>
                <a:rPr lang="fr-FR" sz="1600" dirty="0">
                  <a:latin typeface="+mn-lt"/>
                </a:rPr>
                <a:t> in 2025, possible </a:t>
              </a:r>
              <a:r>
                <a:rPr lang="fr-FR" sz="1600" dirty="0" err="1">
                  <a:latin typeface="+mn-lt"/>
                </a:rPr>
                <a:t>recommendations</a:t>
              </a:r>
              <a:r>
                <a:rPr lang="fr-FR" sz="1600" dirty="0">
                  <a:latin typeface="+mn-lt"/>
                </a:rPr>
                <a:t> made on the BUR </a:t>
              </a:r>
              <a:r>
                <a:rPr lang="fr-FR" sz="1600" dirty="0" err="1">
                  <a:latin typeface="+mn-lt"/>
                </a:rPr>
                <a:t>technical</a:t>
              </a:r>
              <a:r>
                <a:rPr lang="fr-FR" sz="1600" dirty="0">
                  <a:latin typeface="+mn-lt"/>
                </a:rPr>
                <a:t> </a:t>
              </a:r>
              <a:r>
                <a:rPr lang="fr-FR" sz="1600" dirty="0" err="1">
                  <a:latin typeface="+mn-lt"/>
                </a:rPr>
                <a:t>analysis</a:t>
              </a:r>
              <a:r>
                <a:rPr lang="fr-FR" sz="1600" dirty="0">
                  <a:latin typeface="+mn-lt"/>
                </a:rPr>
                <a:t>.</a:t>
              </a:r>
            </a:p>
            <a:p>
              <a:r>
                <a:rPr lang="fr-FR" sz="1600" dirty="0">
                  <a:latin typeface="+mn-lt"/>
                </a:rPr>
                <a:t>• For </a:t>
              </a:r>
              <a:r>
                <a:rPr lang="fr-FR" sz="1600" dirty="0" err="1">
                  <a:latin typeface="+mn-lt"/>
                </a:rPr>
                <a:t>now</a:t>
              </a:r>
              <a:r>
                <a:rPr lang="fr-FR" sz="1600" dirty="0">
                  <a:latin typeface="+mn-lt"/>
                </a:rPr>
                <a:t>, no Energy Community – </a:t>
              </a:r>
              <a:r>
                <a:rPr lang="fr-FR" sz="1600" dirty="0" err="1">
                  <a:latin typeface="+mn-lt"/>
                </a:rPr>
                <a:t>internal</a:t>
              </a:r>
              <a:r>
                <a:rPr lang="fr-FR" sz="1600" dirty="0">
                  <a:latin typeface="+mn-lt"/>
                </a:rPr>
                <a:t> QA/QC.</a:t>
              </a:r>
            </a:p>
            <a:p>
              <a:endParaRPr lang="fr-FR" sz="1600" dirty="0">
                <a:latin typeface="+mn-lt"/>
              </a:endParaRPr>
            </a:p>
          </p:txBody>
        </p:sp>
        <p:cxnSp>
          <p:nvCxnSpPr>
            <p:cNvPr id="9" name="Connecteur droit 13">
              <a:extLst>
                <a:ext uri="{FF2B5EF4-FFF2-40B4-BE49-F238E27FC236}">
                  <a16:creationId xmlns:a16="http://schemas.microsoft.com/office/drawing/2014/main" id="{61AE57BE-2CA4-1FE1-FD4D-D031D6502948}"/>
                </a:ext>
              </a:extLst>
            </p:cNvPr>
            <p:cNvCxnSpPr>
              <a:cxnSpLocks/>
            </p:cNvCxnSpPr>
            <p:nvPr/>
          </p:nvCxnSpPr>
          <p:spPr>
            <a:xfrm>
              <a:off x="5586299" y="3167725"/>
              <a:ext cx="0" cy="1131151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486BB35-A2D5-010D-16A9-6B4AA133625B}"/>
                </a:ext>
              </a:extLst>
            </p:cNvPr>
            <p:cNvGrpSpPr/>
            <p:nvPr/>
          </p:nvGrpSpPr>
          <p:grpSpPr>
            <a:xfrm>
              <a:off x="4668473" y="3339671"/>
              <a:ext cx="791851" cy="787257"/>
              <a:chOff x="4612250" y="3368746"/>
              <a:chExt cx="791851" cy="787257"/>
            </a:xfrm>
          </p:grpSpPr>
          <p:sp>
            <p:nvSpPr>
              <p:cNvPr id="8" name="Ellipse 11">
                <a:extLst>
                  <a:ext uri="{FF2B5EF4-FFF2-40B4-BE49-F238E27FC236}">
                    <a16:creationId xmlns:a16="http://schemas.microsoft.com/office/drawing/2014/main" id="{D5BB2BDB-82D3-7AFE-22FF-2AE494344D9F}"/>
                  </a:ext>
                </a:extLst>
              </p:cNvPr>
              <p:cNvSpPr/>
              <p:nvPr/>
            </p:nvSpPr>
            <p:spPr>
              <a:xfrm>
                <a:off x="4612250" y="3368746"/>
                <a:ext cx="791851" cy="78725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b="1" dirty="0">
                  <a:solidFill>
                    <a:srgbClr val="005195"/>
                  </a:solidFill>
                </a:endParaRPr>
              </a:p>
            </p:txBody>
          </p:sp>
          <p:pic>
            <p:nvPicPr>
              <p:cNvPr id="12" name="Graphic 11" descr="Lightbulb with solid fill">
                <a:extLst>
                  <a:ext uri="{FF2B5EF4-FFF2-40B4-BE49-F238E27FC236}">
                    <a16:creationId xmlns:a16="http://schemas.microsoft.com/office/drawing/2014/main" id="{BC45BD1E-F81B-8A80-8A39-6C7602D9DC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707149" y="3461347"/>
                <a:ext cx="602054" cy="60205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89341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A34E4-7762-B53A-D940-86F6670CD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Annex VIII. </a:t>
            </a:r>
            <a:r>
              <a:rPr lang="fr-FR" dirty="0" err="1"/>
              <a:t>Implementation</a:t>
            </a:r>
            <a:r>
              <a:rPr lang="fr-FR" dirty="0"/>
              <a:t> of </a:t>
            </a:r>
            <a:r>
              <a:rPr lang="fr-FR" dirty="0" err="1"/>
              <a:t>review</a:t>
            </a:r>
            <a:r>
              <a:rPr lang="fr-FR" dirty="0"/>
              <a:t> </a:t>
            </a:r>
            <a:r>
              <a:rPr lang="fr-FR" dirty="0" err="1"/>
              <a:t>recommendations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Analyzing</a:t>
            </a:r>
            <a:r>
              <a:rPr lang="fr-FR" dirty="0"/>
              <a:t> </a:t>
            </a:r>
            <a:r>
              <a:rPr lang="fr-FR" dirty="0" err="1"/>
              <a:t>collected</a:t>
            </a:r>
            <a:r>
              <a:rPr lang="fr-FR" dirty="0"/>
              <a:t> data and how to report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052C7-B721-9D6C-1760-5F0D13CDB9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dirty="0" err="1"/>
              <a:t>Same</a:t>
            </a:r>
            <a:r>
              <a:rPr lang="fr-FR" dirty="0"/>
              <a:t> </a:t>
            </a:r>
            <a:r>
              <a:rPr lang="fr-FR" dirty="0" err="1"/>
              <a:t>template</a:t>
            </a:r>
            <a:r>
              <a:rPr lang="fr-FR" dirty="0"/>
              <a:t> structure for table 1 and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53B05E-3439-6E7E-3F03-526BB17E28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7</a:t>
            </a:fld>
            <a:endParaRPr lang="fr-F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7F7619-2B60-EBCE-1423-27868931E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2200"/>
            <a:ext cx="9906000" cy="18941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870C94-6476-CCAC-BD70-86FD1266100F}"/>
              </a:ext>
            </a:extLst>
          </p:cNvPr>
          <p:cNvSpPr txBox="1"/>
          <p:nvPr/>
        </p:nvSpPr>
        <p:spPr>
          <a:xfrm>
            <a:off x="571501" y="1612900"/>
            <a:ext cx="3352800" cy="6155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fr-FR" sz="1700" b="1" dirty="0">
                <a:solidFill>
                  <a:srgbClr val="086239"/>
                </a:solidFill>
                <a:latin typeface="+mn-lt"/>
              </a:rPr>
              <a:t>UNFCCC</a:t>
            </a:r>
          </a:p>
          <a:p>
            <a:pPr marL="342900" indent="-342900">
              <a:buAutoNum type="arabicParenR"/>
            </a:pPr>
            <a:r>
              <a:rPr lang="fr-FR" sz="1700" b="1" dirty="0">
                <a:solidFill>
                  <a:srgbClr val="086239"/>
                </a:solidFill>
                <a:latin typeface="+mn-lt"/>
              </a:rPr>
              <a:t>Energy Community - </a:t>
            </a:r>
            <a:r>
              <a:rPr lang="fr-FR" sz="1700" b="1" dirty="0" err="1">
                <a:solidFill>
                  <a:srgbClr val="086239"/>
                </a:solidFill>
                <a:latin typeface="+mn-lt"/>
              </a:rPr>
              <a:t>internal</a:t>
            </a:r>
            <a:endParaRPr lang="fr-FR" sz="1700" b="1" dirty="0">
              <a:solidFill>
                <a:srgbClr val="086239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44032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7E6D20-1D90-6836-CD24-E28CE6670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Annex IX. </a:t>
            </a:r>
            <a:r>
              <a:rPr lang="en-US" sz="4000" dirty="0"/>
              <a:t>Methodological descriptions (art.11)</a:t>
            </a:r>
            <a:endParaRPr lang="fr-FR" sz="4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A593F3-D26F-27F2-AA4F-8D95D00C9C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6617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5EA1A-4AFE-778A-3496-EB3C085F5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AE15-2B6A-184C-736D-27424085C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Annex IX. </a:t>
            </a:r>
            <a:r>
              <a:rPr lang="fr-FR" dirty="0" err="1"/>
              <a:t>Methodological</a:t>
            </a:r>
            <a:r>
              <a:rPr lang="fr-FR" dirty="0"/>
              <a:t> descriptions</a:t>
            </a:r>
            <a:br>
              <a:rPr lang="fr-FR" dirty="0"/>
            </a:br>
            <a:r>
              <a:rPr lang="fr-FR" dirty="0"/>
              <a:t>General objective and </a:t>
            </a:r>
            <a:r>
              <a:rPr lang="fr-FR" dirty="0" err="1"/>
              <a:t>overview</a:t>
            </a:r>
            <a:r>
              <a:rPr lang="fr-FR" dirty="0"/>
              <a:t> of data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collected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4A523-5244-25F7-C96C-42A8AF806C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0999" y="1219199"/>
            <a:ext cx="9047085" cy="159067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/>
              <a:t>Document on inventory methods, emission factors, and methodological descriptions for </a:t>
            </a:r>
            <a:r>
              <a:rPr lang="en-US" u="sng" dirty="0"/>
              <a:t>key categories</a:t>
            </a:r>
            <a:r>
              <a:rPr lang="en-US" dirty="0"/>
              <a:t>.</a:t>
            </a:r>
          </a:p>
          <a:p>
            <a:pPr>
              <a:spcBef>
                <a:spcPts val="1200"/>
              </a:spcBef>
            </a:pPr>
            <a:r>
              <a:rPr lang="en-US" sz="1600" dirty="0">
                <a:solidFill>
                  <a:srgbClr val="147E46"/>
                </a:solidFill>
              </a:rPr>
              <a:t>Table with four parts in the annex:</a:t>
            </a:r>
          </a:p>
          <a:p>
            <a:pPr marL="342900" lvl="0" indent="-342900" algn="just">
              <a:lnSpc>
                <a:spcPct val="115000"/>
              </a:lnSpc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GB" sz="1600" dirty="0">
                <a:solidFill>
                  <a:srgbClr val="147E46"/>
                </a:solidFill>
              </a:rPr>
              <a:t>First two parts prefilled by the EEA when details are available in the last Party’s NIDs. </a:t>
            </a:r>
          </a:p>
          <a:p>
            <a:pPr marL="342900" lvl="0" indent="-342900" algn="just">
              <a:lnSpc>
                <a:spcPct val="115000"/>
              </a:lnSpc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GB" sz="1600" dirty="0">
                <a:solidFill>
                  <a:srgbClr val="147E46"/>
                </a:solidFill>
              </a:rPr>
              <a:t>Part 3 and 4 need to be updated as necessary according to information available in the current submission (by 15 January and 15 March) by the Parties</a:t>
            </a:r>
            <a:endParaRPr lang="en-US" sz="1600" dirty="0">
              <a:solidFill>
                <a:srgbClr val="147E4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3F105-BC1A-9638-B5AD-9A88A6DDB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3428999"/>
            <a:ext cx="9047084" cy="2549179"/>
          </a:xfrm>
        </p:spPr>
        <p:txBody>
          <a:bodyPr/>
          <a:lstStyle/>
          <a:p>
            <a:r>
              <a:rPr lang="en-US" sz="1600" b="1" dirty="0">
                <a:solidFill>
                  <a:srgbClr val="C00000"/>
                </a:solidFill>
              </a:rPr>
              <a:t>→ Documents to collect</a:t>
            </a:r>
            <a:r>
              <a:rPr lang="en-US" sz="1600" dirty="0">
                <a:solidFill>
                  <a:srgbClr val="C00000"/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Current country inventory (CRT, NID / other methodological documents / calculation files).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1600" b="1" dirty="0">
                <a:solidFill>
                  <a:srgbClr val="C00000"/>
                </a:solidFill>
              </a:rPr>
              <a:t>→ Key information to gather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For each emissions source, </a:t>
            </a:r>
          </a:p>
          <a:p>
            <a:pPr marL="1200150" lvl="2" indent="-285750">
              <a:buSzPct val="70000"/>
              <a:buFont typeface="Courier New" panose="02070309020205020404" pitchFamily="49" charset="0"/>
              <a:buChar char="o"/>
            </a:pPr>
            <a:r>
              <a:rPr lang="en-US" dirty="0"/>
              <a:t>Methodology used, </a:t>
            </a:r>
          </a:p>
          <a:p>
            <a:pPr marL="1200150" lvl="2" indent="-285750">
              <a:buSzPct val="70000"/>
              <a:buFont typeface="Courier New" panose="02070309020205020404" pitchFamily="49" charset="0"/>
              <a:buChar char="o"/>
            </a:pPr>
            <a:r>
              <a:rPr lang="en-US" dirty="0"/>
              <a:t>Activity data,</a:t>
            </a:r>
          </a:p>
          <a:p>
            <a:pPr marL="1200150" lvl="2" indent="-285750">
              <a:buSzPct val="70000"/>
              <a:buFont typeface="Courier New" panose="02070309020205020404" pitchFamily="49" charset="0"/>
              <a:buChar char="o"/>
            </a:pPr>
            <a:r>
              <a:rPr lang="en-US" dirty="0"/>
              <a:t>Emission factor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F25FEC-658E-51BA-67A2-FB04F2372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0478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00E6D-5D3C-7D26-5A16-DD22BF320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C3D0B-49E0-F125-A9B9-3D21BD0EA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3907"/>
            <a:ext cx="7086600" cy="647404"/>
          </a:xfrm>
        </p:spPr>
        <p:txBody>
          <a:bodyPr/>
          <a:lstStyle/>
          <a:p>
            <a:r>
              <a:rPr lang="fr-FR" dirty="0"/>
              <a:t>Annex IX. </a:t>
            </a:r>
            <a:r>
              <a:rPr lang="fr-FR" dirty="0" err="1"/>
              <a:t>Methodological</a:t>
            </a:r>
            <a:r>
              <a:rPr lang="fr-FR" dirty="0"/>
              <a:t> descriptions</a:t>
            </a:r>
            <a:br>
              <a:rPr lang="fr-FR" dirty="0"/>
            </a:br>
            <a:r>
              <a:rPr lang="fr-FR" dirty="0" err="1"/>
              <a:t>Analyzing</a:t>
            </a:r>
            <a:r>
              <a:rPr lang="fr-FR" dirty="0"/>
              <a:t> </a:t>
            </a:r>
            <a:r>
              <a:rPr lang="fr-FR" dirty="0" err="1"/>
              <a:t>collected</a:t>
            </a:r>
            <a:r>
              <a:rPr lang="fr-FR" dirty="0"/>
              <a:t> data and how to report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846FA-DEE8-ED19-B462-444D90E743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40587-2419-16FC-8B3F-078D53E45D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10</a:t>
            </a:fld>
            <a:endParaRPr lang="fr-FR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7568DE4-7EB0-E624-4E41-6833CB257C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30060" r="53461"/>
          <a:stretch/>
        </p:blipFill>
        <p:spPr>
          <a:xfrm>
            <a:off x="0" y="2514600"/>
            <a:ext cx="4610100" cy="32073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0F151D-4F39-8197-F28E-D0260C8DE4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9108"/>
          <a:stretch/>
        </p:blipFill>
        <p:spPr>
          <a:xfrm>
            <a:off x="0" y="1136072"/>
            <a:ext cx="9906000" cy="1416627"/>
          </a:xfrm>
          <a:prstGeom prst="rect">
            <a:avLst/>
          </a:prstGeom>
        </p:spPr>
      </p:pic>
      <p:sp>
        <p:nvSpPr>
          <p:cNvPr id="10" name="Rectangle : coins arrondis 14">
            <a:extLst>
              <a:ext uri="{FF2B5EF4-FFF2-40B4-BE49-F238E27FC236}">
                <a16:creationId xmlns:a16="http://schemas.microsoft.com/office/drawing/2014/main" id="{5F5C3E2F-77C6-6E93-C3A4-25F80ADA8092}"/>
              </a:ext>
            </a:extLst>
          </p:cNvPr>
          <p:cNvSpPr/>
          <p:nvPr/>
        </p:nvSpPr>
        <p:spPr>
          <a:xfrm>
            <a:off x="4856918" y="2837460"/>
            <a:ext cx="4873374" cy="2694956"/>
          </a:xfrm>
          <a:prstGeom prst="roundRect">
            <a:avLst>
              <a:gd name="adj" fmla="val 13596"/>
            </a:avLst>
          </a:prstGeom>
          <a:solidFill>
            <a:srgbClr val="FBE9EA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Connecteur droit 13">
            <a:extLst>
              <a:ext uri="{FF2B5EF4-FFF2-40B4-BE49-F238E27FC236}">
                <a16:creationId xmlns:a16="http://schemas.microsoft.com/office/drawing/2014/main" id="{E9AECEFD-B394-89E3-486E-641297142F41}"/>
              </a:ext>
            </a:extLst>
          </p:cNvPr>
          <p:cNvCxnSpPr>
            <a:cxnSpLocks/>
          </p:cNvCxnSpPr>
          <p:nvPr/>
        </p:nvCxnSpPr>
        <p:spPr>
          <a:xfrm>
            <a:off x="5888507" y="3052437"/>
            <a:ext cx="0" cy="608842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A9C1683-FFCA-73C7-B17F-935A8512CEB6}"/>
              </a:ext>
            </a:extLst>
          </p:cNvPr>
          <p:cNvGrpSpPr/>
          <p:nvPr/>
        </p:nvGrpSpPr>
        <p:grpSpPr>
          <a:xfrm>
            <a:off x="5033229" y="3009514"/>
            <a:ext cx="651338" cy="651765"/>
            <a:chOff x="4612250" y="3368746"/>
            <a:chExt cx="791851" cy="787257"/>
          </a:xfrm>
        </p:grpSpPr>
        <p:sp>
          <p:nvSpPr>
            <p:cNvPr id="15" name="Ellipse 11">
              <a:extLst>
                <a:ext uri="{FF2B5EF4-FFF2-40B4-BE49-F238E27FC236}">
                  <a16:creationId xmlns:a16="http://schemas.microsoft.com/office/drawing/2014/main" id="{64838651-633A-8062-E5C0-294933654BF2}"/>
                </a:ext>
              </a:extLst>
            </p:cNvPr>
            <p:cNvSpPr/>
            <p:nvPr/>
          </p:nvSpPr>
          <p:spPr>
            <a:xfrm>
              <a:off x="4612250" y="3368746"/>
              <a:ext cx="791851" cy="78725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 dirty="0">
                <a:solidFill>
                  <a:srgbClr val="005195"/>
                </a:solidFill>
              </a:endParaRPr>
            </a:p>
          </p:txBody>
        </p:sp>
        <p:pic>
          <p:nvPicPr>
            <p:cNvPr id="16" name="Graphic 15" descr="Lightbulb with solid fill">
              <a:extLst>
                <a:ext uri="{FF2B5EF4-FFF2-40B4-BE49-F238E27FC236}">
                  <a16:creationId xmlns:a16="http://schemas.microsoft.com/office/drawing/2014/main" id="{F01DDC55-2373-9D68-1424-D10E70BC25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07149" y="3461347"/>
              <a:ext cx="602054" cy="602054"/>
            </a:xfrm>
            <a:prstGeom prst="rect">
              <a:avLst/>
            </a:prstGeom>
          </p:spPr>
        </p:pic>
      </p:grpSp>
      <p:sp>
        <p:nvSpPr>
          <p:cNvPr id="7" name="ZoneTexte 10">
            <a:extLst>
              <a:ext uri="{FF2B5EF4-FFF2-40B4-BE49-F238E27FC236}">
                <a16:creationId xmlns:a16="http://schemas.microsoft.com/office/drawing/2014/main" id="{CE05C0C1-457E-6565-C066-5B34A49E37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4198" y="3071265"/>
            <a:ext cx="34464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+mn-lt"/>
              </a:rPr>
              <a:t>Notation Keys to </a:t>
            </a:r>
            <a:r>
              <a:rPr lang="fr-FR" sz="1600" dirty="0" err="1">
                <a:latin typeface="+mn-lt"/>
              </a:rPr>
              <a:t>be</a:t>
            </a:r>
            <a:r>
              <a:rPr lang="fr-FR" sz="1600" dirty="0">
                <a:latin typeface="+mn-lt"/>
              </a:rPr>
              <a:t> </a:t>
            </a:r>
            <a:r>
              <a:rPr lang="fr-FR" sz="1600" dirty="0" err="1">
                <a:latin typeface="+mn-lt"/>
              </a:rPr>
              <a:t>used</a:t>
            </a:r>
            <a:r>
              <a:rPr lang="fr-FR" sz="1600" dirty="0">
                <a:latin typeface="+mn-lt"/>
              </a:rPr>
              <a:t> for </a:t>
            </a:r>
            <a:r>
              <a:rPr lang="fr-FR" sz="1600" dirty="0" err="1">
                <a:latin typeface="+mn-lt"/>
              </a:rPr>
              <a:t>methods</a:t>
            </a:r>
            <a:r>
              <a:rPr lang="fr-FR" sz="1600" dirty="0">
                <a:latin typeface="+mn-lt"/>
              </a:rPr>
              <a:t> and </a:t>
            </a:r>
            <a:r>
              <a:rPr lang="fr-FR" sz="1600" dirty="0" err="1">
                <a:latin typeface="+mn-lt"/>
              </a:rPr>
              <a:t>EFs</a:t>
            </a:r>
            <a:endParaRPr lang="fr-FR" sz="1600" dirty="0">
              <a:latin typeface="+mn-lt"/>
            </a:endParaRPr>
          </a:p>
          <a:p>
            <a:endParaRPr lang="fr-FR" sz="1600" dirty="0">
              <a:latin typeface="+mn-lt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C128F98-7069-C4AC-D2B7-413DE32026B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DBEDDE"/>
              </a:clrFrom>
              <a:clrTo>
                <a:srgbClr val="DBEDD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65048" y="3779506"/>
            <a:ext cx="4315427" cy="1590897"/>
          </a:xfrm>
          <a:prstGeom prst="rect">
            <a:avLst/>
          </a:prstGeom>
        </p:spPr>
      </p:pic>
      <p:sp>
        <p:nvSpPr>
          <p:cNvPr id="4" name="ZoneTexte 10">
            <a:extLst>
              <a:ext uri="{FF2B5EF4-FFF2-40B4-BE49-F238E27FC236}">
                <a16:creationId xmlns:a16="http://schemas.microsoft.com/office/drawing/2014/main" id="{CE9DF5B0-3F26-32E3-CFDC-9ABB3877A1C1}"/>
              </a:ext>
            </a:extLst>
          </p:cNvPr>
          <p:cNvSpPr txBox="1"/>
          <p:nvPr/>
        </p:nvSpPr>
        <p:spPr>
          <a:xfrm>
            <a:off x="435962" y="5888978"/>
            <a:ext cx="34883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C00000"/>
                </a:solidFill>
                <a:latin typeface="+mn-lt"/>
              </a:rPr>
              <a:t>PRE-FILLED BY THE SECRETARIAT</a:t>
            </a:r>
          </a:p>
          <a:p>
            <a:endParaRPr lang="fr-FR" sz="1600" dirty="0">
              <a:solidFill>
                <a:srgbClr val="C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77467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F17DD-F914-F312-127A-6821786BF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0F2A1-8B33-E1C3-2A57-D59AACA3B5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FEC387-8E5C-847D-0B5B-9C0CA37C39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94AA0A-B995-1B50-0ACE-2828C9E7B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11</a:t>
            </a:fld>
            <a:endParaRPr lang="fr-FR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F912DD-92B6-C540-1FB4-7767242D0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6072"/>
            <a:ext cx="9906000" cy="458585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8A58C2C-A83E-1EBE-D6C0-6DFCEF9B4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198294"/>
            <a:ext cx="7086600" cy="681470"/>
          </a:xfrm>
        </p:spPr>
        <p:txBody>
          <a:bodyPr/>
          <a:lstStyle/>
          <a:p>
            <a:r>
              <a:rPr lang="fr-FR" dirty="0"/>
              <a:t>Annex IX. </a:t>
            </a:r>
            <a:r>
              <a:rPr lang="fr-FR" dirty="0" err="1"/>
              <a:t>Methodological</a:t>
            </a:r>
            <a:r>
              <a:rPr lang="fr-FR" dirty="0"/>
              <a:t> descriptions</a:t>
            </a:r>
            <a:br>
              <a:rPr lang="fr-FR" dirty="0"/>
            </a:br>
            <a:r>
              <a:rPr lang="fr-FR" dirty="0" err="1"/>
              <a:t>Analyzing</a:t>
            </a:r>
            <a:r>
              <a:rPr lang="fr-FR" dirty="0"/>
              <a:t> </a:t>
            </a:r>
            <a:r>
              <a:rPr lang="fr-FR" dirty="0" err="1"/>
              <a:t>collected</a:t>
            </a:r>
            <a:r>
              <a:rPr lang="fr-FR" dirty="0"/>
              <a:t> data and how to report</a:t>
            </a:r>
          </a:p>
        </p:txBody>
      </p:sp>
    </p:spTree>
    <p:extLst>
      <p:ext uri="{BB962C8B-B14F-4D97-AF65-F5344CB8AC3E}">
        <p14:creationId xmlns:p14="http://schemas.microsoft.com/office/powerpoint/2010/main" val="229916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A279D8-93E2-D5D3-9CEA-6C8F74B0B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Annex X. </a:t>
            </a:r>
            <a:r>
              <a:rPr lang="en-US" sz="4000" dirty="0">
                <a:solidFill>
                  <a:schemeClr val="bg1"/>
                </a:solidFill>
              </a:rPr>
              <a:t>Uncertainties and completeness (art.12)</a:t>
            </a:r>
            <a:endParaRPr lang="fr-FR" sz="4000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11FD97-00A6-404D-3591-927C3BDF5F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1716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1B559-1471-6B86-DAD6-0594381B8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21A1C-9848-FC09-0F99-CEE6B3834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84247"/>
            <a:ext cx="7086600" cy="686120"/>
          </a:xfrm>
        </p:spPr>
        <p:txBody>
          <a:bodyPr/>
          <a:lstStyle/>
          <a:p>
            <a:r>
              <a:rPr lang="fr-FR" dirty="0"/>
              <a:t>Annex X. </a:t>
            </a:r>
            <a:r>
              <a:rPr lang="fr-FR" dirty="0" err="1"/>
              <a:t>Uncertainties</a:t>
            </a:r>
            <a:br>
              <a:rPr lang="fr-FR" dirty="0"/>
            </a:br>
            <a:r>
              <a:rPr lang="fr-FR" dirty="0"/>
              <a:t>General objective and </a:t>
            </a:r>
            <a:r>
              <a:rPr lang="fr-FR" dirty="0" err="1"/>
              <a:t>overview</a:t>
            </a:r>
            <a:r>
              <a:rPr lang="fr-FR" dirty="0"/>
              <a:t> of data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collected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B9DE88-9F19-2EC5-C720-FFD0F74962D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0999" y="1219199"/>
            <a:ext cx="9047085" cy="159067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/>
              <a:t>Report uncertainty calculations for each IPCC category.</a:t>
            </a:r>
          </a:p>
          <a:p>
            <a:pPr>
              <a:spcBef>
                <a:spcPts val="1200"/>
              </a:spcBef>
            </a:pPr>
            <a:r>
              <a:rPr lang="en-US" sz="1600" dirty="0">
                <a:solidFill>
                  <a:srgbClr val="147E46"/>
                </a:solidFill>
              </a:rPr>
              <a:t>Adapted Table 3.2 from the 2006 IPCC guidelines </a:t>
            </a:r>
          </a:p>
          <a:p>
            <a:pPr>
              <a:spcBef>
                <a:spcPts val="1200"/>
              </a:spcBef>
            </a:pPr>
            <a:endParaRPr lang="en-US" sz="1600" dirty="0">
              <a:solidFill>
                <a:srgbClr val="147E4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85F9A6-D34F-DB1F-5D74-E92161A15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2495550"/>
            <a:ext cx="9315450" cy="3828409"/>
          </a:xfrm>
        </p:spPr>
        <p:txBody>
          <a:bodyPr/>
          <a:lstStyle/>
          <a:p>
            <a:r>
              <a:rPr lang="en-US" sz="1600" b="1" dirty="0">
                <a:solidFill>
                  <a:srgbClr val="C00000"/>
                </a:solidFill>
              </a:rPr>
              <a:t>→ Documents to collect</a:t>
            </a:r>
            <a:r>
              <a:rPr lang="en-US" sz="1600" dirty="0">
                <a:solidFill>
                  <a:srgbClr val="C00000"/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Inventory emissions results.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Calculation files for uncertainty estimates.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1600" b="1" dirty="0">
                <a:solidFill>
                  <a:srgbClr val="C00000"/>
                </a:solidFill>
              </a:rPr>
              <a:t>→ Key information to gather</a:t>
            </a:r>
            <a:endParaRPr lang="en-US" dirty="0"/>
          </a:p>
          <a:p>
            <a:pPr marL="742950" lvl="1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 dirty="0"/>
              <a:t>For each IPCC category and </a:t>
            </a:r>
            <a:r>
              <a:rPr lang="en-GB" dirty="0" err="1"/>
              <a:t>and</a:t>
            </a:r>
            <a:r>
              <a:rPr lang="en-GB" dirty="0"/>
              <a:t> greenhouse gas </a:t>
            </a:r>
          </a:p>
          <a:p>
            <a:pPr marL="1200150" lvl="2" indent="-285750" algn="just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GB" dirty="0"/>
              <a:t>Emissions in Gg CO</a:t>
            </a:r>
            <a:r>
              <a:rPr lang="en-GB" baseline="-25000" dirty="0"/>
              <a:t>2</a:t>
            </a:r>
            <a:r>
              <a:rPr lang="en-GB" dirty="0"/>
              <a:t>e (base year and current year)</a:t>
            </a:r>
            <a:endParaRPr lang="fr-FR" dirty="0"/>
          </a:p>
          <a:p>
            <a:pPr marL="1200150" lvl="2" indent="-285750" algn="just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GB" dirty="0"/>
              <a:t>Uncertainties percentage for emission factors</a:t>
            </a:r>
          </a:p>
          <a:p>
            <a:pPr marL="1200150" lvl="2" indent="-285750" algn="just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GB" dirty="0"/>
              <a:t>Uncertainties percentage for activity data</a:t>
            </a:r>
            <a:endParaRPr lang="fr-FR" dirty="0"/>
          </a:p>
          <a:p>
            <a:pPr marL="1200150" lvl="2" indent="-285750" algn="just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GB" dirty="0"/>
              <a:t>If emission uncertainties have already been calculated: results of uncertainties (e.g. </a:t>
            </a:r>
            <a:r>
              <a:rPr lang="en-GB"/>
              <a:t>one sectoral </a:t>
            </a:r>
            <a:r>
              <a:rPr lang="en-GB" dirty="0"/>
              <a:t>implementation of Monte Carlo tier2 uncertainty approach) </a:t>
            </a:r>
            <a:endParaRPr lang="fr-F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774C45-49F8-7AA1-A62B-07F40EE3E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13</a:t>
            </a:fld>
            <a:endParaRPr lang="fr-FR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F32FFA2-F66B-66B2-B61F-0F4D8B797C59}"/>
              </a:ext>
            </a:extLst>
          </p:cNvPr>
          <p:cNvGrpSpPr/>
          <p:nvPr/>
        </p:nvGrpSpPr>
        <p:grpSpPr>
          <a:xfrm>
            <a:off x="5762626" y="2575856"/>
            <a:ext cx="3933824" cy="1472271"/>
            <a:chOff x="5762626" y="2575856"/>
            <a:chExt cx="3933824" cy="1472271"/>
          </a:xfrm>
        </p:grpSpPr>
        <p:sp>
          <p:nvSpPr>
            <p:cNvPr id="6" name="Rectangle : coins arrondis 14">
              <a:extLst>
                <a:ext uri="{FF2B5EF4-FFF2-40B4-BE49-F238E27FC236}">
                  <a16:creationId xmlns:a16="http://schemas.microsoft.com/office/drawing/2014/main" id="{58590ECE-4A09-A33B-6008-5946809FAB54}"/>
                </a:ext>
              </a:extLst>
            </p:cNvPr>
            <p:cNvSpPr/>
            <p:nvPr/>
          </p:nvSpPr>
          <p:spPr>
            <a:xfrm>
              <a:off x="5762626" y="2575856"/>
              <a:ext cx="3933824" cy="1323439"/>
            </a:xfrm>
            <a:prstGeom prst="roundRect">
              <a:avLst>
                <a:gd name="adj" fmla="val 50000"/>
              </a:avLst>
            </a:prstGeom>
            <a:solidFill>
              <a:srgbClr val="FBE9EA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ZoneTexte 10">
              <a:extLst>
                <a:ext uri="{FF2B5EF4-FFF2-40B4-BE49-F238E27FC236}">
                  <a16:creationId xmlns:a16="http://schemas.microsoft.com/office/drawing/2014/main" id="{8DED4E35-D5B9-0A6C-B1EE-BD13C43AB135}"/>
                </a:ext>
              </a:extLst>
            </p:cNvPr>
            <p:cNvSpPr txBox="1"/>
            <p:nvPr/>
          </p:nvSpPr>
          <p:spPr>
            <a:xfrm>
              <a:off x="6945895" y="2724688"/>
              <a:ext cx="2482189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+mn-lt"/>
                </a:rPr>
                <a:t>Do not hesitate to use the Guidance from the 2006 IPCC guidelines, Vol. 1.  (Approach 1).</a:t>
              </a:r>
            </a:p>
            <a:p>
              <a:endParaRPr lang="fr-FR" sz="1600" dirty="0">
                <a:latin typeface="+mn-lt"/>
              </a:endParaRPr>
            </a:p>
          </p:txBody>
        </p:sp>
        <p:cxnSp>
          <p:nvCxnSpPr>
            <p:cNvPr id="8" name="Connecteur droit 13">
              <a:extLst>
                <a:ext uri="{FF2B5EF4-FFF2-40B4-BE49-F238E27FC236}">
                  <a16:creationId xmlns:a16="http://schemas.microsoft.com/office/drawing/2014/main" id="{5E3F70D9-5530-A248-33CD-801827C4C461}"/>
                </a:ext>
              </a:extLst>
            </p:cNvPr>
            <p:cNvCxnSpPr>
              <a:cxnSpLocks/>
            </p:cNvCxnSpPr>
            <p:nvPr/>
          </p:nvCxnSpPr>
          <p:spPr>
            <a:xfrm>
              <a:off x="6881699" y="2705638"/>
              <a:ext cx="0" cy="1131151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8FB6C73-BC5B-1274-F6F7-BB1D02662650}"/>
                </a:ext>
              </a:extLst>
            </p:cNvPr>
            <p:cNvGrpSpPr/>
            <p:nvPr/>
          </p:nvGrpSpPr>
          <p:grpSpPr>
            <a:xfrm>
              <a:off x="6026191" y="2911692"/>
              <a:ext cx="651338" cy="651765"/>
              <a:chOff x="4612250" y="3368746"/>
              <a:chExt cx="791851" cy="787257"/>
            </a:xfrm>
          </p:grpSpPr>
          <p:sp>
            <p:nvSpPr>
              <p:cNvPr id="13" name="Ellipse 11">
                <a:extLst>
                  <a:ext uri="{FF2B5EF4-FFF2-40B4-BE49-F238E27FC236}">
                    <a16:creationId xmlns:a16="http://schemas.microsoft.com/office/drawing/2014/main" id="{F051ECDF-986F-7E2D-9D82-15256BADCEF4}"/>
                  </a:ext>
                </a:extLst>
              </p:cNvPr>
              <p:cNvSpPr/>
              <p:nvPr/>
            </p:nvSpPr>
            <p:spPr>
              <a:xfrm>
                <a:off x="4612250" y="3368746"/>
                <a:ext cx="791851" cy="78725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b="1" dirty="0">
                  <a:solidFill>
                    <a:srgbClr val="005195"/>
                  </a:solidFill>
                </a:endParaRPr>
              </a:p>
            </p:txBody>
          </p:sp>
          <p:pic>
            <p:nvPicPr>
              <p:cNvPr id="14" name="Graphic 13" descr="Lightbulb with solid fill">
                <a:extLst>
                  <a:ext uri="{FF2B5EF4-FFF2-40B4-BE49-F238E27FC236}">
                    <a16:creationId xmlns:a16="http://schemas.microsoft.com/office/drawing/2014/main" id="{3F308C03-792A-FFF1-097E-41EE54C01F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707149" y="3461347"/>
                <a:ext cx="602054" cy="60205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62826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BAE04-F30A-E789-BE49-5F031969F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BA15A-BBE1-2680-5B57-363FDA1BA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84246"/>
            <a:ext cx="7086600" cy="713033"/>
          </a:xfrm>
        </p:spPr>
        <p:txBody>
          <a:bodyPr/>
          <a:lstStyle/>
          <a:p>
            <a:r>
              <a:rPr lang="fr-FR" dirty="0"/>
              <a:t>Annex X. </a:t>
            </a:r>
            <a:r>
              <a:rPr lang="fr-FR" dirty="0" err="1"/>
              <a:t>Uncertainties</a:t>
            </a:r>
            <a:br>
              <a:rPr lang="fr-FR" dirty="0"/>
            </a:br>
            <a:r>
              <a:rPr lang="fr-FR" dirty="0" err="1"/>
              <a:t>Analyzing</a:t>
            </a:r>
            <a:r>
              <a:rPr lang="fr-FR" dirty="0"/>
              <a:t> </a:t>
            </a:r>
            <a:r>
              <a:rPr lang="fr-FR" dirty="0" err="1"/>
              <a:t>collected</a:t>
            </a:r>
            <a:r>
              <a:rPr lang="fr-FR" dirty="0"/>
              <a:t> data and how to report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C199FC-7D75-A717-0F68-FF655525E9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14</a:t>
            </a:fld>
            <a:endParaRPr lang="fr-F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889B97-997A-F22C-BEDC-3797D6937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2108"/>
            <a:ext cx="9906000" cy="337378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509978D-AC5C-23AD-3EDF-B69F2AF42854}"/>
              </a:ext>
            </a:extLst>
          </p:cNvPr>
          <p:cNvSpPr/>
          <p:nvPr/>
        </p:nvSpPr>
        <p:spPr>
          <a:xfrm>
            <a:off x="1848468" y="1742108"/>
            <a:ext cx="2866036" cy="337378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574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76C5E-99EC-0529-394A-165EED959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06CD6-4599-CF5C-9278-5B3DBD1CC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48A460-EACB-CAA2-817D-8EEE0DC57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15</a:t>
            </a:fld>
            <a:endParaRPr lang="fr-FR"/>
          </a:p>
        </p:txBody>
      </p:sp>
      <p:pic>
        <p:nvPicPr>
          <p:cNvPr id="3" name="Picture 2" descr="A document with numbers and letters&#10;&#10;Description automatically generated">
            <a:extLst>
              <a:ext uri="{FF2B5EF4-FFF2-40B4-BE49-F238E27FC236}">
                <a16:creationId xmlns:a16="http://schemas.microsoft.com/office/drawing/2014/main" id="{21D1CC0F-A87C-275C-3649-198C42A30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8" y="744927"/>
            <a:ext cx="9796024" cy="591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87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C252254-761D-AD6D-81D6-A7F1C5B22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C93C2-4230-1C10-727B-8A07BCEAA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438EF3-FFD0-BBEA-146B-BDDEE9F8F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16</a:t>
            </a:fld>
            <a:endParaRPr lang="fr-FR"/>
          </a:p>
        </p:txBody>
      </p:sp>
      <p:pic>
        <p:nvPicPr>
          <p:cNvPr id="4" name="Picture 3" descr="A close-up of a document&#10;&#10;Description automatically generated">
            <a:extLst>
              <a:ext uri="{FF2B5EF4-FFF2-40B4-BE49-F238E27FC236}">
                <a16:creationId xmlns:a16="http://schemas.microsoft.com/office/drawing/2014/main" id="{D5D16AB0-0526-DB58-2F00-3707FEBA1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8" y="744927"/>
            <a:ext cx="9832496" cy="436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997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AF3022-F45B-C99E-4B65-1F2E16032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438400"/>
            <a:ext cx="6705600" cy="213360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Annex XI. Reporting on indicators (art.13)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D42872-44AA-D920-3B5D-6370075422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467600" y="6400800"/>
            <a:ext cx="22288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09D9AA9-2800-6742-B3AC-1FC34B18C60A}" type="slidenum">
              <a:rPr lang="fr-FR" smtClean="0"/>
              <a:pPr>
                <a:spcAft>
                  <a:spcPts val="600"/>
                </a:spcAft>
              </a:pPr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8724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23875-03DE-8696-9D45-AF44E13C6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33B05B-38D9-5BA7-E55E-813F8D9CBB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8644DB2-CAE6-0CAC-0D8C-EF9D044B8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84247"/>
            <a:ext cx="7086600" cy="360680"/>
          </a:xfrm>
        </p:spPr>
        <p:txBody>
          <a:bodyPr/>
          <a:lstStyle/>
          <a:p>
            <a:r>
              <a:rPr lang="fr-FR" dirty="0" err="1"/>
              <a:t>Presentation</a:t>
            </a:r>
            <a:r>
              <a:rPr lang="fr-FR" dirty="0"/>
              <a:t> : the 11 </a:t>
            </a:r>
            <a:r>
              <a:rPr lang="fr-FR" dirty="0" err="1"/>
              <a:t>indicators</a:t>
            </a:r>
            <a:endParaRPr lang="fr-FR" dirty="0"/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70F52904-4CE5-F70E-AAF2-0D8C8E08E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653769"/>
              </p:ext>
            </p:extLst>
          </p:nvPr>
        </p:nvGraphicFramePr>
        <p:xfrm>
          <a:off x="336831" y="809343"/>
          <a:ext cx="9232337" cy="552704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998057">
                  <a:extLst>
                    <a:ext uri="{9D8B030D-6E8A-4147-A177-3AD203B41FA5}">
                      <a16:colId xmlns:a16="http://schemas.microsoft.com/office/drawing/2014/main" val="3403328986"/>
                    </a:ext>
                  </a:extLst>
                </a:gridCol>
                <a:gridCol w="5955738">
                  <a:extLst>
                    <a:ext uri="{9D8B030D-6E8A-4147-A177-3AD203B41FA5}">
                      <a16:colId xmlns:a16="http://schemas.microsoft.com/office/drawing/2014/main" val="89777737"/>
                    </a:ext>
                  </a:extLst>
                </a:gridCol>
                <a:gridCol w="1278542">
                  <a:extLst>
                    <a:ext uri="{9D8B030D-6E8A-4147-A177-3AD203B41FA5}">
                      <a16:colId xmlns:a16="http://schemas.microsoft.com/office/drawing/2014/main" val="8113611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Sector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Indicator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484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Specific CO</a:t>
                      </a:r>
                      <a:r>
                        <a:rPr lang="en-US" baseline="-25000" dirty="0"/>
                        <a:t>2</a:t>
                      </a:r>
                      <a:r>
                        <a:rPr lang="en-US" dirty="0"/>
                        <a:t> emissions of public and auto-producer power plants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t/TJ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731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Specific CO</a:t>
                      </a:r>
                      <a:r>
                        <a:rPr lang="en-US" baseline="-25000" dirty="0"/>
                        <a:t>2</a:t>
                      </a:r>
                      <a:r>
                        <a:rPr lang="en-US" dirty="0"/>
                        <a:t> emissions of auto-producer plant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t/TJ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352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Industry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CO</a:t>
                      </a:r>
                      <a:r>
                        <a:rPr lang="en-US" baseline="-25000" dirty="0"/>
                        <a:t>2</a:t>
                      </a:r>
                      <a:r>
                        <a:rPr lang="en-US" dirty="0"/>
                        <a:t> intensity - iron and steel industry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t/million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724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Industry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Energy-related CO</a:t>
                      </a:r>
                      <a:r>
                        <a:rPr lang="en-US" baseline="-25000" dirty="0"/>
                        <a:t>2</a:t>
                      </a:r>
                      <a:r>
                        <a:rPr lang="en-US" dirty="0"/>
                        <a:t> intensity - chemical industry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t/million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999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Industry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Energy-related CO</a:t>
                      </a:r>
                      <a:r>
                        <a:rPr lang="en-US" baseline="-25000" dirty="0"/>
                        <a:t>2</a:t>
                      </a:r>
                      <a:r>
                        <a:rPr lang="en-US" dirty="0"/>
                        <a:t> intensity - glass, pottery and building materials industry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t/million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338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Industry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Energy-related CO</a:t>
                      </a:r>
                      <a:r>
                        <a:rPr lang="en-US" baseline="-25000" dirty="0"/>
                        <a:t>2</a:t>
                      </a:r>
                      <a:r>
                        <a:rPr lang="en-US" dirty="0"/>
                        <a:t> intensity - food, drink and tobacco industry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t/million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648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Industry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Energy-related CO</a:t>
                      </a:r>
                      <a:r>
                        <a:rPr lang="en-US" baseline="-25000" dirty="0"/>
                        <a:t>2</a:t>
                      </a:r>
                      <a:r>
                        <a:rPr lang="en-US" dirty="0"/>
                        <a:t> intensity - paper and printing industry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t/million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076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Households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Specific CO</a:t>
                      </a:r>
                      <a:r>
                        <a:rPr lang="en-US" baseline="-25000" dirty="0"/>
                        <a:t>2</a:t>
                      </a:r>
                      <a:r>
                        <a:rPr lang="en-US" dirty="0"/>
                        <a:t> emissions of households for space heating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kg/m²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28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Specific CO</a:t>
                      </a:r>
                      <a:r>
                        <a:rPr lang="en-US" baseline="-25000" dirty="0"/>
                        <a:t>2</a:t>
                      </a:r>
                      <a:r>
                        <a:rPr lang="en-US" dirty="0"/>
                        <a:t> emissions of commercial and institutional sector for space heating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kg/m²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283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Specific diesel related CO</a:t>
                      </a:r>
                      <a:r>
                        <a:rPr lang="en-US" baseline="-25000" dirty="0"/>
                        <a:t>2</a:t>
                      </a:r>
                      <a:r>
                        <a:rPr lang="en-US" dirty="0"/>
                        <a:t> emissions of passenger cars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g/km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8417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Specific petrol related CO</a:t>
                      </a:r>
                      <a:r>
                        <a:rPr lang="en-US" baseline="-25000" dirty="0"/>
                        <a:t>2</a:t>
                      </a:r>
                      <a:r>
                        <a:rPr lang="en-US" dirty="0"/>
                        <a:t> emissions of passenger cars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g/km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516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2490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64B3D-CAA0-EFD7-1C27-3ADDAB770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F9369-A403-26D7-58F9-0BC8F6AB6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61386"/>
            <a:ext cx="7086600" cy="655883"/>
          </a:xfrm>
        </p:spPr>
        <p:txBody>
          <a:bodyPr/>
          <a:lstStyle/>
          <a:p>
            <a:r>
              <a:rPr lang="en-US" dirty="0"/>
              <a:t>Annex XI. Reporting on indicators</a:t>
            </a:r>
            <a:br>
              <a:rPr lang="fr-FR" dirty="0"/>
            </a:br>
            <a:r>
              <a:rPr lang="fr-FR" dirty="0"/>
              <a:t>General objective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78E704E-8344-EE3D-854F-51D912E2BE39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380999" y="1219199"/>
                <a:ext cx="9047085" cy="4781551"/>
              </a:xfrm>
            </p:spPr>
            <p:txBody>
              <a:bodyPr/>
              <a:lstStyle/>
              <a:p>
                <a:pPr>
                  <a:spcBef>
                    <a:spcPts val="600"/>
                  </a:spcBef>
                </a:pPr>
                <a:r>
                  <a:rPr lang="en-US" dirty="0"/>
                  <a:t>Standardize reporting of 11 indicators related to CO</a:t>
                </a:r>
                <a:r>
                  <a:rPr lang="en-US" baseline="-25000" dirty="0"/>
                  <a:t>2</a:t>
                </a:r>
                <a:r>
                  <a:rPr lang="en-US" dirty="0"/>
                  <a:t> emissions and activity levels in the </a:t>
                </a:r>
                <a:r>
                  <a:rPr lang="en-GB" sz="1800" dirty="0">
                    <a:effectLst/>
                    <a:latin typeface="Aptos" panose="020B00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Transformation, Industry, Households, Services and Transport sectors</a:t>
                </a:r>
                <a:r>
                  <a:rPr lang="en-US" dirty="0"/>
                  <a:t>.</a:t>
                </a:r>
              </a:p>
              <a:p>
                <a:pPr>
                  <a:spcBef>
                    <a:spcPts val="600"/>
                  </a:spcBef>
                </a:pPr>
                <a:endParaRPr lang="fr-FR" sz="1800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l"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800" smtClean="0">
                          <a:solidFill>
                            <a:srgbClr val="147E46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Indicator</m:t>
                      </m:r>
                      <m:r>
                        <a:rPr lang="en-GB" sz="1800" smtClean="0">
                          <a:solidFill>
                            <a:srgbClr val="147E46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600" i="1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Numerator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Denominator</m:t>
                          </m:r>
                        </m:den>
                      </m:f>
                    </m:oMath>
                  </m:oMathPara>
                </a14:m>
                <a:endParaRPr lang="en-US" sz="1600" dirty="0">
                  <a:solidFill>
                    <a:srgbClr val="147E46"/>
                  </a:solidFill>
                </a:endParaRPr>
              </a:p>
              <a:p>
                <a:pPr algn="l">
                  <a:spcBef>
                    <a:spcPts val="600"/>
                  </a:spcBef>
                </a:pPr>
                <a:endParaRPr lang="en-US" sz="1600" dirty="0">
                  <a:solidFill>
                    <a:srgbClr val="147E46"/>
                  </a:solidFill>
                </a:endParaRPr>
              </a:p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800" smtClean="0">
                          <a:solidFill>
                            <a:srgbClr val="147E46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Indicator</m:t>
                      </m:r>
                      <m:r>
                        <a:rPr lang="en-GB" sz="1800" smtClean="0">
                          <a:solidFill>
                            <a:srgbClr val="147E46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800" i="1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Value</m:t>
                          </m:r>
                          <m: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representing</m:t>
                          </m:r>
                          <m: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the</m:t>
                          </m:r>
                          <m: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fr-FR" sz="1800" i="1">
                                  <a:solidFill>
                                    <a:srgbClr val="147E4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solidFill>
                                    <a:srgbClr val="147E4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𝐶𝑂</m:t>
                              </m:r>
                            </m:e>
                            <m:sub>
                              <m:r>
                                <a:rPr lang="en-GB" sz="1800" i="1">
                                  <a:solidFill>
                                    <a:srgbClr val="147E4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emissions</m:t>
                          </m:r>
                          <m: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of</m:t>
                          </m:r>
                          <m: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a</m:t>
                          </m:r>
                          <m: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specific</m:t>
                          </m:r>
                          <m: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source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Corresponding</m:t>
                          </m:r>
                          <m: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activity</m:t>
                          </m:r>
                          <m: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FR" sz="1800" b="0" i="0" smtClean="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level</m:t>
                          </m:r>
                          <m: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against</m:t>
                          </m:r>
                          <m: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which</m:t>
                          </m:r>
                          <m: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the</m:t>
                          </m:r>
                          <m: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numerator</m:t>
                          </m:r>
                          <m: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is</m:t>
                          </m:r>
                          <m: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1800">
                              <a:solidFill>
                                <a:srgbClr val="147E46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compared</m:t>
                          </m:r>
                        </m:den>
                      </m:f>
                    </m:oMath>
                  </m:oMathPara>
                </a14:m>
                <a:endParaRPr lang="fr-FR" sz="1800" dirty="0">
                  <a:solidFill>
                    <a:srgbClr val="147E46"/>
                  </a:solidFill>
                  <a:effectLst/>
                  <a:latin typeface="Trebuchet MS" panose="020B0603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15000"/>
                  </a:lnSpc>
                  <a:spcAft>
                    <a:spcPts val="1000"/>
                  </a:spcAft>
                </a:pPr>
                <a:endParaRPr lang="fr-FR" sz="1800" dirty="0">
                  <a:solidFill>
                    <a:srgbClr val="147E46"/>
                  </a:solidFill>
                  <a:effectLst/>
                  <a:latin typeface="Trebuchet MS" panose="020B0603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𝐼𝑛𝑑𝑖𝑐𝑎𝑡𝑜𝑟</m:t>
                      </m:r>
                      <m:r>
                        <a:rPr lang="en-GB" sz="18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GB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GB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𝑔</m:t>
                          </m:r>
                          <m:r>
                            <a:rPr lang="en-GB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., </m:t>
                          </m:r>
                          <m:r>
                            <a:rPr lang="en-GB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𝑡𝑜𝑡𝑎𝑙</m:t>
                          </m:r>
                          <m:r>
                            <a:rPr lang="en-GB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GB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𝐶𝑂</m:t>
                          </m:r>
                          <m:r>
                            <a:rPr lang="en-GB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2 </m:t>
                          </m:r>
                          <m:r>
                            <a:rPr lang="en-GB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𝑒𝑚𝑖𝑠𝑠𝑖𝑜𝑛𝑠</m:t>
                          </m:r>
                        </m:num>
                        <m:den>
                          <m:r>
                            <a:rPr lang="en-GB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GB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GB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𝑔</m:t>
                          </m:r>
                          <m:r>
                            <a:rPr lang="en-GB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., </m:t>
                          </m:r>
                          <m:r>
                            <a:rPr lang="en-GB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𝑡𝑜𝑡𝑎𝑙</m:t>
                          </m:r>
                          <m:r>
                            <a:rPr lang="en-GB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GB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𝑒𝑛𝑒𝑟𝑔𝑦</m:t>
                          </m:r>
                          <m:r>
                            <a:rPr lang="en-GB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GB" sz="18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𝑝𝑟𝑜𝑑𝑢𝑐𝑡𝑖𝑜𝑛</m:t>
                          </m:r>
                          <m:r>
                            <a:rPr lang="en-GB" sz="18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GB" sz="18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𝑜𝑟</m:t>
                          </m:r>
                          <m:r>
                            <a:rPr lang="en-GB" sz="18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GB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𝑐𝑜𝑛𝑠𝑢𝑚𝑝𝑡𝑖𝑜𝑛</m:t>
                          </m:r>
                        </m:den>
                      </m:f>
                    </m:oMath>
                  </m:oMathPara>
                </a14:m>
                <a:endParaRPr lang="fr-FR" sz="1800" dirty="0">
                  <a:effectLst/>
                  <a:latin typeface="Trebuchet MS" panose="020B0603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600"/>
                  </a:spcBef>
                </a:pPr>
                <a:endParaRPr lang="en-US" sz="1600" dirty="0">
                  <a:solidFill>
                    <a:srgbClr val="147E46"/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9921903-B4DD-10CE-F56E-0A9353F4C0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380999" y="1219199"/>
                <a:ext cx="9047085" cy="4781551"/>
              </a:xfrm>
              <a:blipFill>
                <a:blip r:embed="rId3"/>
                <a:stretch>
                  <a:fillRect l="-539" t="-51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4CDAE3-E533-E605-8807-E3B2FB490B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2295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9A92C-B3C5-227B-CB4D-CE4E638A8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D4A34-DC5E-1644-0665-BC02C7EDB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84246"/>
            <a:ext cx="7086600" cy="733395"/>
          </a:xfrm>
        </p:spPr>
        <p:txBody>
          <a:bodyPr/>
          <a:lstStyle/>
          <a:p>
            <a:r>
              <a:rPr lang="en-US" dirty="0"/>
              <a:t>Annex XI. Reporting on indicators</a:t>
            </a:r>
            <a:br>
              <a:rPr lang="fr-FR" dirty="0"/>
            </a:br>
            <a:r>
              <a:rPr lang="fr-FR" dirty="0" err="1"/>
              <a:t>Analyzing</a:t>
            </a:r>
            <a:r>
              <a:rPr lang="fr-FR" dirty="0"/>
              <a:t> </a:t>
            </a:r>
            <a:r>
              <a:rPr lang="fr-FR" dirty="0" err="1"/>
              <a:t>collected</a:t>
            </a:r>
            <a:r>
              <a:rPr lang="fr-FR" dirty="0"/>
              <a:t> data and how to report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16072-E7F2-F3A9-7DCF-8E068A271B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23082" y="5133707"/>
            <a:ext cx="3982918" cy="1066800"/>
          </a:xfrm>
        </p:spPr>
        <p:txBody>
          <a:bodyPr/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0" dirty="0"/>
              <a:t>Follow guidance and definitions indicated in column E of the annex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0" dirty="0"/>
              <a:t>Collect relevant data for Year X –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9FBCA6-5D09-4A3C-E568-F330C9D1A6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20</a:t>
            </a:fld>
            <a:endParaRPr lang="fr-FR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953D350-53A7-12DF-415C-3C808EB64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91446"/>
            <a:ext cx="9906000" cy="296254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04CB20F-EB7F-8E1D-DC91-3AE8F61E5D7F}"/>
              </a:ext>
            </a:extLst>
          </p:cNvPr>
          <p:cNvSpPr/>
          <p:nvPr/>
        </p:nvSpPr>
        <p:spPr>
          <a:xfrm>
            <a:off x="-1" y="1991446"/>
            <a:ext cx="3990975" cy="2962542"/>
          </a:xfrm>
          <a:prstGeom prst="rect">
            <a:avLst/>
          </a:prstGeom>
          <a:noFill/>
          <a:ln>
            <a:solidFill>
              <a:srgbClr val="0862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0">
            <a:extLst>
              <a:ext uri="{FF2B5EF4-FFF2-40B4-BE49-F238E27FC236}">
                <a16:creationId xmlns:a16="http://schemas.microsoft.com/office/drawing/2014/main" id="{2F6C8217-F9B5-66F8-E3BC-8FE27E311220}"/>
              </a:ext>
            </a:extLst>
          </p:cNvPr>
          <p:cNvSpPr txBox="1"/>
          <p:nvPr/>
        </p:nvSpPr>
        <p:spPr>
          <a:xfrm>
            <a:off x="502635" y="1603706"/>
            <a:ext cx="34883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86239"/>
                </a:solidFill>
                <a:latin typeface="+mn-lt"/>
              </a:rPr>
              <a:t>Identification of the </a:t>
            </a:r>
            <a:r>
              <a:rPr lang="fr-FR" sz="1600" dirty="0" err="1">
                <a:solidFill>
                  <a:srgbClr val="086239"/>
                </a:solidFill>
                <a:latin typeface="+mn-lt"/>
              </a:rPr>
              <a:t>indicator</a:t>
            </a:r>
            <a:endParaRPr lang="fr-FR" sz="1600" dirty="0">
              <a:solidFill>
                <a:srgbClr val="086239"/>
              </a:solidFill>
              <a:latin typeface="+mn-lt"/>
            </a:endParaRPr>
          </a:p>
          <a:p>
            <a:endParaRPr lang="fr-FR" sz="1600" dirty="0">
              <a:solidFill>
                <a:srgbClr val="086239"/>
              </a:solidFill>
              <a:latin typeface="+mn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108FB3-CDA1-A243-AF89-5137A733E045}"/>
              </a:ext>
            </a:extLst>
          </p:cNvPr>
          <p:cNvSpPr/>
          <p:nvPr/>
        </p:nvSpPr>
        <p:spPr>
          <a:xfrm>
            <a:off x="3990974" y="1991446"/>
            <a:ext cx="2114551" cy="296254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Ellipse 11">
            <a:extLst>
              <a:ext uri="{FF2B5EF4-FFF2-40B4-BE49-F238E27FC236}">
                <a16:creationId xmlns:a16="http://schemas.microsoft.com/office/drawing/2014/main" id="{8374E2E2-00B2-710A-E6AB-E922E775E16E}"/>
              </a:ext>
            </a:extLst>
          </p:cNvPr>
          <p:cNvSpPr/>
          <p:nvPr/>
        </p:nvSpPr>
        <p:spPr>
          <a:xfrm>
            <a:off x="5445166" y="2638425"/>
            <a:ext cx="527009" cy="526710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5" name="Ellipse 11">
            <a:extLst>
              <a:ext uri="{FF2B5EF4-FFF2-40B4-BE49-F238E27FC236}">
                <a16:creationId xmlns:a16="http://schemas.microsoft.com/office/drawing/2014/main" id="{015360CC-0D46-3D58-E4AC-63EA1769C609}"/>
              </a:ext>
            </a:extLst>
          </p:cNvPr>
          <p:cNvSpPr/>
          <p:nvPr/>
        </p:nvSpPr>
        <p:spPr>
          <a:xfrm>
            <a:off x="5445166" y="4314825"/>
            <a:ext cx="527009" cy="526710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26" name="ZoneTexte 10">
            <a:extLst>
              <a:ext uri="{FF2B5EF4-FFF2-40B4-BE49-F238E27FC236}">
                <a16:creationId xmlns:a16="http://schemas.microsoft.com/office/drawing/2014/main" id="{ECB8B9E9-DC1A-E399-0D15-80CA88530E87}"/>
              </a:ext>
            </a:extLst>
          </p:cNvPr>
          <p:cNvSpPr txBox="1"/>
          <p:nvPr/>
        </p:nvSpPr>
        <p:spPr>
          <a:xfrm>
            <a:off x="3840204" y="1585646"/>
            <a:ext cx="26748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>
                <a:solidFill>
                  <a:srgbClr val="C00000"/>
                </a:solidFill>
                <a:latin typeface="+mn-lt"/>
              </a:rPr>
              <a:t>Numerator</a:t>
            </a:r>
            <a:r>
              <a:rPr lang="fr-FR" sz="1600" dirty="0">
                <a:solidFill>
                  <a:srgbClr val="C00000"/>
                </a:solidFill>
                <a:latin typeface="+mn-lt"/>
              </a:rPr>
              <a:t> / </a:t>
            </a:r>
            <a:r>
              <a:rPr lang="fr-FR" sz="1600" dirty="0" err="1">
                <a:solidFill>
                  <a:srgbClr val="C00000"/>
                </a:solidFill>
                <a:latin typeface="+mn-lt"/>
              </a:rPr>
              <a:t>Denominator</a:t>
            </a:r>
            <a:endParaRPr lang="fr-FR" sz="1600" dirty="0">
              <a:solidFill>
                <a:srgbClr val="C00000"/>
              </a:solidFill>
              <a:latin typeface="+mn-lt"/>
            </a:endParaRPr>
          </a:p>
          <a:p>
            <a:endParaRPr lang="fr-FR" sz="16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0DAA537-601C-C2CA-DD2E-094A745F574D}"/>
              </a:ext>
            </a:extLst>
          </p:cNvPr>
          <p:cNvSpPr/>
          <p:nvPr/>
        </p:nvSpPr>
        <p:spPr>
          <a:xfrm>
            <a:off x="6105525" y="1991446"/>
            <a:ext cx="3800476" cy="2962542"/>
          </a:xfrm>
          <a:prstGeom prst="rect">
            <a:avLst/>
          </a:prstGeom>
          <a:noFill/>
          <a:ln>
            <a:solidFill>
              <a:srgbClr val="0048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FCC9AD79-63F0-1423-248A-CC2486276F3B}"/>
              </a:ext>
            </a:extLst>
          </p:cNvPr>
          <p:cNvSpPr txBox="1">
            <a:spLocks/>
          </p:cNvSpPr>
          <p:nvPr/>
        </p:nvSpPr>
        <p:spPr>
          <a:xfrm>
            <a:off x="335279" y="1066802"/>
            <a:ext cx="9047085" cy="393762"/>
          </a:xfrm>
          <a:prstGeom prst="rect">
            <a:avLst/>
          </a:prstGeom>
        </p:spPr>
        <p:txBody>
          <a:bodyPr/>
          <a:lstStyle>
            <a:lvl1pPr marL="0">
              <a:defRPr sz="180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>
              <a:defRPr sz="16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914400" algn="l">
              <a:defRPr sz="1550" b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371600">
              <a:defRPr sz="155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828800">
              <a:defRPr sz="1550" b="1"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General guidance</a:t>
            </a:r>
            <a:endParaRPr lang="en-US" sz="1600" dirty="0">
              <a:solidFill>
                <a:srgbClr val="147E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328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9" grpId="0" animBg="1"/>
      <p:bldP spid="20" grpId="0"/>
      <p:bldP spid="21" grpId="0" animBg="1"/>
      <p:bldP spid="23" grpId="0" animBg="1"/>
      <p:bldP spid="25" grpId="0" animBg="1"/>
      <p:bldP spid="26" grpId="0"/>
      <p:bldP spid="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D2AAD-0929-B28E-9DDC-807D8324C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37C95-4EF7-05C8-5D8A-5B8AA27AE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27096"/>
            <a:ext cx="7086600" cy="633023"/>
          </a:xfrm>
        </p:spPr>
        <p:txBody>
          <a:bodyPr/>
          <a:lstStyle/>
          <a:p>
            <a:r>
              <a:rPr lang="en-US" dirty="0"/>
              <a:t>Annex XI. Reporting on indicators</a:t>
            </a:r>
            <a:br>
              <a:rPr lang="fr-FR" dirty="0"/>
            </a:br>
            <a:r>
              <a:rPr lang="fr-FR" dirty="0" err="1"/>
              <a:t>Analyzing</a:t>
            </a:r>
            <a:r>
              <a:rPr lang="fr-FR" dirty="0"/>
              <a:t> </a:t>
            </a:r>
            <a:r>
              <a:rPr lang="fr-FR" dirty="0" err="1"/>
              <a:t>collected</a:t>
            </a:r>
            <a:r>
              <a:rPr lang="fr-FR" dirty="0"/>
              <a:t> data and how to report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C8CC40-E14D-D733-E8F3-005A829D97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21</a:t>
            </a:fld>
            <a:endParaRPr lang="fr-FR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E8D3B36B-B793-668E-B5E9-BC4CEE7D79B5}"/>
              </a:ext>
            </a:extLst>
          </p:cNvPr>
          <p:cNvSpPr txBox="1">
            <a:spLocks/>
          </p:cNvSpPr>
          <p:nvPr/>
        </p:nvSpPr>
        <p:spPr>
          <a:xfrm>
            <a:off x="381000" y="1171575"/>
            <a:ext cx="9315450" cy="4479924"/>
          </a:xfrm>
          <a:prstGeom prst="rect">
            <a:avLst/>
          </a:prstGeom>
        </p:spPr>
        <p:txBody>
          <a:bodyPr lIns="0" tIns="0" rIns="0" bIns="0"/>
          <a:lstStyle>
            <a:lvl1pPr marL="0">
              <a:defRPr sz="1350" b="0" i="0">
                <a:solidFill>
                  <a:schemeClr val="tx1"/>
                </a:solidFill>
                <a:latin typeface="Aptos"/>
                <a:ea typeface="+mn-ea"/>
                <a:cs typeface="Apto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rgbClr val="C00000"/>
                </a:solidFill>
              </a:rPr>
              <a:t>→ Documents to collect</a:t>
            </a:r>
            <a:r>
              <a:rPr lang="en-US" sz="1600" dirty="0">
                <a:solidFill>
                  <a:srgbClr val="C00000"/>
                </a:solidFill>
              </a:rPr>
              <a:t>:</a:t>
            </a:r>
          </a:p>
          <a:p>
            <a:pPr marL="742950" lvl="1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/>
              <a:t>National Energy Statistics Reports</a:t>
            </a:r>
          </a:p>
          <a:p>
            <a:pPr marL="742950" lvl="1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/>
              <a:t>GHG emissions Inventory and calculations files</a:t>
            </a:r>
          </a:p>
          <a:p>
            <a:pPr marL="742950" lvl="1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/>
              <a:t>Sectoral statistics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1600" b="1" dirty="0">
                <a:solidFill>
                  <a:srgbClr val="C00000"/>
                </a:solidFill>
              </a:rPr>
              <a:t>→ Key information to gather</a:t>
            </a:r>
            <a:endParaRPr lang="en-US" dirty="0"/>
          </a:p>
          <a:p>
            <a:pPr marL="742950" lvl="1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CO</a:t>
            </a:r>
            <a:r>
              <a:rPr lang="en-US" b="1" baseline="-25000" dirty="0">
                <a:solidFill>
                  <a:schemeClr val="tx1"/>
                </a:solidFill>
              </a:rPr>
              <a:t>2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dirty="0"/>
              <a:t>emissions due to </a:t>
            </a:r>
            <a:r>
              <a:rPr lang="en-US" b="1" u="sng" dirty="0"/>
              <a:t>combustion of fossil fuels </a:t>
            </a:r>
            <a:r>
              <a:rPr lang="en-US" dirty="0"/>
              <a:t>by relevant category. </a:t>
            </a:r>
          </a:p>
          <a:p>
            <a:pPr marL="742950" lvl="1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/>
              <a:t>Sectoral activity data : </a:t>
            </a:r>
          </a:p>
          <a:p>
            <a:pPr marL="1200150" lvl="2" indent="-285750" algn="just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dirty="0"/>
              <a:t>Transformation sector: Energy production for electricity and heat production, by type of producers</a:t>
            </a:r>
            <a:endParaRPr lang="en-US" u="sng" dirty="0"/>
          </a:p>
          <a:p>
            <a:pPr marL="1200150" lvl="2" indent="-285750" algn="just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dirty="0"/>
              <a:t>Industry sector: Gross-added value by relevant sub-category</a:t>
            </a:r>
          </a:p>
          <a:p>
            <a:pPr marL="1200150" lvl="2" indent="-285750" algn="just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dirty="0"/>
              <a:t>Household and Services sectors: Surface area of buildings</a:t>
            </a:r>
          </a:p>
          <a:p>
            <a:pPr marL="1200150" lvl="2" indent="-285750" algn="just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dirty="0"/>
              <a:t>Transport sector: Vehicle </a:t>
            </a:r>
            <a:r>
              <a:rPr lang="en-US" dirty="0" err="1"/>
              <a:t>kilometres</a:t>
            </a:r>
            <a:r>
              <a:rPr lang="en-US" dirty="0"/>
              <a:t> of passenger cars</a:t>
            </a:r>
          </a:p>
        </p:txBody>
      </p:sp>
    </p:spTree>
    <p:extLst>
      <p:ext uri="{BB962C8B-B14F-4D97-AF65-F5344CB8AC3E}">
        <p14:creationId xmlns:p14="http://schemas.microsoft.com/office/powerpoint/2010/main" val="37724056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5D380-A641-9205-6749-0E607B23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C00000"/>
                </a:solidFill>
              </a:rPr>
              <a:t>Key information to </a:t>
            </a:r>
            <a:r>
              <a:rPr lang="fr-FR" dirty="0" err="1">
                <a:solidFill>
                  <a:srgbClr val="C00000"/>
                </a:solidFill>
              </a:rPr>
              <a:t>gather</a:t>
            </a:r>
            <a:r>
              <a:rPr lang="fr-FR" dirty="0">
                <a:solidFill>
                  <a:srgbClr val="C00000"/>
                </a:solidFill>
              </a:rPr>
              <a:t> </a:t>
            </a:r>
            <a:r>
              <a:rPr lang="fr-FR" dirty="0"/>
              <a:t>– Transformation </a:t>
            </a:r>
            <a:r>
              <a:rPr lang="fr-FR" dirty="0" err="1"/>
              <a:t>sector</a:t>
            </a:r>
            <a:endParaRPr lang="fr-F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B559FB-3549-DA2F-2DFD-5BDA3E85F0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22</a:t>
            </a:fld>
            <a:endParaRPr lang="fr-FR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5D650FE-76F6-39AC-AEBA-2CE61AD197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755477"/>
              </p:ext>
            </p:extLst>
          </p:nvPr>
        </p:nvGraphicFramePr>
        <p:xfrm>
          <a:off x="190006" y="989020"/>
          <a:ext cx="9506443" cy="3158265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372591">
                  <a:extLst>
                    <a:ext uri="{9D8B030D-6E8A-4147-A177-3AD203B41FA5}">
                      <a16:colId xmlns:a16="http://schemas.microsoft.com/office/drawing/2014/main" val="790105902"/>
                    </a:ext>
                  </a:extLst>
                </a:gridCol>
                <a:gridCol w="3455720">
                  <a:extLst>
                    <a:ext uri="{9D8B030D-6E8A-4147-A177-3AD203B41FA5}">
                      <a16:colId xmlns:a16="http://schemas.microsoft.com/office/drawing/2014/main" val="1790450161"/>
                    </a:ext>
                  </a:extLst>
                </a:gridCol>
                <a:gridCol w="2678132">
                  <a:extLst>
                    <a:ext uri="{9D8B030D-6E8A-4147-A177-3AD203B41FA5}">
                      <a16:colId xmlns:a16="http://schemas.microsoft.com/office/drawing/2014/main" val="2634910947"/>
                    </a:ext>
                  </a:extLst>
                </a:gridCol>
              </a:tblGrid>
              <a:tr h="68783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CO</a:t>
                      </a:r>
                      <a:r>
                        <a:rPr lang="fr-FR" baseline="-25000" dirty="0"/>
                        <a:t>2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emissions</a:t>
                      </a:r>
                      <a:endParaRPr lang="fr-FR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Activity </a:t>
                      </a:r>
                      <a:r>
                        <a:rPr lang="fr-FR" dirty="0" err="1"/>
                        <a:t>levels</a:t>
                      </a:r>
                      <a:endParaRPr lang="fr-FR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Source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985319"/>
                  </a:ext>
                </a:extLst>
              </a:tr>
              <a:tr h="2470428"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Energy balance by fuel for electricity and heat production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by public and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auto-producer thermal power and combined heat and power plants 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EF</a:t>
                      </a:r>
                      <a:r>
                        <a:rPr lang="en-GB" sz="1800" baseline="-25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CO2</a:t>
                      </a: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Emission factors for CO</a:t>
                      </a:r>
                      <a:r>
                        <a:rPr lang="en-GB" sz="1800" baseline="-25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for each fuel</a:t>
                      </a:r>
                      <a:endParaRPr lang="fr-FR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Gross electricity produced and any heat sold to third parties by:</a:t>
                      </a:r>
                      <a:endParaRPr lang="fr-FR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 thermal power and CHP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auto-producer thermal power and CHP.</a:t>
                      </a:r>
                      <a:endParaRPr lang="fr-FR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i="1" u="sng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(Heat only plants are not included)</a:t>
                      </a:r>
                      <a:endParaRPr lang="en-US" i="1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Energy balance</a:t>
                      </a:r>
                      <a:endParaRPr lang="fr-FR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Central Bureau of Statistics</a:t>
                      </a:r>
                    </a:p>
                    <a:p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GHG Inventory / IPCC Guidelines</a:t>
                      </a:r>
                      <a:endParaRPr lang="en-US" i="1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8245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30769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49A75-B559-3462-54B7-AC59AF0E5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337B4-8A18-03E1-5C03-00BCDD990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C00000"/>
                </a:solidFill>
              </a:rPr>
              <a:t>Key information to </a:t>
            </a:r>
            <a:r>
              <a:rPr lang="fr-FR" dirty="0" err="1">
                <a:solidFill>
                  <a:srgbClr val="C00000"/>
                </a:solidFill>
              </a:rPr>
              <a:t>gather</a:t>
            </a:r>
            <a:r>
              <a:rPr lang="fr-FR" dirty="0">
                <a:solidFill>
                  <a:srgbClr val="C00000"/>
                </a:solidFill>
              </a:rPr>
              <a:t> </a:t>
            </a:r>
            <a:r>
              <a:rPr lang="fr-FR" dirty="0"/>
              <a:t>- </a:t>
            </a:r>
            <a:r>
              <a:rPr lang="fr-FR" dirty="0" err="1"/>
              <a:t>Industry</a:t>
            </a:r>
            <a:endParaRPr lang="fr-F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7F8039-1FF3-2FF8-6605-5527CA902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23</a:t>
            </a:fld>
            <a:endParaRPr lang="fr-FR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9435ADE-2974-1C1F-BD83-3ED5851EA4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083730"/>
              </p:ext>
            </p:extLst>
          </p:nvPr>
        </p:nvGraphicFramePr>
        <p:xfrm>
          <a:off x="190007" y="888450"/>
          <a:ext cx="9506443" cy="5368827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693225">
                  <a:extLst>
                    <a:ext uri="{9D8B030D-6E8A-4147-A177-3AD203B41FA5}">
                      <a16:colId xmlns:a16="http://schemas.microsoft.com/office/drawing/2014/main" val="790105902"/>
                    </a:ext>
                  </a:extLst>
                </a:gridCol>
                <a:gridCol w="3372592">
                  <a:extLst>
                    <a:ext uri="{9D8B030D-6E8A-4147-A177-3AD203B41FA5}">
                      <a16:colId xmlns:a16="http://schemas.microsoft.com/office/drawing/2014/main" val="1790450161"/>
                    </a:ext>
                  </a:extLst>
                </a:gridCol>
                <a:gridCol w="2440626">
                  <a:extLst>
                    <a:ext uri="{9D8B030D-6E8A-4147-A177-3AD203B41FA5}">
                      <a16:colId xmlns:a16="http://schemas.microsoft.com/office/drawing/2014/main" val="2634910947"/>
                    </a:ext>
                  </a:extLst>
                </a:gridCol>
              </a:tblGrid>
              <a:tr h="61394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CO</a:t>
                      </a:r>
                      <a:r>
                        <a:rPr lang="fr-FR" baseline="-25000" dirty="0"/>
                        <a:t>2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emissions</a:t>
                      </a:r>
                      <a:endParaRPr lang="fr-FR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Activity </a:t>
                      </a:r>
                      <a:r>
                        <a:rPr lang="fr-FR" dirty="0" err="1"/>
                        <a:t>levels</a:t>
                      </a:r>
                      <a:endParaRPr lang="fr-FR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Source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985319"/>
                  </a:ext>
                </a:extLst>
              </a:tr>
              <a:tr h="4584077"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Emissions of specific source categories due to the combustion of fossil fuels for the manufacture, </a:t>
                      </a:r>
                      <a:r>
                        <a:rPr lang="en-GB" sz="1800" u="sng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 for the generation of electricity and heat</a:t>
                      </a: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Iron and steel (1A2a</a:t>
                      </a:r>
                      <a:r>
                        <a:rPr lang="fr-FR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 </a:t>
                      </a: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2C1</a:t>
                      </a:r>
                      <a:r>
                        <a:rPr lang="fr-FR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 </a:t>
                      </a: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2C2).</a:t>
                      </a:r>
                    </a:p>
                    <a:p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Chemical (1A2c)</a:t>
                      </a:r>
                    </a:p>
                    <a:p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Glass, pottery and building materials (1A2f)</a:t>
                      </a:r>
                    </a:p>
                    <a:p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Food, drink and tobacco (1A2e)</a:t>
                      </a:r>
                    </a:p>
                    <a:p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Paper and printing (1A2d)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Gross-added value by relevant sub-category according to the</a:t>
                      </a:r>
                      <a:r>
                        <a:rPr lang="en-US" i="1" u="none" dirty="0"/>
                        <a:t> </a:t>
                      </a:r>
                      <a:r>
                        <a:rPr lang="en-US" i="1" u="none" dirty="0">
                          <a:hlinkClick r:id="rId3"/>
                        </a:rPr>
                        <a:t>NACE classification (Rev. 1)</a:t>
                      </a:r>
                      <a:endParaRPr lang="en-US" i="1" u="none" dirty="0"/>
                    </a:p>
                    <a:p>
                      <a:endParaRPr lang="en-US" i="1" u="none" dirty="0"/>
                    </a:p>
                    <a:p>
                      <a:endParaRPr lang="en-US" i="1" u="none" dirty="0"/>
                    </a:p>
                    <a:p>
                      <a:r>
                        <a:rPr lang="en-US" i="0" u="none" dirty="0"/>
                        <a:t>• Iron and steel: NACE 27.1; 27.2; 27.3; 27.51; 27.52.</a:t>
                      </a:r>
                    </a:p>
                    <a:p>
                      <a:r>
                        <a:rPr lang="en-US" i="0" u="none" dirty="0"/>
                        <a:t>• </a:t>
                      </a:r>
                      <a:r>
                        <a:rPr lang="en-GB" sz="180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lang="en-GB" sz="180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hemicals and chemical products: NACE 24</a:t>
                      </a:r>
                    </a:p>
                    <a:p>
                      <a:r>
                        <a:rPr lang="en-GB" sz="180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N</a:t>
                      </a:r>
                      <a:r>
                        <a:rPr lang="en-GB" sz="180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on-metallic mineral products: </a:t>
                      </a:r>
                      <a:r>
                        <a:rPr lang="en-GB" sz="1800" i="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NACE 26</a:t>
                      </a:r>
                    </a:p>
                    <a:p>
                      <a:r>
                        <a:rPr lang="en-GB" sz="1800" i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F</a:t>
                      </a: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ood products and beverages: NACE 15; tobacco products: NACE 16</a:t>
                      </a:r>
                    </a:p>
                    <a:p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paper and printing: NACE 21</a:t>
                      </a:r>
                      <a:r>
                        <a:rPr lang="fr-FR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22</a:t>
                      </a:r>
                      <a:endParaRPr lang="en-US" i="1" u="none" dirty="0"/>
                    </a:p>
                    <a:p>
                      <a:endParaRPr lang="en-US" i="1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GHG Inventory</a:t>
                      </a:r>
                    </a:p>
                    <a:p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National Accounts</a:t>
                      </a:r>
                      <a:endParaRPr lang="fr-FR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Central Bureau of Statistics</a:t>
                      </a:r>
                      <a:endParaRPr lang="en-US" i="1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8245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80597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9C1CF-6346-8441-257F-B867E8B89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02A64-2B6A-132F-0966-403052BB5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C00000"/>
                </a:solidFill>
              </a:rPr>
              <a:t>Key information to </a:t>
            </a:r>
            <a:r>
              <a:rPr lang="fr-FR" dirty="0" err="1">
                <a:solidFill>
                  <a:srgbClr val="C00000"/>
                </a:solidFill>
              </a:rPr>
              <a:t>gather</a:t>
            </a:r>
            <a:r>
              <a:rPr lang="fr-FR" dirty="0">
                <a:solidFill>
                  <a:srgbClr val="C00000"/>
                </a:solidFill>
              </a:rPr>
              <a:t> </a:t>
            </a:r>
            <a:r>
              <a:rPr lang="fr-FR" dirty="0"/>
              <a:t>– </a:t>
            </a:r>
            <a:r>
              <a:rPr lang="fr-FR" dirty="0" err="1"/>
              <a:t>Household</a:t>
            </a:r>
            <a:r>
              <a:rPr lang="fr-FR" dirty="0"/>
              <a:t> </a:t>
            </a:r>
            <a:r>
              <a:rPr lang="fr-FR" dirty="0" err="1"/>
              <a:t>sector</a:t>
            </a:r>
            <a:endParaRPr lang="fr-F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2EA7DE-EA09-71A7-835E-9C6F455E9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24</a:t>
            </a:fld>
            <a:endParaRPr lang="fr-FR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C9AC76C-176E-2171-3A5B-F79D13471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019233"/>
              </p:ext>
            </p:extLst>
          </p:nvPr>
        </p:nvGraphicFramePr>
        <p:xfrm>
          <a:off x="190006" y="989020"/>
          <a:ext cx="9506443" cy="3158265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372591">
                  <a:extLst>
                    <a:ext uri="{9D8B030D-6E8A-4147-A177-3AD203B41FA5}">
                      <a16:colId xmlns:a16="http://schemas.microsoft.com/office/drawing/2014/main" val="790105902"/>
                    </a:ext>
                  </a:extLst>
                </a:gridCol>
                <a:gridCol w="3455720">
                  <a:extLst>
                    <a:ext uri="{9D8B030D-6E8A-4147-A177-3AD203B41FA5}">
                      <a16:colId xmlns:a16="http://schemas.microsoft.com/office/drawing/2014/main" val="1790450161"/>
                    </a:ext>
                  </a:extLst>
                </a:gridCol>
                <a:gridCol w="2678132">
                  <a:extLst>
                    <a:ext uri="{9D8B030D-6E8A-4147-A177-3AD203B41FA5}">
                      <a16:colId xmlns:a16="http://schemas.microsoft.com/office/drawing/2014/main" val="2634910947"/>
                    </a:ext>
                  </a:extLst>
                </a:gridCol>
              </a:tblGrid>
              <a:tr h="68783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CO</a:t>
                      </a:r>
                      <a:r>
                        <a:rPr lang="fr-FR" baseline="-25000" dirty="0"/>
                        <a:t>2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emissions</a:t>
                      </a:r>
                      <a:endParaRPr lang="fr-FR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Activity </a:t>
                      </a:r>
                      <a:r>
                        <a:rPr lang="fr-FR" dirty="0" err="1"/>
                        <a:t>levels</a:t>
                      </a:r>
                      <a:endParaRPr lang="fr-FR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Source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985319"/>
                  </a:ext>
                </a:extLst>
              </a:tr>
              <a:tr h="2470428"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Fuel consumption by type of fuel, used in households </a:t>
                      </a:r>
                      <a:r>
                        <a:rPr lang="en-GB" sz="1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only for space heating. </a:t>
                      </a:r>
                      <a:endParaRPr lang="fr-FR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EF</a:t>
                      </a:r>
                      <a:r>
                        <a:rPr lang="en-GB" sz="1800" baseline="-25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CO2</a:t>
                      </a: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Emission factors for CO</a:t>
                      </a:r>
                      <a:r>
                        <a:rPr lang="en-GB" sz="1800" baseline="-25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for each fuel type</a:t>
                      </a:r>
                      <a:endParaRPr lang="fr-FR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surface area of permanently occupied dwelling. If not available:</a:t>
                      </a:r>
                      <a:endParaRPr lang="fr-FR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Average surface area of main residence housing (m²)</a:t>
                      </a:r>
                      <a:b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Permanently occupied housing stock (number of units)</a:t>
                      </a:r>
                      <a:endParaRPr lang="en-US" i="1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GHG Inventory / IPCC Guidelines</a:t>
                      </a:r>
                    </a:p>
                    <a:p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Central Bureau of Statistics</a:t>
                      </a:r>
                      <a:endParaRPr lang="fr-FR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National Housing entity</a:t>
                      </a:r>
                      <a:endParaRPr lang="fr-FR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8245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04449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15902-B4FA-9BB3-644E-155C96EA6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41857-5FB4-1C86-031E-E14076CDD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C00000"/>
                </a:solidFill>
              </a:rPr>
              <a:t>Key information to </a:t>
            </a:r>
            <a:r>
              <a:rPr lang="fr-FR" dirty="0" err="1">
                <a:solidFill>
                  <a:srgbClr val="C00000"/>
                </a:solidFill>
              </a:rPr>
              <a:t>gather</a:t>
            </a:r>
            <a:r>
              <a:rPr lang="fr-FR" dirty="0">
                <a:solidFill>
                  <a:srgbClr val="C00000"/>
                </a:solidFill>
              </a:rPr>
              <a:t> </a:t>
            </a:r>
            <a:r>
              <a:rPr lang="fr-FR" dirty="0"/>
              <a:t>– Services </a:t>
            </a:r>
            <a:r>
              <a:rPr lang="fr-FR" dirty="0" err="1"/>
              <a:t>sector</a:t>
            </a:r>
            <a:endParaRPr lang="fr-F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20AA72-F1C6-B955-9999-E59C23C52A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25</a:t>
            </a:fld>
            <a:endParaRPr lang="fr-FR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51068E0-52D1-08FC-D9AC-08DDBCC6C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867287"/>
              </p:ext>
            </p:extLst>
          </p:nvPr>
        </p:nvGraphicFramePr>
        <p:xfrm>
          <a:off x="190006" y="989020"/>
          <a:ext cx="9506443" cy="3158265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372591">
                  <a:extLst>
                    <a:ext uri="{9D8B030D-6E8A-4147-A177-3AD203B41FA5}">
                      <a16:colId xmlns:a16="http://schemas.microsoft.com/office/drawing/2014/main" val="790105902"/>
                    </a:ext>
                  </a:extLst>
                </a:gridCol>
                <a:gridCol w="3455720">
                  <a:extLst>
                    <a:ext uri="{9D8B030D-6E8A-4147-A177-3AD203B41FA5}">
                      <a16:colId xmlns:a16="http://schemas.microsoft.com/office/drawing/2014/main" val="1790450161"/>
                    </a:ext>
                  </a:extLst>
                </a:gridCol>
                <a:gridCol w="2678132">
                  <a:extLst>
                    <a:ext uri="{9D8B030D-6E8A-4147-A177-3AD203B41FA5}">
                      <a16:colId xmlns:a16="http://schemas.microsoft.com/office/drawing/2014/main" val="2634910947"/>
                    </a:ext>
                  </a:extLst>
                </a:gridCol>
              </a:tblGrid>
              <a:tr h="68783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CO</a:t>
                      </a:r>
                      <a:r>
                        <a:rPr lang="fr-FR" baseline="-25000" dirty="0"/>
                        <a:t>2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emissions</a:t>
                      </a:r>
                      <a:endParaRPr lang="fr-FR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Activity </a:t>
                      </a:r>
                      <a:r>
                        <a:rPr lang="fr-FR" dirty="0" err="1"/>
                        <a:t>levels</a:t>
                      </a:r>
                      <a:endParaRPr lang="fr-FR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Source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985319"/>
                  </a:ext>
                </a:extLst>
              </a:tr>
              <a:tr h="2470428"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Fuel consumption by type of fuel, used in commercial and institutional buildings in the public and private sectors</a:t>
                      </a:r>
                      <a:r>
                        <a:rPr lang="en-GB" sz="1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only for space heating. </a:t>
                      </a:r>
                      <a:endParaRPr lang="fr-FR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EF</a:t>
                      </a:r>
                      <a:r>
                        <a:rPr lang="en-GB" sz="1800" baseline="-25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CO2</a:t>
                      </a: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Emission factors for CO</a:t>
                      </a:r>
                      <a:r>
                        <a:rPr lang="en-GB" sz="1800" baseline="-25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for each fuel type</a:t>
                      </a:r>
                      <a:endParaRPr lang="fr-FR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surface area of services buildings (NACE 41, 50, 51, 52, 55, 63, 64, 65, 66, 67, 70, 71, 72, 73, 74, 75, 80, 85, 90, 91, 92, 93, 99).</a:t>
                      </a:r>
                      <a:endParaRPr lang="en-US" i="1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Central Bureau of Statistics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GHG Inventory / IPCC Guidelines</a:t>
                      </a:r>
                    </a:p>
                    <a:p>
                      <a:endParaRPr lang="fr-FR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8245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97644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F8E7A-7962-639F-F54B-0B949044C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FC2F2-2ECD-B24C-3AE0-E1F9B1E1E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C00000"/>
                </a:solidFill>
              </a:rPr>
              <a:t>Key information to </a:t>
            </a:r>
            <a:r>
              <a:rPr lang="fr-FR" dirty="0" err="1">
                <a:solidFill>
                  <a:srgbClr val="C00000"/>
                </a:solidFill>
              </a:rPr>
              <a:t>gather</a:t>
            </a:r>
            <a:r>
              <a:rPr lang="fr-FR" dirty="0">
                <a:solidFill>
                  <a:srgbClr val="C00000"/>
                </a:solidFill>
              </a:rPr>
              <a:t> </a:t>
            </a:r>
            <a:r>
              <a:rPr lang="fr-FR" dirty="0"/>
              <a:t>– Transport </a:t>
            </a:r>
            <a:r>
              <a:rPr lang="fr-FR" dirty="0" err="1"/>
              <a:t>sector</a:t>
            </a:r>
            <a:endParaRPr lang="fr-F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54CB35-9180-C225-F9C9-750281640C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26</a:t>
            </a:fld>
            <a:endParaRPr lang="fr-FR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47813FB-1A04-DBB3-2B4F-5C08781F3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177919"/>
              </p:ext>
            </p:extLst>
          </p:nvPr>
        </p:nvGraphicFramePr>
        <p:xfrm>
          <a:off x="190006" y="989020"/>
          <a:ext cx="9506443" cy="3158265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372591">
                  <a:extLst>
                    <a:ext uri="{9D8B030D-6E8A-4147-A177-3AD203B41FA5}">
                      <a16:colId xmlns:a16="http://schemas.microsoft.com/office/drawing/2014/main" val="790105902"/>
                    </a:ext>
                  </a:extLst>
                </a:gridCol>
                <a:gridCol w="3455720">
                  <a:extLst>
                    <a:ext uri="{9D8B030D-6E8A-4147-A177-3AD203B41FA5}">
                      <a16:colId xmlns:a16="http://schemas.microsoft.com/office/drawing/2014/main" val="1790450161"/>
                    </a:ext>
                  </a:extLst>
                </a:gridCol>
                <a:gridCol w="2678132">
                  <a:extLst>
                    <a:ext uri="{9D8B030D-6E8A-4147-A177-3AD203B41FA5}">
                      <a16:colId xmlns:a16="http://schemas.microsoft.com/office/drawing/2014/main" val="2634910947"/>
                    </a:ext>
                  </a:extLst>
                </a:gridCol>
              </a:tblGrid>
              <a:tr h="68783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CO</a:t>
                      </a:r>
                      <a:r>
                        <a:rPr lang="fr-FR" baseline="-25000" dirty="0"/>
                        <a:t>2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emissions</a:t>
                      </a:r>
                      <a:endParaRPr lang="fr-FR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Activity </a:t>
                      </a:r>
                      <a:r>
                        <a:rPr lang="fr-FR" dirty="0" err="1"/>
                        <a:t>levels</a:t>
                      </a:r>
                      <a:endParaRPr lang="fr-FR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Source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985319"/>
                  </a:ext>
                </a:extLst>
              </a:tr>
              <a:tr h="2470428"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CO</a:t>
                      </a:r>
                      <a:r>
                        <a:rPr lang="en-GB" sz="1800" baseline="-25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emissions from the combustion of </a:t>
                      </a:r>
                      <a:r>
                        <a:rPr lang="en-GB" sz="1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diesel</a:t>
                      </a: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petrol </a:t>
                      </a: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all transport activity with passenger cars – IPCC source category 1A3bi </a:t>
                      </a:r>
                      <a:r>
                        <a:rPr lang="en-GB" sz="1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only diesel / only petrol</a:t>
                      </a: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 of vehicle </a:t>
                      </a:r>
                      <a:r>
                        <a:rPr lang="en-GB" sz="18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kilometers</a:t>
                      </a: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of total diesel / petrol-driven passenger cars licensed.</a:t>
                      </a:r>
                      <a:endParaRPr lang="fr-FR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not available:</a:t>
                      </a:r>
                      <a:endParaRPr lang="fr-FR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Number of vehicle </a:t>
                      </a:r>
                      <a:r>
                        <a:rPr lang="en-GB" sz="18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kilometers</a:t>
                      </a: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of total passenger cars</a:t>
                      </a:r>
                      <a:endParaRPr lang="fr-FR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Share of diesel/petrol-driven passenger cars</a:t>
                      </a:r>
                      <a:endParaRPr lang="en-US" i="1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GHG Inventory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Central Bureau of Statistics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Transport statistics</a:t>
                      </a:r>
                      <a:endParaRPr lang="fr-FR" sz="18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fr-FR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8245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3040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8B6442-4926-BD2C-0E30-E43178738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438400"/>
            <a:ext cx="6705600" cy="213360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Annex XII. Consistency with ETS (art.14)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8F0D74-F398-5BE4-0E77-1C7B515618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467600" y="6400800"/>
            <a:ext cx="22288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09D9AA9-2800-6742-B3AC-1FC34B18C60A}" type="slidenum">
              <a:rPr lang="fr-FR" smtClean="0"/>
              <a:pPr>
                <a:spcAft>
                  <a:spcPts val="600"/>
                </a:spcAft>
              </a:pPr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8322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88FCF-63F2-50C0-16D3-A3C0F7B97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CED4C-D4EB-26A1-E3F3-2CB966C5E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15666"/>
            <a:ext cx="7086600" cy="587303"/>
          </a:xfrm>
        </p:spPr>
        <p:txBody>
          <a:bodyPr/>
          <a:lstStyle/>
          <a:p>
            <a:r>
              <a:rPr lang="en-US" dirty="0"/>
              <a:t>Annex XII. Consistency with ETS </a:t>
            </a:r>
            <a:br>
              <a:rPr lang="fr-FR" dirty="0"/>
            </a:br>
            <a:r>
              <a:rPr lang="fr-FR" dirty="0"/>
              <a:t>General objective and </a:t>
            </a:r>
            <a:r>
              <a:rPr lang="fr-FR" dirty="0" err="1"/>
              <a:t>overview</a:t>
            </a:r>
            <a:r>
              <a:rPr lang="fr-FR" dirty="0"/>
              <a:t> of data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collected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45C51-E5A0-C8AF-BE56-567909A5D7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0999" y="1219199"/>
            <a:ext cx="9047085" cy="159067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/>
              <a:t>Compare GHG inventory emissions with verified emissions under the European Trading Scheme (ETS).</a:t>
            </a:r>
          </a:p>
          <a:p>
            <a:pPr>
              <a:spcBef>
                <a:spcPts val="1200"/>
              </a:spcBef>
            </a:pPr>
            <a:r>
              <a:rPr lang="en-US" sz="1600" dirty="0">
                <a:solidFill>
                  <a:srgbClr val="147E46"/>
                </a:solidFill>
              </a:rPr>
              <a:t>The annex calculates automatically the difference between inventory emissions and verified ETS emissions.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CD1855-B523-6A36-D747-27C909922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2939655"/>
            <a:ext cx="9315450" cy="2711843"/>
          </a:xfrm>
        </p:spPr>
        <p:txBody>
          <a:bodyPr/>
          <a:lstStyle/>
          <a:p>
            <a:r>
              <a:rPr lang="en-US" sz="1600" b="1" dirty="0">
                <a:solidFill>
                  <a:srgbClr val="C00000"/>
                </a:solidFill>
              </a:rPr>
              <a:t>→ Documents to collect</a:t>
            </a:r>
            <a:r>
              <a:rPr lang="en-US" sz="1600" dirty="0">
                <a:solidFill>
                  <a:srgbClr val="C00000"/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GHG inventory.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Verified emissions data from ETS.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1600" b="1" dirty="0">
                <a:solidFill>
                  <a:srgbClr val="C00000"/>
                </a:solidFill>
              </a:rPr>
              <a:t>→ Key information to gather</a:t>
            </a:r>
            <a:endParaRPr lang="en-US" dirty="0"/>
          </a:p>
          <a:p>
            <a:pPr marL="742950" lvl="1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/>
              <a:t>Emissions by IPCC category and sub-category</a:t>
            </a:r>
            <a:endParaRPr lang="fr-F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810B71-87AE-EB0E-403B-639EAE974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28</a:t>
            </a:fld>
            <a:endParaRPr lang="fr-FR"/>
          </a:p>
        </p:txBody>
      </p:sp>
      <p:sp>
        <p:nvSpPr>
          <p:cNvPr id="6" name="Rectangle : coins arrondis 14">
            <a:extLst>
              <a:ext uri="{FF2B5EF4-FFF2-40B4-BE49-F238E27FC236}">
                <a16:creationId xmlns:a16="http://schemas.microsoft.com/office/drawing/2014/main" id="{0265437F-0760-D615-2A78-2472F4E4D1F2}"/>
              </a:ext>
            </a:extLst>
          </p:cNvPr>
          <p:cNvSpPr/>
          <p:nvPr/>
        </p:nvSpPr>
        <p:spPr>
          <a:xfrm>
            <a:off x="5762626" y="3117726"/>
            <a:ext cx="3933824" cy="1323439"/>
          </a:xfrm>
          <a:prstGeom prst="roundRect">
            <a:avLst>
              <a:gd name="adj" fmla="val 50000"/>
            </a:avLst>
          </a:prstGeom>
          <a:solidFill>
            <a:srgbClr val="FBE9EA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10">
            <a:extLst>
              <a:ext uri="{FF2B5EF4-FFF2-40B4-BE49-F238E27FC236}">
                <a16:creationId xmlns:a16="http://schemas.microsoft.com/office/drawing/2014/main" id="{33F38DF7-0E5C-07BA-8C5A-DFE973D78D71}"/>
              </a:ext>
            </a:extLst>
          </p:cNvPr>
          <p:cNvSpPr txBox="1"/>
          <p:nvPr/>
        </p:nvSpPr>
        <p:spPr>
          <a:xfrm>
            <a:off x="6945895" y="3266558"/>
            <a:ext cx="24821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+mn-lt"/>
              </a:rPr>
              <a:t>Not to be reported under the current situation. Might become relevant in the future</a:t>
            </a:r>
          </a:p>
          <a:p>
            <a:endParaRPr lang="fr-FR" sz="1600" dirty="0">
              <a:latin typeface="+mn-lt"/>
            </a:endParaRPr>
          </a:p>
        </p:txBody>
      </p:sp>
      <p:cxnSp>
        <p:nvCxnSpPr>
          <p:cNvPr id="8" name="Connecteur droit 13">
            <a:extLst>
              <a:ext uri="{FF2B5EF4-FFF2-40B4-BE49-F238E27FC236}">
                <a16:creationId xmlns:a16="http://schemas.microsoft.com/office/drawing/2014/main" id="{BA76D2FC-8B29-7EDD-A9B1-C7BECA8FBC92}"/>
              </a:ext>
            </a:extLst>
          </p:cNvPr>
          <p:cNvCxnSpPr>
            <a:cxnSpLocks/>
          </p:cNvCxnSpPr>
          <p:nvPr/>
        </p:nvCxnSpPr>
        <p:spPr>
          <a:xfrm>
            <a:off x="6881699" y="3247508"/>
            <a:ext cx="0" cy="1131151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E02B37-D083-84FB-E904-789441C77E06}"/>
              </a:ext>
            </a:extLst>
          </p:cNvPr>
          <p:cNvGrpSpPr/>
          <p:nvPr/>
        </p:nvGrpSpPr>
        <p:grpSpPr>
          <a:xfrm>
            <a:off x="6026191" y="3453562"/>
            <a:ext cx="651338" cy="651765"/>
            <a:chOff x="4612250" y="3368746"/>
            <a:chExt cx="791851" cy="787257"/>
          </a:xfrm>
        </p:grpSpPr>
        <p:sp>
          <p:nvSpPr>
            <p:cNvPr id="13" name="Ellipse 11">
              <a:extLst>
                <a:ext uri="{FF2B5EF4-FFF2-40B4-BE49-F238E27FC236}">
                  <a16:creationId xmlns:a16="http://schemas.microsoft.com/office/drawing/2014/main" id="{F6B2A921-4133-EF2E-49A3-F67D2550F6E6}"/>
                </a:ext>
              </a:extLst>
            </p:cNvPr>
            <p:cNvSpPr/>
            <p:nvPr/>
          </p:nvSpPr>
          <p:spPr>
            <a:xfrm>
              <a:off x="4612250" y="3368746"/>
              <a:ext cx="791851" cy="78725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 dirty="0">
                <a:solidFill>
                  <a:srgbClr val="005195"/>
                </a:solidFill>
              </a:endParaRPr>
            </a:p>
          </p:txBody>
        </p:sp>
        <p:pic>
          <p:nvPicPr>
            <p:cNvPr id="14" name="Graphic 13" descr="Lightbulb with solid fill">
              <a:extLst>
                <a:ext uri="{FF2B5EF4-FFF2-40B4-BE49-F238E27FC236}">
                  <a16:creationId xmlns:a16="http://schemas.microsoft.com/office/drawing/2014/main" id="{1FF437B7-ED79-3484-970C-91FCF219A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07149" y="3461347"/>
              <a:ext cx="602054" cy="6020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835402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55AA8-AC3E-71FA-BED6-A73582E45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C0CC4-AFAB-7C0E-EFAE-999F59AB2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84247"/>
            <a:ext cx="7086600" cy="708758"/>
          </a:xfrm>
        </p:spPr>
        <p:txBody>
          <a:bodyPr/>
          <a:lstStyle/>
          <a:p>
            <a:r>
              <a:rPr lang="en-US" dirty="0"/>
              <a:t>Annex XII. Consistency with ETS </a:t>
            </a:r>
            <a:br>
              <a:rPr lang="fr-FR" dirty="0"/>
            </a:br>
            <a:r>
              <a:rPr lang="fr-FR" dirty="0" err="1"/>
              <a:t>Analyzing</a:t>
            </a:r>
            <a:r>
              <a:rPr lang="fr-FR" dirty="0"/>
              <a:t> </a:t>
            </a:r>
            <a:r>
              <a:rPr lang="fr-FR" dirty="0" err="1"/>
              <a:t>collected</a:t>
            </a:r>
            <a:r>
              <a:rPr lang="fr-FR" dirty="0"/>
              <a:t> data and how to report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26B381-D0A5-1701-0C5F-D4E5BD0AB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29</a:t>
            </a:fld>
            <a:endParaRPr lang="fr-F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0ACDBE-FB6A-9A16-BF96-DDFD19231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59" y="1457066"/>
            <a:ext cx="8459381" cy="371526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6A81CB7-31D2-D10B-CFC6-B5D89ABBCF64}"/>
              </a:ext>
            </a:extLst>
          </p:cNvPr>
          <p:cNvSpPr/>
          <p:nvPr/>
        </p:nvSpPr>
        <p:spPr>
          <a:xfrm>
            <a:off x="6753225" y="1833428"/>
            <a:ext cx="1114425" cy="3271971"/>
          </a:xfrm>
          <a:prstGeom prst="rect">
            <a:avLst/>
          </a:prstGeom>
          <a:noFill/>
          <a:ln>
            <a:solidFill>
              <a:srgbClr val="0862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10">
            <a:extLst>
              <a:ext uri="{FF2B5EF4-FFF2-40B4-BE49-F238E27FC236}">
                <a16:creationId xmlns:a16="http://schemas.microsoft.com/office/drawing/2014/main" id="{961F9EBA-A09E-D53D-D394-EB69D16C5D3C}"/>
              </a:ext>
            </a:extLst>
          </p:cNvPr>
          <p:cNvSpPr txBox="1"/>
          <p:nvPr/>
        </p:nvSpPr>
        <p:spPr>
          <a:xfrm>
            <a:off x="6152056" y="1093006"/>
            <a:ext cx="3096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rgbClr val="086239"/>
                </a:solidFill>
                <a:latin typeface="+mn-lt"/>
              </a:rPr>
              <a:t>Automatically</a:t>
            </a:r>
            <a:r>
              <a:rPr lang="fr-FR" dirty="0">
                <a:solidFill>
                  <a:srgbClr val="086239"/>
                </a:solidFill>
                <a:latin typeface="+mn-lt"/>
              </a:rPr>
              <a:t> </a:t>
            </a:r>
            <a:r>
              <a:rPr lang="fr-FR" dirty="0" err="1">
                <a:solidFill>
                  <a:srgbClr val="086239"/>
                </a:solidFill>
                <a:latin typeface="+mn-lt"/>
              </a:rPr>
              <a:t>calculated</a:t>
            </a:r>
            <a:endParaRPr lang="fr-FR" dirty="0">
              <a:solidFill>
                <a:srgbClr val="086239"/>
              </a:solidFill>
              <a:latin typeface="+mn-lt"/>
            </a:endParaRPr>
          </a:p>
          <a:p>
            <a:endParaRPr lang="fr-FR" dirty="0">
              <a:solidFill>
                <a:srgbClr val="086239"/>
              </a:solidFill>
              <a:latin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819892-93F1-9D66-413C-F638165D46A2}"/>
              </a:ext>
            </a:extLst>
          </p:cNvPr>
          <p:cNvSpPr/>
          <p:nvPr/>
        </p:nvSpPr>
        <p:spPr>
          <a:xfrm>
            <a:off x="7867649" y="1833429"/>
            <a:ext cx="1114425" cy="327197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10">
            <a:extLst>
              <a:ext uri="{FF2B5EF4-FFF2-40B4-BE49-F238E27FC236}">
                <a16:creationId xmlns:a16="http://schemas.microsoft.com/office/drawing/2014/main" id="{B300CDCC-830F-BEBF-0956-0C578E5A8741}"/>
              </a:ext>
            </a:extLst>
          </p:cNvPr>
          <p:cNvSpPr txBox="1"/>
          <p:nvPr/>
        </p:nvSpPr>
        <p:spPr>
          <a:xfrm>
            <a:off x="5885608" y="5368930"/>
            <a:ext cx="3629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rgbClr val="C00000"/>
                </a:solidFill>
                <a:latin typeface="+mn-lt"/>
              </a:rPr>
              <a:t>CPs</a:t>
            </a:r>
            <a:r>
              <a:rPr lang="fr-FR" dirty="0">
                <a:solidFill>
                  <a:srgbClr val="C00000"/>
                </a:solidFill>
                <a:latin typeface="+mn-lt"/>
              </a:rPr>
              <a:t> must </a:t>
            </a:r>
            <a:r>
              <a:rPr lang="fr-FR" dirty="0" err="1">
                <a:solidFill>
                  <a:srgbClr val="C00000"/>
                </a:solidFill>
                <a:latin typeface="+mn-lt"/>
              </a:rPr>
              <a:t>explain</a:t>
            </a:r>
            <a:r>
              <a:rPr lang="fr-FR" dirty="0">
                <a:solidFill>
                  <a:srgbClr val="C00000"/>
                </a:solidFill>
                <a:latin typeface="+mn-lt"/>
              </a:rPr>
              <a:t> the </a:t>
            </a:r>
            <a:r>
              <a:rPr lang="fr-FR" dirty="0" err="1">
                <a:solidFill>
                  <a:srgbClr val="C00000"/>
                </a:solidFill>
                <a:latin typeface="+mn-lt"/>
              </a:rPr>
              <a:t>differences</a:t>
            </a:r>
            <a:endParaRPr lang="fr-FR" dirty="0">
              <a:solidFill>
                <a:srgbClr val="C00000"/>
              </a:solidFill>
              <a:latin typeface="+mn-lt"/>
            </a:endParaRPr>
          </a:p>
          <a:p>
            <a:endParaRPr lang="fr-FR" dirty="0">
              <a:solidFill>
                <a:srgbClr val="C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83941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81DDF7-185F-33BA-9619-4742E7FBF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438400"/>
            <a:ext cx="6705600" cy="213360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Annex XIV. Consistency with Energy Statistics (art.17)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BF7212-24FC-F7AB-C6AA-9BFDC01DDF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467600" y="6400800"/>
            <a:ext cx="22288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09D9AA9-2800-6742-B3AC-1FC34B18C60A}" type="slidenum">
              <a:rPr lang="fr-FR" smtClean="0"/>
              <a:pPr>
                <a:spcAft>
                  <a:spcPts val="600"/>
                </a:spcAft>
              </a:pPr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9047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0FCBD-884E-97A0-2242-B2C700FE8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234D4-6F02-0581-A779-A5A2972A7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04237"/>
            <a:ext cx="7086600" cy="360680"/>
          </a:xfrm>
        </p:spPr>
        <p:txBody>
          <a:bodyPr/>
          <a:lstStyle/>
          <a:p>
            <a:r>
              <a:rPr lang="en-US" dirty="0"/>
              <a:t>Annex XIV. Consistency with Energy Statistics </a:t>
            </a:r>
            <a:br>
              <a:rPr lang="fr-FR" dirty="0"/>
            </a:br>
            <a:r>
              <a:rPr lang="fr-FR" dirty="0"/>
              <a:t>General objective and </a:t>
            </a:r>
            <a:r>
              <a:rPr lang="fr-FR" dirty="0" err="1"/>
              <a:t>overview</a:t>
            </a:r>
            <a:r>
              <a:rPr lang="fr-FR" dirty="0"/>
              <a:t> of data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collected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E7602-624A-BFC5-1C1A-886072D421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0999" y="1219199"/>
            <a:ext cx="9047085" cy="159067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/>
              <a:t>Compare fuel consumptions reported in the reference approach in the GHG inventory with the consumption </a:t>
            </a:r>
            <a:r>
              <a:rPr lang="en-GB" sz="18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reported pursuant to Regulation (EC) No 1099/2008 – i.e. submitted and published on </a:t>
            </a:r>
            <a:r>
              <a:rPr lang="en-GB" sz="18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EuroStat</a:t>
            </a:r>
            <a:endParaRPr lang="en-US" dirty="0"/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147E46"/>
                </a:solidFill>
              </a:rPr>
              <a:t>The annex calculates automatically, the absolute difference (in TJ) and the relative difference (in %) between the two.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3859BF-6658-49EC-42BD-9F3721C54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2939655"/>
            <a:ext cx="4943475" cy="2711843"/>
          </a:xfrm>
        </p:spPr>
        <p:txBody>
          <a:bodyPr/>
          <a:lstStyle/>
          <a:p>
            <a:r>
              <a:rPr lang="en-US" sz="1600" b="1" dirty="0">
                <a:solidFill>
                  <a:srgbClr val="C00000"/>
                </a:solidFill>
              </a:rPr>
              <a:t>→ Documents to collect</a:t>
            </a:r>
            <a:r>
              <a:rPr lang="en-US" sz="1600" dirty="0">
                <a:solidFill>
                  <a:srgbClr val="C00000"/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GHG Inventory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Eurostat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1600" b="1" dirty="0">
                <a:solidFill>
                  <a:srgbClr val="C00000"/>
                </a:solidFill>
              </a:rPr>
              <a:t>→ Key information to gather</a:t>
            </a:r>
            <a:endParaRPr lang="en-US" dirty="0"/>
          </a:p>
          <a:p>
            <a:pPr marL="742950" lvl="1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/>
              <a:t>Fuel consumption by type of fuel (in TJ) used in the GHG Inventory</a:t>
            </a:r>
          </a:p>
          <a:p>
            <a:pPr marL="742950" lvl="1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dirty="0"/>
              <a:t>“Gross inland consumption” by type of fuel (in TJ) submitted and published on Eurostat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2717E7-6338-87FB-48A7-BB8AF5D434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31</a:t>
            </a:fld>
            <a:endParaRPr lang="fr-FR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1E8064-CAC7-B79C-92DA-481946221CB2}"/>
              </a:ext>
            </a:extLst>
          </p:cNvPr>
          <p:cNvGrpSpPr/>
          <p:nvPr/>
        </p:nvGrpSpPr>
        <p:grpSpPr>
          <a:xfrm>
            <a:off x="5762626" y="3117726"/>
            <a:ext cx="3933824" cy="2521075"/>
            <a:chOff x="5762626" y="3117726"/>
            <a:chExt cx="3933824" cy="2521075"/>
          </a:xfrm>
        </p:grpSpPr>
        <p:sp>
          <p:nvSpPr>
            <p:cNvPr id="6" name="Rectangle : coins arrondis 14">
              <a:extLst>
                <a:ext uri="{FF2B5EF4-FFF2-40B4-BE49-F238E27FC236}">
                  <a16:creationId xmlns:a16="http://schemas.microsoft.com/office/drawing/2014/main" id="{E006C492-2E99-9183-D3FB-69FE0CD7121C}"/>
                </a:ext>
              </a:extLst>
            </p:cNvPr>
            <p:cNvSpPr/>
            <p:nvPr/>
          </p:nvSpPr>
          <p:spPr>
            <a:xfrm>
              <a:off x="5762626" y="3117726"/>
              <a:ext cx="3933824" cy="2521075"/>
            </a:xfrm>
            <a:prstGeom prst="roundRect">
              <a:avLst>
                <a:gd name="adj" fmla="val 20908"/>
              </a:avLst>
            </a:prstGeom>
            <a:solidFill>
              <a:srgbClr val="FBE9EA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ZoneTexte 10">
              <a:extLst>
                <a:ext uri="{FF2B5EF4-FFF2-40B4-BE49-F238E27FC236}">
                  <a16:creationId xmlns:a16="http://schemas.microsoft.com/office/drawing/2014/main" id="{49062F5A-8984-9AA9-0AB4-F1BAEDF85338}"/>
                </a:ext>
              </a:extLst>
            </p:cNvPr>
            <p:cNvSpPr txBox="1"/>
            <p:nvPr/>
          </p:nvSpPr>
          <p:spPr>
            <a:xfrm>
              <a:off x="6945895" y="3266558"/>
              <a:ext cx="2482189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+mn-lt"/>
                </a:rPr>
                <a:t>If the fuel consumption file submitted and published on Eurostat is not available, it can be downloaded from </a:t>
              </a:r>
              <a:r>
                <a:rPr lang="en-US" sz="1600" dirty="0" err="1">
                  <a:latin typeface="+mn-lt"/>
                </a:rPr>
                <a:t>EuroStat</a:t>
              </a:r>
              <a:r>
                <a:rPr lang="en-US" sz="1600" dirty="0">
                  <a:latin typeface="+mn-lt"/>
                </a:rPr>
                <a:t> database.</a:t>
              </a:r>
            </a:p>
            <a:p>
              <a:endParaRPr lang="fr-FR" sz="1600" dirty="0">
                <a:latin typeface="+mn-lt"/>
              </a:endParaRPr>
            </a:p>
          </p:txBody>
        </p:sp>
        <p:cxnSp>
          <p:nvCxnSpPr>
            <p:cNvPr id="8" name="Connecteur droit 13">
              <a:extLst>
                <a:ext uri="{FF2B5EF4-FFF2-40B4-BE49-F238E27FC236}">
                  <a16:creationId xmlns:a16="http://schemas.microsoft.com/office/drawing/2014/main" id="{F507F1E3-F165-9FD3-0506-CE691A0DEADC}"/>
                </a:ext>
              </a:extLst>
            </p:cNvPr>
            <p:cNvCxnSpPr>
              <a:cxnSpLocks/>
            </p:cNvCxnSpPr>
            <p:nvPr/>
          </p:nvCxnSpPr>
          <p:spPr>
            <a:xfrm>
              <a:off x="6881699" y="3247508"/>
              <a:ext cx="0" cy="1495942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49BB70E-3C48-FC35-97C7-DC02ACFA8CBC}"/>
                </a:ext>
              </a:extLst>
            </p:cNvPr>
            <p:cNvGrpSpPr/>
            <p:nvPr/>
          </p:nvGrpSpPr>
          <p:grpSpPr>
            <a:xfrm>
              <a:off x="6026191" y="3662913"/>
              <a:ext cx="651338" cy="651765"/>
              <a:chOff x="4612250" y="3368746"/>
              <a:chExt cx="791851" cy="787257"/>
            </a:xfrm>
          </p:grpSpPr>
          <p:sp>
            <p:nvSpPr>
              <p:cNvPr id="13" name="Ellipse 11">
                <a:extLst>
                  <a:ext uri="{FF2B5EF4-FFF2-40B4-BE49-F238E27FC236}">
                    <a16:creationId xmlns:a16="http://schemas.microsoft.com/office/drawing/2014/main" id="{750E0D4C-6919-8603-D5EA-3AD44562E076}"/>
                  </a:ext>
                </a:extLst>
              </p:cNvPr>
              <p:cNvSpPr/>
              <p:nvPr/>
            </p:nvSpPr>
            <p:spPr>
              <a:xfrm>
                <a:off x="4612250" y="3368746"/>
                <a:ext cx="791851" cy="78725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b="1" dirty="0">
                  <a:solidFill>
                    <a:srgbClr val="005195"/>
                  </a:solidFill>
                </a:endParaRPr>
              </a:p>
            </p:txBody>
          </p:sp>
          <p:pic>
            <p:nvPicPr>
              <p:cNvPr id="14" name="Graphic 13" descr="Lightbulb with solid fill">
                <a:extLst>
                  <a:ext uri="{FF2B5EF4-FFF2-40B4-BE49-F238E27FC236}">
                    <a16:creationId xmlns:a16="http://schemas.microsoft.com/office/drawing/2014/main" id="{FEE4B76B-3099-C08B-03FB-5CA36F8B71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707149" y="3461347"/>
                <a:ext cx="602054" cy="602054"/>
              </a:xfrm>
              <a:prstGeom prst="rect">
                <a:avLst/>
              </a:prstGeom>
            </p:spPr>
          </p:pic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9F64C07-3324-0983-7EBD-B89A09F216F9}"/>
                </a:ext>
              </a:extLst>
            </p:cNvPr>
            <p:cNvSpPr txBox="1"/>
            <p:nvPr/>
          </p:nvSpPr>
          <p:spPr>
            <a:xfrm>
              <a:off x="6677529" y="4919305"/>
              <a:ext cx="23907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800" u="sng" dirty="0">
                  <a:solidFill>
                    <a:srgbClr val="0000FF"/>
                  </a:solidFill>
                  <a:effectLst/>
                  <a:latin typeface="Aptos" panose="020B0004020202020204" pitchFamily="34" charset="0"/>
                  <a:ea typeface="Calibri" panose="020F0502020204030204" pitchFamily="34" charset="0"/>
                  <a:cs typeface="Times New Roman" panose="02020603050405020304" pitchFamily="18" charset="0"/>
                  <a:hlinkClick r:id="rId5"/>
                </a:rPr>
                <a:t>Database - Eurostat</a:t>
              </a:r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4012970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C3E1E-5BA9-C125-A365-087BF2D4C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890ED30-7DF0-E9A6-E553-12AE93DAB2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834"/>
          <a:stretch/>
        </p:blipFill>
        <p:spPr>
          <a:xfrm>
            <a:off x="694733" y="4193726"/>
            <a:ext cx="8459381" cy="9326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1196F7-574A-708E-81E9-BD9D1D9D8B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5439"/>
          <a:stretch/>
        </p:blipFill>
        <p:spPr>
          <a:xfrm>
            <a:off x="713783" y="894997"/>
            <a:ext cx="8478433" cy="32719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79C034-FD32-D0E5-1283-8757D71E8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733" y="164333"/>
            <a:ext cx="7086600" cy="360680"/>
          </a:xfrm>
        </p:spPr>
        <p:txBody>
          <a:bodyPr/>
          <a:lstStyle/>
          <a:p>
            <a:r>
              <a:rPr lang="en-US" dirty="0"/>
              <a:t>Annex XIV. Consistency with Energy Statistics </a:t>
            </a:r>
            <a:br>
              <a:rPr lang="fr-FR" dirty="0"/>
            </a:br>
            <a:r>
              <a:rPr lang="fr-FR" dirty="0" err="1"/>
              <a:t>Analyzing</a:t>
            </a:r>
            <a:r>
              <a:rPr lang="fr-FR" dirty="0"/>
              <a:t> </a:t>
            </a:r>
            <a:r>
              <a:rPr lang="fr-FR" dirty="0" err="1"/>
              <a:t>collected</a:t>
            </a:r>
            <a:r>
              <a:rPr lang="fr-FR" dirty="0"/>
              <a:t> data and how to report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74AEA0-6E1F-089E-D7D8-DFCB68C292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32</a:t>
            </a:fld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974CC9-2C5A-D544-FD32-7298DB6ED59C}"/>
              </a:ext>
            </a:extLst>
          </p:cNvPr>
          <p:cNvSpPr/>
          <p:nvPr/>
        </p:nvSpPr>
        <p:spPr>
          <a:xfrm>
            <a:off x="6104431" y="964130"/>
            <a:ext cx="1963244" cy="4162223"/>
          </a:xfrm>
          <a:prstGeom prst="rect">
            <a:avLst/>
          </a:prstGeom>
          <a:noFill/>
          <a:ln>
            <a:solidFill>
              <a:srgbClr val="0862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10">
            <a:extLst>
              <a:ext uri="{FF2B5EF4-FFF2-40B4-BE49-F238E27FC236}">
                <a16:creationId xmlns:a16="http://schemas.microsoft.com/office/drawing/2014/main" id="{C22CB30E-12F9-7764-3B7C-E181962E5B9A}"/>
              </a:ext>
            </a:extLst>
          </p:cNvPr>
          <p:cNvSpPr txBox="1"/>
          <p:nvPr/>
        </p:nvSpPr>
        <p:spPr>
          <a:xfrm>
            <a:off x="5809408" y="5180650"/>
            <a:ext cx="3096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rgbClr val="086239"/>
                </a:solidFill>
                <a:latin typeface="+mn-lt"/>
              </a:rPr>
              <a:t>Automatically</a:t>
            </a:r>
            <a:r>
              <a:rPr lang="fr-FR" dirty="0">
                <a:solidFill>
                  <a:srgbClr val="086239"/>
                </a:solidFill>
                <a:latin typeface="+mn-lt"/>
              </a:rPr>
              <a:t> </a:t>
            </a:r>
            <a:r>
              <a:rPr lang="fr-FR" dirty="0" err="1">
                <a:solidFill>
                  <a:srgbClr val="086239"/>
                </a:solidFill>
                <a:latin typeface="+mn-lt"/>
              </a:rPr>
              <a:t>calculated</a:t>
            </a:r>
            <a:endParaRPr lang="fr-FR" dirty="0">
              <a:solidFill>
                <a:srgbClr val="086239"/>
              </a:solidFill>
              <a:latin typeface="+mn-lt"/>
            </a:endParaRPr>
          </a:p>
          <a:p>
            <a:endParaRPr lang="fr-FR" dirty="0">
              <a:solidFill>
                <a:srgbClr val="086239"/>
              </a:solidFill>
              <a:latin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B65A25-0D83-97D6-2F82-A6F5993FA72C}"/>
              </a:ext>
            </a:extLst>
          </p:cNvPr>
          <p:cNvSpPr/>
          <p:nvPr/>
        </p:nvSpPr>
        <p:spPr>
          <a:xfrm>
            <a:off x="8077792" y="938717"/>
            <a:ext cx="1037634" cy="418763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10">
            <a:extLst>
              <a:ext uri="{FF2B5EF4-FFF2-40B4-BE49-F238E27FC236}">
                <a16:creationId xmlns:a16="http://schemas.microsoft.com/office/drawing/2014/main" id="{6F36FC89-BA2C-D3E4-BB67-9D270608B682}"/>
              </a:ext>
            </a:extLst>
          </p:cNvPr>
          <p:cNvSpPr txBox="1"/>
          <p:nvPr/>
        </p:nvSpPr>
        <p:spPr>
          <a:xfrm>
            <a:off x="694733" y="5552467"/>
            <a:ext cx="84206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rgbClr val="C00000"/>
                </a:solidFill>
                <a:latin typeface="+mn-lt"/>
              </a:rPr>
              <a:t>CPs</a:t>
            </a:r>
            <a:r>
              <a:rPr lang="fr-FR" dirty="0">
                <a:solidFill>
                  <a:srgbClr val="C00000"/>
                </a:solidFill>
                <a:latin typeface="+mn-lt"/>
              </a:rPr>
              <a:t> must </a:t>
            </a:r>
            <a:r>
              <a:rPr lang="fr-FR" dirty="0" err="1">
                <a:solidFill>
                  <a:srgbClr val="C00000"/>
                </a:solidFill>
                <a:latin typeface="+mn-lt"/>
              </a:rPr>
              <a:t>explain</a:t>
            </a:r>
            <a:r>
              <a:rPr lang="fr-FR" dirty="0">
                <a:solidFill>
                  <a:srgbClr val="C00000"/>
                </a:solidFill>
                <a:latin typeface="+mn-lt"/>
              </a:rPr>
              <a:t> </a:t>
            </a:r>
            <a:r>
              <a:rPr lang="fr-FR" dirty="0" err="1">
                <a:solidFill>
                  <a:srgbClr val="C00000"/>
                </a:solidFill>
                <a:latin typeface="+mn-lt"/>
              </a:rPr>
              <a:t>deviations</a:t>
            </a:r>
            <a:r>
              <a:rPr lang="fr-FR" dirty="0">
                <a:solidFill>
                  <a:srgbClr val="C00000"/>
                </a:solidFill>
                <a:latin typeface="+mn-lt"/>
              </a:rPr>
              <a:t> </a:t>
            </a:r>
            <a:r>
              <a:rPr lang="fr-FR" dirty="0" err="1">
                <a:solidFill>
                  <a:srgbClr val="C00000"/>
                </a:solidFill>
                <a:latin typeface="+mn-lt"/>
              </a:rPr>
              <a:t>exceeding</a:t>
            </a:r>
            <a:r>
              <a:rPr lang="fr-FR" dirty="0">
                <a:solidFill>
                  <a:srgbClr val="C00000"/>
                </a:solidFill>
                <a:latin typeface="+mn-lt"/>
              </a:rPr>
              <a:t> ±2% on the total apparent fuel </a:t>
            </a:r>
            <a:r>
              <a:rPr lang="fr-FR" dirty="0" err="1">
                <a:solidFill>
                  <a:srgbClr val="C00000"/>
                </a:solidFill>
                <a:latin typeface="+mn-lt"/>
              </a:rPr>
              <a:t>consumption</a:t>
            </a:r>
            <a:r>
              <a:rPr lang="fr-FR" dirty="0">
                <a:solidFill>
                  <a:srgbClr val="C00000"/>
                </a:solidFill>
                <a:latin typeface="+mn-lt"/>
              </a:rPr>
              <a:t> (focus on the main </a:t>
            </a:r>
            <a:r>
              <a:rPr lang="fr-FR" dirty="0" err="1">
                <a:solidFill>
                  <a:srgbClr val="C00000"/>
                </a:solidFill>
                <a:latin typeface="+mn-lt"/>
              </a:rPr>
              <a:t>categories</a:t>
            </a:r>
            <a:r>
              <a:rPr lang="fr-FR" dirty="0">
                <a:solidFill>
                  <a:srgbClr val="C00000"/>
                </a:solidFill>
                <a:latin typeface="+mn-lt"/>
              </a:rPr>
              <a:t> </a:t>
            </a:r>
            <a:r>
              <a:rPr lang="fr-FR" dirty="0" err="1">
                <a:solidFill>
                  <a:srgbClr val="C00000"/>
                </a:solidFill>
                <a:latin typeface="+mn-lt"/>
              </a:rPr>
              <a:t>impacting</a:t>
            </a:r>
            <a:r>
              <a:rPr lang="fr-FR" dirty="0">
                <a:solidFill>
                  <a:srgbClr val="C00000"/>
                </a:solidFill>
                <a:latin typeface="+mn-lt"/>
              </a:rPr>
              <a:t> </a:t>
            </a:r>
            <a:r>
              <a:rPr lang="fr-FR" dirty="0" err="1">
                <a:solidFill>
                  <a:srgbClr val="C00000"/>
                </a:solidFill>
                <a:latin typeface="+mn-lt"/>
              </a:rPr>
              <a:t>most</a:t>
            </a:r>
            <a:r>
              <a:rPr lang="fr-FR" dirty="0">
                <a:solidFill>
                  <a:srgbClr val="C00000"/>
                </a:solidFill>
                <a:latin typeface="+mn-lt"/>
              </a:rPr>
              <a:t> the 2% </a:t>
            </a:r>
            <a:r>
              <a:rPr lang="fr-FR" dirty="0" err="1">
                <a:solidFill>
                  <a:srgbClr val="C00000"/>
                </a:solidFill>
                <a:latin typeface="+mn-lt"/>
              </a:rPr>
              <a:t>difference</a:t>
            </a:r>
            <a:r>
              <a:rPr lang="fr-FR" dirty="0">
                <a:solidFill>
                  <a:srgbClr val="C00000"/>
                </a:solidFill>
                <a:latin typeface="+mn-lt"/>
              </a:rPr>
              <a:t>.</a:t>
            </a:r>
          </a:p>
          <a:p>
            <a:endParaRPr lang="fr-FR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98A4A5-175A-BB20-4960-BAB93AFBD57B}"/>
              </a:ext>
            </a:extLst>
          </p:cNvPr>
          <p:cNvSpPr/>
          <p:nvPr/>
        </p:nvSpPr>
        <p:spPr>
          <a:xfrm>
            <a:off x="7086053" y="4789396"/>
            <a:ext cx="953051" cy="3369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7653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F13E0-A74F-0947-6388-44208DC99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EA1EF4-B4A9-CEF6-40A8-5C90E8681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Summary of documents and data to be collected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11B1C1-796A-C97A-DA7F-C14A60D08D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09D9AA9-2800-6742-B3AC-1FC34B18C60A}" type="slidenum">
              <a:rPr lang="fr-FR" smtClean="0"/>
              <a:pPr>
                <a:spcAft>
                  <a:spcPts val="600"/>
                </a:spcAft>
              </a:pPr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4174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C5961-0351-96E9-CF36-ADCDC24E4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54622-9308-0778-0F3F-5B313463E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Documents </a:t>
            </a:r>
            <a:r>
              <a:rPr lang="fr-FR" dirty="0" err="1"/>
              <a:t>needed</a:t>
            </a:r>
            <a:r>
              <a:rPr lang="fr-FR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E2A1F5-FB30-3479-552F-3C9384A6D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409701"/>
            <a:ext cx="8286750" cy="4241798"/>
          </a:xfrm>
        </p:spPr>
        <p:txBody>
          <a:bodyPr/>
          <a:lstStyle/>
          <a:p>
            <a:r>
              <a:rPr lang="en-US" sz="1600" b="1" dirty="0">
                <a:solidFill>
                  <a:srgbClr val="C00000"/>
                </a:solidFill>
              </a:rPr>
              <a:t>→ Documents to collect (if available)</a:t>
            </a:r>
            <a:r>
              <a:rPr lang="en-US" sz="1600" dirty="0">
                <a:solidFill>
                  <a:srgbClr val="C00000"/>
                </a:solidFill>
              </a:rPr>
              <a:t>:</a:t>
            </a:r>
          </a:p>
          <a:p>
            <a:pPr marL="742950" lvl="1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Last GHG Inventory (CRT tables, NID / other methodological documents / calculation files)</a:t>
            </a:r>
          </a:p>
          <a:p>
            <a:pPr marL="742950" lvl="1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Latest UNFCCC and EU inventory review reports</a:t>
            </a:r>
          </a:p>
          <a:p>
            <a:pPr marL="742950" lvl="1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Calculation files for uncertainty estimates</a:t>
            </a:r>
          </a:p>
          <a:p>
            <a:pPr marL="742950" lvl="1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Sectoral documents</a:t>
            </a:r>
          </a:p>
          <a:p>
            <a:pPr marL="742950" lvl="1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Eurostat “Gross Inland consumption” by type of fuel (in TJ)</a:t>
            </a:r>
          </a:p>
          <a:p>
            <a:pPr marL="742950" lvl="1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8A0609-E854-900F-E903-93BCD2809B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34</a:t>
            </a:fld>
            <a:endParaRPr lang="fr-FR"/>
          </a:p>
        </p:txBody>
      </p:sp>
      <p:pic>
        <p:nvPicPr>
          <p:cNvPr id="3" name="Picture 2" descr="A logo with blue text&#10;&#10;Description automatically generated">
            <a:extLst>
              <a:ext uri="{FF2B5EF4-FFF2-40B4-BE49-F238E27FC236}">
                <a16:creationId xmlns:a16="http://schemas.microsoft.com/office/drawing/2014/main" id="{E766763A-858C-251F-1852-25F838DC2A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2729" y="99865"/>
            <a:ext cx="2419350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8294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799B3-3A61-7D9E-9CF0-C3AB74728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4A0FB-9CC1-2176-ABD0-F1970D75F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Data to </a:t>
            </a:r>
            <a:r>
              <a:rPr lang="fr-FR" dirty="0" err="1"/>
              <a:t>identify</a:t>
            </a:r>
            <a:r>
              <a:rPr lang="fr-FR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FF10BD-2F03-5366-27B1-748CD0B9A0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9D9AA9-2800-6742-B3AC-1FC34B18C60A}" type="slidenum">
              <a:rPr lang="fr-FR" smtClean="0"/>
              <a:pPr/>
              <a:t>35</a:t>
            </a:fld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A1C098-9015-6031-2353-E4AE7A26D232}"/>
              </a:ext>
            </a:extLst>
          </p:cNvPr>
          <p:cNvSpPr txBox="1"/>
          <p:nvPr/>
        </p:nvSpPr>
        <p:spPr>
          <a:xfrm>
            <a:off x="209550" y="1017154"/>
            <a:ext cx="9486900" cy="5144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>
              <a:spcAft>
                <a:spcPts val="1200"/>
              </a:spcAft>
            </a:pPr>
            <a:r>
              <a:rPr lang="en-US" sz="1600" b="1" dirty="0">
                <a:solidFill>
                  <a:srgbClr val="C00000"/>
                </a:solidFill>
              </a:rPr>
              <a:t>→Key information to gather</a:t>
            </a:r>
            <a:r>
              <a:rPr lang="en-US" sz="1600" dirty="0">
                <a:solidFill>
                  <a:srgbClr val="C00000"/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  <a:ea typeface="+mn-ea"/>
                <a:cs typeface="+mn-cs"/>
              </a:rPr>
              <a:t>For each emissions source, </a:t>
            </a:r>
          </a:p>
          <a:p>
            <a:pPr marL="1200150" lvl="2" indent="-285750" algn="just">
              <a:buSzPct val="70000"/>
              <a:buFont typeface="Courier New" panose="02070309020205020404" pitchFamily="49" charset="0"/>
              <a:buChar char="o"/>
            </a:pPr>
            <a:r>
              <a:rPr lang="en-GB" sz="1600" dirty="0">
                <a:latin typeface="+mn-lt"/>
                <a:ea typeface="+mn-ea"/>
                <a:cs typeface="+mn-cs"/>
              </a:rPr>
              <a:t>Emissions in Gg CO</a:t>
            </a:r>
            <a:r>
              <a:rPr lang="en-GB" sz="1600" baseline="-25000" dirty="0">
                <a:latin typeface="+mn-lt"/>
                <a:ea typeface="+mn-ea"/>
                <a:cs typeface="+mn-cs"/>
              </a:rPr>
              <a:t>2</a:t>
            </a:r>
            <a:r>
              <a:rPr lang="en-GB" sz="1600" dirty="0">
                <a:latin typeface="+mn-lt"/>
                <a:ea typeface="+mn-ea"/>
                <a:cs typeface="+mn-cs"/>
              </a:rPr>
              <a:t>e by category and gas</a:t>
            </a:r>
            <a:r>
              <a:rPr lang="fr-FR" sz="1600" dirty="0">
                <a:latin typeface="+mn-lt"/>
                <a:ea typeface="+mn-ea"/>
                <a:cs typeface="+mn-cs"/>
              </a:rPr>
              <a:t> (for </a:t>
            </a:r>
            <a:r>
              <a:rPr lang="fr-FR" sz="1600" dirty="0" err="1">
                <a:latin typeface="+mn-lt"/>
                <a:ea typeface="+mn-ea"/>
                <a:cs typeface="+mn-cs"/>
              </a:rPr>
              <a:t>different</a:t>
            </a:r>
            <a:r>
              <a:rPr lang="fr-FR" sz="1600" dirty="0">
                <a:latin typeface="+mn-lt"/>
                <a:ea typeface="+mn-ea"/>
                <a:cs typeface="+mn-cs"/>
              </a:rPr>
              <a:t> </a:t>
            </a:r>
            <a:r>
              <a:rPr lang="fr-FR" sz="1600" dirty="0" err="1">
                <a:latin typeface="+mn-lt"/>
                <a:ea typeface="+mn-ea"/>
                <a:cs typeface="+mn-cs"/>
              </a:rPr>
              <a:t>years</a:t>
            </a:r>
            <a:r>
              <a:rPr lang="fr-FR" sz="1600" dirty="0">
                <a:latin typeface="+mn-lt"/>
                <a:ea typeface="+mn-ea"/>
                <a:cs typeface="+mn-cs"/>
              </a:rPr>
              <a:t>)</a:t>
            </a:r>
          </a:p>
          <a:p>
            <a:pPr marL="1200150" lvl="2" indent="-285750">
              <a:buSzPct val="70000"/>
              <a:buFont typeface="Courier New" panose="02070309020205020404" pitchFamily="49" charset="0"/>
              <a:buChar char="o"/>
            </a:pPr>
            <a:r>
              <a:rPr lang="en-US" sz="1600" dirty="0">
                <a:latin typeface="+mn-lt"/>
                <a:ea typeface="+mn-ea"/>
                <a:cs typeface="+mn-cs"/>
              </a:rPr>
              <a:t>Methodology used, </a:t>
            </a:r>
          </a:p>
          <a:p>
            <a:pPr marL="1200150" lvl="2" indent="-285750">
              <a:buSzPct val="70000"/>
              <a:buFont typeface="Courier New" panose="02070309020205020404" pitchFamily="49" charset="0"/>
              <a:buChar char="o"/>
            </a:pPr>
            <a:r>
              <a:rPr lang="en-US" sz="1600" dirty="0">
                <a:latin typeface="+mn-lt"/>
                <a:ea typeface="+mn-ea"/>
                <a:cs typeface="+mn-cs"/>
              </a:rPr>
              <a:t>Corresponding Activity data and Emission factor</a:t>
            </a:r>
            <a:endParaRPr lang="fr-FR" sz="1600" dirty="0">
              <a:latin typeface="+mn-lt"/>
              <a:ea typeface="+mn-ea"/>
              <a:cs typeface="+mn-cs"/>
            </a:endParaRPr>
          </a:p>
          <a:p>
            <a:pPr marL="742950" lvl="1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  <a:ea typeface="+mn-ea"/>
                <a:cs typeface="+mn-cs"/>
              </a:rPr>
              <a:t>CO</a:t>
            </a:r>
            <a:r>
              <a:rPr lang="en-US" sz="1600" baseline="-25000" dirty="0">
                <a:latin typeface="+mn-lt"/>
                <a:ea typeface="+mn-ea"/>
                <a:cs typeface="+mn-cs"/>
              </a:rPr>
              <a:t>2</a:t>
            </a:r>
            <a:r>
              <a:rPr lang="en-US" sz="1600" dirty="0">
                <a:latin typeface="+mn-lt"/>
                <a:ea typeface="+mn-ea"/>
                <a:cs typeface="+mn-cs"/>
              </a:rPr>
              <a:t> emissions due to combustion of fossil fuels by relevant category </a:t>
            </a:r>
            <a:r>
              <a:rPr lang="en-US" sz="1600" i="1" dirty="0">
                <a:latin typeface="+mn-lt"/>
                <a:ea typeface="+mn-ea"/>
                <a:cs typeface="+mn-cs"/>
              </a:rPr>
              <a:t>(see annex XI - Indicators</a:t>
            </a:r>
            <a:r>
              <a:rPr lang="en-US" sz="1600" dirty="0">
                <a:latin typeface="+mn-lt"/>
                <a:ea typeface="+mn-ea"/>
                <a:cs typeface="+mn-cs"/>
              </a:rPr>
              <a:t>). </a:t>
            </a:r>
          </a:p>
          <a:p>
            <a:pPr lvl="1" indent="714375" algn="just">
              <a:lnSpc>
                <a:spcPct val="115000"/>
              </a:lnSpc>
            </a:pPr>
            <a:r>
              <a:rPr lang="en-US" sz="1600" dirty="0">
                <a:latin typeface="+mn-lt"/>
                <a:ea typeface="+mn-ea"/>
                <a:cs typeface="+mn-cs"/>
              </a:rPr>
              <a:t>If not available:</a:t>
            </a:r>
          </a:p>
          <a:p>
            <a:pPr marL="1200150" lvl="2" indent="-285750" algn="just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600" dirty="0">
                <a:latin typeface="+mn-lt"/>
                <a:ea typeface="+mn-ea"/>
                <a:cs typeface="+mn-cs"/>
              </a:rPr>
              <a:t>Fossil fuel consumption in the relevant category</a:t>
            </a:r>
          </a:p>
          <a:p>
            <a:pPr marL="1200150" lvl="2" indent="-285750" algn="just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600" dirty="0">
                <a:latin typeface="+mn-lt"/>
                <a:ea typeface="+mn-ea"/>
                <a:cs typeface="+mn-cs"/>
              </a:rPr>
              <a:t>CO</a:t>
            </a:r>
            <a:r>
              <a:rPr lang="en-US" sz="1600" baseline="-25000" dirty="0">
                <a:latin typeface="+mn-lt"/>
                <a:ea typeface="+mn-ea"/>
                <a:cs typeface="+mn-cs"/>
              </a:rPr>
              <a:t>2</a:t>
            </a:r>
            <a:r>
              <a:rPr lang="en-US" sz="1600" dirty="0">
                <a:latin typeface="+mn-lt"/>
                <a:ea typeface="+mn-ea"/>
                <a:cs typeface="+mn-cs"/>
              </a:rPr>
              <a:t> emission factor for the relevant type of fossil fuel and category</a:t>
            </a:r>
          </a:p>
          <a:p>
            <a:pPr marL="742950" lvl="1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Fuel consumption by type of fuel (in TJ) used in the GHG Inventory</a:t>
            </a:r>
          </a:p>
          <a:p>
            <a:pPr marL="742950" lvl="1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</a:rPr>
              <a:t>Uncertainties percentage for emission factors and activity data, per IPCC category and greenhouse gas</a:t>
            </a:r>
          </a:p>
          <a:p>
            <a:pPr marL="742950" lvl="1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  <a:ea typeface="+mn-ea"/>
                <a:cs typeface="+mn-cs"/>
              </a:rPr>
              <a:t>Sectoral activity data </a:t>
            </a:r>
            <a:r>
              <a:rPr lang="en-US" sz="1600" i="1" dirty="0">
                <a:latin typeface="+mn-lt"/>
                <a:ea typeface="+mn-ea"/>
                <a:cs typeface="+mn-cs"/>
              </a:rPr>
              <a:t>(see annex XI for specific details). </a:t>
            </a:r>
          </a:p>
          <a:p>
            <a:pPr marL="1200150" lvl="2" indent="-285750" algn="just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600" dirty="0">
                <a:latin typeface="+mn-lt"/>
                <a:ea typeface="+mn-ea"/>
                <a:cs typeface="+mn-cs"/>
              </a:rPr>
              <a:t>Transformation sector: Energy production for electricity and heat production, by type of producers. </a:t>
            </a:r>
            <a:r>
              <a:rPr lang="en-US" sz="1600" dirty="0">
                <a:latin typeface="+mn-lt"/>
              </a:rPr>
              <a:t>(see annex XI). </a:t>
            </a:r>
            <a:endParaRPr lang="en-US" sz="1600" dirty="0">
              <a:latin typeface="+mn-lt"/>
              <a:ea typeface="+mn-ea"/>
              <a:cs typeface="+mn-cs"/>
            </a:endParaRPr>
          </a:p>
          <a:p>
            <a:pPr marL="1200150" lvl="2" indent="-285750" algn="just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600" dirty="0">
                <a:latin typeface="+mn-lt"/>
                <a:ea typeface="+mn-ea"/>
                <a:cs typeface="+mn-cs"/>
              </a:rPr>
              <a:t>Industry sector: Gross-added value by relevant sub-category</a:t>
            </a:r>
          </a:p>
          <a:p>
            <a:pPr marL="1200150" lvl="2" indent="-285750" algn="just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600" dirty="0">
                <a:latin typeface="+mn-lt"/>
                <a:ea typeface="+mn-ea"/>
                <a:cs typeface="+mn-cs"/>
              </a:rPr>
              <a:t>Household and Services sectors: Surface area of buildings</a:t>
            </a:r>
          </a:p>
          <a:p>
            <a:pPr marL="1200150" lvl="2" indent="-285750" algn="just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1600" dirty="0">
                <a:latin typeface="+mn-lt"/>
                <a:ea typeface="+mn-ea"/>
                <a:cs typeface="+mn-cs"/>
              </a:rPr>
              <a:t>Transport sector: </a:t>
            </a:r>
            <a:r>
              <a:rPr lang="en-US" sz="1600">
                <a:latin typeface="+mn-lt"/>
                <a:ea typeface="+mn-ea"/>
                <a:cs typeface="+mn-cs"/>
              </a:rPr>
              <a:t>Vehicle kilometers </a:t>
            </a:r>
            <a:r>
              <a:rPr lang="en-US" sz="1600" dirty="0">
                <a:latin typeface="+mn-lt"/>
                <a:ea typeface="+mn-ea"/>
                <a:cs typeface="+mn-cs"/>
              </a:rPr>
              <a:t>of passenger cars</a:t>
            </a:r>
            <a:endParaRPr lang="fr-FR" sz="1600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 descr="A logo with blue text&#10;&#10;Description automatically generated">
            <a:extLst>
              <a:ext uri="{FF2B5EF4-FFF2-40B4-BE49-F238E27FC236}">
                <a16:creationId xmlns:a16="http://schemas.microsoft.com/office/drawing/2014/main" id="{DB3DCD2D-017C-F528-BA95-E05505580E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2729" y="99865"/>
            <a:ext cx="2419350" cy="8286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0ED84A5-C5FC-6036-17B8-A5936A147DFB}"/>
              </a:ext>
            </a:extLst>
          </p:cNvPr>
          <p:cNvSpPr/>
          <p:nvPr/>
        </p:nvSpPr>
        <p:spPr>
          <a:xfrm>
            <a:off x="914914" y="4410373"/>
            <a:ext cx="8781536" cy="1870815"/>
          </a:xfrm>
          <a:prstGeom prst="rect">
            <a:avLst/>
          </a:prstGeom>
          <a:noFill/>
          <a:ln>
            <a:solidFill>
              <a:srgbClr val="0862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65402A-56D4-D2B3-B345-401D6AF45718}"/>
              </a:ext>
            </a:extLst>
          </p:cNvPr>
          <p:cNvSpPr/>
          <p:nvPr/>
        </p:nvSpPr>
        <p:spPr>
          <a:xfrm>
            <a:off x="914914" y="3857514"/>
            <a:ext cx="8781536" cy="598705"/>
          </a:xfrm>
          <a:prstGeom prst="rect">
            <a:avLst/>
          </a:prstGeom>
          <a:noFill/>
          <a:ln>
            <a:solidFill>
              <a:srgbClr val="0862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4CCC7F-C254-CABD-3797-8A6FF2A2A462}"/>
              </a:ext>
            </a:extLst>
          </p:cNvPr>
          <p:cNvSpPr txBox="1"/>
          <p:nvPr/>
        </p:nvSpPr>
        <p:spPr>
          <a:xfrm rot="16200000">
            <a:off x="-781282" y="2220351"/>
            <a:ext cx="26279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57200"/>
            <a:r>
              <a:rPr lang="en-US" sz="18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Know how to identify in the inventory files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343842-D428-3764-5ACB-9B2C869D2E6B}"/>
              </a:ext>
            </a:extLst>
          </p:cNvPr>
          <p:cNvSpPr txBox="1"/>
          <p:nvPr/>
        </p:nvSpPr>
        <p:spPr>
          <a:xfrm rot="16200000">
            <a:off x="-812818" y="4800713"/>
            <a:ext cx="2476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57200"/>
            <a:r>
              <a:rPr lang="en-US" sz="1800" b="1" dirty="0">
                <a:solidFill>
                  <a:srgbClr val="086239"/>
                </a:solidFill>
                <a:latin typeface="+mn-lt"/>
                <a:ea typeface="+mn-ea"/>
                <a:cs typeface="+mn-cs"/>
              </a:rPr>
              <a:t>Know how to identify</a:t>
            </a:r>
          </a:p>
        </p:txBody>
      </p:sp>
    </p:spTree>
    <p:extLst>
      <p:ext uri="{BB962C8B-B14F-4D97-AF65-F5344CB8AC3E}">
        <p14:creationId xmlns:p14="http://schemas.microsoft.com/office/powerpoint/2010/main" val="2355326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7">
            <a:extLst>
              <a:ext uri="{FF2B5EF4-FFF2-40B4-BE49-F238E27FC236}">
                <a16:creationId xmlns:a16="http://schemas.microsoft.com/office/drawing/2014/main" id="{83EF008B-10BD-B5C5-4288-FC3340699F2C}"/>
              </a:ext>
            </a:extLst>
          </p:cNvPr>
          <p:cNvGrpSpPr/>
          <p:nvPr/>
        </p:nvGrpSpPr>
        <p:grpSpPr>
          <a:xfrm>
            <a:off x="6235802" y="2565400"/>
            <a:ext cx="1955164" cy="863600"/>
            <a:chOff x="415105" y="2565707"/>
            <a:chExt cx="1955164" cy="863600"/>
          </a:xfrm>
        </p:grpSpPr>
        <p:pic>
          <p:nvPicPr>
            <p:cNvPr id="7" name="object 8">
              <a:extLst>
                <a:ext uri="{FF2B5EF4-FFF2-40B4-BE49-F238E27FC236}">
                  <a16:creationId xmlns:a16="http://schemas.microsoft.com/office/drawing/2014/main" id="{BDB5BCA6-3A36-D967-9B7A-25CDAFA3357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21487" y="3236360"/>
              <a:ext cx="147762" cy="192646"/>
            </a:xfrm>
            <a:prstGeom prst="rect">
              <a:avLst/>
            </a:prstGeom>
          </p:spPr>
        </p:pic>
        <p:pic>
          <p:nvPicPr>
            <p:cNvPr id="8" name="object 9">
              <a:extLst>
                <a:ext uri="{FF2B5EF4-FFF2-40B4-BE49-F238E27FC236}">
                  <a16:creationId xmlns:a16="http://schemas.microsoft.com/office/drawing/2014/main" id="{F122B291-2D9A-EFAA-FD04-8902256C365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5105" y="2565707"/>
              <a:ext cx="1954570" cy="863286"/>
            </a:xfrm>
            <a:prstGeom prst="rect">
              <a:avLst/>
            </a:prstGeom>
          </p:spPr>
        </p:pic>
      </p:grpSp>
      <p:sp>
        <p:nvSpPr>
          <p:cNvPr id="11" name="object 5">
            <a:extLst>
              <a:ext uri="{FF2B5EF4-FFF2-40B4-BE49-F238E27FC236}">
                <a16:creationId xmlns:a16="http://schemas.microsoft.com/office/drawing/2014/main" id="{D8E9EFD9-6574-3086-6675-204A5091F758}"/>
              </a:ext>
            </a:extLst>
          </p:cNvPr>
          <p:cNvSpPr/>
          <p:nvPr/>
        </p:nvSpPr>
        <p:spPr>
          <a:xfrm>
            <a:off x="6518658" y="6248467"/>
            <a:ext cx="63500" cy="184785"/>
          </a:xfrm>
          <a:custGeom>
            <a:avLst/>
            <a:gdLst/>
            <a:ahLst/>
            <a:cxnLst/>
            <a:rect l="l" t="t" r="r" b="b"/>
            <a:pathLst>
              <a:path w="63500" h="184785">
                <a:moveTo>
                  <a:pt x="63004" y="0"/>
                </a:moveTo>
                <a:lnTo>
                  <a:pt x="0" y="0"/>
                </a:lnTo>
                <a:lnTo>
                  <a:pt x="0" y="184277"/>
                </a:lnTo>
                <a:lnTo>
                  <a:pt x="63004" y="184277"/>
                </a:lnTo>
                <a:lnTo>
                  <a:pt x="63004" y="0"/>
                </a:lnTo>
                <a:close/>
              </a:path>
            </a:pathLst>
          </a:custGeom>
          <a:solidFill>
            <a:srgbClr val="005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4EE7E82E-52DF-7074-E97F-14E886412530}"/>
              </a:ext>
            </a:extLst>
          </p:cNvPr>
          <p:cNvSpPr txBox="1"/>
          <p:nvPr/>
        </p:nvSpPr>
        <p:spPr>
          <a:xfrm>
            <a:off x="8018010" y="6208044"/>
            <a:ext cx="721360" cy="256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850"/>
              </a:lnSpc>
              <a:spcBef>
                <a:spcPts val="100"/>
              </a:spcBef>
            </a:pPr>
            <a:r>
              <a:rPr sz="750">
                <a:solidFill>
                  <a:srgbClr val="005399"/>
                </a:solidFill>
                <a:latin typeface="Aptos"/>
                <a:cs typeface="Aptos"/>
              </a:rPr>
              <a:t>01</a:t>
            </a:r>
            <a:r>
              <a:rPr sz="750" spc="-10">
                <a:solidFill>
                  <a:srgbClr val="005399"/>
                </a:solidFill>
                <a:latin typeface="Aptos"/>
                <a:cs typeface="Aptos"/>
              </a:rPr>
              <a:t> </a:t>
            </a:r>
            <a:r>
              <a:rPr sz="750">
                <a:solidFill>
                  <a:srgbClr val="005399"/>
                </a:solidFill>
                <a:latin typeface="Aptos"/>
                <a:cs typeface="Aptos"/>
              </a:rPr>
              <a:t>44</a:t>
            </a:r>
            <a:r>
              <a:rPr sz="750" spc="-10">
                <a:solidFill>
                  <a:srgbClr val="005399"/>
                </a:solidFill>
                <a:latin typeface="Aptos"/>
                <a:cs typeface="Aptos"/>
              </a:rPr>
              <a:t> </a:t>
            </a:r>
            <a:r>
              <a:rPr sz="750">
                <a:solidFill>
                  <a:srgbClr val="005399"/>
                </a:solidFill>
                <a:latin typeface="Aptos"/>
                <a:cs typeface="Aptos"/>
              </a:rPr>
              <a:t>83</a:t>
            </a:r>
            <a:r>
              <a:rPr sz="750" spc="-10">
                <a:solidFill>
                  <a:srgbClr val="005399"/>
                </a:solidFill>
                <a:latin typeface="Aptos"/>
                <a:cs typeface="Aptos"/>
              </a:rPr>
              <a:t> </a:t>
            </a:r>
            <a:r>
              <a:rPr sz="750">
                <a:solidFill>
                  <a:srgbClr val="005399"/>
                </a:solidFill>
                <a:latin typeface="Aptos"/>
                <a:cs typeface="Aptos"/>
              </a:rPr>
              <a:t>68</a:t>
            </a:r>
            <a:r>
              <a:rPr sz="750" spc="-10">
                <a:solidFill>
                  <a:srgbClr val="005399"/>
                </a:solidFill>
                <a:latin typeface="Aptos"/>
                <a:cs typeface="Aptos"/>
              </a:rPr>
              <a:t> </a:t>
            </a:r>
            <a:r>
              <a:rPr sz="750" spc="-25">
                <a:solidFill>
                  <a:srgbClr val="005399"/>
                </a:solidFill>
                <a:latin typeface="Aptos"/>
                <a:cs typeface="Aptos"/>
              </a:rPr>
              <a:t>83</a:t>
            </a:r>
            <a:endParaRPr lang="fr-FR" sz="750" spc="-25">
              <a:solidFill>
                <a:srgbClr val="005399"/>
              </a:solidFill>
              <a:latin typeface="Aptos"/>
              <a:cs typeface="Aptos"/>
            </a:endParaRPr>
          </a:p>
          <a:p>
            <a:pPr marL="12700">
              <a:lnSpc>
                <a:spcPts val="850"/>
              </a:lnSpc>
              <a:spcBef>
                <a:spcPts val="100"/>
              </a:spcBef>
            </a:pPr>
            <a:r>
              <a:rPr lang="fr-FR" sz="750" u="none" spc="-25" err="1">
                <a:ln>
                  <a:noFill/>
                </a:ln>
                <a:solidFill>
                  <a:srgbClr val="005399"/>
                </a:solidFill>
                <a:latin typeface="Aptos"/>
                <a:cs typeface="Aptos"/>
              </a:rPr>
              <a:t>infos@citepa.org</a:t>
            </a:r>
            <a:endParaRPr sz="750" u="none">
              <a:ln>
                <a:noFill/>
              </a:ln>
              <a:solidFill>
                <a:srgbClr val="000000"/>
              </a:solidFill>
              <a:latin typeface="Aptos"/>
              <a:cs typeface="Aptos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95A74085-4D43-2011-5446-22B0BC5D3417}"/>
              </a:ext>
            </a:extLst>
          </p:cNvPr>
          <p:cNvSpPr txBox="1"/>
          <p:nvPr/>
        </p:nvSpPr>
        <p:spPr>
          <a:xfrm>
            <a:off x="9076523" y="6335076"/>
            <a:ext cx="46164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>
                <a:solidFill>
                  <a:srgbClr val="29A457"/>
                </a:solidFill>
                <a:latin typeface="Aptos"/>
                <a:cs typeface="Aptos"/>
              </a:rPr>
              <a:t>citepa.org</a:t>
            </a:r>
            <a:endParaRPr sz="750">
              <a:latin typeface="Aptos"/>
              <a:cs typeface="Aptos"/>
            </a:endParaRPr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29CD6A1D-77BC-4282-675C-6C9ECAB37325}"/>
              </a:ext>
            </a:extLst>
          </p:cNvPr>
          <p:cNvSpPr txBox="1"/>
          <p:nvPr/>
        </p:nvSpPr>
        <p:spPr>
          <a:xfrm>
            <a:off x="6883963" y="6233444"/>
            <a:ext cx="728345" cy="24193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800"/>
              </a:lnSpc>
              <a:spcBef>
                <a:spcPts val="210"/>
              </a:spcBef>
            </a:pPr>
            <a:r>
              <a:rPr sz="750">
                <a:solidFill>
                  <a:srgbClr val="005399"/>
                </a:solidFill>
                <a:latin typeface="Aptos"/>
                <a:cs typeface="Aptos"/>
              </a:rPr>
              <a:t>42</a:t>
            </a:r>
            <a:r>
              <a:rPr sz="750" spc="-20">
                <a:solidFill>
                  <a:srgbClr val="005399"/>
                </a:solidFill>
                <a:latin typeface="Aptos"/>
                <a:cs typeface="Aptos"/>
              </a:rPr>
              <a:t> </a:t>
            </a:r>
            <a:r>
              <a:rPr sz="750">
                <a:solidFill>
                  <a:srgbClr val="005399"/>
                </a:solidFill>
                <a:latin typeface="Aptos"/>
                <a:cs typeface="Aptos"/>
              </a:rPr>
              <a:t>rue</a:t>
            </a:r>
            <a:r>
              <a:rPr sz="750" spc="-15">
                <a:solidFill>
                  <a:srgbClr val="005399"/>
                </a:solidFill>
                <a:latin typeface="Aptos"/>
                <a:cs typeface="Aptos"/>
              </a:rPr>
              <a:t> </a:t>
            </a:r>
            <a:r>
              <a:rPr sz="750">
                <a:solidFill>
                  <a:srgbClr val="005399"/>
                </a:solidFill>
                <a:latin typeface="Aptos"/>
                <a:cs typeface="Aptos"/>
              </a:rPr>
              <a:t>de</a:t>
            </a:r>
            <a:r>
              <a:rPr sz="750" spc="-15">
                <a:solidFill>
                  <a:srgbClr val="005399"/>
                </a:solidFill>
                <a:latin typeface="Aptos"/>
                <a:cs typeface="Aptos"/>
              </a:rPr>
              <a:t> </a:t>
            </a:r>
            <a:r>
              <a:rPr sz="750" spc="-10">
                <a:solidFill>
                  <a:srgbClr val="005399"/>
                </a:solidFill>
                <a:latin typeface="Aptos"/>
                <a:cs typeface="Aptos"/>
              </a:rPr>
              <a:t>Paradis</a:t>
            </a:r>
            <a:r>
              <a:rPr sz="750" spc="500">
                <a:solidFill>
                  <a:srgbClr val="005399"/>
                </a:solidFill>
                <a:latin typeface="Aptos"/>
                <a:cs typeface="Aptos"/>
              </a:rPr>
              <a:t> </a:t>
            </a:r>
            <a:r>
              <a:rPr sz="750">
                <a:solidFill>
                  <a:srgbClr val="005399"/>
                </a:solidFill>
                <a:latin typeface="Aptos"/>
                <a:cs typeface="Aptos"/>
              </a:rPr>
              <a:t>75010</a:t>
            </a:r>
            <a:r>
              <a:rPr sz="750" spc="-25">
                <a:solidFill>
                  <a:srgbClr val="005399"/>
                </a:solidFill>
                <a:latin typeface="Aptos"/>
                <a:cs typeface="Aptos"/>
              </a:rPr>
              <a:t> </a:t>
            </a:r>
            <a:r>
              <a:rPr sz="750" spc="-10">
                <a:solidFill>
                  <a:srgbClr val="005399"/>
                </a:solidFill>
                <a:latin typeface="Aptos"/>
                <a:cs typeface="Aptos"/>
              </a:rPr>
              <a:t>Paris</a:t>
            </a:r>
            <a:endParaRPr sz="750">
              <a:latin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F770EB-449B-0A6F-A341-5007C2AEA25B}"/>
              </a:ext>
            </a:extLst>
          </p:cNvPr>
          <p:cNvSpPr/>
          <p:nvPr/>
        </p:nvSpPr>
        <p:spPr>
          <a:xfrm>
            <a:off x="0" y="-14448"/>
            <a:ext cx="5028073" cy="6891783"/>
          </a:xfrm>
          <a:prstGeom prst="rect">
            <a:avLst/>
          </a:prstGeom>
          <a:solidFill>
            <a:srgbClr val="00488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kern="0"/>
            </a:defPPr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A5121D3-973F-824E-9D4E-1C96E8D35047}"/>
              </a:ext>
            </a:extLst>
          </p:cNvPr>
          <p:cNvSpPr txBox="1"/>
          <p:nvPr/>
        </p:nvSpPr>
        <p:spPr>
          <a:xfrm>
            <a:off x="827676" y="2165403"/>
            <a:ext cx="3292720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2000" dirty="0" err="1">
                <a:solidFill>
                  <a:schemeClr val="bg1"/>
                </a:solidFill>
                <a:latin typeface="Aptos Display"/>
              </a:rPr>
              <a:t>Thank</a:t>
            </a:r>
            <a:r>
              <a:rPr lang="fr-FR" sz="2000" dirty="0">
                <a:solidFill>
                  <a:schemeClr val="bg1"/>
                </a:solidFill>
                <a:latin typeface="Aptos Display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Aptos Display"/>
              </a:rPr>
              <a:t>you</a:t>
            </a:r>
            <a:endParaRPr lang="fr-FR" sz="2000" dirty="0">
              <a:solidFill>
                <a:schemeClr val="bg1"/>
              </a:solidFill>
              <a:latin typeface="Aptos Display"/>
            </a:endParaRPr>
          </a:p>
          <a:p>
            <a:pPr algn="l"/>
            <a:endParaRPr lang="fr-FR" sz="2000" dirty="0">
              <a:solidFill>
                <a:schemeClr val="bg1"/>
              </a:solidFill>
              <a:latin typeface="Aptos Display"/>
            </a:endParaRPr>
          </a:p>
          <a:p>
            <a:pPr algn="l"/>
            <a:endParaRPr lang="fr-FR" sz="2000" dirty="0">
              <a:solidFill>
                <a:schemeClr val="bg1">
                  <a:lumMod val="85000"/>
                </a:schemeClr>
              </a:solidFill>
              <a:latin typeface="Aptos Display"/>
            </a:endParaRPr>
          </a:p>
          <a:p>
            <a:pPr algn="l"/>
            <a:r>
              <a:rPr lang="fr-FR" sz="1800" i="1" dirty="0">
                <a:solidFill>
                  <a:schemeClr val="bg1">
                    <a:lumMod val="85000"/>
                  </a:schemeClr>
                </a:solidFill>
                <a:latin typeface="Aptos Display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Jean-pierre.chang@citepa.org</a:t>
            </a:r>
            <a:endParaRPr lang="fr-FR" sz="1800" i="1" dirty="0">
              <a:solidFill>
                <a:schemeClr val="bg1">
                  <a:lumMod val="85000"/>
                </a:schemeClr>
              </a:solidFill>
              <a:latin typeface="Aptos Display"/>
            </a:endParaRPr>
          </a:p>
          <a:p>
            <a:pPr algn="l"/>
            <a:endParaRPr lang="fr-FR" i="1" dirty="0">
              <a:solidFill>
                <a:schemeClr val="bg1">
                  <a:lumMod val="85000"/>
                </a:schemeClr>
              </a:solidFill>
              <a:latin typeface="Aptos Display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l"/>
            <a:r>
              <a:rPr lang="fr-FR" i="1" dirty="0">
                <a:solidFill>
                  <a:schemeClr val="bg1">
                    <a:lumMod val="85000"/>
                  </a:schemeClr>
                </a:solidFill>
                <a:latin typeface="Aptos Display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Julien.vincent@citepa.org</a:t>
            </a:r>
            <a:r>
              <a:rPr lang="fr-FR" i="1" dirty="0">
                <a:solidFill>
                  <a:schemeClr val="bg1">
                    <a:lumMod val="85000"/>
                  </a:schemeClr>
                </a:solidFill>
                <a:latin typeface="Aptos Display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70119259"/>
      </p:ext>
    </p:extLst>
  </p:cSld>
  <p:clrMapOvr>
    <a:masterClrMapping/>
  </p:clrMapOvr>
</p:sld>
</file>

<file path=ppt/theme/theme1.xml><?xml version="1.0" encoding="utf-8"?>
<a:theme xmlns:a="http://schemas.openxmlformats.org/drawingml/2006/main" name="Conception personnalisée">
  <a:themeElements>
    <a:clrScheme name="Citepa">
      <a:dk1>
        <a:srgbClr val="000000"/>
      </a:dk1>
      <a:lt1>
        <a:srgbClr val="FFFFFF"/>
      </a:lt1>
      <a:dk2>
        <a:srgbClr val="585859"/>
      </a:dk2>
      <a:lt2>
        <a:srgbClr val="939393"/>
      </a:lt2>
      <a:accent1>
        <a:srgbClr val="4EA260"/>
      </a:accent1>
      <a:accent2>
        <a:srgbClr val="005398"/>
      </a:accent2>
      <a:accent3>
        <a:srgbClr val="E6863B"/>
      </a:accent3>
      <a:accent4>
        <a:srgbClr val="939598"/>
      </a:accent4>
      <a:accent5>
        <a:srgbClr val="F7C545"/>
      </a:accent5>
      <a:accent6>
        <a:srgbClr val="DF5965"/>
      </a:accent6>
      <a:hlink>
        <a:srgbClr val="0432FF"/>
      </a:hlink>
      <a:folHlink>
        <a:srgbClr val="E5024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Conception personnalisée">
  <a:themeElements>
    <a:clrScheme name="Citepa">
      <a:dk1>
        <a:srgbClr val="000000"/>
      </a:dk1>
      <a:lt1>
        <a:srgbClr val="FFFFFF"/>
      </a:lt1>
      <a:dk2>
        <a:srgbClr val="585859"/>
      </a:dk2>
      <a:lt2>
        <a:srgbClr val="939393"/>
      </a:lt2>
      <a:accent1>
        <a:srgbClr val="4EA260"/>
      </a:accent1>
      <a:accent2>
        <a:srgbClr val="005398"/>
      </a:accent2>
      <a:accent3>
        <a:srgbClr val="E6863B"/>
      </a:accent3>
      <a:accent4>
        <a:srgbClr val="939598"/>
      </a:accent4>
      <a:accent5>
        <a:srgbClr val="F7C545"/>
      </a:accent5>
      <a:accent6>
        <a:srgbClr val="DF5965"/>
      </a:accent6>
      <a:hlink>
        <a:srgbClr val="0432FF"/>
      </a:hlink>
      <a:folHlink>
        <a:srgbClr val="E5024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Office Theme">
  <a:themeElements>
    <a:clrScheme name="Citepa">
      <a:dk1>
        <a:srgbClr val="000000"/>
      </a:dk1>
      <a:lt1>
        <a:srgbClr val="FFFFFF"/>
      </a:lt1>
      <a:dk2>
        <a:srgbClr val="585859"/>
      </a:dk2>
      <a:lt2>
        <a:srgbClr val="939393"/>
      </a:lt2>
      <a:accent1>
        <a:srgbClr val="4EA260"/>
      </a:accent1>
      <a:accent2>
        <a:srgbClr val="005398"/>
      </a:accent2>
      <a:accent3>
        <a:srgbClr val="E6863B"/>
      </a:accent3>
      <a:accent4>
        <a:srgbClr val="939598"/>
      </a:accent4>
      <a:accent5>
        <a:srgbClr val="F7C545"/>
      </a:accent5>
      <a:accent6>
        <a:srgbClr val="DF5965"/>
      </a:accent6>
      <a:hlink>
        <a:srgbClr val="0432FF"/>
      </a:hlink>
      <a:folHlink>
        <a:srgbClr val="E5024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Conception personnalisée">
  <a:themeElements>
    <a:clrScheme name="Citepa">
      <a:dk1>
        <a:srgbClr val="000000"/>
      </a:dk1>
      <a:lt1>
        <a:srgbClr val="FFFFFF"/>
      </a:lt1>
      <a:dk2>
        <a:srgbClr val="585859"/>
      </a:dk2>
      <a:lt2>
        <a:srgbClr val="939393"/>
      </a:lt2>
      <a:accent1>
        <a:srgbClr val="4EA260"/>
      </a:accent1>
      <a:accent2>
        <a:srgbClr val="005398"/>
      </a:accent2>
      <a:accent3>
        <a:srgbClr val="E6863B"/>
      </a:accent3>
      <a:accent4>
        <a:srgbClr val="939598"/>
      </a:accent4>
      <a:accent5>
        <a:srgbClr val="F7C545"/>
      </a:accent5>
      <a:accent6>
        <a:srgbClr val="DF5965"/>
      </a:accent6>
      <a:hlink>
        <a:srgbClr val="0432FF"/>
      </a:hlink>
      <a:folHlink>
        <a:srgbClr val="E5024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1_Conception personnalisée">
  <a:themeElements>
    <a:clrScheme name="Citepa">
      <a:dk1>
        <a:srgbClr val="000000"/>
      </a:dk1>
      <a:lt1>
        <a:srgbClr val="FFFFFF"/>
      </a:lt1>
      <a:dk2>
        <a:srgbClr val="585859"/>
      </a:dk2>
      <a:lt2>
        <a:srgbClr val="939393"/>
      </a:lt2>
      <a:accent1>
        <a:srgbClr val="4EA260"/>
      </a:accent1>
      <a:accent2>
        <a:srgbClr val="005398"/>
      </a:accent2>
      <a:accent3>
        <a:srgbClr val="E6863B"/>
      </a:accent3>
      <a:accent4>
        <a:srgbClr val="939598"/>
      </a:accent4>
      <a:accent5>
        <a:srgbClr val="F7C545"/>
      </a:accent5>
      <a:accent6>
        <a:srgbClr val="DF5965"/>
      </a:accent6>
      <a:hlink>
        <a:srgbClr val="0432FF"/>
      </a:hlink>
      <a:folHlink>
        <a:srgbClr val="E5024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1_Office Theme">
  <a:themeElements>
    <a:clrScheme name="Citepa">
      <a:dk1>
        <a:srgbClr val="000000"/>
      </a:dk1>
      <a:lt1>
        <a:srgbClr val="FFFFFF"/>
      </a:lt1>
      <a:dk2>
        <a:srgbClr val="585859"/>
      </a:dk2>
      <a:lt2>
        <a:srgbClr val="939393"/>
      </a:lt2>
      <a:accent1>
        <a:srgbClr val="4EA260"/>
      </a:accent1>
      <a:accent2>
        <a:srgbClr val="005398"/>
      </a:accent2>
      <a:accent3>
        <a:srgbClr val="E6863B"/>
      </a:accent3>
      <a:accent4>
        <a:srgbClr val="939598"/>
      </a:accent4>
      <a:accent5>
        <a:srgbClr val="F7C545"/>
      </a:accent5>
      <a:accent6>
        <a:srgbClr val="DF5965"/>
      </a:accent6>
      <a:hlink>
        <a:srgbClr val="0432FF"/>
      </a:hlink>
      <a:folHlink>
        <a:srgbClr val="E5024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3_Conception personnalisée">
  <a:themeElements>
    <a:clrScheme name="Citepa">
      <a:dk1>
        <a:srgbClr val="000000"/>
      </a:dk1>
      <a:lt1>
        <a:srgbClr val="FFFFFF"/>
      </a:lt1>
      <a:dk2>
        <a:srgbClr val="585859"/>
      </a:dk2>
      <a:lt2>
        <a:srgbClr val="939393"/>
      </a:lt2>
      <a:accent1>
        <a:srgbClr val="4EA260"/>
      </a:accent1>
      <a:accent2>
        <a:srgbClr val="005398"/>
      </a:accent2>
      <a:accent3>
        <a:srgbClr val="E6863B"/>
      </a:accent3>
      <a:accent4>
        <a:srgbClr val="939598"/>
      </a:accent4>
      <a:accent5>
        <a:srgbClr val="F7C545"/>
      </a:accent5>
      <a:accent6>
        <a:srgbClr val="DF5965"/>
      </a:accent6>
      <a:hlink>
        <a:srgbClr val="0432FF"/>
      </a:hlink>
      <a:folHlink>
        <a:srgbClr val="E5024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1_Office Theme">
  <a:themeElements>
    <a:clrScheme name="Citepa">
      <a:dk1>
        <a:srgbClr val="000000"/>
      </a:dk1>
      <a:lt1>
        <a:srgbClr val="FFFFFF"/>
      </a:lt1>
      <a:dk2>
        <a:srgbClr val="585859"/>
      </a:dk2>
      <a:lt2>
        <a:srgbClr val="939393"/>
      </a:lt2>
      <a:accent1>
        <a:srgbClr val="4EA260"/>
      </a:accent1>
      <a:accent2>
        <a:srgbClr val="005398"/>
      </a:accent2>
      <a:accent3>
        <a:srgbClr val="E6863B"/>
      </a:accent3>
      <a:accent4>
        <a:srgbClr val="939598"/>
      </a:accent4>
      <a:accent5>
        <a:srgbClr val="F7C545"/>
      </a:accent5>
      <a:accent6>
        <a:srgbClr val="DF5965"/>
      </a:accent6>
      <a:hlink>
        <a:srgbClr val="0432FF"/>
      </a:hlink>
      <a:folHlink>
        <a:srgbClr val="E5024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_Conception personnalisée">
  <a:themeElements>
    <a:clrScheme name="Citepa">
      <a:dk1>
        <a:srgbClr val="000000"/>
      </a:dk1>
      <a:lt1>
        <a:srgbClr val="FFFFFF"/>
      </a:lt1>
      <a:dk2>
        <a:srgbClr val="585859"/>
      </a:dk2>
      <a:lt2>
        <a:srgbClr val="939393"/>
      </a:lt2>
      <a:accent1>
        <a:srgbClr val="4EA260"/>
      </a:accent1>
      <a:accent2>
        <a:srgbClr val="005398"/>
      </a:accent2>
      <a:accent3>
        <a:srgbClr val="E6863B"/>
      </a:accent3>
      <a:accent4>
        <a:srgbClr val="939598"/>
      </a:accent4>
      <a:accent5>
        <a:srgbClr val="F7C545"/>
      </a:accent5>
      <a:accent6>
        <a:srgbClr val="DF5965"/>
      </a:accent6>
      <a:hlink>
        <a:srgbClr val="0432FF"/>
      </a:hlink>
      <a:folHlink>
        <a:srgbClr val="E5024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Conception personnalisée">
  <a:themeElements>
    <a:clrScheme name="Citepa">
      <a:dk1>
        <a:srgbClr val="000000"/>
      </a:dk1>
      <a:lt1>
        <a:srgbClr val="FFFFFF"/>
      </a:lt1>
      <a:dk2>
        <a:srgbClr val="585859"/>
      </a:dk2>
      <a:lt2>
        <a:srgbClr val="939393"/>
      </a:lt2>
      <a:accent1>
        <a:srgbClr val="4EA260"/>
      </a:accent1>
      <a:accent2>
        <a:srgbClr val="005398"/>
      </a:accent2>
      <a:accent3>
        <a:srgbClr val="E6863B"/>
      </a:accent3>
      <a:accent4>
        <a:srgbClr val="939598"/>
      </a:accent4>
      <a:accent5>
        <a:srgbClr val="F7C545"/>
      </a:accent5>
      <a:accent6>
        <a:srgbClr val="DF5965"/>
      </a:accent6>
      <a:hlink>
        <a:srgbClr val="0432FF"/>
      </a:hlink>
      <a:folHlink>
        <a:srgbClr val="E5024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9E40BF7383784999BA1B34A435B410" ma:contentTypeVersion="0" ma:contentTypeDescription="Create a new document." ma:contentTypeScope="" ma:versionID="a4651880fff225387c0ad42ddaada4a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689F675-3E38-49BD-8E71-035DDB14BA7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260972-9CF7-4F36-80EB-AADE1038F998}"/>
</file>

<file path=customXml/itemProps3.xml><?xml version="1.0" encoding="utf-8"?>
<ds:datastoreItem xmlns:ds="http://schemas.openxmlformats.org/officeDocument/2006/customXml" ds:itemID="{030EB9CA-DC5A-4856-B828-4724E8AC1968}">
  <ds:schemaRefs>
    <ds:schemaRef ds:uri="http://schemas.microsoft.com/office/2006/documentManagement/types"/>
    <ds:schemaRef ds:uri="aa63012a-dca0-4847-9039-1b3f0d0527af"/>
    <ds:schemaRef ds:uri="http://schemas.microsoft.com/office/2006/metadata/properties"/>
    <ds:schemaRef ds:uri="http://purl.org/dc/elements/1.1/"/>
    <ds:schemaRef ds:uri="6a719482-6e7f-454f-a5d4-f03a406291ce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3331daee-1646-4c3a-8c45-78356b5a9d77"/>
    <ds:schemaRef ds:uri="e7ea681a-bbea-4e4a-abe1-e1ae1a52e2ef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f173dcda-9864-4f02-a569-32ef4d942877}" enabled="0" method="" siteId="{f173dcda-9864-4f02-a569-32ef4d94287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1372</TotalTime>
  <Words>2412</Words>
  <Application>Microsoft Office PowerPoint</Application>
  <PresentationFormat>Format A4 (210 x 297 mm)</PresentationFormat>
  <Paragraphs>349</Paragraphs>
  <Slides>36</Slides>
  <Notes>16</Notes>
  <HiddenSlides>1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10</vt:i4>
      </vt:variant>
      <vt:variant>
        <vt:lpstr>Titres des diapositives</vt:lpstr>
      </vt:variant>
      <vt:variant>
        <vt:i4>36</vt:i4>
      </vt:variant>
    </vt:vector>
  </HeadingPairs>
  <TitlesOfParts>
    <vt:vector size="56" baseType="lpstr">
      <vt:lpstr>Aptos</vt:lpstr>
      <vt:lpstr>Aptos Black</vt:lpstr>
      <vt:lpstr>Aptos Display</vt:lpstr>
      <vt:lpstr>Aptos Light</vt:lpstr>
      <vt:lpstr>Arial</vt:lpstr>
      <vt:lpstr>Cambria Math</vt:lpstr>
      <vt:lpstr>Courier New</vt:lpstr>
      <vt:lpstr>Symbol</vt:lpstr>
      <vt:lpstr>Trebuchet MS</vt:lpstr>
      <vt:lpstr>Wingdings</vt:lpstr>
      <vt:lpstr>Conception personnalisée</vt:lpstr>
      <vt:lpstr>1_Conception personnalisée</vt:lpstr>
      <vt:lpstr>1_Office Theme</vt:lpstr>
      <vt:lpstr>3_Conception personnalisée</vt:lpstr>
      <vt:lpstr>1_Conception personnalisée</vt:lpstr>
      <vt:lpstr>1_Office Theme</vt:lpstr>
      <vt:lpstr>3_Conception personnalisée</vt:lpstr>
      <vt:lpstr>1_Office Theme</vt:lpstr>
      <vt:lpstr>1_Conception personnalisée</vt:lpstr>
      <vt:lpstr>Conception personnalisée</vt:lpstr>
      <vt:lpstr>Annexes guidelines and data to be collected</vt:lpstr>
      <vt:lpstr>Agenda  Introduction   Presentation of the 6 annexes (data to be collected and how to report)  Summary of data to be collected </vt:lpstr>
      <vt:lpstr>Introduction</vt:lpstr>
      <vt:lpstr>Presentation of the annexes</vt:lpstr>
      <vt:lpstr>Annex VIII. Implementation of review recommendations (art.10)</vt:lpstr>
      <vt:lpstr>Annex VIII. Implementation of review recommendations  General objective and overview of data to be collected</vt:lpstr>
      <vt:lpstr>Annex VIII. Implementation of review recommendations  Analyzing collected data and how to report</vt:lpstr>
      <vt:lpstr>Annex IX. Methodological descriptions (art.11)</vt:lpstr>
      <vt:lpstr>Annex IX. Methodological descriptions General objective and overview of data to be collected</vt:lpstr>
      <vt:lpstr>Annex IX. Methodological descriptions Analyzing collected data and how to report</vt:lpstr>
      <vt:lpstr>Annex IX. Methodological descriptions Analyzing collected data and how to report</vt:lpstr>
      <vt:lpstr>Annex X. Uncertainties and completeness (art.12)</vt:lpstr>
      <vt:lpstr>Annex X. Uncertainties General objective and overview of data to be collected</vt:lpstr>
      <vt:lpstr>Annex X. Uncertainties Analyzing collected data and how to report</vt:lpstr>
      <vt:lpstr>Example</vt:lpstr>
      <vt:lpstr>Example</vt:lpstr>
      <vt:lpstr>Annex XI. Reporting on indicators (art.13)</vt:lpstr>
      <vt:lpstr>Presentation : the 11 indicators</vt:lpstr>
      <vt:lpstr>Annex XI. Reporting on indicators General objective</vt:lpstr>
      <vt:lpstr>Annex XI. Reporting on indicators Analyzing collected data and how to report</vt:lpstr>
      <vt:lpstr>Annex XI. Reporting on indicators Analyzing collected data and how to report</vt:lpstr>
      <vt:lpstr>Key information to gather – Transformation sector</vt:lpstr>
      <vt:lpstr>Key information to gather - Industry</vt:lpstr>
      <vt:lpstr>Key information to gather – Household sector</vt:lpstr>
      <vt:lpstr>Key information to gather – Services sector</vt:lpstr>
      <vt:lpstr>Key information to gather – Transport sector</vt:lpstr>
      <vt:lpstr>Annex XII. Consistency with ETS (art.14)</vt:lpstr>
      <vt:lpstr>Annex XII. Consistency with ETS  General objective and overview of data to be collected</vt:lpstr>
      <vt:lpstr>Annex XII. Consistency with ETS  Analyzing collected data and how to report</vt:lpstr>
      <vt:lpstr>Annex XIV. Consistency with Energy Statistics (art.17)</vt:lpstr>
      <vt:lpstr>Annex XIV. Consistency with Energy Statistics  General objective and overview of data to be collected</vt:lpstr>
      <vt:lpstr>Annex XIV. Consistency with Energy Statistics  Analyzing collected data and how to report</vt:lpstr>
      <vt:lpstr>Summary of documents and data to be collected</vt:lpstr>
      <vt:lpstr>Documents needed </vt:lpstr>
      <vt:lpstr>Data to identify 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Alexia</dc:creator>
  <cp:lastModifiedBy>Jean-Pierre Chang</cp:lastModifiedBy>
  <cp:revision>4</cp:revision>
  <dcterms:created xsi:type="dcterms:W3CDTF">2024-06-06T06:17:41Z</dcterms:created>
  <dcterms:modified xsi:type="dcterms:W3CDTF">2025-10-07T14:54:41Z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2024-04-29T00:00:00Z</vt:filetime>
  </property>
  <property fmtid="{D5CDD505-2E9C-101B-9397-08002B2CF9AE}" pid="3" name="Creator">
    <vt:lpwstr>Adobe InDesign 19.3 (Macintosh)</vt:lpwstr>
  </property>
  <property fmtid="{D5CDD505-2E9C-101B-9397-08002B2CF9AE}" pid="4" name="LastSaved">
    <vt:filetime>2024-06-06T00:00:00Z</vt:filetime>
  </property>
  <property fmtid="{D5CDD505-2E9C-101B-9397-08002B2CF9AE}" pid="5" name="Producer">
    <vt:lpwstr>Adobe PDF Library 17.0</vt:lpwstr>
  </property>
  <property fmtid="{D5CDD505-2E9C-101B-9397-08002B2CF9AE}" pid="6" name="ContentTypeId">
    <vt:lpwstr>0x010100CA9E40BF7383784999BA1B34A435B410</vt:lpwstr>
  </property>
  <property fmtid="{D5CDD505-2E9C-101B-9397-08002B2CF9AE}" pid="7" name="MediaServiceImageTags">
    <vt:lpwstr/>
  </property>
  <property fmtid="{D5CDD505-2E9C-101B-9397-08002B2CF9AE}" pid="8" name="Order">
    <vt:r8>185700</vt:r8>
  </property>
  <property fmtid="{D5CDD505-2E9C-101B-9397-08002B2CF9AE}" pid="9" name="xd_Signature">
    <vt:bool>false</vt:bool>
  </property>
  <property fmtid="{D5CDD505-2E9C-101B-9397-08002B2CF9AE}" pid="10" name="xd_ProgID">
    <vt:lpwstr/>
  </property>
  <property fmtid="{D5CDD505-2E9C-101B-9397-08002B2CF9AE}" pid="11" name="_SourceUrl">
    <vt:lpwstr/>
  </property>
  <property fmtid="{D5CDD505-2E9C-101B-9397-08002B2CF9AE}" pid="12" name="_SharedFileIndex">
    <vt:lpwstr/>
  </property>
  <property fmtid="{D5CDD505-2E9C-101B-9397-08002B2CF9AE}" pid="13" name="ComplianceAssetId">
    <vt:lpwstr/>
  </property>
  <property fmtid="{D5CDD505-2E9C-101B-9397-08002B2CF9AE}" pid="14" name="TemplateUrl">
    <vt:lpwstr/>
  </property>
  <property fmtid="{D5CDD505-2E9C-101B-9397-08002B2CF9AE}" pid="15" name="_ExtendedDescription">
    <vt:lpwstr/>
  </property>
  <property fmtid="{D5CDD505-2E9C-101B-9397-08002B2CF9AE}" pid="16" name="TriggerFlowInfo">
    <vt:lpwstr/>
  </property>
</Properties>
</file>