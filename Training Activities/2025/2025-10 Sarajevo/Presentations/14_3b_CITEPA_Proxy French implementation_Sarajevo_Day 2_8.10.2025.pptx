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6.xml" ContentType="application/vnd.openxmlformats-officedocument.theme+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8.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9.xml" ContentType="application/vnd.openxmlformats-officedocument.theme+xml"/>
  <Override PartName="/ppt/slideLayouts/slideLayout3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4"/>
    <p:sldMasterId id="2147483687" r:id="rId5"/>
    <p:sldMasterId id="2147483672" r:id="rId6"/>
    <p:sldMasterId id="2147483695" r:id="rId7"/>
    <p:sldMasterId id="2147483706" r:id="rId8"/>
    <p:sldMasterId id="2147483699" r:id="rId9"/>
    <p:sldMasterId id="2147483708" r:id="rId10"/>
    <p:sldMasterId id="2147483738" r:id="rId11"/>
    <p:sldMasterId id="2147483740" r:id="rId12"/>
    <p:sldMasterId id="2147483745" r:id="rId13"/>
  </p:sldMasterIdLst>
  <p:notesMasterIdLst>
    <p:notesMasterId r:id="rId26"/>
  </p:notesMasterIdLst>
  <p:handoutMasterIdLst>
    <p:handoutMasterId r:id="rId27"/>
  </p:handoutMasterIdLst>
  <p:sldIdLst>
    <p:sldId id="438" r:id="rId14"/>
    <p:sldId id="447" r:id="rId15"/>
    <p:sldId id="463" r:id="rId16"/>
    <p:sldId id="464" r:id="rId17"/>
    <p:sldId id="465" r:id="rId18"/>
    <p:sldId id="466" r:id="rId19"/>
    <p:sldId id="467" r:id="rId20"/>
    <p:sldId id="468" r:id="rId21"/>
    <p:sldId id="469" r:id="rId22"/>
    <p:sldId id="470" r:id="rId23"/>
    <p:sldId id="472" r:id="rId24"/>
    <p:sldId id="436" r:id="rId25"/>
  </p:sldIdLst>
  <p:sldSz cx="9906000" cy="6858000" type="A4"/>
  <p:notesSz cx="6792913" cy="99250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13F"/>
    <a:srgbClr val="00488B"/>
    <a:srgbClr val="000000"/>
    <a:srgbClr val="147E46"/>
    <a:srgbClr val="086239"/>
    <a:srgbClr val="F58227"/>
    <a:srgbClr val="005399"/>
    <a:srgbClr val="1B659A"/>
    <a:srgbClr val="2282C5"/>
    <a:srgbClr val="1032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7C6A9C-F9F2-4FDA-BB6E-777FD8C87FC2}" v="2" dt="2025-10-05T20:10:07.228"/>
  </p1510:revLst>
</p1510:revInfo>
</file>

<file path=ppt/tableStyles.xml><?xml version="1.0" encoding="utf-8"?>
<a:tblStyleLst xmlns:a="http://schemas.openxmlformats.org/drawingml/2006/main" def="{72833802-FEF1-4C79-8D5D-14CF1EAF98D9}">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08" autoAdjust="0"/>
  </p:normalViewPr>
  <p:slideViewPr>
    <p:cSldViewPr snapToGrid="0">
      <p:cViewPr varScale="1">
        <p:scale>
          <a:sx n="77" d="100"/>
          <a:sy n="77" d="100"/>
        </p:scale>
        <p:origin x="468" y="60"/>
      </p:cViewPr>
      <p:guideLst>
        <p:guide orient="horz" pos="2880"/>
        <p:guide pos="2160"/>
      </p:guideLst>
    </p:cSldViewPr>
  </p:slideViewPr>
  <p:notesTextViewPr>
    <p:cViewPr>
      <p:scale>
        <a:sx n="3" d="2"/>
        <a:sy n="3" d="2"/>
      </p:scale>
      <p:origin x="0" y="0"/>
    </p:cViewPr>
  </p:notesTextViewPr>
  <p:notesViewPr>
    <p:cSldViewPr snapToGrid="0">
      <p:cViewPr>
        <p:scale>
          <a:sx n="1" d="2"/>
          <a:sy n="1" d="2"/>
        </p:scale>
        <p:origin x="2424" y="726"/>
      </p:cViewPr>
      <p:guideLst>
        <p:guide orient="horz" pos="3126"/>
        <p:guide pos="21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8.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presProps" Target="presProps.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Pierre Chang" userId="7a5d3a12-f981-4a01-99aa-2e45acc807ae" providerId="ADAL" clId="{DEFEF7C5-38CB-4D06-8F80-9935D232FD48}"/>
    <pc:docChg chg="delSld modSld">
      <pc:chgData name="Jean-Pierre Chang" userId="7a5d3a12-f981-4a01-99aa-2e45acc807ae" providerId="ADAL" clId="{DEFEF7C5-38CB-4D06-8F80-9935D232FD48}" dt="2025-09-30T14:23:57.555" v="266" actId="20577"/>
      <pc:docMkLst>
        <pc:docMk/>
      </pc:docMkLst>
      <pc:sldChg chg="del">
        <pc:chgData name="Jean-Pierre Chang" userId="7a5d3a12-f981-4a01-99aa-2e45acc807ae" providerId="ADAL" clId="{DEFEF7C5-38CB-4D06-8F80-9935D232FD48}" dt="2025-09-30T14:03:55.785" v="0" actId="47"/>
        <pc:sldMkLst>
          <pc:docMk/>
          <pc:sldMk cId="2154438422" sldId="299"/>
        </pc:sldMkLst>
      </pc:sldChg>
      <pc:sldChg chg="del">
        <pc:chgData name="Jean-Pierre Chang" userId="7a5d3a12-f981-4a01-99aa-2e45acc807ae" providerId="ADAL" clId="{DEFEF7C5-38CB-4D06-8F80-9935D232FD48}" dt="2025-09-30T14:04:20.051" v="20" actId="47"/>
        <pc:sldMkLst>
          <pc:docMk/>
          <pc:sldMk cId="861480260" sldId="302"/>
        </pc:sldMkLst>
      </pc:sldChg>
      <pc:sldChg chg="del">
        <pc:chgData name="Jean-Pierre Chang" userId="7a5d3a12-f981-4a01-99aa-2e45acc807ae" providerId="ADAL" clId="{DEFEF7C5-38CB-4D06-8F80-9935D232FD48}" dt="2025-09-30T14:03:55.785" v="0" actId="47"/>
        <pc:sldMkLst>
          <pc:docMk/>
          <pc:sldMk cId="2018086486" sldId="418"/>
        </pc:sldMkLst>
      </pc:sldChg>
      <pc:sldChg chg="del">
        <pc:chgData name="Jean-Pierre Chang" userId="7a5d3a12-f981-4a01-99aa-2e45acc807ae" providerId="ADAL" clId="{DEFEF7C5-38CB-4D06-8F80-9935D232FD48}" dt="2025-09-30T14:03:55.785" v="0" actId="47"/>
        <pc:sldMkLst>
          <pc:docMk/>
          <pc:sldMk cId="915490990" sldId="437"/>
        </pc:sldMkLst>
      </pc:sldChg>
      <pc:sldChg chg="modSp mod">
        <pc:chgData name="Jean-Pierre Chang" userId="7a5d3a12-f981-4a01-99aa-2e45acc807ae" providerId="ADAL" clId="{DEFEF7C5-38CB-4D06-8F80-9935D232FD48}" dt="2025-09-30T14:04:17.284" v="19" actId="20577"/>
        <pc:sldMkLst>
          <pc:docMk/>
          <pc:sldMk cId="3134624895" sldId="438"/>
        </pc:sldMkLst>
        <pc:spChg chg="mod">
          <ac:chgData name="Jean-Pierre Chang" userId="7a5d3a12-f981-4a01-99aa-2e45acc807ae" providerId="ADAL" clId="{DEFEF7C5-38CB-4D06-8F80-9935D232FD48}" dt="2025-09-30T14:04:17.284" v="19" actId="20577"/>
          <ac:spMkLst>
            <pc:docMk/>
            <pc:sldMk cId="3134624895" sldId="438"/>
            <ac:spMk id="2" creationId="{A564FD8F-91CB-95A5-3015-2C9B7960CC28}"/>
          </ac:spMkLst>
        </pc:spChg>
      </pc:sldChg>
      <pc:sldChg chg="del">
        <pc:chgData name="Jean-Pierre Chang" userId="7a5d3a12-f981-4a01-99aa-2e45acc807ae" providerId="ADAL" clId="{DEFEF7C5-38CB-4D06-8F80-9935D232FD48}" dt="2025-09-30T14:03:55.785" v="0" actId="47"/>
        <pc:sldMkLst>
          <pc:docMk/>
          <pc:sldMk cId="1714581824" sldId="439"/>
        </pc:sldMkLst>
      </pc:sldChg>
      <pc:sldChg chg="del">
        <pc:chgData name="Jean-Pierre Chang" userId="7a5d3a12-f981-4a01-99aa-2e45acc807ae" providerId="ADAL" clId="{DEFEF7C5-38CB-4D06-8F80-9935D232FD48}" dt="2025-09-30T14:03:55.785" v="0" actId="47"/>
        <pc:sldMkLst>
          <pc:docMk/>
          <pc:sldMk cId="1832129411" sldId="445"/>
        </pc:sldMkLst>
      </pc:sldChg>
      <pc:sldChg chg="del">
        <pc:chgData name="Jean-Pierre Chang" userId="7a5d3a12-f981-4a01-99aa-2e45acc807ae" providerId="ADAL" clId="{DEFEF7C5-38CB-4D06-8F80-9935D232FD48}" dt="2025-09-30T14:03:55.785" v="0" actId="47"/>
        <pc:sldMkLst>
          <pc:docMk/>
          <pc:sldMk cId="3943304193" sldId="454"/>
        </pc:sldMkLst>
      </pc:sldChg>
      <pc:sldChg chg="del">
        <pc:chgData name="Jean-Pierre Chang" userId="7a5d3a12-f981-4a01-99aa-2e45acc807ae" providerId="ADAL" clId="{DEFEF7C5-38CB-4D06-8F80-9935D232FD48}" dt="2025-09-30T14:03:55.785" v="0" actId="47"/>
        <pc:sldMkLst>
          <pc:docMk/>
          <pc:sldMk cId="1946581026" sldId="455"/>
        </pc:sldMkLst>
      </pc:sldChg>
      <pc:sldChg chg="del">
        <pc:chgData name="Jean-Pierre Chang" userId="7a5d3a12-f981-4a01-99aa-2e45acc807ae" providerId="ADAL" clId="{DEFEF7C5-38CB-4D06-8F80-9935D232FD48}" dt="2025-09-30T14:03:55.785" v="0" actId="47"/>
        <pc:sldMkLst>
          <pc:docMk/>
          <pc:sldMk cId="4184985606" sldId="456"/>
        </pc:sldMkLst>
      </pc:sldChg>
      <pc:sldChg chg="del">
        <pc:chgData name="Jean-Pierre Chang" userId="7a5d3a12-f981-4a01-99aa-2e45acc807ae" providerId="ADAL" clId="{DEFEF7C5-38CB-4D06-8F80-9935D232FD48}" dt="2025-09-30T14:03:55.785" v="0" actId="47"/>
        <pc:sldMkLst>
          <pc:docMk/>
          <pc:sldMk cId="2104493388" sldId="457"/>
        </pc:sldMkLst>
      </pc:sldChg>
      <pc:sldChg chg="del">
        <pc:chgData name="Jean-Pierre Chang" userId="7a5d3a12-f981-4a01-99aa-2e45acc807ae" providerId="ADAL" clId="{DEFEF7C5-38CB-4D06-8F80-9935D232FD48}" dt="2025-09-30T14:03:55.785" v="0" actId="47"/>
        <pc:sldMkLst>
          <pc:docMk/>
          <pc:sldMk cId="483680081" sldId="458"/>
        </pc:sldMkLst>
      </pc:sldChg>
      <pc:sldChg chg="del">
        <pc:chgData name="Jean-Pierre Chang" userId="7a5d3a12-f981-4a01-99aa-2e45acc807ae" providerId="ADAL" clId="{DEFEF7C5-38CB-4D06-8F80-9935D232FD48}" dt="2025-09-30T14:03:55.785" v="0" actId="47"/>
        <pc:sldMkLst>
          <pc:docMk/>
          <pc:sldMk cId="620294296" sldId="459"/>
        </pc:sldMkLst>
      </pc:sldChg>
      <pc:sldChg chg="del">
        <pc:chgData name="Jean-Pierre Chang" userId="7a5d3a12-f981-4a01-99aa-2e45acc807ae" providerId="ADAL" clId="{DEFEF7C5-38CB-4D06-8F80-9935D232FD48}" dt="2025-09-30T14:03:55.785" v="0" actId="47"/>
        <pc:sldMkLst>
          <pc:docMk/>
          <pc:sldMk cId="1707335998" sldId="460"/>
        </pc:sldMkLst>
      </pc:sldChg>
      <pc:sldChg chg="del">
        <pc:chgData name="Jean-Pierre Chang" userId="7a5d3a12-f981-4a01-99aa-2e45acc807ae" providerId="ADAL" clId="{DEFEF7C5-38CB-4D06-8F80-9935D232FD48}" dt="2025-09-30T14:03:55.785" v="0" actId="47"/>
        <pc:sldMkLst>
          <pc:docMk/>
          <pc:sldMk cId="1849539709" sldId="461"/>
        </pc:sldMkLst>
      </pc:sldChg>
      <pc:sldChg chg="del">
        <pc:chgData name="Jean-Pierre Chang" userId="7a5d3a12-f981-4a01-99aa-2e45acc807ae" providerId="ADAL" clId="{DEFEF7C5-38CB-4D06-8F80-9935D232FD48}" dt="2025-09-30T14:03:55.785" v="0" actId="47"/>
        <pc:sldMkLst>
          <pc:docMk/>
          <pc:sldMk cId="2067680086" sldId="462"/>
        </pc:sldMkLst>
      </pc:sldChg>
      <pc:sldChg chg="modSp mod">
        <pc:chgData name="Jean-Pierre Chang" userId="7a5d3a12-f981-4a01-99aa-2e45acc807ae" providerId="ADAL" clId="{DEFEF7C5-38CB-4D06-8F80-9935D232FD48}" dt="2025-09-30T14:10:09.019" v="111" actId="20577"/>
        <pc:sldMkLst>
          <pc:docMk/>
          <pc:sldMk cId="273008926" sldId="465"/>
        </pc:sldMkLst>
        <pc:spChg chg="mod">
          <ac:chgData name="Jean-Pierre Chang" userId="7a5d3a12-f981-4a01-99aa-2e45acc807ae" providerId="ADAL" clId="{DEFEF7C5-38CB-4D06-8F80-9935D232FD48}" dt="2025-09-30T14:09:59.208" v="102" actId="6549"/>
          <ac:spMkLst>
            <pc:docMk/>
            <pc:sldMk cId="273008926" sldId="465"/>
            <ac:spMk id="2" creationId="{9C9B0E82-8CDD-5D88-DDDC-76EC47DD01FF}"/>
          </ac:spMkLst>
        </pc:spChg>
        <pc:spChg chg="mod">
          <ac:chgData name="Jean-Pierre Chang" userId="7a5d3a12-f981-4a01-99aa-2e45acc807ae" providerId="ADAL" clId="{DEFEF7C5-38CB-4D06-8F80-9935D232FD48}" dt="2025-09-30T14:08:52.101" v="69" actId="207"/>
          <ac:spMkLst>
            <pc:docMk/>
            <pc:sldMk cId="273008926" sldId="465"/>
            <ac:spMk id="3" creationId="{C36BC741-8476-3A49-6CD4-40EFB0525E4E}"/>
          </ac:spMkLst>
        </pc:spChg>
        <pc:spChg chg="mod">
          <ac:chgData name="Jean-Pierre Chang" userId="7a5d3a12-f981-4a01-99aa-2e45acc807ae" providerId="ADAL" clId="{DEFEF7C5-38CB-4D06-8F80-9935D232FD48}" dt="2025-09-30T14:08:15.533" v="58" actId="6549"/>
          <ac:spMkLst>
            <pc:docMk/>
            <pc:sldMk cId="273008926" sldId="465"/>
            <ac:spMk id="6" creationId="{2D6B38D1-2407-F345-3946-C3F96FD350F3}"/>
          </ac:spMkLst>
        </pc:spChg>
        <pc:spChg chg="mod">
          <ac:chgData name="Jean-Pierre Chang" userId="7a5d3a12-f981-4a01-99aa-2e45acc807ae" providerId="ADAL" clId="{DEFEF7C5-38CB-4D06-8F80-9935D232FD48}" dt="2025-09-30T14:10:09.019" v="111" actId="20577"/>
          <ac:spMkLst>
            <pc:docMk/>
            <pc:sldMk cId="273008926" sldId="465"/>
            <ac:spMk id="10" creationId="{F1F6AD99-0899-B8DB-FD8C-149ABB275080}"/>
          </ac:spMkLst>
        </pc:spChg>
      </pc:sldChg>
      <pc:sldChg chg="modSp">
        <pc:chgData name="Jean-Pierre Chang" userId="7a5d3a12-f981-4a01-99aa-2e45acc807ae" providerId="ADAL" clId="{DEFEF7C5-38CB-4D06-8F80-9935D232FD48}" dt="2025-09-30T14:14:46.051" v="153" actId="20577"/>
        <pc:sldMkLst>
          <pc:docMk/>
          <pc:sldMk cId="2460673464" sldId="467"/>
        </pc:sldMkLst>
        <pc:spChg chg="mod">
          <ac:chgData name="Jean-Pierre Chang" userId="7a5d3a12-f981-4a01-99aa-2e45acc807ae" providerId="ADAL" clId="{DEFEF7C5-38CB-4D06-8F80-9935D232FD48}" dt="2025-09-30T14:14:46.051" v="153" actId="20577"/>
          <ac:spMkLst>
            <pc:docMk/>
            <pc:sldMk cId="2460673464" sldId="467"/>
            <ac:spMk id="6" creationId="{A698A62C-3880-03D5-C82C-8E6BB0A4CD8B}"/>
          </ac:spMkLst>
        </pc:spChg>
      </pc:sldChg>
      <pc:sldChg chg="modSp">
        <pc:chgData name="Jean-Pierre Chang" userId="7a5d3a12-f981-4a01-99aa-2e45acc807ae" providerId="ADAL" clId="{DEFEF7C5-38CB-4D06-8F80-9935D232FD48}" dt="2025-09-30T14:20:24.901" v="162" actId="20577"/>
        <pc:sldMkLst>
          <pc:docMk/>
          <pc:sldMk cId="1829214141" sldId="468"/>
        </pc:sldMkLst>
        <pc:spChg chg="mod">
          <ac:chgData name="Jean-Pierre Chang" userId="7a5d3a12-f981-4a01-99aa-2e45acc807ae" providerId="ADAL" clId="{DEFEF7C5-38CB-4D06-8F80-9935D232FD48}" dt="2025-09-30T14:20:24.901" v="162" actId="20577"/>
          <ac:spMkLst>
            <pc:docMk/>
            <pc:sldMk cId="1829214141" sldId="468"/>
            <ac:spMk id="9" creationId="{301E18C1-C746-2F78-7628-F698A488E2B8}"/>
          </ac:spMkLst>
        </pc:spChg>
      </pc:sldChg>
      <pc:sldChg chg="modSp mod">
        <pc:chgData name="Jean-Pierre Chang" userId="7a5d3a12-f981-4a01-99aa-2e45acc807ae" providerId="ADAL" clId="{DEFEF7C5-38CB-4D06-8F80-9935D232FD48}" dt="2025-09-30T14:21:47.361" v="227" actId="20577"/>
        <pc:sldMkLst>
          <pc:docMk/>
          <pc:sldMk cId="1839729977" sldId="469"/>
        </pc:sldMkLst>
        <pc:spChg chg="mod">
          <ac:chgData name="Jean-Pierre Chang" userId="7a5d3a12-f981-4a01-99aa-2e45acc807ae" providerId="ADAL" clId="{DEFEF7C5-38CB-4D06-8F80-9935D232FD48}" dt="2025-09-30T14:21:47.361" v="227" actId="20577"/>
          <ac:spMkLst>
            <pc:docMk/>
            <pc:sldMk cId="1839729977" sldId="469"/>
            <ac:spMk id="14" creationId="{9255D91E-2683-A8D7-3787-0BCC5CB85661}"/>
          </ac:spMkLst>
        </pc:spChg>
        <pc:picChg chg="mod">
          <ac:chgData name="Jean-Pierre Chang" userId="7a5d3a12-f981-4a01-99aa-2e45acc807ae" providerId="ADAL" clId="{DEFEF7C5-38CB-4D06-8F80-9935D232FD48}" dt="2025-09-30T14:21:43.739" v="226" actId="1076"/>
          <ac:picMkLst>
            <pc:docMk/>
            <pc:sldMk cId="1839729977" sldId="469"/>
            <ac:picMk id="12" creationId="{F95F9BA5-2A62-F731-C0C5-F0428A88B6D4}"/>
          </ac:picMkLst>
        </pc:picChg>
      </pc:sldChg>
      <pc:sldChg chg="modSp">
        <pc:chgData name="Jean-Pierre Chang" userId="7a5d3a12-f981-4a01-99aa-2e45acc807ae" providerId="ADAL" clId="{DEFEF7C5-38CB-4D06-8F80-9935D232FD48}" dt="2025-09-30T14:23:57.555" v="266" actId="20577"/>
        <pc:sldMkLst>
          <pc:docMk/>
          <pc:sldMk cId="3261634839" sldId="470"/>
        </pc:sldMkLst>
        <pc:spChg chg="mod">
          <ac:chgData name="Jean-Pierre Chang" userId="7a5d3a12-f981-4a01-99aa-2e45acc807ae" providerId="ADAL" clId="{DEFEF7C5-38CB-4D06-8F80-9935D232FD48}" dt="2025-09-30T14:23:57.555" v="266" actId="20577"/>
          <ac:spMkLst>
            <pc:docMk/>
            <pc:sldMk cId="3261634839" sldId="470"/>
            <ac:spMk id="6" creationId="{313018DD-A77E-5547-4DAC-F61255142352}"/>
          </ac:spMkLst>
        </pc:spChg>
      </pc:sldChg>
    </pc:docChg>
  </pc:docChgLst>
  <pc:docChgLst>
    <pc:chgData name="Ariane Druart" userId="182083c8-0b3c-45c8-b02f-4ff9cc30a110" providerId="ADAL" clId="{C395E84E-601F-4495-AC00-228BA7254FB7}"/>
    <pc:docChg chg="undo redo custSel addSld delSld modSld sldOrd modMainMaster">
      <pc:chgData name="Ariane Druart" userId="182083c8-0b3c-45c8-b02f-4ff9cc30a110" providerId="ADAL" clId="{C395E84E-601F-4495-AC00-228BA7254FB7}" dt="2025-02-11T22:07:45.987" v="9409"/>
      <pc:docMkLst>
        <pc:docMk/>
      </pc:docMkLst>
      <pc:sldChg chg="modSp mod">
        <pc:chgData name="Ariane Druart" userId="182083c8-0b3c-45c8-b02f-4ff9cc30a110" providerId="ADAL" clId="{C395E84E-601F-4495-AC00-228BA7254FB7}" dt="2025-02-11T14:46:42.671" v="5586"/>
        <pc:sldMkLst>
          <pc:docMk/>
          <pc:sldMk cId="2154438422" sldId="299"/>
        </pc:sldMkLst>
      </pc:sldChg>
      <pc:sldChg chg="modSp mod">
        <pc:chgData name="Ariane Druart" userId="182083c8-0b3c-45c8-b02f-4ff9cc30a110" providerId="ADAL" clId="{C395E84E-601F-4495-AC00-228BA7254FB7}" dt="2025-02-11T14:47:05.817" v="5604" actId="20577"/>
        <pc:sldMkLst>
          <pc:docMk/>
          <pc:sldMk cId="861480260" sldId="302"/>
        </pc:sldMkLst>
      </pc:sldChg>
      <pc:sldChg chg="modSp mod">
        <pc:chgData name="Ariane Druart" userId="182083c8-0b3c-45c8-b02f-4ff9cc30a110" providerId="ADAL" clId="{C395E84E-601F-4495-AC00-228BA7254FB7}" dt="2025-02-10T21:11:43.637" v="250"/>
        <pc:sldMkLst>
          <pc:docMk/>
          <pc:sldMk cId="2018086486" sldId="418"/>
        </pc:sldMkLst>
      </pc:sldChg>
      <pc:sldChg chg="addSp delSp modSp mod">
        <pc:chgData name="Ariane Druart" userId="182083c8-0b3c-45c8-b02f-4ff9cc30a110" providerId="ADAL" clId="{C395E84E-601F-4495-AC00-228BA7254FB7}" dt="2025-02-11T08:51:52.411" v="2385" actId="14100"/>
        <pc:sldMkLst>
          <pc:docMk/>
          <pc:sldMk cId="915490990" sldId="437"/>
        </pc:sldMkLst>
      </pc:sldChg>
      <pc:sldChg chg="modSp mod">
        <pc:chgData name="Ariane Druart" userId="182083c8-0b3c-45c8-b02f-4ff9cc30a110" providerId="ADAL" clId="{C395E84E-601F-4495-AC00-228BA7254FB7}" dt="2025-02-10T21:05:34.124" v="43" actId="20577"/>
        <pc:sldMkLst>
          <pc:docMk/>
          <pc:sldMk cId="3134624895" sldId="438"/>
        </pc:sldMkLst>
      </pc:sldChg>
      <pc:sldChg chg="modSp mod">
        <pc:chgData name="Ariane Druart" userId="182083c8-0b3c-45c8-b02f-4ff9cc30a110" providerId="ADAL" clId="{C395E84E-601F-4495-AC00-228BA7254FB7}" dt="2025-02-11T14:46:15.272" v="5585" actId="20577"/>
        <pc:sldMkLst>
          <pc:docMk/>
          <pc:sldMk cId="1714581824" sldId="439"/>
        </pc:sldMkLst>
      </pc:sldChg>
      <pc:sldChg chg="addSp delSp modSp mod">
        <pc:chgData name="Ariane Druart" userId="182083c8-0b3c-45c8-b02f-4ff9cc30a110" providerId="ADAL" clId="{C395E84E-601F-4495-AC00-228BA7254FB7}" dt="2025-02-11T09:03:55.974" v="2463" actId="1582"/>
        <pc:sldMkLst>
          <pc:docMk/>
          <pc:sldMk cId="1832129411" sldId="445"/>
        </pc:sldMkLst>
      </pc:sldChg>
      <pc:sldChg chg="del">
        <pc:chgData name="Ariane Druart" userId="182083c8-0b3c-45c8-b02f-4ff9cc30a110" providerId="ADAL" clId="{C395E84E-601F-4495-AC00-228BA7254FB7}" dt="2025-02-11T15:47:53.556" v="6383" actId="47"/>
        <pc:sldMkLst>
          <pc:docMk/>
          <pc:sldMk cId="3762244061" sldId="446"/>
        </pc:sldMkLst>
      </pc:sldChg>
      <pc:sldChg chg="addSp delSp modSp mod modNotesTx">
        <pc:chgData name="Ariane Druart" userId="182083c8-0b3c-45c8-b02f-4ff9cc30a110" providerId="ADAL" clId="{C395E84E-601F-4495-AC00-228BA7254FB7}" dt="2025-02-11T15:07:53.973" v="5812" actId="21"/>
        <pc:sldMkLst>
          <pc:docMk/>
          <pc:sldMk cId="1468199370" sldId="447"/>
        </pc:sldMkLst>
      </pc:sldChg>
      <pc:sldChg chg="ord">
        <pc:chgData name="Ariane Druart" userId="182083c8-0b3c-45c8-b02f-4ff9cc30a110" providerId="ADAL" clId="{C395E84E-601F-4495-AC00-228BA7254FB7}" dt="2025-02-11T17:04:50.065" v="8298"/>
        <pc:sldMkLst>
          <pc:docMk/>
          <pc:sldMk cId="189379642" sldId="448"/>
        </pc:sldMkLst>
      </pc:sldChg>
      <pc:sldChg chg="modSp mod">
        <pc:chgData name="Ariane Druart" userId="182083c8-0b3c-45c8-b02f-4ff9cc30a110" providerId="ADAL" clId="{C395E84E-601F-4495-AC00-228BA7254FB7}" dt="2025-02-11T17:03:44.653" v="8294"/>
        <pc:sldMkLst>
          <pc:docMk/>
          <pc:sldMk cId="1717110519" sldId="450"/>
        </pc:sldMkLst>
      </pc:sldChg>
      <pc:sldChg chg="del">
        <pc:chgData name="Ariane Druart" userId="182083c8-0b3c-45c8-b02f-4ff9cc30a110" providerId="ADAL" clId="{C395E84E-601F-4495-AC00-228BA7254FB7}" dt="2025-02-11T15:47:57.733" v="6384" actId="47"/>
        <pc:sldMkLst>
          <pc:docMk/>
          <pc:sldMk cId="2773735161" sldId="451"/>
        </pc:sldMkLst>
      </pc:sldChg>
      <pc:sldChg chg="del">
        <pc:chgData name="Ariane Druart" userId="182083c8-0b3c-45c8-b02f-4ff9cc30a110" providerId="ADAL" clId="{C395E84E-601F-4495-AC00-228BA7254FB7}" dt="2025-02-11T15:47:58.945" v="6385" actId="47"/>
        <pc:sldMkLst>
          <pc:docMk/>
          <pc:sldMk cId="39500007" sldId="452"/>
        </pc:sldMkLst>
      </pc:sldChg>
      <pc:sldChg chg="del">
        <pc:chgData name="Ariane Druart" userId="182083c8-0b3c-45c8-b02f-4ff9cc30a110" providerId="ADAL" clId="{C395E84E-601F-4495-AC00-228BA7254FB7}" dt="2025-02-11T15:48:01.570" v="6386" actId="47"/>
        <pc:sldMkLst>
          <pc:docMk/>
          <pc:sldMk cId="3390475130" sldId="453"/>
        </pc:sldMkLst>
      </pc:sldChg>
      <pc:sldChg chg="addSp delSp modSp add mod">
        <pc:chgData name="Ariane Druart" userId="182083c8-0b3c-45c8-b02f-4ff9cc30a110" providerId="ADAL" clId="{C395E84E-601F-4495-AC00-228BA7254FB7}" dt="2025-02-11T08:56:59.352" v="2409" actId="1076"/>
        <pc:sldMkLst>
          <pc:docMk/>
          <pc:sldMk cId="3943304193" sldId="454"/>
        </pc:sldMkLst>
      </pc:sldChg>
      <pc:sldChg chg="addSp delSp modSp add mod">
        <pc:chgData name="Ariane Druart" userId="182083c8-0b3c-45c8-b02f-4ff9cc30a110" providerId="ADAL" clId="{C395E84E-601F-4495-AC00-228BA7254FB7}" dt="2025-02-11T08:59:07.945" v="2429" actId="58"/>
        <pc:sldMkLst>
          <pc:docMk/>
          <pc:sldMk cId="1946581026" sldId="455"/>
        </pc:sldMkLst>
      </pc:sldChg>
      <pc:sldChg chg="addSp delSp modSp add mod">
        <pc:chgData name="Ariane Druart" userId="182083c8-0b3c-45c8-b02f-4ff9cc30a110" providerId="ADAL" clId="{C395E84E-601F-4495-AC00-228BA7254FB7}" dt="2025-02-11T09:11:50.611" v="2530" actId="1076"/>
        <pc:sldMkLst>
          <pc:docMk/>
          <pc:sldMk cId="4184985606" sldId="456"/>
        </pc:sldMkLst>
      </pc:sldChg>
      <pc:sldChg chg="addSp delSp modSp add mod modNotesTx">
        <pc:chgData name="Ariane Druart" userId="182083c8-0b3c-45c8-b02f-4ff9cc30a110" providerId="ADAL" clId="{C395E84E-601F-4495-AC00-228BA7254FB7}" dt="2025-02-11T12:40:46.239" v="5141" actId="478"/>
        <pc:sldMkLst>
          <pc:docMk/>
          <pc:sldMk cId="2104493388" sldId="457"/>
        </pc:sldMkLst>
      </pc:sldChg>
      <pc:sldChg chg="modSp add del mod">
        <pc:chgData name="Ariane Druart" userId="182083c8-0b3c-45c8-b02f-4ff9cc30a110" providerId="ADAL" clId="{C395E84E-601F-4495-AC00-228BA7254FB7}" dt="2025-02-11T07:08:09.475" v="1713" actId="47"/>
        <pc:sldMkLst>
          <pc:docMk/>
          <pc:sldMk cId="3036237678" sldId="457"/>
        </pc:sldMkLst>
      </pc:sldChg>
      <pc:sldChg chg="addSp delSp modSp add mod">
        <pc:chgData name="Ariane Druart" userId="182083c8-0b3c-45c8-b02f-4ff9cc30a110" providerId="ADAL" clId="{C395E84E-601F-4495-AC00-228BA7254FB7}" dt="2025-02-11T10:26:26.359" v="2922" actId="20577"/>
        <pc:sldMkLst>
          <pc:docMk/>
          <pc:sldMk cId="483680081" sldId="458"/>
        </pc:sldMkLst>
      </pc:sldChg>
      <pc:sldChg chg="addSp delSp modSp add mod modNotesTx">
        <pc:chgData name="Ariane Druart" userId="182083c8-0b3c-45c8-b02f-4ff9cc30a110" providerId="ADAL" clId="{C395E84E-601F-4495-AC00-228BA7254FB7}" dt="2025-02-11T10:31:08.750" v="3053" actId="20577"/>
        <pc:sldMkLst>
          <pc:docMk/>
          <pc:sldMk cId="620294296" sldId="459"/>
        </pc:sldMkLst>
      </pc:sldChg>
      <pc:sldChg chg="addSp delSp modSp add mod modNotesTx">
        <pc:chgData name="Ariane Druart" userId="182083c8-0b3c-45c8-b02f-4ff9cc30a110" providerId="ADAL" clId="{C395E84E-601F-4495-AC00-228BA7254FB7}" dt="2025-02-11T12:40:50.422" v="5142" actId="478"/>
        <pc:sldMkLst>
          <pc:docMk/>
          <pc:sldMk cId="1707335998" sldId="460"/>
        </pc:sldMkLst>
      </pc:sldChg>
      <pc:sldChg chg="addSp delSp modSp add mod">
        <pc:chgData name="Ariane Druart" userId="182083c8-0b3c-45c8-b02f-4ff9cc30a110" providerId="ADAL" clId="{C395E84E-601F-4495-AC00-228BA7254FB7}" dt="2025-02-11T13:04:02.965" v="5390" actId="1076"/>
        <pc:sldMkLst>
          <pc:docMk/>
          <pc:sldMk cId="1849539709" sldId="461"/>
        </pc:sldMkLst>
      </pc:sldChg>
      <pc:sldChg chg="addSp modSp add mod">
        <pc:chgData name="Ariane Druart" userId="182083c8-0b3c-45c8-b02f-4ff9cc30a110" providerId="ADAL" clId="{C395E84E-601F-4495-AC00-228BA7254FB7}" dt="2025-02-11T13:08:09.908" v="5501" actId="1076"/>
        <pc:sldMkLst>
          <pc:docMk/>
          <pc:sldMk cId="2067680086" sldId="462"/>
        </pc:sldMkLst>
      </pc:sldChg>
      <pc:sldChg chg="addSp delSp modSp add mod">
        <pc:chgData name="Ariane Druart" userId="182083c8-0b3c-45c8-b02f-4ff9cc30a110" providerId="ADAL" clId="{C395E84E-601F-4495-AC00-228BA7254FB7}" dt="2025-02-11T15:12:07.935" v="5837" actId="14100"/>
        <pc:sldMkLst>
          <pc:docMk/>
          <pc:sldMk cId="1197562588" sldId="463"/>
        </pc:sldMkLst>
      </pc:sldChg>
      <pc:sldChg chg="addSp delSp modSp add mod modNotesTx">
        <pc:chgData name="Ariane Druart" userId="182083c8-0b3c-45c8-b02f-4ff9cc30a110" providerId="ADAL" clId="{C395E84E-601F-4495-AC00-228BA7254FB7}" dt="2025-02-11T15:47:31.313" v="6382" actId="20577"/>
        <pc:sldMkLst>
          <pc:docMk/>
          <pc:sldMk cId="954994106" sldId="464"/>
        </pc:sldMkLst>
      </pc:sldChg>
      <pc:sldChg chg="addSp delSp modSp add mod modNotesTx">
        <pc:chgData name="Ariane Druart" userId="182083c8-0b3c-45c8-b02f-4ff9cc30a110" providerId="ADAL" clId="{C395E84E-601F-4495-AC00-228BA7254FB7}" dt="2025-02-11T16:16:47.538" v="6902" actId="1076"/>
        <pc:sldMkLst>
          <pc:docMk/>
          <pc:sldMk cId="273008926" sldId="465"/>
        </pc:sldMkLst>
      </pc:sldChg>
      <pc:sldChg chg="delSp modSp add mod">
        <pc:chgData name="Ariane Druart" userId="182083c8-0b3c-45c8-b02f-4ff9cc30a110" providerId="ADAL" clId="{C395E84E-601F-4495-AC00-228BA7254FB7}" dt="2025-02-11T16:23:07.721" v="7032" actId="1076"/>
        <pc:sldMkLst>
          <pc:docMk/>
          <pc:sldMk cId="1456980969" sldId="466"/>
        </pc:sldMkLst>
      </pc:sldChg>
      <pc:sldChg chg="addSp modSp add mod">
        <pc:chgData name="Ariane Druart" userId="182083c8-0b3c-45c8-b02f-4ff9cc30a110" providerId="ADAL" clId="{C395E84E-601F-4495-AC00-228BA7254FB7}" dt="2025-02-11T16:30:03.607" v="7209" actId="20577"/>
        <pc:sldMkLst>
          <pc:docMk/>
          <pc:sldMk cId="2460673464" sldId="467"/>
        </pc:sldMkLst>
      </pc:sldChg>
      <pc:sldChg chg="modSp add mod">
        <pc:chgData name="Ariane Druart" userId="182083c8-0b3c-45c8-b02f-4ff9cc30a110" providerId="ADAL" clId="{C395E84E-601F-4495-AC00-228BA7254FB7}" dt="2025-02-11T16:40:44.128" v="7436" actId="20577"/>
        <pc:sldMkLst>
          <pc:docMk/>
          <pc:sldMk cId="1829214141" sldId="468"/>
        </pc:sldMkLst>
      </pc:sldChg>
      <pc:sldChg chg="addSp delSp modSp add mod">
        <pc:chgData name="Ariane Druart" userId="182083c8-0b3c-45c8-b02f-4ff9cc30a110" providerId="ADAL" clId="{C395E84E-601F-4495-AC00-228BA7254FB7}" dt="2025-02-11T16:44:45.625" v="7557" actId="1076"/>
        <pc:sldMkLst>
          <pc:docMk/>
          <pc:sldMk cId="1839729977" sldId="469"/>
        </pc:sldMkLst>
      </pc:sldChg>
      <pc:sldChg chg="addSp delSp modSp add mod">
        <pc:chgData name="Ariane Druart" userId="182083c8-0b3c-45c8-b02f-4ff9cc30a110" providerId="ADAL" clId="{C395E84E-601F-4495-AC00-228BA7254FB7}" dt="2025-02-11T17:02:23.546" v="8293" actId="1076"/>
        <pc:sldMkLst>
          <pc:docMk/>
          <pc:sldMk cId="3261634839" sldId="470"/>
        </pc:sldMkLst>
      </pc:sldChg>
      <pc:sldChg chg="modSp new mod">
        <pc:chgData name="Ariane Druart" userId="182083c8-0b3c-45c8-b02f-4ff9cc30a110" providerId="ADAL" clId="{C395E84E-601F-4495-AC00-228BA7254FB7}" dt="2025-02-11T17:04:23.903" v="8296"/>
        <pc:sldMkLst>
          <pc:docMk/>
          <pc:sldMk cId="1997346928" sldId="471"/>
        </pc:sldMkLst>
      </pc:sldChg>
      <pc:sldChg chg="addSp delSp modSp add mod">
        <pc:chgData name="Ariane Druart" userId="182083c8-0b3c-45c8-b02f-4ff9cc30a110" providerId="ADAL" clId="{C395E84E-601F-4495-AC00-228BA7254FB7}" dt="2025-02-11T21:28:15.542" v="8553" actId="6549"/>
        <pc:sldMkLst>
          <pc:docMk/>
          <pc:sldMk cId="1645755290" sldId="472"/>
        </pc:sldMkLst>
      </pc:sldChg>
      <pc:sldChg chg="add del">
        <pc:chgData name="Ariane Druart" userId="182083c8-0b3c-45c8-b02f-4ff9cc30a110" providerId="ADAL" clId="{C395E84E-601F-4495-AC00-228BA7254FB7}" dt="2025-02-11T21:34:22.609" v="8592" actId="47"/>
        <pc:sldMkLst>
          <pc:docMk/>
          <pc:sldMk cId="2594103777" sldId="473"/>
        </pc:sldMkLst>
      </pc:sldChg>
      <pc:sldChg chg="add del">
        <pc:chgData name="Ariane Druart" userId="182083c8-0b3c-45c8-b02f-4ff9cc30a110" providerId="ADAL" clId="{C395E84E-601F-4495-AC00-228BA7254FB7}" dt="2025-02-11T21:34:13.042" v="8589" actId="47"/>
        <pc:sldMkLst>
          <pc:docMk/>
          <pc:sldMk cId="3399098936" sldId="474"/>
        </pc:sldMkLst>
      </pc:sldChg>
      <pc:sldChg chg="add del">
        <pc:chgData name="Ariane Druart" userId="182083c8-0b3c-45c8-b02f-4ff9cc30a110" providerId="ADAL" clId="{C395E84E-601F-4495-AC00-228BA7254FB7}" dt="2025-02-11T21:34:19.894" v="8591" actId="47"/>
        <pc:sldMkLst>
          <pc:docMk/>
          <pc:sldMk cId="3467814712" sldId="475"/>
        </pc:sldMkLst>
      </pc:sldChg>
      <pc:sldChg chg="new del">
        <pc:chgData name="Ariane Druart" userId="182083c8-0b3c-45c8-b02f-4ff9cc30a110" providerId="ADAL" clId="{C395E84E-601F-4495-AC00-228BA7254FB7}" dt="2025-02-11T21:36:32.732" v="8594" actId="47"/>
        <pc:sldMkLst>
          <pc:docMk/>
          <pc:sldMk cId="3439834027" sldId="476"/>
        </pc:sldMkLst>
      </pc:sldChg>
      <pc:sldChg chg="new del">
        <pc:chgData name="Ariane Druart" userId="182083c8-0b3c-45c8-b02f-4ff9cc30a110" providerId="ADAL" clId="{C395E84E-601F-4495-AC00-228BA7254FB7}" dt="2025-02-11T21:34:30.225" v="8593" actId="47"/>
        <pc:sldMkLst>
          <pc:docMk/>
          <pc:sldMk cId="2949671843" sldId="477"/>
        </pc:sldMkLst>
      </pc:sldChg>
      <pc:sldChg chg="add del">
        <pc:chgData name="Ariane Druart" userId="182083c8-0b3c-45c8-b02f-4ff9cc30a110" providerId="ADAL" clId="{C395E84E-601F-4495-AC00-228BA7254FB7}" dt="2025-02-11T21:34:16.132" v="8590" actId="47"/>
        <pc:sldMkLst>
          <pc:docMk/>
          <pc:sldMk cId="3288110941" sldId="478"/>
        </pc:sldMkLst>
      </pc:sldChg>
      <pc:sldChg chg="add del">
        <pc:chgData name="Ariane Druart" userId="182083c8-0b3c-45c8-b02f-4ff9cc30a110" providerId="ADAL" clId="{C395E84E-601F-4495-AC00-228BA7254FB7}" dt="2025-02-11T21:37:28.847" v="8596" actId="47"/>
        <pc:sldMkLst>
          <pc:docMk/>
          <pc:sldMk cId="2823794142" sldId="479"/>
        </pc:sldMkLst>
      </pc:sldChg>
      <pc:sldChg chg="addSp delSp modSp add mod">
        <pc:chgData name="Ariane Druart" userId="182083c8-0b3c-45c8-b02f-4ff9cc30a110" providerId="ADAL" clId="{C395E84E-601F-4495-AC00-228BA7254FB7}" dt="2025-02-11T21:51:21.262" v="8831" actId="478"/>
        <pc:sldMkLst>
          <pc:docMk/>
          <pc:sldMk cId="3513503757" sldId="507"/>
        </pc:sldMkLst>
      </pc:sldChg>
      <pc:sldChg chg="delSp modSp add mod">
        <pc:chgData name="Ariane Druart" userId="182083c8-0b3c-45c8-b02f-4ff9cc30a110" providerId="ADAL" clId="{C395E84E-601F-4495-AC00-228BA7254FB7}" dt="2025-02-11T21:51:25.175" v="8832" actId="478"/>
        <pc:sldMkLst>
          <pc:docMk/>
          <pc:sldMk cId="222365324" sldId="508"/>
        </pc:sldMkLst>
      </pc:sldChg>
      <pc:sldChg chg="delSp modSp add mod">
        <pc:chgData name="Ariane Druart" userId="182083c8-0b3c-45c8-b02f-4ff9cc30a110" providerId="ADAL" clId="{C395E84E-601F-4495-AC00-228BA7254FB7}" dt="2025-02-11T21:56:17.401" v="9008" actId="478"/>
        <pc:sldMkLst>
          <pc:docMk/>
          <pc:sldMk cId="459440969" sldId="509"/>
        </pc:sldMkLst>
      </pc:sldChg>
      <pc:sldChg chg="delSp modSp add mod">
        <pc:chgData name="Ariane Druart" userId="182083c8-0b3c-45c8-b02f-4ff9cc30a110" providerId="ADAL" clId="{C395E84E-601F-4495-AC00-228BA7254FB7}" dt="2025-02-11T21:56:22.946" v="9009" actId="478"/>
        <pc:sldMkLst>
          <pc:docMk/>
          <pc:sldMk cId="4192951013" sldId="510"/>
        </pc:sldMkLst>
      </pc:sldChg>
      <pc:sldChg chg="delSp modSp add mod">
        <pc:chgData name="Ariane Druart" userId="182083c8-0b3c-45c8-b02f-4ff9cc30a110" providerId="ADAL" clId="{C395E84E-601F-4495-AC00-228BA7254FB7}" dt="2025-02-11T21:59:40.930" v="9155" actId="478"/>
        <pc:sldMkLst>
          <pc:docMk/>
          <pc:sldMk cId="3724719289" sldId="511"/>
        </pc:sldMkLst>
      </pc:sldChg>
      <pc:sldChg chg="delSp modSp add mod">
        <pc:chgData name="Ariane Druart" userId="182083c8-0b3c-45c8-b02f-4ff9cc30a110" providerId="ADAL" clId="{C395E84E-601F-4495-AC00-228BA7254FB7}" dt="2025-02-11T21:59:44.274" v="9156" actId="478"/>
        <pc:sldMkLst>
          <pc:docMk/>
          <pc:sldMk cId="1474150866" sldId="512"/>
        </pc:sldMkLst>
      </pc:sldChg>
      <pc:sldChg chg="delSp modSp add mod modNotesTx">
        <pc:chgData name="Ariane Druart" userId="182083c8-0b3c-45c8-b02f-4ff9cc30a110" providerId="ADAL" clId="{C395E84E-601F-4495-AC00-228BA7254FB7}" dt="2025-02-11T22:05:37.144" v="9403" actId="478"/>
        <pc:sldMkLst>
          <pc:docMk/>
          <pc:sldMk cId="2363390037" sldId="513"/>
        </pc:sldMkLst>
      </pc:sldChg>
      <pc:sldChg chg="delSp modSp add mod">
        <pc:chgData name="Ariane Druart" userId="182083c8-0b3c-45c8-b02f-4ff9cc30a110" providerId="ADAL" clId="{C395E84E-601F-4495-AC00-228BA7254FB7}" dt="2025-02-11T22:06:06.323" v="9407" actId="12"/>
        <pc:sldMkLst>
          <pc:docMk/>
          <pc:sldMk cId="2988444357" sldId="514"/>
        </pc:sldMkLst>
      </pc:sldChg>
      <pc:sldChg chg="modSp new mod">
        <pc:chgData name="Ariane Druart" userId="182083c8-0b3c-45c8-b02f-4ff9cc30a110" providerId="ADAL" clId="{C395E84E-601F-4495-AC00-228BA7254FB7}" dt="2025-02-11T22:07:45.987" v="9409"/>
        <pc:sldMkLst>
          <pc:docMk/>
          <pc:sldMk cId="1422336573" sldId="515"/>
        </pc:sldMkLst>
      </pc:sldChg>
      <pc:sldMasterChg chg="modSp mod delSldLayout">
        <pc:chgData name="Ariane Druart" userId="182083c8-0b3c-45c8-b02f-4ff9cc30a110" providerId="ADAL" clId="{C395E84E-601F-4495-AC00-228BA7254FB7}" dt="2025-02-11T21:34:22.609" v="8592" actId="47"/>
        <pc:sldMasterMkLst>
          <pc:docMk/>
          <pc:sldMasterMk cId="3055626266" sldId="2147483687"/>
        </pc:sldMasterMkLst>
        <pc:sldLayoutChg chg="del">
          <pc:chgData name="Ariane Druart" userId="182083c8-0b3c-45c8-b02f-4ff9cc30a110" providerId="ADAL" clId="{C395E84E-601F-4495-AC00-228BA7254FB7}" dt="2025-02-11T21:34:22.609" v="8592" actId="47"/>
          <pc:sldLayoutMkLst>
            <pc:docMk/>
            <pc:sldMasterMk cId="3055626266" sldId="2147483687"/>
            <pc:sldLayoutMk cId="2010306755" sldId="2147483747"/>
          </pc:sldLayoutMkLst>
        </pc:sldLayoutChg>
      </pc:sldMasterChg>
      <pc:sldMasterChg chg="addSp delSp mod delSldLayout">
        <pc:chgData name="Ariane Druart" userId="182083c8-0b3c-45c8-b02f-4ff9cc30a110" providerId="ADAL" clId="{C395E84E-601F-4495-AC00-228BA7254FB7}" dt="2025-02-11T21:37:28.847" v="8596" actId="47"/>
        <pc:sldMasterMkLst>
          <pc:docMk/>
          <pc:sldMasterMk cId="3836116420" sldId="2147483695"/>
        </pc:sldMasterMkLst>
        <pc:sldLayoutChg chg="del">
          <pc:chgData name="Ariane Druart" userId="182083c8-0b3c-45c8-b02f-4ff9cc30a110" providerId="ADAL" clId="{C395E84E-601F-4495-AC00-228BA7254FB7}" dt="2025-02-11T21:37:28.847" v="8596" actId="47"/>
          <pc:sldLayoutMkLst>
            <pc:docMk/>
            <pc:sldMasterMk cId="3836116420" sldId="2147483695"/>
            <pc:sldLayoutMk cId="3490086993" sldId="2147483748"/>
          </pc:sldLayoutMkLst>
        </pc:sldLayoutChg>
      </pc:sldMasterChg>
      <pc:sldMasterChg chg="modSp mod">
        <pc:chgData name="Ariane Druart" userId="182083c8-0b3c-45c8-b02f-4ff9cc30a110" providerId="ADAL" clId="{C395E84E-601F-4495-AC00-228BA7254FB7}" dt="2025-02-11T21:28:53.692" v="8568" actId="20577"/>
        <pc:sldMasterMkLst>
          <pc:docMk/>
          <pc:sldMasterMk cId="2172062484" sldId="2147483699"/>
        </pc:sldMasterMkLst>
      </pc:sldMasterChg>
      <pc:sldMasterChg chg="modSp mod">
        <pc:chgData name="Ariane Druart" userId="182083c8-0b3c-45c8-b02f-4ff9cc30a110" providerId="ADAL" clId="{C395E84E-601F-4495-AC00-228BA7254FB7}" dt="2025-02-11T21:30:19.641" v="8577" actId="20577"/>
        <pc:sldMasterMkLst>
          <pc:docMk/>
          <pc:sldMasterMk cId="3055626266" sldId="2147483706"/>
        </pc:sldMasterMkLst>
      </pc:sldMasterChg>
      <pc:sldMasterChg chg="modSp mod">
        <pc:chgData name="Ariane Druart" userId="182083c8-0b3c-45c8-b02f-4ff9cc30a110" providerId="ADAL" clId="{C395E84E-601F-4495-AC00-228BA7254FB7}" dt="2025-02-11T21:29:33.155" v="8571" actId="20577"/>
        <pc:sldMasterMkLst>
          <pc:docMk/>
          <pc:sldMasterMk cId="3055626266" sldId="2147483740"/>
        </pc:sldMasterMkLst>
      </pc:sldMasterChg>
    </pc:docChg>
  </pc:docChgLst>
  <pc:docChgLst>
    <pc:chgData name="Julien Vincent" userId="4c01ad34-1ed2-46d8-8f42-ed5efb2381b2" providerId="ADAL" clId="{9015BB2A-6613-4D93-8C36-8D4301947AD4}"/>
    <pc:docChg chg="delSld modSld modMainMaster">
      <pc:chgData name="Julien Vincent" userId="4c01ad34-1ed2-46d8-8f42-ed5efb2381b2" providerId="ADAL" clId="{9015BB2A-6613-4D93-8C36-8D4301947AD4}" dt="2025-09-24T15:29:59.990" v="76" actId="47"/>
      <pc:docMkLst>
        <pc:docMk/>
      </pc:docMkLst>
      <pc:sldChg chg="modSp mod">
        <pc:chgData name="Julien Vincent" userId="4c01ad34-1ed2-46d8-8f42-ed5efb2381b2" providerId="ADAL" clId="{9015BB2A-6613-4D93-8C36-8D4301947AD4}" dt="2025-09-24T15:26:29.299" v="25" actId="6549"/>
        <pc:sldMkLst>
          <pc:docMk/>
          <pc:sldMk cId="3134624895" sldId="438"/>
        </pc:sldMkLst>
        <pc:spChg chg="mod">
          <ac:chgData name="Julien Vincent" userId="4c01ad34-1ed2-46d8-8f42-ed5efb2381b2" providerId="ADAL" clId="{9015BB2A-6613-4D93-8C36-8D4301947AD4}" dt="2025-09-24T15:26:20.415" v="4" actId="1076"/>
          <ac:spMkLst>
            <pc:docMk/>
            <pc:sldMk cId="3134624895" sldId="438"/>
            <ac:spMk id="2" creationId="{A564FD8F-91CB-95A5-3015-2C9B7960CC28}"/>
          </ac:spMkLst>
        </pc:spChg>
        <pc:spChg chg="mod">
          <ac:chgData name="Julien Vincent" userId="4c01ad34-1ed2-46d8-8f42-ed5efb2381b2" providerId="ADAL" clId="{9015BB2A-6613-4D93-8C36-8D4301947AD4}" dt="2025-09-24T15:26:29.299" v="25" actId="6549"/>
          <ac:spMkLst>
            <pc:docMk/>
            <pc:sldMk cId="3134624895" sldId="438"/>
            <ac:spMk id="3" creationId="{8C1A2ACB-4B0E-BE56-333A-07F0CF546D02}"/>
          </ac:spMkLst>
        </pc:spChg>
      </pc:sldChg>
      <pc:sldChg chg="modSp mod">
        <pc:chgData name="Julien Vincent" userId="4c01ad34-1ed2-46d8-8f42-ed5efb2381b2" providerId="ADAL" clId="{9015BB2A-6613-4D93-8C36-8D4301947AD4}" dt="2025-09-24T15:27:28.967" v="37" actId="20577"/>
        <pc:sldMkLst>
          <pc:docMk/>
          <pc:sldMk cId="1714581824" sldId="439"/>
        </pc:sldMkLst>
      </pc:sldChg>
      <pc:sldChg chg="del">
        <pc:chgData name="Julien Vincent" userId="4c01ad34-1ed2-46d8-8f42-ed5efb2381b2" providerId="ADAL" clId="{9015BB2A-6613-4D93-8C36-8D4301947AD4}" dt="2025-09-24T15:29:59.990" v="76" actId="47"/>
        <pc:sldMkLst>
          <pc:docMk/>
          <pc:sldMk cId="1717110519" sldId="450"/>
        </pc:sldMkLst>
      </pc:sldChg>
      <pc:sldChg chg="del">
        <pc:chgData name="Julien Vincent" userId="4c01ad34-1ed2-46d8-8f42-ed5efb2381b2" providerId="ADAL" clId="{9015BB2A-6613-4D93-8C36-8D4301947AD4}" dt="2025-09-24T15:29:59.990" v="76" actId="47"/>
        <pc:sldMkLst>
          <pc:docMk/>
          <pc:sldMk cId="1997346928" sldId="471"/>
        </pc:sldMkLst>
      </pc:sldChg>
      <pc:sldChg chg="del">
        <pc:chgData name="Julien Vincent" userId="4c01ad34-1ed2-46d8-8f42-ed5efb2381b2" providerId="ADAL" clId="{9015BB2A-6613-4D93-8C36-8D4301947AD4}" dt="2025-09-24T15:29:59.990" v="76" actId="47"/>
        <pc:sldMkLst>
          <pc:docMk/>
          <pc:sldMk cId="3513503757" sldId="507"/>
        </pc:sldMkLst>
      </pc:sldChg>
      <pc:sldChg chg="del">
        <pc:chgData name="Julien Vincent" userId="4c01ad34-1ed2-46d8-8f42-ed5efb2381b2" providerId="ADAL" clId="{9015BB2A-6613-4D93-8C36-8D4301947AD4}" dt="2025-09-24T15:29:59.990" v="76" actId="47"/>
        <pc:sldMkLst>
          <pc:docMk/>
          <pc:sldMk cId="222365324" sldId="508"/>
        </pc:sldMkLst>
      </pc:sldChg>
      <pc:sldChg chg="del">
        <pc:chgData name="Julien Vincent" userId="4c01ad34-1ed2-46d8-8f42-ed5efb2381b2" providerId="ADAL" clId="{9015BB2A-6613-4D93-8C36-8D4301947AD4}" dt="2025-09-24T15:29:59.990" v="76" actId="47"/>
        <pc:sldMkLst>
          <pc:docMk/>
          <pc:sldMk cId="459440969" sldId="509"/>
        </pc:sldMkLst>
      </pc:sldChg>
      <pc:sldChg chg="del">
        <pc:chgData name="Julien Vincent" userId="4c01ad34-1ed2-46d8-8f42-ed5efb2381b2" providerId="ADAL" clId="{9015BB2A-6613-4D93-8C36-8D4301947AD4}" dt="2025-09-24T15:29:59.990" v="76" actId="47"/>
        <pc:sldMkLst>
          <pc:docMk/>
          <pc:sldMk cId="4192951013" sldId="510"/>
        </pc:sldMkLst>
      </pc:sldChg>
      <pc:sldChg chg="del">
        <pc:chgData name="Julien Vincent" userId="4c01ad34-1ed2-46d8-8f42-ed5efb2381b2" providerId="ADAL" clId="{9015BB2A-6613-4D93-8C36-8D4301947AD4}" dt="2025-09-24T15:29:59.990" v="76" actId="47"/>
        <pc:sldMkLst>
          <pc:docMk/>
          <pc:sldMk cId="3724719289" sldId="511"/>
        </pc:sldMkLst>
      </pc:sldChg>
      <pc:sldChg chg="del">
        <pc:chgData name="Julien Vincent" userId="4c01ad34-1ed2-46d8-8f42-ed5efb2381b2" providerId="ADAL" clId="{9015BB2A-6613-4D93-8C36-8D4301947AD4}" dt="2025-09-24T15:29:59.990" v="76" actId="47"/>
        <pc:sldMkLst>
          <pc:docMk/>
          <pc:sldMk cId="1474150866" sldId="512"/>
        </pc:sldMkLst>
      </pc:sldChg>
      <pc:sldChg chg="del">
        <pc:chgData name="Julien Vincent" userId="4c01ad34-1ed2-46d8-8f42-ed5efb2381b2" providerId="ADAL" clId="{9015BB2A-6613-4D93-8C36-8D4301947AD4}" dt="2025-09-24T15:29:59.990" v="76" actId="47"/>
        <pc:sldMkLst>
          <pc:docMk/>
          <pc:sldMk cId="2363390037" sldId="513"/>
        </pc:sldMkLst>
      </pc:sldChg>
      <pc:sldChg chg="del">
        <pc:chgData name="Julien Vincent" userId="4c01ad34-1ed2-46d8-8f42-ed5efb2381b2" providerId="ADAL" clId="{9015BB2A-6613-4D93-8C36-8D4301947AD4}" dt="2025-09-24T15:29:59.990" v="76" actId="47"/>
        <pc:sldMkLst>
          <pc:docMk/>
          <pc:sldMk cId="2988444357" sldId="514"/>
        </pc:sldMkLst>
      </pc:sldChg>
      <pc:sldChg chg="del">
        <pc:chgData name="Julien Vincent" userId="4c01ad34-1ed2-46d8-8f42-ed5efb2381b2" providerId="ADAL" clId="{9015BB2A-6613-4D93-8C36-8D4301947AD4}" dt="2025-09-24T15:29:59.990" v="76" actId="47"/>
        <pc:sldMkLst>
          <pc:docMk/>
          <pc:sldMk cId="1548782942" sldId="516"/>
        </pc:sldMkLst>
      </pc:sldChg>
      <pc:sldChg chg="del">
        <pc:chgData name="Julien Vincent" userId="4c01ad34-1ed2-46d8-8f42-ed5efb2381b2" providerId="ADAL" clId="{9015BB2A-6613-4D93-8C36-8D4301947AD4}" dt="2025-09-24T15:29:59.990" v="76" actId="47"/>
        <pc:sldMkLst>
          <pc:docMk/>
          <pc:sldMk cId="2611436325" sldId="517"/>
        </pc:sldMkLst>
      </pc:sldChg>
      <pc:sldChg chg="del">
        <pc:chgData name="Julien Vincent" userId="4c01ad34-1ed2-46d8-8f42-ed5efb2381b2" providerId="ADAL" clId="{9015BB2A-6613-4D93-8C36-8D4301947AD4}" dt="2025-09-24T15:29:59.990" v="76" actId="47"/>
        <pc:sldMkLst>
          <pc:docMk/>
          <pc:sldMk cId="3596040061" sldId="518"/>
        </pc:sldMkLst>
      </pc:sldChg>
      <pc:sldChg chg="del">
        <pc:chgData name="Julien Vincent" userId="4c01ad34-1ed2-46d8-8f42-ed5efb2381b2" providerId="ADAL" clId="{9015BB2A-6613-4D93-8C36-8D4301947AD4}" dt="2025-09-24T15:29:59.990" v="76" actId="47"/>
        <pc:sldMkLst>
          <pc:docMk/>
          <pc:sldMk cId="150158024" sldId="519"/>
        </pc:sldMkLst>
      </pc:sldChg>
      <pc:sldMasterChg chg="modSp mod">
        <pc:chgData name="Julien Vincent" userId="4c01ad34-1ed2-46d8-8f42-ed5efb2381b2" providerId="ADAL" clId="{9015BB2A-6613-4D93-8C36-8D4301947AD4}" dt="2025-09-24T15:27:02.226" v="29" actId="6549"/>
        <pc:sldMasterMkLst>
          <pc:docMk/>
          <pc:sldMasterMk cId="3055626266" sldId="2147483687"/>
        </pc:sldMasterMkLst>
        <pc:spChg chg="mod">
          <ac:chgData name="Julien Vincent" userId="4c01ad34-1ed2-46d8-8f42-ed5efb2381b2" providerId="ADAL" clId="{9015BB2A-6613-4D93-8C36-8D4301947AD4}" dt="2025-09-24T15:27:02.226" v="29" actId="6549"/>
          <ac:spMkLst>
            <pc:docMk/>
            <pc:sldMasterMk cId="3055626266" sldId="2147483687"/>
            <ac:spMk id="22" creationId="{8A1785ED-0357-43BC-90C1-41DAC23AFDB9}"/>
          </ac:spMkLst>
        </pc:spChg>
      </pc:sldMasterChg>
      <pc:sldMasterChg chg="delSldLayout">
        <pc:chgData name="Julien Vincent" userId="4c01ad34-1ed2-46d8-8f42-ed5efb2381b2" providerId="ADAL" clId="{9015BB2A-6613-4D93-8C36-8D4301947AD4}" dt="2025-09-24T15:29:59.990" v="76" actId="47"/>
        <pc:sldMasterMkLst>
          <pc:docMk/>
          <pc:sldMasterMk cId="3836116420" sldId="2147483695"/>
        </pc:sldMasterMkLst>
        <pc:sldLayoutChg chg="del">
          <pc:chgData name="Julien Vincent" userId="4c01ad34-1ed2-46d8-8f42-ed5efb2381b2" providerId="ADAL" clId="{9015BB2A-6613-4D93-8C36-8D4301947AD4}" dt="2025-09-24T15:29:59.990" v="76" actId="47"/>
          <pc:sldLayoutMkLst>
            <pc:docMk/>
            <pc:sldMasterMk cId="3836116420" sldId="2147483695"/>
            <pc:sldLayoutMk cId="3072964850" sldId="2147483749"/>
          </pc:sldLayoutMkLst>
        </pc:sldLayoutChg>
      </pc:sldMasterChg>
      <pc:sldMasterChg chg="modSp mod">
        <pc:chgData name="Julien Vincent" userId="4c01ad34-1ed2-46d8-8f42-ed5efb2381b2" providerId="ADAL" clId="{9015BB2A-6613-4D93-8C36-8D4301947AD4}" dt="2025-09-24T15:28:58.503" v="45" actId="6549"/>
        <pc:sldMasterMkLst>
          <pc:docMk/>
          <pc:sldMasterMk cId="2172062484" sldId="2147483699"/>
        </pc:sldMasterMkLst>
        <pc:spChg chg="mod">
          <ac:chgData name="Julien Vincent" userId="4c01ad34-1ed2-46d8-8f42-ed5efb2381b2" providerId="ADAL" clId="{9015BB2A-6613-4D93-8C36-8D4301947AD4}" dt="2025-09-24T15:28:58.503" v="45" actId="6549"/>
          <ac:spMkLst>
            <pc:docMk/>
            <pc:sldMasterMk cId="2172062484" sldId="2147483699"/>
            <ac:spMk id="29" creationId="{1BC30C3C-4F67-31EC-1A0E-DC4AA65B8678}"/>
          </ac:spMkLst>
        </pc:spChg>
      </pc:sldMasterChg>
      <pc:sldMasterChg chg="modSp mod">
        <pc:chgData name="Julien Vincent" userId="4c01ad34-1ed2-46d8-8f42-ed5efb2381b2" providerId="ADAL" clId="{9015BB2A-6613-4D93-8C36-8D4301947AD4}" dt="2025-09-24T15:29:31.750" v="75" actId="20577"/>
        <pc:sldMasterMkLst>
          <pc:docMk/>
          <pc:sldMasterMk cId="2172062484" sldId="2147483738"/>
        </pc:sldMasterMkLst>
        <pc:spChg chg="mod">
          <ac:chgData name="Julien Vincent" userId="4c01ad34-1ed2-46d8-8f42-ed5efb2381b2" providerId="ADAL" clId="{9015BB2A-6613-4D93-8C36-8D4301947AD4}" dt="2025-09-24T15:29:31.750" v="75" actId="20577"/>
          <ac:spMkLst>
            <pc:docMk/>
            <pc:sldMasterMk cId="2172062484" sldId="2147483738"/>
            <ac:spMk id="29" creationId="{1BC30C3C-4F67-31EC-1A0E-DC4AA65B8678}"/>
          </ac:spMkLst>
        </pc:spChg>
      </pc:sldMasterChg>
      <pc:sldMasterChg chg="modSp mod">
        <pc:chgData name="Julien Vincent" userId="4c01ad34-1ed2-46d8-8f42-ed5efb2381b2" providerId="ADAL" clId="{9015BB2A-6613-4D93-8C36-8D4301947AD4}" dt="2025-09-24T15:27:46.855" v="41" actId="6549"/>
        <pc:sldMasterMkLst>
          <pc:docMk/>
          <pc:sldMasterMk cId="3055626266" sldId="2147483740"/>
        </pc:sldMasterMkLst>
        <pc:spChg chg="mod">
          <ac:chgData name="Julien Vincent" userId="4c01ad34-1ed2-46d8-8f42-ed5efb2381b2" providerId="ADAL" clId="{9015BB2A-6613-4D93-8C36-8D4301947AD4}" dt="2025-09-24T15:27:46.855" v="41" actId="6549"/>
          <ac:spMkLst>
            <pc:docMk/>
            <pc:sldMasterMk cId="3055626266" sldId="2147483740"/>
            <ac:spMk id="22" creationId="{8A1785ED-0357-43BC-90C1-41DAC23AFDB9}"/>
          </ac:spMkLst>
        </pc:spChg>
      </pc:sldMasterChg>
    </pc:docChg>
  </pc:docChgLst>
  <pc:docChgLst>
    <pc:chgData name="Ariane Druart" userId="182083c8-0b3c-45c8-b02f-4ff9cc30a110" providerId="ADAL" clId="{24FAD3EF-FD06-4BCC-8319-3CCEE290F782}"/>
    <pc:docChg chg="undo custSel addSld delSld modSld sldOrd">
      <pc:chgData name="Ariane Druart" userId="182083c8-0b3c-45c8-b02f-4ff9cc30a110" providerId="ADAL" clId="{24FAD3EF-FD06-4BCC-8319-3CCEE290F782}" dt="2025-02-13T10:59:45.617" v="868" actId="20577"/>
      <pc:docMkLst>
        <pc:docMk/>
      </pc:docMkLst>
      <pc:sldChg chg="addSp delSp modSp mod modAnim">
        <pc:chgData name="Ariane Druart" userId="182083c8-0b3c-45c8-b02f-4ff9cc30a110" providerId="ADAL" clId="{24FAD3EF-FD06-4BCC-8319-3CCEE290F782}" dt="2025-02-12T16:05:52.776" v="598"/>
        <pc:sldMkLst>
          <pc:docMk/>
          <pc:sldMk cId="915490990" sldId="437"/>
        </pc:sldMkLst>
      </pc:sldChg>
      <pc:sldChg chg="modSp mod">
        <pc:chgData name="Ariane Druart" userId="182083c8-0b3c-45c8-b02f-4ff9cc30a110" providerId="ADAL" clId="{24FAD3EF-FD06-4BCC-8319-3CCEE290F782}" dt="2025-02-12T16:29:48.823" v="768" actId="20577"/>
        <pc:sldMkLst>
          <pc:docMk/>
          <pc:sldMk cId="1714581824" sldId="439"/>
        </pc:sldMkLst>
      </pc:sldChg>
      <pc:sldChg chg="modSp mod modAnim">
        <pc:chgData name="Ariane Druart" userId="182083c8-0b3c-45c8-b02f-4ff9cc30a110" providerId="ADAL" clId="{24FAD3EF-FD06-4BCC-8319-3CCEE290F782}" dt="2025-02-12T16:08:59.039" v="609"/>
        <pc:sldMkLst>
          <pc:docMk/>
          <pc:sldMk cId="1832129411" sldId="445"/>
        </pc:sldMkLst>
      </pc:sldChg>
      <pc:sldChg chg="modSp mod">
        <pc:chgData name="Ariane Druart" userId="182083c8-0b3c-45c8-b02f-4ff9cc30a110" providerId="ADAL" clId="{24FAD3EF-FD06-4BCC-8319-3CCEE290F782}" dt="2025-02-12T16:20:32.936" v="688" actId="1076"/>
        <pc:sldMkLst>
          <pc:docMk/>
          <pc:sldMk cId="1468199370" sldId="447"/>
        </pc:sldMkLst>
      </pc:sldChg>
      <pc:sldChg chg="modSp mod">
        <pc:chgData name="Ariane Druart" userId="182083c8-0b3c-45c8-b02f-4ff9cc30a110" providerId="ADAL" clId="{24FAD3EF-FD06-4BCC-8319-3CCEE290F782}" dt="2025-02-12T16:27:51.300" v="735" actId="20577"/>
        <pc:sldMkLst>
          <pc:docMk/>
          <pc:sldMk cId="1717110519" sldId="450"/>
        </pc:sldMkLst>
      </pc:sldChg>
      <pc:sldChg chg="delSp modSp mod">
        <pc:chgData name="Ariane Druart" userId="182083c8-0b3c-45c8-b02f-4ff9cc30a110" providerId="ADAL" clId="{24FAD3EF-FD06-4BCC-8319-3CCEE290F782}" dt="2025-02-12T08:55:09.494" v="148" actId="14100"/>
        <pc:sldMkLst>
          <pc:docMk/>
          <pc:sldMk cId="3943304193" sldId="454"/>
        </pc:sldMkLst>
      </pc:sldChg>
      <pc:sldChg chg="delSp modSp mod">
        <pc:chgData name="Ariane Druart" userId="182083c8-0b3c-45c8-b02f-4ff9cc30a110" providerId="ADAL" clId="{24FAD3EF-FD06-4BCC-8319-3CCEE290F782}" dt="2025-02-12T08:59:17.718" v="171" actId="1076"/>
        <pc:sldMkLst>
          <pc:docMk/>
          <pc:sldMk cId="1946581026" sldId="455"/>
        </pc:sldMkLst>
      </pc:sldChg>
      <pc:sldChg chg="modSp mod modAnim">
        <pc:chgData name="Ariane Druart" userId="182083c8-0b3c-45c8-b02f-4ff9cc30a110" providerId="ADAL" clId="{24FAD3EF-FD06-4BCC-8319-3CCEE290F782}" dt="2025-02-12T16:12:23.880" v="633"/>
        <pc:sldMkLst>
          <pc:docMk/>
          <pc:sldMk cId="4184985606" sldId="456"/>
        </pc:sldMkLst>
      </pc:sldChg>
      <pc:sldChg chg="modSp mod modAnim">
        <pc:chgData name="Ariane Druart" userId="182083c8-0b3c-45c8-b02f-4ff9cc30a110" providerId="ADAL" clId="{24FAD3EF-FD06-4BCC-8319-3CCEE290F782}" dt="2025-02-13T07:08:41.227" v="844" actId="1076"/>
        <pc:sldMkLst>
          <pc:docMk/>
          <pc:sldMk cId="2104493388" sldId="457"/>
        </pc:sldMkLst>
      </pc:sldChg>
      <pc:sldChg chg="modSp mod modAnim">
        <pc:chgData name="Ariane Druart" userId="182083c8-0b3c-45c8-b02f-4ff9cc30a110" providerId="ADAL" clId="{24FAD3EF-FD06-4BCC-8319-3CCEE290F782}" dt="2025-02-12T16:14:28.858" v="643" actId="1076"/>
        <pc:sldMkLst>
          <pc:docMk/>
          <pc:sldMk cId="483680081" sldId="458"/>
        </pc:sldMkLst>
      </pc:sldChg>
      <pc:sldChg chg="modSp modAnim">
        <pc:chgData name="Ariane Druart" userId="182083c8-0b3c-45c8-b02f-4ff9cc30a110" providerId="ADAL" clId="{24FAD3EF-FD06-4BCC-8319-3CCEE290F782}" dt="2025-02-13T07:04:56.090" v="839" actId="20577"/>
        <pc:sldMkLst>
          <pc:docMk/>
          <pc:sldMk cId="620294296" sldId="459"/>
        </pc:sldMkLst>
      </pc:sldChg>
      <pc:sldChg chg="modSp mod modAnim">
        <pc:chgData name="Ariane Druart" userId="182083c8-0b3c-45c8-b02f-4ff9cc30a110" providerId="ADAL" clId="{24FAD3EF-FD06-4BCC-8319-3CCEE290F782}" dt="2025-02-12T16:16:56.218" v="652" actId="14100"/>
        <pc:sldMkLst>
          <pc:docMk/>
          <pc:sldMk cId="1707335998" sldId="460"/>
        </pc:sldMkLst>
      </pc:sldChg>
      <pc:sldChg chg="addSp delSp modSp mod modAnim">
        <pc:chgData name="Ariane Druart" userId="182083c8-0b3c-45c8-b02f-4ff9cc30a110" providerId="ADAL" clId="{24FAD3EF-FD06-4BCC-8319-3CCEE290F782}" dt="2025-02-13T07:09:15.063" v="850" actId="20577"/>
        <pc:sldMkLst>
          <pc:docMk/>
          <pc:sldMk cId="1849539709" sldId="461"/>
        </pc:sldMkLst>
      </pc:sldChg>
      <pc:sldChg chg="modSp mod modAnim">
        <pc:chgData name="Ariane Druart" userId="182083c8-0b3c-45c8-b02f-4ff9cc30a110" providerId="ADAL" clId="{24FAD3EF-FD06-4BCC-8319-3CCEE290F782}" dt="2025-02-12T16:20:04.224" v="686"/>
        <pc:sldMkLst>
          <pc:docMk/>
          <pc:sldMk cId="2067680086" sldId="462"/>
        </pc:sldMkLst>
      </pc:sldChg>
      <pc:sldChg chg="modSp mod">
        <pc:chgData name="Ariane Druart" userId="182083c8-0b3c-45c8-b02f-4ff9cc30a110" providerId="ADAL" clId="{24FAD3EF-FD06-4BCC-8319-3CCEE290F782}" dt="2025-02-12T16:21:26.860" v="697" actId="20577"/>
        <pc:sldMkLst>
          <pc:docMk/>
          <pc:sldMk cId="1197562588" sldId="463"/>
        </pc:sldMkLst>
      </pc:sldChg>
      <pc:sldChg chg="addSp delSp modSp mod addAnim delAnim modAnim">
        <pc:chgData name="Ariane Druart" userId="182083c8-0b3c-45c8-b02f-4ff9cc30a110" providerId="ADAL" clId="{24FAD3EF-FD06-4BCC-8319-3CCEE290F782}" dt="2025-02-12T16:37:21.318" v="828" actId="1076"/>
        <pc:sldMkLst>
          <pc:docMk/>
          <pc:sldMk cId="273008926" sldId="465"/>
        </pc:sldMkLst>
      </pc:sldChg>
      <pc:sldChg chg="addSp modSp mod modAnim">
        <pc:chgData name="Ariane Druart" userId="182083c8-0b3c-45c8-b02f-4ff9cc30a110" providerId="ADAL" clId="{24FAD3EF-FD06-4BCC-8319-3CCEE290F782}" dt="2025-02-13T08:08:20.155" v="853" actId="1076"/>
        <pc:sldMkLst>
          <pc:docMk/>
          <pc:sldMk cId="1456980969" sldId="466"/>
        </pc:sldMkLst>
      </pc:sldChg>
      <pc:sldChg chg="modSp mod modAnim">
        <pc:chgData name="Ariane Druart" userId="182083c8-0b3c-45c8-b02f-4ff9cc30a110" providerId="ADAL" clId="{24FAD3EF-FD06-4BCC-8319-3CCEE290F782}" dt="2025-02-12T16:24:29.945" v="708"/>
        <pc:sldMkLst>
          <pc:docMk/>
          <pc:sldMk cId="2460673464" sldId="467"/>
        </pc:sldMkLst>
      </pc:sldChg>
      <pc:sldChg chg="modSp mod modAnim">
        <pc:chgData name="Ariane Druart" userId="182083c8-0b3c-45c8-b02f-4ff9cc30a110" providerId="ADAL" clId="{24FAD3EF-FD06-4BCC-8319-3CCEE290F782}" dt="2025-02-12T16:24:56.174" v="713"/>
        <pc:sldMkLst>
          <pc:docMk/>
          <pc:sldMk cId="1829214141" sldId="468"/>
        </pc:sldMkLst>
      </pc:sldChg>
      <pc:sldChg chg="modSp mod modAnim">
        <pc:chgData name="Ariane Druart" userId="182083c8-0b3c-45c8-b02f-4ff9cc30a110" providerId="ADAL" clId="{24FAD3EF-FD06-4BCC-8319-3CCEE290F782}" dt="2025-02-12T16:25:21.863" v="717"/>
        <pc:sldMkLst>
          <pc:docMk/>
          <pc:sldMk cId="1839729977" sldId="469"/>
        </pc:sldMkLst>
      </pc:sldChg>
      <pc:sldChg chg="modSp mod modAnim">
        <pc:chgData name="Ariane Druart" userId="182083c8-0b3c-45c8-b02f-4ff9cc30a110" providerId="ADAL" clId="{24FAD3EF-FD06-4BCC-8319-3CCEE290F782}" dt="2025-02-13T10:59:45.617" v="868" actId="20577"/>
        <pc:sldMkLst>
          <pc:docMk/>
          <pc:sldMk cId="3261634839" sldId="470"/>
        </pc:sldMkLst>
      </pc:sldChg>
      <pc:sldChg chg="modSp mod">
        <pc:chgData name="Ariane Druart" userId="182083c8-0b3c-45c8-b02f-4ff9cc30a110" providerId="ADAL" clId="{24FAD3EF-FD06-4BCC-8319-3CCEE290F782}" dt="2025-02-12T16:30:10.187" v="783" actId="20577"/>
        <pc:sldMkLst>
          <pc:docMk/>
          <pc:sldMk cId="1997346928" sldId="471"/>
        </pc:sldMkLst>
      </pc:sldChg>
      <pc:sldChg chg="modSp mod modAnim">
        <pc:chgData name="Ariane Druart" userId="182083c8-0b3c-45c8-b02f-4ff9cc30a110" providerId="ADAL" clId="{24FAD3EF-FD06-4BCC-8319-3CCEE290F782}" dt="2025-02-13T08:17:06.713" v="860" actId="1076"/>
        <pc:sldMkLst>
          <pc:docMk/>
          <pc:sldMk cId="1645755290" sldId="472"/>
        </pc:sldMkLst>
      </pc:sldChg>
      <pc:sldChg chg="modSp mod ord">
        <pc:chgData name="Ariane Druart" userId="182083c8-0b3c-45c8-b02f-4ff9cc30a110" providerId="ADAL" clId="{24FAD3EF-FD06-4BCC-8319-3CCEE290F782}" dt="2025-02-12T16:28:05.661" v="737"/>
        <pc:sldMkLst>
          <pc:docMk/>
          <pc:sldMk cId="3513503757" sldId="507"/>
        </pc:sldMkLst>
      </pc:sldChg>
      <pc:sldChg chg="modSp mod ord">
        <pc:chgData name="Ariane Druart" userId="182083c8-0b3c-45c8-b02f-4ff9cc30a110" providerId="ADAL" clId="{24FAD3EF-FD06-4BCC-8319-3CCEE290F782}" dt="2025-02-12T16:28:05.661" v="737"/>
        <pc:sldMkLst>
          <pc:docMk/>
          <pc:sldMk cId="222365324" sldId="508"/>
        </pc:sldMkLst>
      </pc:sldChg>
      <pc:sldChg chg="modSp mod ord">
        <pc:chgData name="Ariane Druart" userId="182083c8-0b3c-45c8-b02f-4ff9cc30a110" providerId="ADAL" clId="{24FAD3EF-FD06-4BCC-8319-3CCEE290F782}" dt="2025-02-12T16:28:05.661" v="737"/>
        <pc:sldMkLst>
          <pc:docMk/>
          <pc:sldMk cId="459440969" sldId="509"/>
        </pc:sldMkLst>
      </pc:sldChg>
      <pc:sldChg chg="modSp mod ord">
        <pc:chgData name="Ariane Druart" userId="182083c8-0b3c-45c8-b02f-4ff9cc30a110" providerId="ADAL" clId="{24FAD3EF-FD06-4BCC-8319-3CCEE290F782}" dt="2025-02-12T16:28:05.661" v="737"/>
        <pc:sldMkLst>
          <pc:docMk/>
          <pc:sldMk cId="4192951013" sldId="510"/>
        </pc:sldMkLst>
      </pc:sldChg>
      <pc:sldChg chg="modSp mod ord">
        <pc:chgData name="Ariane Druart" userId="182083c8-0b3c-45c8-b02f-4ff9cc30a110" providerId="ADAL" clId="{24FAD3EF-FD06-4BCC-8319-3CCEE290F782}" dt="2025-02-13T08:19:10.609" v="861" actId="6549"/>
        <pc:sldMkLst>
          <pc:docMk/>
          <pc:sldMk cId="3724719289" sldId="511"/>
        </pc:sldMkLst>
      </pc:sldChg>
      <pc:sldChg chg="delSp modSp mod ord">
        <pc:chgData name="Ariane Druart" userId="182083c8-0b3c-45c8-b02f-4ff9cc30a110" providerId="ADAL" clId="{24FAD3EF-FD06-4BCC-8319-3CCEE290F782}" dt="2025-02-13T08:20:57.820" v="866" actId="478"/>
        <pc:sldMkLst>
          <pc:docMk/>
          <pc:sldMk cId="1474150866" sldId="512"/>
        </pc:sldMkLst>
      </pc:sldChg>
      <pc:sldChg chg="modSp mod ord">
        <pc:chgData name="Ariane Druart" userId="182083c8-0b3c-45c8-b02f-4ff9cc30a110" providerId="ADAL" clId="{24FAD3EF-FD06-4BCC-8319-3CCEE290F782}" dt="2025-02-13T08:20:24.809" v="863" actId="6549"/>
        <pc:sldMkLst>
          <pc:docMk/>
          <pc:sldMk cId="2363390037" sldId="513"/>
        </pc:sldMkLst>
      </pc:sldChg>
      <pc:sldChg chg="delSp modSp mod ord">
        <pc:chgData name="Ariane Druart" userId="182083c8-0b3c-45c8-b02f-4ff9cc30a110" providerId="ADAL" clId="{24FAD3EF-FD06-4BCC-8319-3CCEE290F782}" dt="2025-02-13T08:20:50.044" v="865" actId="478"/>
        <pc:sldMkLst>
          <pc:docMk/>
          <pc:sldMk cId="2988444357" sldId="514"/>
        </pc:sldMkLst>
      </pc:sldChg>
      <pc:sldChg chg="del">
        <pc:chgData name="Ariane Druart" userId="182083c8-0b3c-45c8-b02f-4ff9cc30a110" providerId="ADAL" clId="{24FAD3EF-FD06-4BCC-8319-3CCEE290F782}" dt="2025-02-12T16:30:00.918" v="769" actId="47"/>
        <pc:sldMkLst>
          <pc:docMk/>
          <pc:sldMk cId="1422336573" sldId="515"/>
        </pc:sldMkLst>
      </pc:sldChg>
      <pc:sldChg chg="add del">
        <pc:chgData name="Ariane Druart" userId="182083c8-0b3c-45c8-b02f-4ff9cc30a110" providerId="ADAL" clId="{24FAD3EF-FD06-4BCC-8319-3CCEE290F782}" dt="2025-02-12T12:00:27.909" v="173"/>
        <pc:sldMkLst>
          <pc:docMk/>
          <pc:sldMk cId="511828754" sldId="516"/>
        </pc:sldMkLst>
      </pc:sldChg>
      <pc:sldChg chg="modSp add del mod ord modNotesTx">
        <pc:chgData name="Ariane Druart" userId="182083c8-0b3c-45c8-b02f-4ff9cc30a110" providerId="ADAL" clId="{24FAD3EF-FD06-4BCC-8319-3CCEE290F782}" dt="2025-02-12T08:51:49.775" v="125" actId="47"/>
        <pc:sldMkLst>
          <pc:docMk/>
          <pc:sldMk cId="1155416316" sldId="516"/>
        </pc:sldMkLst>
      </pc:sldChg>
      <pc:sldChg chg="modSp add mod ord">
        <pc:chgData name="Ariane Druart" userId="182083c8-0b3c-45c8-b02f-4ff9cc30a110" providerId="ADAL" clId="{24FAD3EF-FD06-4BCC-8319-3CCEE290F782}" dt="2025-02-12T16:28:05.661" v="737"/>
        <pc:sldMkLst>
          <pc:docMk/>
          <pc:sldMk cId="1548782942" sldId="516"/>
        </pc:sldMkLst>
      </pc:sldChg>
      <pc:sldChg chg="delSp modSp add mod ord">
        <pc:chgData name="Ariane Druart" userId="182083c8-0b3c-45c8-b02f-4ff9cc30a110" providerId="ADAL" clId="{24FAD3EF-FD06-4BCC-8319-3CCEE290F782}" dt="2025-02-12T16:28:05.661" v="737"/>
        <pc:sldMkLst>
          <pc:docMk/>
          <pc:sldMk cId="2611436325" sldId="517"/>
        </pc:sldMkLst>
      </pc:sldChg>
      <pc:sldChg chg="modSp add mod ord">
        <pc:chgData name="Ariane Druart" userId="182083c8-0b3c-45c8-b02f-4ff9cc30a110" providerId="ADAL" clId="{24FAD3EF-FD06-4BCC-8319-3CCEE290F782}" dt="2025-02-12T16:28:05.661" v="737"/>
        <pc:sldMkLst>
          <pc:docMk/>
          <pc:sldMk cId="3596040061" sldId="518"/>
        </pc:sldMkLst>
      </pc:sldChg>
      <pc:sldChg chg="delSp modSp add mod ord">
        <pc:chgData name="Ariane Druart" userId="182083c8-0b3c-45c8-b02f-4ff9cc30a110" providerId="ADAL" clId="{24FAD3EF-FD06-4BCC-8319-3CCEE290F782}" dt="2025-02-13T08:21:15.701" v="867" actId="478"/>
        <pc:sldMkLst>
          <pc:docMk/>
          <pc:sldMk cId="150158024" sldId="519"/>
        </pc:sldMkLst>
      </pc:sldChg>
      <pc:sldChg chg="new del">
        <pc:chgData name="Ariane Druart" userId="182083c8-0b3c-45c8-b02f-4ff9cc30a110" providerId="ADAL" clId="{24FAD3EF-FD06-4BCC-8319-3CCEE290F782}" dt="2025-02-13T08:02:40.647" v="852" actId="47"/>
        <pc:sldMkLst>
          <pc:docMk/>
          <pc:sldMk cId="1319987061" sldId="520"/>
        </pc:sldMkLst>
      </pc:sldChg>
    </pc:docChg>
  </pc:docChgLst>
  <pc:docChgLst>
    <pc:chgData name="Stéphanie Barrault" userId="d8f4c45f-af8a-422d-bc54-ccce06be01f5" providerId="ADAL" clId="{452B9B4E-B0CA-4009-9EC3-3AC0B6581E7B}"/>
    <pc:docChg chg="custSel addSld delSld modSld sldOrd addMainMaster modMainMaster">
      <pc:chgData name="Stéphanie Barrault" userId="d8f4c45f-af8a-422d-bc54-ccce06be01f5" providerId="ADAL" clId="{452B9B4E-B0CA-4009-9EC3-3AC0B6581E7B}" dt="2024-06-19T15:46:16.548" v="35" actId="47"/>
      <pc:docMkLst>
        <pc:docMk/>
      </pc:docMkLst>
      <pc:sldChg chg="modSp mod">
        <pc:chgData name="Stéphanie Barrault" userId="d8f4c45f-af8a-422d-bc54-ccce06be01f5" providerId="ADAL" clId="{452B9B4E-B0CA-4009-9EC3-3AC0B6581E7B}" dt="2024-06-19T15:44:27.454" v="15" actId="20577"/>
        <pc:sldMkLst>
          <pc:docMk/>
          <pc:sldMk cId="2417572775" sldId="433"/>
        </pc:sldMkLst>
      </pc:sldChg>
      <pc:sldChg chg="modSp mod">
        <pc:chgData name="Stéphanie Barrault" userId="d8f4c45f-af8a-422d-bc54-ccce06be01f5" providerId="ADAL" clId="{452B9B4E-B0CA-4009-9EC3-3AC0B6581E7B}" dt="2024-06-19T15:45:21.574" v="21"/>
        <pc:sldMkLst>
          <pc:docMk/>
          <pc:sldMk cId="3134624895" sldId="438"/>
        </pc:sldMkLst>
      </pc:sldChg>
      <pc:sldChg chg="modSp new del mod">
        <pc:chgData name="Stéphanie Barrault" userId="d8f4c45f-af8a-422d-bc54-ccce06be01f5" providerId="ADAL" clId="{452B9B4E-B0CA-4009-9EC3-3AC0B6581E7B}" dt="2024-06-19T15:46:16.548" v="35" actId="47"/>
        <pc:sldMkLst>
          <pc:docMk/>
          <pc:sldMk cId="2695288689" sldId="445"/>
        </pc:sldMkLst>
      </pc:sldChg>
      <pc:sldChg chg="modSp add mod ord">
        <pc:chgData name="Stéphanie Barrault" userId="d8f4c45f-af8a-422d-bc54-ccce06be01f5" providerId="ADAL" clId="{452B9B4E-B0CA-4009-9EC3-3AC0B6581E7B}" dt="2024-06-19T15:45:40.387" v="30" actId="20577"/>
        <pc:sldMkLst>
          <pc:docMk/>
          <pc:sldMk cId="4047141786" sldId="446"/>
        </pc:sldMkLst>
      </pc:sldChg>
      <pc:sldMasterChg chg="addSp delSp modSp mod">
        <pc:chgData name="Stéphanie Barrault" userId="d8f4c45f-af8a-422d-bc54-ccce06be01f5" providerId="ADAL" clId="{452B9B4E-B0CA-4009-9EC3-3AC0B6581E7B}" dt="2024-06-19T15:43:25.884" v="12" actId="732"/>
        <pc:sldMasterMkLst>
          <pc:docMk/>
          <pc:sldMasterMk cId="2390871307" sldId="2147483666"/>
        </pc:sldMasterMkLst>
      </pc:sldMasterChg>
      <pc:sldMasterChg chg="add addSldLayout">
        <pc:chgData name="Stéphanie Barrault" userId="d8f4c45f-af8a-422d-bc54-ccce06be01f5" providerId="ADAL" clId="{452B9B4E-B0CA-4009-9EC3-3AC0B6581E7B}" dt="2024-06-19T15:45:05.663" v="19" actId="27028"/>
        <pc:sldMasterMkLst>
          <pc:docMk/>
          <pc:sldMasterMk cId="2390871307" sldId="2147483745"/>
        </pc:sldMasterMkLst>
        <pc:sldLayoutChg chg="add">
          <pc:chgData name="Stéphanie Barrault" userId="d8f4c45f-af8a-422d-bc54-ccce06be01f5" providerId="ADAL" clId="{452B9B4E-B0CA-4009-9EC3-3AC0B6581E7B}" dt="2024-06-19T15:45:05.663" v="19" actId="27028"/>
          <pc:sldLayoutMkLst>
            <pc:docMk/>
            <pc:sldMasterMk cId="2390871307" sldId="2147483745"/>
            <pc:sldLayoutMk cId="2269640699" sldId="2147483746"/>
          </pc:sldLayoutMkLst>
        </pc:sldLayoutChg>
      </pc:sldMasterChg>
    </pc:docChg>
  </pc:docChgLst>
  <pc:docChgLst>
    <pc:chgData name="Ariane Druart" userId="182083c8-0b3c-45c8-b02f-4ff9cc30a110" providerId="ADAL" clId="{275C0A60-D90C-44C4-BD8D-DBC9BC4C7ECB}"/>
    <pc:docChg chg="undo custSel addSld delSld modSld sldOrd addMainMaster delMainMaster modMainMaster">
      <pc:chgData name="Ariane Druart" userId="182083c8-0b3c-45c8-b02f-4ff9cc30a110" providerId="ADAL" clId="{275C0A60-D90C-44C4-BD8D-DBC9BC4C7ECB}" dt="2025-01-27T09:32:48.449" v="2655" actId="14100"/>
      <pc:docMkLst>
        <pc:docMk/>
      </pc:docMkLst>
      <pc:sldChg chg="del">
        <pc:chgData name="Ariane Druart" userId="182083c8-0b3c-45c8-b02f-4ff9cc30a110" providerId="ADAL" clId="{275C0A60-D90C-44C4-BD8D-DBC9BC4C7ECB}" dt="2025-01-23T14:52:59.251" v="982" actId="47"/>
        <pc:sldMkLst>
          <pc:docMk/>
          <pc:sldMk cId="3723674086" sldId="256"/>
        </pc:sldMkLst>
      </pc:sldChg>
      <pc:sldChg chg="del">
        <pc:chgData name="Ariane Druart" userId="182083c8-0b3c-45c8-b02f-4ff9cc30a110" providerId="ADAL" clId="{275C0A60-D90C-44C4-BD8D-DBC9BC4C7ECB}" dt="2025-01-23T14:52:59.251" v="982" actId="47"/>
        <pc:sldMkLst>
          <pc:docMk/>
          <pc:sldMk cId="97040403" sldId="257"/>
        </pc:sldMkLst>
      </pc:sldChg>
      <pc:sldChg chg="del">
        <pc:chgData name="Ariane Druart" userId="182083c8-0b3c-45c8-b02f-4ff9cc30a110" providerId="ADAL" clId="{275C0A60-D90C-44C4-BD8D-DBC9BC4C7ECB}" dt="2025-01-23T14:52:59.251" v="982" actId="47"/>
        <pc:sldMkLst>
          <pc:docMk/>
          <pc:sldMk cId="3217476374" sldId="395"/>
        </pc:sldMkLst>
      </pc:sldChg>
      <pc:sldChg chg="del">
        <pc:chgData name="Ariane Druart" userId="182083c8-0b3c-45c8-b02f-4ff9cc30a110" providerId="ADAL" clId="{275C0A60-D90C-44C4-BD8D-DBC9BC4C7ECB}" dt="2025-01-23T14:52:59.251" v="982" actId="47"/>
        <pc:sldMkLst>
          <pc:docMk/>
          <pc:sldMk cId="1886930155" sldId="398"/>
        </pc:sldMkLst>
      </pc:sldChg>
      <pc:sldChg chg="del">
        <pc:chgData name="Ariane Druart" userId="182083c8-0b3c-45c8-b02f-4ff9cc30a110" providerId="ADAL" clId="{275C0A60-D90C-44C4-BD8D-DBC9BC4C7ECB}" dt="2025-01-23T14:52:59.251" v="982" actId="47"/>
        <pc:sldMkLst>
          <pc:docMk/>
          <pc:sldMk cId="3503816371" sldId="408"/>
        </pc:sldMkLst>
      </pc:sldChg>
      <pc:sldChg chg="del">
        <pc:chgData name="Ariane Druart" userId="182083c8-0b3c-45c8-b02f-4ff9cc30a110" providerId="ADAL" clId="{275C0A60-D90C-44C4-BD8D-DBC9BC4C7ECB}" dt="2025-01-23T14:52:59.251" v="982" actId="47"/>
        <pc:sldMkLst>
          <pc:docMk/>
          <pc:sldMk cId="2158984573" sldId="427"/>
        </pc:sldMkLst>
      </pc:sldChg>
      <pc:sldChg chg="del">
        <pc:chgData name="Ariane Druart" userId="182083c8-0b3c-45c8-b02f-4ff9cc30a110" providerId="ADAL" clId="{275C0A60-D90C-44C4-BD8D-DBC9BC4C7ECB}" dt="2025-01-23T14:52:59.251" v="982" actId="47"/>
        <pc:sldMkLst>
          <pc:docMk/>
          <pc:sldMk cId="174411986" sldId="430"/>
        </pc:sldMkLst>
      </pc:sldChg>
      <pc:sldChg chg="addSp delSp modSp mod">
        <pc:chgData name="Ariane Druart" userId="182083c8-0b3c-45c8-b02f-4ff9cc30a110" providerId="ADAL" clId="{275C0A60-D90C-44C4-BD8D-DBC9BC4C7ECB}" dt="2025-01-23T14:58:52.135" v="1052" actId="14100"/>
        <pc:sldMkLst>
          <pc:docMk/>
          <pc:sldMk cId="2070119259" sldId="436"/>
        </pc:sldMkLst>
      </pc:sldChg>
      <pc:sldChg chg="modSp mod">
        <pc:chgData name="Ariane Druart" userId="182083c8-0b3c-45c8-b02f-4ff9cc30a110" providerId="ADAL" clId="{275C0A60-D90C-44C4-BD8D-DBC9BC4C7ECB}" dt="2025-01-23T14:40:00.350" v="771" actId="14100"/>
        <pc:sldMkLst>
          <pc:docMk/>
          <pc:sldMk cId="915490990" sldId="437"/>
        </pc:sldMkLst>
      </pc:sldChg>
      <pc:sldChg chg="addSp modSp mod">
        <pc:chgData name="Ariane Druart" userId="182083c8-0b3c-45c8-b02f-4ff9cc30a110" providerId="ADAL" clId="{275C0A60-D90C-44C4-BD8D-DBC9BC4C7ECB}" dt="2025-01-24T09:00:56.888" v="1529" actId="14100"/>
        <pc:sldMkLst>
          <pc:docMk/>
          <pc:sldMk cId="3134624895" sldId="438"/>
        </pc:sldMkLst>
      </pc:sldChg>
      <pc:sldChg chg="modSp mod">
        <pc:chgData name="Ariane Druart" userId="182083c8-0b3c-45c8-b02f-4ff9cc30a110" providerId="ADAL" clId="{275C0A60-D90C-44C4-BD8D-DBC9BC4C7ECB}" dt="2025-01-23T14:53:42.212" v="1017" actId="20577"/>
        <pc:sldMkLst>
          <pc:docMk/>
          <pc:sldMk cId="1714581824" sldId="439"/>
        </pc:sldMkLst>
      </pc:sldChg>
      <pc:sldChg chg="del">
        <pc:chgData name="Ariane Druart" userId="182083c8-0b3c-45c8-b02f-4ff9cc30a110" providerId="ADAL" clId="{275C0A60-D90C-44C4-BD8D-DBC9BC4C7ECB}" dt="2025-01-23T14:52:59.251" v="982" actId="47"/>
        <pc:sldMkLst>
          <pc:docMk/>
          <pc:sldMk cId="3263344529" sldId="440"/>
        </pc:sldMkLst>
      </pc:sldChg>
      <pc:sldChg chg="del">
        <pc:chgData name="Ariane Druart" userId="182083c8-0b3c-45c8-b02f-4ff9cc30a110" providerId="ADAL" clId="{275C0A60-D90C-44C4-BD8D-DBC9BC4C7ECB}" dt="2025-01-23T14:52:59.251" v="982" actId="47"/>
        <pc:sldMkLst>
          <pc:docMk/>
          <pc:sldMk cId="460182347" sldId="441"/>
        </pc:sldMkLst>
      </pc:sldChg>
      <pc:sldChg chg="del">
        <pc:chgData name="Ariane Druart" userId="182083c8-0b3c-45c8-b02f-4ff9cc30a110" providerId="ADAL" clId="{275C0A60-D90C-44C4-BD8D-DBC9BC4C7ECB}" dt="2025-01-23T14:52:59.251" v="982" actId="47"/>
        <pc:sldMkLst>
          <pc:docMk/>
          <pc:sldMk cId="1155484375" sldId="442"/>
        </pc:sldMkLst>
      </pc:sldChg>
      <pc:sldChg chg="del">
        <pc:chgData name="Ariane Druart" userId="182083c8-0b3c-45c8-b02f-4ff9cc30a110" providerId="ADAL" clId="{275C0A60-D90C-44C4-BD8D-DBC9BC4C7ECB}" dt="2025-01-23T14:52:59.251" v="982" actId="47"/>
        <pc:sldMkLst>
          <pc:docMk/>
          <pc:sldMk cId="222427201" sldId="443"/>
        </pc:sldMkLst>
      </pc:sldChg>
      <pc:sldChg chg="del">
        <pc:chgData name="Ariane Druart" userId="182083c8-0b3c-45c8-b02f-4ff9cc30a110" providerId="ADAL" clId="{275C0A60-D90C-44C4-BD8D-DBC9BC4C7ECB}" dt="2025-01-23T14:53:05.691" v="983" actId="47"/>
        <pc:sldMkLst>
          <pc:docMk/>
          <pc:sldMk cId="2991071070" sldId="444"/>
        </pc:sldMkLst>
      </pc:sldChg>
      <pc:sldChg chg="modSp mod">
        <pc:chgData name="Ariane Druart" userId="182083c8-0b3c-45c8-b02f-4ff9cc30a110" providerId="ADAL" clId="{275C0A60-D90C-44C4-BD8D-DBC9BC4C7ECB}" dt="2025-01-24T10:20:29.096" v="1604" actId="14100"/>
        <pc:sldMkLst>
          <pc:docMk/>
          <pc:sldMk cId="1832129411" sldId="445"/>
        </pc:sldMkLst>
      </pc:sldChg>
      <pc:sldChg chg="addSp delSp modSp mod">
        <pc:chgData name="Ariane Druart" userId="182083c8-0b3c-45c8-b02f-4ff9cc30a110" providerId="ADAL" clId="{275C0A60-D90C-44C4-BD8D-DBC9BC4C7ECB}" dt="2025-01-23T16:27:07.239" v="1465" actId="14100"/>
        <pc:sldMkLst>
          <pc:docMk/>
          <pc:sldMk cId="3762244061" sldId="446"/>
        </pc:sldMkLst>
      </pc:sldChg>
      <pc:sldChg chg="modSp mod">
        <pc:chgData name="Ariane Druart" userId="182083c8-0b3c-45c8-b02f-4ff9cc30a110" providerId="ADAL" clId="{275C0A60-D90C-44C4-BD8D-DBC9BC4C7ECB}" dt="2025-01-23T16:12:42.149" v="1317" actId="1076"/>
        <pc:sldMkLst>
          <pc:docMk/>
          <pc:sldMk cId="189379642" sldId="448"/>
        </pc:sldMkLst>
      </pc:sldChg>
      <pc:sldChg chg="add del">
        <pc:chgData name="Ariane Druart" userId="182083c8-0b3c-45c8-b02f-4ff9cc30a110" providerId="ADAL" clId="{275C0A60-D90C-44C4-BD8D-DBC9BC4C7ECB}" dt="2025-01-23T14:54:14.537" v="1022" actId="47"/>
        <pc:sldMkLst>
          <pc:docMk/>
          <pc:sldMk cId="2570197652" sldId="449"/>
        </pc:sldMkLst>
      </pc:sldChg>
      <pc:sldChg chg="modSp add mod ord modClrScheme chgLayout">
        <pc:chgData name="Ariane Druart" userId="182083c8-0b3c-45c8-b02f-4ff9cc30a110" providerId="ADAL" clId="{275C0A60-D90C-44C4-BD8D-DBC9BC4C7ECB}" dt="2025-01-23T14:56:59.586" v="1047" actId="207"/>
        <pc:sldMkLst>
          <pc:docMk/>
          <pc:sldMk cId="1717110519" sldId="450"/>
        </pc:sldMkLst>
      </pc:sldChg>
      <pc:sldChg chg="addSp delSp modSp add mod">
        <pc:chgData name="Ariane Druart" userId="182083c8-0b3c-45c8-b02f-4ff9cc30a110" providerId="ADAL" clId="{275C0A60-D90C-44C4-BD8D-DBC9BC4C7ECB}" dt="2025-01-23T16:26:50.306" v="1459" actId="20577"/>
        <pc:sldMkLst>
          <pc:docMk/>
          <pc:sldMk cId="2773735161" sldId="451"/>
        </pc:sldMkLst>
      </pc:sldChg>
      <pc:sldChg chg="addSp delSp modSp add mod">
        <pc:chgData name="Ariane Druart" userId="182083c8-0b3c-45c8-b02f-4ff9cc30a110" providerId="ADAL" clId="{275C0A60-D90C-44C4-BD8D-DBC9BC4C7ECB}" dt="2025-01-23T16:32:37.894" v="1520" actId="1076"/>
        <pc:sldMkLst>
          <pc:docMk/>
          <pc:sldMk cId="39500007" sldId="452"/>
        </pc:sldMkLst>
      </pc:sldChg>
      <pc:sldChg chg="delSp modSp add mod">
        <pc:chgData name="Ariane Druart" userId="182083c8-0b3c-45c8-b02f-4ff9cc30a110" providerId="ADAL" clId="{275C0A60-D90C-44C4-BD8D-DBC9BC4C7ECB}" dt="2025-01-27T09:32:48.449" v="2655" actId="14100"/>
        <pc:sldMkLst>
          <pc:docMk/>
          <pc:sldMk cId="3390475130" sldId="453"/>
        </pc:sldMkLst>
      </pc:sldChg>
      <pc:sldMasterChg chg="modSp mod modSldLayout">
        <pc:chgData name="Ariane Druart" userId="182083c8-0b3c-45c8-b02f-4ff9cc30a110" providerId="ADAL" clId="{275C0A60-D90C-44C4-BD8D-DBC9BC4C7ECB}" dt="2025-01-24T09:01:46.356" v="1546" actId="20577"/>
        <pc:sldMasterMkLst>
          <pc:docMk/>
          <pc:sldMasterMk cId="3055626266" sldId="2147483687"/>
        </pc:sldMasterMkLst>
        <pc:sldLayoutChg chg="modSp mod">
          <pc:chgData name="Ariane Druart" userId="182083c8-0b3c-45c8-b02f-4ff9cc30a110" providerId="ADAL" clId="{275C0A60-D90C-44C4-BD8D-DBC9BC4C7ECB}" dt="2025-01-23T14:56:08.822" v="1045" actId="20577"/>
          <pc:sldLayoutMkLst>
            <pc:docMk/>
            <pc:sldMasterMk cId="3055626266" sldId="2147483687"/>
            <pc:sldLayoutMk cId="717657784" sldId="2147483691"/>
          </pc:sldLayoutMkLst>
        </pc:sldLayoutChg>
      </pc:sldMasterChg>
      <pc:sldMasterChg chg="modSp mod delSldLayout">
        <pc:chgData name="Ariane Druart" userId="182083c8-0b3c-45c8-b02f-4ff9cc30a110" providerId="ADAL" clId="{275C0A60-D90C-44C4-BD8D-DBC9BC4C7ECB}" dt="2025-01-24T09:02:32.366" v="1570" actId="20577"/>
        <pc:sldMasterMkLst>
          <pc:docMk/>
          <pc:sldMasterMk cId="2172062484" sldId="2147483699"/>
        </pc:sldMasterMkLst>
        <pc:sldLayoutChg chg="del">
          <pc:chgData name="Ariane Druart" userId="182083c8-0b3c-45c8-b02f-4ff9cc30a110" providerId="ADAL" clId="{275C0A60-D90C-44C4-BD8D-DBC9BC4C7ECB}" dt="2025-01-23T14:52:59.251" v="982" actId="47"/>
          <pc:sldLayoutMkLst>
            <pc:docMk/>
            <pc:sldMasterMk cId="2172062484" sldId="2147483699"/>
            <pc:sldLayoutMk cId="3210252503" sldId="2147483736"/>
          </pc:sldLayoutMkLst>
        </pc:sldLayoutChg>
        <pc:sldLayoutChg chg="del">
          <pc:chgData name="Ariane Druart" userId="182083c8-0b3c-45c8-b02f-4ff9cc30a110" providerId="ADAL" clId="{275C0A60-D90C-44C4-BD8D-DBC9BC4C7ECB}" dt="2025-01-23T14:52:59.251" v="982" actId="47"/>
          <pc:sldLayoutMkLst>
            <pc:docMk/>
            <pc:sldMasterMk cId="2172062484" sldId="2147483699"/>
            <pc:sldLayoutMk cId="2781335522" sldId="2147483737"/>
          </pc:sldLayoutMkLst>
        </pc:sldLayoutChg>
        <pc:sldLayoutChg chg="del">
          <pc:chgData name="Ariane Druart" userId="182083c8-0b3c-45c8-b02f-4ff9cc30a110" providerId="ADAL" clId="{275C0A60-D90C-44C4-BD8D-DBC9BC4C7ECB}" dt="2025-01-23T14:54:14.537" v="1022" actId="47"/>
          <pc:sldLayoutMkLst>
            <pc:docMk/>
            <pc:sldMasterMk cId="2172062484" sldId="2147483699"/>
            <pc:sldLayoutMk cId="1924192857" sldId="2147483747"/>
          </pc:sldLayoutMkLst>
        </pc:sldLayoutChg>
      </pc:sldMasterChg>
      <pc:sldMasterChg chg="modSldLayout sldLayoutOrd">
        <pc:chgData name="Ariane Druart" userId="182083c8-0b3c-45c8-b02f-4ff9cc30a110" providerId="ADAL" clId="{275C0A60-D90C-44C4-BD8D-DBC9BC4C7ECB}" dt="2025-01-23T14:54:47.153" v="1025" actId="20578"/>
        <pc:sldMasterMkLst>
          <pc:docMk/>
          <pc:sldMasterMk cId="3055626266" sldId="2147483706"/>
        </pc:sldMasterMkLst>
        <pc:sldLayoutChg chg="ord">
          <pc:chgData name="Ariane Druart" userId="182083c8-0b3c-45c8-b02f-4ff9cc30a110" providerId="ADAL" clId="{275C0A60-D90C-44C4-BD8D-DBC9BC4C7ECB}" dt="2025-01-23T14:54:47.153" v="1025" actId="20578"/>
          <pc:sldLayoutMkLst>
            <pc:docMk/>
            <pc:sldMasterMk cId="3055626266" sldId="2147483706"/>
            <pc:sldLayoutMk cId="524182632" sldId="2147483703"/>
          </pc:sldLayoutMkLst>
        </pc:sldLayoutChg>
        <pc:sldLayoutChg chg="ord">
          <pc:chgData name="Ariane Druart" userId="182083c8-0b3c-45c8-b02f-4ff9cc30a110" providerId="ADAL" clId="{275C0A60-D90C-44C4-BD8D-DBC9BC4C7ECB}" dt="2025-01-23T14:54:40.808" v="1024" actId="20578"/>
          <pc:sldLayoutMkLst>
            <pc:docMk/>
            <pc:sldMasterMk cId="3055626266" sldId="2147483706"/>
            <pc:sldLayoutMk cId="717657784" sldId="2147483705"/>
          </pc:sldLayoutMkLst>
        </pc:sldLayoutChg>
      </pc:sldMasterChg>
      <pc:sldMasterChg chg="del delSldLayout">
        <pc:chgData name="Ariane Druart" userId="182083c8-0b3c-45c8-b02f-4ff9cc30a110" providerId="ADAL" clId="{275C0A60-D90C-44C4-BD8D-DBC9BC4C7ECB}" dt="2025-01-23T14:52:59.251" v="982" actId="47"/>
        <pc:sldMasterMkLst>
          <pc:docMk/>
          <pc:sldMasterMk cId="776421730" sldId="2147483722"/>
        </pc:sldMasterMkLst>
        <pc:sldLayoutChg chg="del">
          <pc:chgData name="Ariane Druart" userId="182083c8-0b3c-45c8-b02f-4ff9cc30a110" providerId="ADAL" clId="{275C0A60-D90C-44C4-BD8D-DBC9BC4C7ECB}" dt="2025-01-23T14:52:59.251" v="982" actId="47"/>
          <pc:sldLayoutMkLst>
            <pc:docMk/>
            <pc:sldMasterMk cId="776421730" sldId="2147483722"/>
            <pc:sldLayoutMk cId="3106475096" sldId="2147483724"/>
          </pc:sldLayoutMkLst>
        </pc:sldLayoutChg>
      </pc:sldMasterChg>
      <pc:sldMasterChg chg="new del mod addSldLayout delSldLayout">
        <pc:chgData name="Ariane Druart" userId="182083c8-0b3c-45c8-b02f-4ff9cc30a110" providerId="ADAL" clId="{275C0A60-D90C-44C4-BD8D-DBC9BC4C7ECB}" dt="2025-01-23T14:56:00.230" v="1036" actId="6938"/>
        <pc:sldMasterMkLst>
          <pc:docMk/>
          <pc:sldMasterMk cId="3549742895" sldId="2147483747"/>
        </pc:sldMasterMkLst>
        <pc:sldLayoutChg chg="new del replId">
          <pc:chgData name="Ariane Druart" userId="182083c8-0b3c-45c8-b02f-4ff9cc30a110" providerId="ADAL" clId="{275C0A60-D90C-44C4-BD8D-DBC9BC4C7ECB}" dt="2025-01-23T14:56:00.230" v="1036" actId="6938"/>
          <pc:sldLayoutMkLst>
            <pc:docMk/>
            <pc:sldMasterMk cId="3549742895" sldId="2147483747"/>
            <pc:sldLayoutMk cId="2669781294" sldId="2147483748"/>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3413245565" sldId="2147483749"/>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4061661680" sldId="2147483750"/>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1595048422" sldId="2147483751"/>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1886608929" sldId="2147483752"/>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3522423743" sldId="2147483753"/>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50393398" sldId="2147483754"/>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503804653" sldId="2147483755"/>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3150819417" sldId="2147483756"/>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2209224899" sldId="2147483757"/>
          </pc:sldLayoutMkLst>
        </pc:sldLayoutChg>
        <pc:sldLayoutChg chg="new del replId">
          <pc:chgData name="Ariane Druart" userId="182083c8-0b3c-45c8-b02f-4ff9cc30a110" providerId="ADAL" clId="{275C0A60-D90C-44C4-BD8D-DBC9BC4C7ECB}" dt="2025-01-23T14:56:00.230" v="1036" actId="6938"/>
          <pc:sldLayoutMkLst>
            <pc:docMk/>
            <pc:sldMasterMk cId="3549742895" sldId="2147483747"/>
            <pc:sldLayoutMk cId="3861613019" sldId="2147483758"/>
          </pc:sldLayoutMkLst>
        </pc:sldLayoutChg>
      </pc:sldMasterChg>
    </pc:docChg>
  </pc:docChgLst>
  <pc:docChgLst>
    <pc:chgData name="Colas Robert" userId="2f029922-3248-4ca1-aebf-76193efb765b" providerId="ADAL" clId="{5D10AAEE-ADC9-430B-83AA-9B168AAB17FD}"/>
    <pc:docChg chg="custSel modSld modMainMaster">
      <pc:chgData name="Colas Robert" userId="2f029922-3248-4ca1-aebf-76193efb765b" providerId="ADAL" clId="{5D10AAEE-ADC9-430B-83AA-9B168AAB17FD}" dt="2024-07-05T12:56:43.692" v="157" actId="403"/>
      <pc:docMkLst>
        <pc:docMk/>
      </pc:docMkLst>
      <pc:sldChg chg="modSp mod">
        <pc:chgData name="Colas Robert" userId="2f029922-3248-4ca1-aebf-76193efb765b" providerId="ADAL" clId="{5D10AAEE-ADC9-430B-83AA-9B168AAB17FD}" dt="2024-07-01T14:11:57.970" v="9" actId="20577"/>
        <pc:sldMkLst>
          <pc:docMk/>
          <pc:sldMk cId="1714581824" sldId="439"/>
        </pc:sldMkLst>
      </pc:sldChg>
      <pc:sldMasterChg chg="modSp mod modSldLayout">
        <pc:chgData name="Colas Robert" userId="2f029922-3248-4ca1-aebf-76193efb765b" providerId="ADAL" clId="{5D10AAEE-ADC9-430B-83AA-9B168AAB17FD}" dt="2024-07-05T12:56:35.594" v="154" actId="2085"/>
        <pc:sldMasterMkLst>
          <pc:docMk/>
          <pc:sldMasterMk cId="2172062484" sldId="2147483672"/>
        </pc:sldMasterMkLst>
        <pc:sldLayoutChg chg="modSp mod">
          <pc:chgData name="Colas Robert" userId="2f029922-3248-4ca1-aebf-76193efb765b" providerId="ADAL" clId="{5D10AAEE-ADC9-430B-83AA-9B168AAB17FD}" dt="2024-07-01T16:05:18.040" v="26" actId="14100"/>
          <pc:sldLayoutMkLst>
            <pc:docMk/>
            <pc:sldMasterMk cId="2172062484" sldId="2147483672"/>
            <pc:sldLayoutMk cId="3524854023" sldId="2147483685"/>
          </pc:sldLayoutMkLst>
        </pc:sldLayoutChg>
        <pc:sldLayoutChg chg="modSp mod">
          <pc:chgData name="Colas Robert" userId="2f029922-3248-4ca1-aebf-76193efb765b" providerId="ADAL" clId="{5D10AAEE-ADC9-430B-83AA-9B168AAB17FD}" dt="2024-07-01T16:05:11.941" v="25" actId="14100"/>
          <pc:sldLayoutMkLst>
            <pc:docMk/>
            <pc:sldMasterMk cId="2172062484" sldId="2147483672"/>
            <pc:sldLayoutMk cId="1977681766" sldId="2147483686"/>
          </pc:sldLayoutMkLst>
        </pc:sldLayoutChg>
        <pc:sldLayoutChg chg="modSp mod">
          <pc:chgData name="Colas Robert" userId="2f029922-3248-4ca1-aebf-76193efb765b" providerId="ADAL" clId="{5D10AAEE-ADC9-430B-83AA-9B168AAB17FD}" dt="2024-07-01T16:04:58.123" v="20" actId="1076"/>
          <pc:sldLayoutMkLst>
            <pc:docMk/>
            <pc:sldMasterMk cId="2172062484" sldId="2147483672"/>
            <pc:sldLayoutMk cId="4072519753" sldId="2147483693"/>
          </pc:sldLayoutMkLst>
        </pc:sldLayoutChg>
      </pc:sldMasterChg>
      <pc:sldMasterChg chg="modSp mod">
        <pc:chgData name="Colas Robert" userId="2f029922-3248-4ca1-aebf-76193efb765b" providerId="ADAL" clId="{5D10AAEE-ADC9-430B-83AA-9B168AAB17FD}" dt="2024-07-05T12:56:43.692" v="157" actId="403"/>
        <pc:sldMasterMkLst>
          <pc:docMk/>
          <pc:sldMasterMk cId="3055626266" sldId="2147483687"/>
        </pc:sldMasterMkLst>
      </pc:sldMasterChg>
      <pc:sldMasterChg chg="modSp mod">
        <pc:chgData name="Colas Robert" userId="2f029922-3248-4ca1-aebf-76193efb765b" providerId="ADAL" clId="{5D10AAEE-ADC9-430B-83AA-9B168AAB17FD}" dt="2024-07-01T16:07:04.495" v="71" actId="790"/>
        <pc:sldMasterMkLst>
          <pc:docMk/>
          <pc:sldMasterMk cId="3836116420" sldId="2147483695"/>
        </pc:sldMasterMkLst>
      </pc:sldMasterChg>
      <pc:sldMasterChg chg="modSp mod modSldLayout">
        <pc:chgData name="Colas Robert" userId="2f029922-3248-4ca1-aebf-76193efb765b" providerId="ADAL" clId="{5D10AAEE-ADC9-430B-83AA-9B168AAB17FD}" dt="2024-07-05T12:56:15.676" v="147" actId="2085"/>
        <pc:sldMasterMkLst>
          <pc:docMk/>
          <pc:sldMasterMk cId="2172062484" sldId="2147483699"/>
        </pc:sldMasterMkLst>
        <pc:sldLayoutChg chg="modSp mod">
          <pc:chgData name="Colas Robert" userId="2f029922-3248-4ca1-aebf-76193efb765b" providerId="ADAL" clId="{5D10AAEE-ADC9-430B-83AA-9B168AAB17FD}" dt="2024-07-01T16:07:39.292" v="78" actId="14100"/>
          <pc:sldLayoutMkLst>
            <pc:docMk/>
            <pc:sldMasterMk cId="2172062484" sldId="2147483699"/>
            <pc:sldLayoutMk cId="1977681766" sldId="2147483700"/>
          </pc:sldLayoutMkLst>
        </pc:sldLayoutChg>
        <pc:sldLayoutChg chg="modSp mod">
          <pc:chgData name="Colas Robert" userId="2f029922-3248-4ca1-aebf-76193efb765b" providerId="ADAL" clId="{5D10AAEE-ADC9-430B-83AA-9B168AAB17FD}" dt="2024-07-01T16:07:30.384" v="74" actId="14100"/>
          <pc:sldLayoutMkLst>
            <pc:docMk/>
            <pc:sldMasterMk cId="2172062484" sldId="2147483699"/>
            <pc:sldLayoutMk cId="4072519753" sldId="2147483702"/>
          </pc:sldLayoutMkLst>
        </pc:sldLayoutChg>
        <pc:sldLayoutChg chg="modSp mod">
          <pc:chgData name="Colas Robert" userId="2f029922-3248-4ca1-aebf-76193efb765b" providerId="ADAL" clId="{5D10AAEE-ADC9-430B-83AA-9B168AAB17FD}" dt="2024-07-01T16:07:43.661" v="79" actId="14100"/>
          <pc:sldLayoutMkLst>
            <pc:docMk/>
            <pc:sldMasterMk cId="2172062484" sldId="2147483699"/>
            <pc:sldLayoutMk cId="2498260186" sldId="2147483735"/>
          </pc:sldLayoutMkLst>
        </pc:sldLayoutChg>
        <pc:sldLayoutChg chg="addSp delSp modSp mod">
          <pc:chgData name="Colas Robert" userId="2f029922-3248-4ca1-aebf-76193efb765b" providerId="ADAL" clId="{5D10AAEE-ADC9-430B-83AA-9B168AAB17FD}" dt="2024-07-01T14:15:13.971" v="16" actId="1076"/>
          <pc:sldLayoutMkLst>
            <pc:docMk/>
            <pc:sldMasterMk cId="2172062484" sldId="2147483699"/>
            <pc:sldLayoutMk cId="2781335522" sldId="2147483737"/>
          </pc:sldLayoutMkLst>
        </pc:sldLayoutChg>
      </pc:sldMasterChg>
      <pc:sldMasterChg chg="modSp mod">
        <pc:chgData name="Colas Robert" userId="2f029922-3248-4ca1-aebf-76193efb765b" providerId="ADAL" clId="{5D10AAEE-ADC9-430B-83AA-9B168AAB17FD}" dt="2024-07-05T12:56:24.510" v="150" actId="403"/>
        <pc:sldMasterMkLst>
          <pc:docMk/>
          <pc:sldMasterMk cId="3055626266" sldId="2147483706"/>
        </pc:sldMasterMkLst>
      </pc:sldMasterChg>
      <pc:sldMasterChg chg="modSp mod">
        <pc:chgData name="Colas Robert" userId="2f029922-3248-4ca1-aebf-76193efb765b" providerId="ADAL" clId="{5D10AAEE-ADC9-430B-83AA-9B168AAB17FD}" dt="2024-07-01T16:08:17.995" v="114" actId="790"/>
        <pc:sldMasterMkLst>
          <pc:docMk/>
          <pc:sldMasterMk cId="3836116420" sldId="2147483708"/>
        </pc:sldMasterMkLst>
      </pc:sldMasterChg>
      <pc:sldMasterChg chg="delSp modSp mod modSldLayout">
        <pc:chgData name="Colas Robert" userId="2f029922-3248-4ca1-aebf-76193efb765b" providerId="ADAL" clId="{5D10AAEE-ADC9-430B-83AA-9B168AAB17FD}" dt="2024-07-01T16:09:04.133" v="119" actId="2711"/>
        <pc:sldMasterMkLst>
          <pc:docMk/>
          <pc:sldMasterMk cId="776421730" sldId="2147483722"/>
        </pc:sldMasterMkLst>
        <pc:sldLayoutChg chg="modSp">
          <pc:chgData name="Colas Robert" userId="2f029922-3248-4ca1-aebf-76193efb765b" providerId="ADAL" clId="{5D10AAEE-ADC9-430B-83AA-9B168AAB17FD}" dt="2024-07-01T16:09:04.133" v="119" actId="2711"/>
          <pc:sldLayoutMkLst>
            <pc:docMk/>
            <pc:sldMasterMk cId="776421730" sldId="2147483722"/>
            <pc:sldLayoutMk cId="3106475096" sldId="2147483724"/>
          </pc:sldLayoutMkLst>
        </pc:sldLayoutChg>
      </pc:sldMasterChg>
      <pc:sldMasterChg chg="modSp mod modSldLayout">
        <pc:chgData name="Colas Robert" userId="2f029922-3248-4ca1-aebf-76193efb765b" providerId="ADAL" clId="{5D10AAEE-ADC9-430B-83AA-9B168AAB17FD}" dt="2024-07-05T12:55:52.963" v="143" actId="2085"/>
        <pc:sldMasterMkLst>
          <pc:docMk/>
          <pc:sldMasterMk cId="2172062484" sldId="2147483738"/>
        </pc:sldMasterMkLst>
        <pc:sldLayoutChg chg="modSp mod">
          <pc:chgData name="Colas Robert" userId="2f029922-3248-4ca1-aebf-76193efb765b" providerId="ADAL" clId="{5D10AAEE-ADC9-430B-83AA-9B168AAB17FD}" dt="2024-07-01T16:09:28.545" v="127" actId="14100"/>
          <pc:sldLayoutMkLst>
            <pc:docMk/>
            <pc:sldMasterMk cId="2172062484" sldId="2147483738"/>
            <pc:sldLayoutMk cId="4072519753" sldId="2147483739"/>
          </pc:sldLayoutMkLst>
        </pc:sldLayoutChg>
        <pc:sldLayoutChg chg="modSp mod">
          <pc:chgData name="Colas Robert" userId="2f029922-3248-4ca1-aebf-76193efb765b" providerId="ADAL" clId="{5D10AAEE-ADC9-430B-83AA-9B168AAB17FD}" dt="2024-07-01T16:09:15.729" v="122" actId="14100"/>
          <pc:sldLayoutMkLst>
            <pc:docMk/>
            <pc:sldMasterMk cId="2172062484" sldId="2147483738"/>
            <pc:sldLayoutMk cId="1977681766" sldId="2147483742"/>
          </pc:sldLayoutMkLst>
        </pc:sldLayoutChg>
      </pc:sldMasterChg>
      <pc:sldMasterChg chg="modSp mod">
        <pc:chgData name="Colas Robert" userId="2f029922-3248-4ca1-aebf-76193efb765b" providerId="ADAL" clId="{5D10AAEE-ADC9-430B-83AA-9B168AAB17FD}" dt="2024-07-05T12:55:22.360" v="135" actId="20577"/>
        <pc:sldMasterMkLst>
          <pc:docMk/>
          <pc:sldMasterMk cId="3055626266" sldId="2147483740"/>
        </pc:sldMasterMkLst>
      </pc:sldMasterChg>
      <pc:sldMasterChg chg="delSp modSp mod">
        <pc:chgData name="Colas Robert" userId="2f029922-3248-4ca1-aebf-76193efb765b" providerId="ADAL" clId="{5D10AAEE-ADC9-430B-83AA-9B168AAB17FD}" dt="2024-07-05T12:55:35.219" v="139" actId="1076"/>
        <pc:sldMasterMkLst>
          <pc:docMk/>
          <pc:sldMasterMk cId="2390871307" sldId="2147483745"/>
        </pc:sldMasterMkLst>
      </pc:sldMasterChg>
    </pc:docChg>
  </pc:docChgLst>
  <pc:docChgLst>
    <pc:chgData name="Jean-Pierre Chang" userId="7a5d3a12-f981-4a01-99aa-2e45acc807ae" providerId="ADAL" clId="{7EF64606-F79B-4BA7-82BF-DD27C6437E22}"/>
    <pc:docChg chg="undo redo custSel delSld modSld modMainMaster modNotesMaster modHandout">
      <pc:chgData name="Jean-Pierre Chang" userId="7a5d3a12-f981-4a01-99aa-2e45acc807ae" providerId="ADAL" clId="{7EF64606-F79B-4BA7-82BF-DD27C6437E22}" dt="2025-10-07T15:03:03.682" v="1644" actId="14100"/>
      <pc:docMkLst>
        <pc:docMk/>
      </pc:docMkLst>
      <pc:sldChg chg="modSp mod">
        <pc:chgData name="Jean-Pierre Chang" userId="7a5d3a12-f981-4a01-99aa-2e45acc807ae" providerId="ADAL" clId="{7EF64606-F79B-4BA7-82BF-DD27C6437E22}" dt="2025-10-05T09:34:39.350" v="1437" actId="207"/>
        <pc:sldMkLst>
          <pc:docMk/>
          <pc:sldMk cId="2070119259" sldId="436"/>
        </pc:sldMkLst>
        <pc:spChg chg="mod">
          <ac:chgData name="Jean-Pierre Chang" userId="7a5d3a12-f981-4a01-99aa-2e45acc807ae" providerId="ADAL" clId="{7EF64606-F79B-4BA7-82BF-DD27C6437E22}" dt="2025-10-05T09:34:08.085" v="1432"/>
          <ac:spMkLst>
            <pc:docMk/>
            <pc:sldMk cId="2070119259" sldId="436"/>
            <ac:spMk id="3" creationId="{E0F770EB-449B-0A6F-A341-5007C2AEA25B}"/>
          </ac:spMkLst>
        </pc:spChg>
        <pc:spChg chg="mod">
          <ac:chgData name="Jean-Pierre Chang" userId="7a5d3a12-f981-4a01-99aa-2e45acc807ae" providerId="ADAL" clId="{7EF64606-F79B-4BA7-82BF-DD27C6437E22}" dt="2025-10-05T09:34:39.350" v="1437" actId="207"/>
          <ac:spMkLst>
            <pc:docMk/>
            <pc:sldMk cId="2070119259" sldId="436"/>
            <ac:spMk id="5" creationId="{BA5121D3-973F-824E-9D4E-1C96E8D35047}"/>
          </ac:spMkLst>
        </pc:spChg>
        <pc:spChg chg="mod">
          <ac:chgData name="Jean-Pierre Chang" userId="7a5d3a12-f981-4a01-99aa-2e45acc807ae" providerId="ADAL" clId="{7EF64606-F79B-4BA7-82BF-DD27C6437E22}" dt="2025-10-05T09:16:16.799" v="744" actId="790"/>
          <ac:spMkLst>
            <pc:docMk/>
            <pc:sldMk cId="2070119259" sldId="436"/>
            <ac:spMk id="9" creationId="{B4556FEA-D65A-2646-A854-BEEAB30BFFBF}"/>
          </ac:spMkLst>
        </pc:spChg>
        <pc:spChg chg="mod">
          <ac:chgData name="Jean-Pierre Chang" userId="7a5d3a12-f981-4a01-99aa-2e45acc807ae" providerId="ADAL" clId="{7EF64606-F79B-4BA7-82BF-DD27C6437E22}" dt="2025-10-05T09:16:16.799" v="744" actId="790"/>
          <ac:spMkLst>
            <pc:docMk/>
            <pc:sldMk cId="2070119259" sldId="436"/>
            <ac:spMk id="11" creationId="{D8E9EFD9-6574-3086-6675-204A5091F758}"/>
          </ac:spMkLst>
        </pc:spChg>
        <pc:spChg chg="mod">
          <ac:chgData name="Jean-Pierre Chang" userId="7a5d3a12-f981-4a01-99aa-2e45acc807ae" providerId="ADAL" clId="{7EF64606-F79B-4BA7-82BF-DD27C6437E22}" dt="2025-10-05T09:16:16.799" v="744" actId="790"/>
          <ac:spMkLst>
            <pc:docMk/>
            <pc:sldMk cId="2070119259" sldId="436"/>
            <ac:spMk id="12" creationId="{4EE7E82E-52DF-7074-E97F-14E886412530}"/>
          </ac:spMkLst>
        </pc:spChg>
        <pc:spChg chg="mod">
          <ac:chgData name="Jean-Pierre Chang" userId="7a5d3a12-f981-4a01-99aa-2e45acc807ae" providerId="ADAL" clId="{7EF64606-F79B-4BA7-82BF-DD27C6437E22}" dt="2025-10-05T09:16:16.799" v="744" actId="790"/>
          <ac:spMkLst>
            <pc:docMk/>
            <pc:sldMk cId="2070119259" sldId="436"/>
            <ac:spMk id="13" creationId="{95A74085-4D43-2011-5446-22B0BC5D3417}"/>
          </ac:spMkLst>
        </pc:spChg>
        <pc:spChg chg="mod">
          <ac:chgData name="Jean-Pierre Chang" userId="7a5d3a12-f981-4a01-99aa-2e45acc807ae" providerId="ADAL" clId="{7EF64606-F79B-4BA7-82BF-DD27C6437E22}" dt="2025-10-05T09:16:16.799" v="744" actId="790"/>
          <ac:spMkLst>
            <pc:docMk/>
            <pc:sldMk cId="2070119259" sldId="436"/>
            <ac:spMk id="14" creationId="{29CD6A1D-77BC-4282-675C-6C9ECAB37325}"/>
          </ac:spMkLst>
        </pc:spChg>
      </pc:sldChg>
      <pc:sldChg chg="addSp modSp mod">
        <pc:chgData name="Jean-Pierre Chang" userId="7a5d3a12-f981-4a01-99aa-2e45acc807ae" providerId="ADAL" clId="{7EF64606-F79B-4BA7-82BF-DD27C6437E22}" dt="2025-10-05T09:16:16.799" v="744" actId="790"/>
        <pc:sldMkLst>
          <pc:docMk/>
          <pc:sldMk cId="3134624895" sldId="438"/>
        </pc:sldMkLst>
        <pc:spChg chg="mod">
          <ac:chgData name="Jean-Pierre Chang" userId="7a5d3a12-f981-4a01-99aa-2e45acc807ae" providerId="ADAL" clId="{7EF64606-F79B-4BA7-82BF-DD27C6437E22}" dt="2025-10-05T09:16:16.799" v="744" actId="790"/>
          <ac:spMkLst>
            <pc:docMk/>
            <pc:sldMk cId="3134624895" sldId="438"/>
            <ac:spMk id="2" creationId="{A564FD8F-91CB-95A5-3015-2C9B7960CC28}"/>
          </ac:spMkLst>
        </pc:spChg>
        <pc:spChg chg="mod">
          <ac:chgData name="Jean-Pierre Chang" userId="7a5d3a12-f981-4a01-99aa-2e45acc807ae" providerId="ADAL" clId="{7EF64606-F79B-4BA7-82BF-DD27C6437E22}" dt="2025-10-05T09:16:16.799" v="744" actId="790"/>
          <ac:spMkLst>
            <pc:docMk/>
            <pc:sldMk cId="3134624895" sldId="438"/>
            <ac:spMk id="3" creationId="{8C1A2ACB-4B0E-BE56-333A-07F0CF546D02}"/>
          </ac:spMkLst>
        </pc:spChg>
        <pc:picChg chg="add mod">
          <ac:chgData name="Jean-Pierre Chang" userId="7a5d3a12-f981-4a01-99aa-2e45acc807ae" providerId="ADAL" clId="{7EF64606-F79B-4BA7-82BF-DD27C6437E22}" dt="2025-10-05T08:55:26.645" v="292"/>
          <ac:picMkLst>
            <pc:docMk/>
            <pc:sldMk cId="3134624895" sldId="438"/>
            <ac:picMk id="5" creationId="{429EBDA0-99B9-549A-4D88-3CB59D93CA02}"/>
          </ac:picMkLst>
        </pc:picChg>
      </pc:sldChg>
      <pc:sldChg chg="modSp mod">
        <pc:chgData name="Jean-Pierre Chang" userId="7a5d3a12-f981-4a01-99aa-2e45acc807ae" providerId="ADAL" clId="{7EF64606-F79B-4BA7-82BF-DD27C6437E22}" dt="2025-10-05T09:16:16.799" v="744" actId="790"/>
        <pc:sldMkLst>
          <pc:docMk/>
          <pc:sldMk cId="1468199370" sldId="447"/>
        </pc:sldMkLst>
        <pc:spChg chg="mod">
          <ac:chgData name="Jean-Pierre Chang" userId="7a5d3a12-f981-4a01-99aa-2e45acc807ae" providerId="ADAL" clId="{7EF64606-F79B-4BA7-82BF-DD27C6437E22}" dt="2025-10-05T09:16:16.799" v="744" actId="790"/>
          <ac:spMkLst>
            <pc:docMk/>
            <pc:sldMk cId="1468199370" sldId="447"/>
            <ac:spMk id="2" creationId="{77DA37D9-1689-CA41-4B5D-3360B691CB99}"/>
          </ac:spMkLst>
        </pc:spChg>
        <pc:spChg chg="mod">
          <ac:chgData name="Jean-Pierre Chang" userId="7a5d3a12-f981-4a01-99aa-2e45acc807ae" providerId="ADAL" clId="{7EF64606-F79B-4BA7-82BF-DD27C6437E22}" dt="2025-10-05T09:16:16.799" v="744" actId="790"/>
          <ac:spMkLst>
            <pc:docMk/>
            <pc:sldMk cId="1468199370" sldId="447"/>
            <ac:spMk id="3" creationId="{4AA832EA-E3FB-F43F-38DF-D03873B2AAEC}"/>
          </ac:spMkLst>
        </pc:spChg>
        <pc:spChg chg="mod">
          <ac:chgData name="Jean-Pierre Chang" userId="7a5d3a12-f981-4a01-99aa-2e45acc807ae" providerId="ADAL" clId="{7EF64606-F79B-4BA7-82BF-DD27C6437E22}" dt="2025-10-05T09:16:16.799" v="744" actId="790"/>
          <ac:spMkLst>
            <pc:docMk/>
            <pc:sldMk cId="1468199370" sldId="447"/>
            <ac:spMk id="7" creationId="{A5C4B62A-45E0-329F-B81A-9921F4550CFB}"/>
          </ac:spMkLst>
        </pc:spChg>
      </pc:sldChg>
      <pc:sldChg chg="modSp del mod">
        <pc:chgData name="Jean-Pierre Chang" userId="7a5d3a12-f981-4a01-99aa-2e45acc807ae" providerId="ADAL" clId="{7EF64606-F79B-4BA7-82BF-DD27C6437E22}" dt="2025-10-05T20:01:00.006" v="1640" actId="47"/>
        <pc:sldMkLst>
          <pc:docMk/>
          <pc:sldMk cId="189379642" sldId="448"/>
        </pc:sldMkLst>
      </pc:sldChg>
      <pc:sldChg chg="modSp mod">
        <pc:chgData name="Jean-Pierre Chang" userId="7a5d3a12-f981-4a01-99aa-2e45acc807ae" providerId="ADAL" clId="{7EF64606-F79B-4BA7-82BF-DD27C6437E22}" dt="2025-10-05T09:16:16.799" v="744" actId="790"/>
        <pc:sldMkLst>
          <pc:docMk/>
          <pc:sldMk cId="1197562588" sldId="463"/>
        </pc:sldMkLst>
        <pc:spChg chg="mod">
          <ac:chgData name="Jean-Pierre Chang" userId="7a5d3a12-f981-4a01-99aa-2e45acc807ae" providerId="ADAL" clId="{7EF64606-F79B-4BA7-82BF-DD27C6437E22}" dt="2025-10-05T09:16:16.799" v="744" actId="790"/>
          <ac:spMkLst>
            <pc:docMk/>
            <pc:sldMk cId="1197562588" sldId="463"/>
            <ac:spMk id="2" creationId="{54E51A00-7FC4-7C31-FC70-DBEACC222603}"/>
          </ac:spMkLst>
        </pc:spChg>
        <pc:spChg chg="mod">
          <ac:chgData name="Jean-Pierre Chang" userId="7a5d3a12-f981-4a01-99aa-2e45acc807ae" providerId="ADAL" clId="{7EF64606-F79B-4BA7-82BF-DD27C6437E22}" dt="2025-10-05T09:16:16.799" v="744" actId="790"/>
          <ac:spMkLst>
            <pc:docMk/>
            <pc:sldMk cId="1197562588" sldId="463"/>
            <ac:spMk id="7" creationId="{FF8C2E7B-8B08-F028-6ACD-720C2E1E6B75}"/>
          </ac:spMkLst>
        </pc:spChg>
        <pc:spChg chg="mod">
          <ac:chgData name="Jean-Pierre Chang" userId="7a5d3a12-f981-4a01-99aa-2e45acc807ae" providerId="ADAL" clId="{7EF64606-F79B-4BA7-82BF-DD27C6437E22}" dt="2025-10-05T09:16:16.799" v="744" actId="790"/>
          <ac:spMkLst>
            <pc:docMk/>
            <pc:sldMk cId="1197562588" sldId="463"/>
            <ac:spMk id="17" creationId="{557C5BEA-71EF-DB8A-3A02-0D60543B5BE7}"/>
          </ac:spMkLst>
        </pc:spChg>
      </pc:sldChg>
      <pc:sldChg chg="modSp mod">
        <pc:chgData name="Jean-Pierre Chang" userId="7a5d3a12-f981-4a01-99aa-2e45acc807ae" providerId="ADAL" clId="{7EF64606-F79B-4BA7-82BF-DD27C6437E22}" dt="2025-10-05T09:42:04.441" v="1636" actId="6549"/>
        <pc:sldMkLst>
          <pc:docMk/>
          <pc:sldMk cId="954994106" sldId="464"/>
        </pc:sldMkLst>
        <pc:spChg chg="mod">
          <ac:chgData name="Jean-Pierre Chang" userId="7a5d3a12-f981-4a01-99aa-2e45acc807ae" providerId="ADAL" clId="{7EF64606-F79B-4BA7-82BF-DD27C6437E22}" dt="2025-10-05T09:16:16.799" v="744" actId="790"/>
          <ac:spMkLst>
            <pc:docMk/>
            <pc:sldMk cId="954994106" sldId="464"/>
            <ac:spMk id="2" creationId="{F952C2AC-BBC8-57D9-D65F-3F919C99FB53}"/>
          </ac:spMkLst>
        </pc:spChg>
        <pc:spChg chg="mod">
          <ac:chgData name="Jean-Pierre Chang" userId="7a5d3a12-f981-4a01-99aa-2e45acc807ae" providerId="ADAL" clId="{7EF64606-F79B-4BA7-82BF-DD27C6437E22}" dt="2025-10-05T09:42:04.441" v="1636" actId="6549"/>
          <ac:spMkLst>
            <pc:docMk/>
            <pc:sldMk cId="954994106" sldId="464"/>
            <ac:spMk id="5" creationId="{514303B6-26BA-1EE3-9313-BE36FFEEFD83}"/>
          </ac:spMkLst>
        </pc:spChg>
        <pc:spChg chg="mod">
          <ac:chgData name="Jean-Pierre Chang" userId="7a5d3a12-f981-4a01-99aa-2e45acc807ae" providerId="ADAL" clId="{7EF64606-F79B-4BA7-82BF-DD27C6437E22}" dt="2025-10-05T09:16:16.799" v="744" actId="790"/>
          <ac:spMkLst>
            <pc:docMk/>
            <pc:sldMk cId="954994106" sldId="464"/>
            <ac:spMk id="6" creationId="{674A0A4A-DACB-D386-51AD-12420B71449A}"/>
          </ac:spMkLst>
        </pc:spChg>
        <pc:spChg chg="mod">
          <ac:chgData name="Jean-Pierre Chang" userId="7a5d3a12-f981-4a01-99aa-2e45acc807ae" providerId="ADAL" clId="{7EF64606-F79B-4BA7-82BF-DD27C6437E22}" dt="2025-10-05T09:16:16.799" v="744" actId="790"/>
          <ac:spMkLst>
            <pc:docMk/>
            <pc:sldMk cId="954994106" sldId="464"/>
            <ac:spMk id="7" creationId="{58A681C1-C246-2926-9581-6D2358B84CDE}"/>
          </ac:spMkLst>
        </pc:spChg>
        <pc:spChg chg="mod">
          <ac:chgData name="Jean-Pierre Chang" userId="7a5d3a12-f981-4a01-99aa-2e45acc807ae" providerId="ADAL" clId="{7EF64606-F79B-4BA7-82BF-DD27C6437E22}" dt="2025-10-05T09:16:16.799" v="744" actId="790"/>
          <ac:spMkLst>
            <pc:docMk/>
            <pc:sldMk cId="954994106" sldId="464"/>
            <ac:spMk id="9" creationId="{6984E363-B638-93DB-FA41-4579AC567609}"/>
          </ac:spMkLst>
        </pc:spChg>
      </pc:sldChg>
      <pc:sldChg chg="modSp mod">
        <pc:chgData name="Jean-Pierre Chang" userId="7a5d3a12-f981-4a01-99aa-2e45acc807ae" providerId="ADAL" clId="{7EF64606-F79B-4BA7-82BF-DD27C6437E22}" dt="2025-10-05T09:16:16.799" v="744" actId="790"/>
        <pc:sldMkLst>
          <pc:docMk/>
          <pc:sldMk cId="273008926" sldId="465"/>
        </pc:sldMkLst>
        <pc:spChg chg="mod">
          <ac:chgData name="Jean-Pierre Chang" userId="7a5d3a12-f981-4a01-99aa-2e45acc807ae" providerId="ADAL" clId="{7EF64606-F79B-4BA7-82BF-DD27C6437E22}" dt="2025-10-05T09:16:16.799" v="744" actId="790"/>
          <ac:spMkLst>
            <pc:docMk/>
            <pc:sldMk cId="273008926" sldId="465"/>
            <ac:spMk id="2" creationId="{9C9B0E82-8CDD-5D88-DDDC-76EC47DD01FF}"/>
          </ac:spMkLst>
        </pc:spChg>
        <pc:spChg chg="mod">
          <ac:chgData name="Jean-Pierre Chang" userId="7a5d3a12-f981-4a01-99aa-2e45acc807ae" providerId="ADAL" clId="{7EF64606-F79B-4BA7-82BF-DD27C6437E22}" dt="2025-10-05T09:16:16.799" v="744" actId="790"/>
          <ac:spMkLst>
            <pc:docMk/>
            <pc:sldMk cId="273008926" sldId="465"/>
            <ac:spMk id="3" creationId="{C36BC741-8476-3A49-6CD4-40EFB0525E4E}"/>
          </ac:spMkLst>
        </pc:spChg>
        <pc:spChg chg="mod">
          <ac:chgData name="Jean-Pierre Chang" userId="7a5d3a12-f981-4a01-99aa-2e45acc807ae" providerId="ADAL" clId="{7EF64606-F79B-4BA7-82BF-DD27C6437E22}" dt="2025-10-05T09:16:16.799" v="744" actId="790"/>
          <ac:spMkLst>
            <pc:docMk/>
            <pc:sldMk cId="273008926" sldId="465"/>
            <ac:spMk id="5" creationId="{FFD9C8ED-8DE9-D75A-9C80-EFFDF3873A20}"/>
          </ac:spMkLst>
        </pc:spChg>
        <pc:spChg chg="mod">
          <ac:chgData name="Jean-Pierre Chang" userId="7a5d3a12-f981-4a01-99aa-2e45acc807ae" providerId="ADAL" clId="{7EF64606-F79B-4BA7-82BF-DD27C6437E22}" dt="2025-10-05T09:16:16.799" v="744" actId="790"/>
          <ac:spMkLst>
            <pc:docMk/>
            <pc:sldMk cId="273008926" sldId="465"/>
            <ac:spMk id="6" creationId="{2D6B38D1-2407-F345-3946-C3F96FD350F3}"/>
          </ac:spMkLst>
        </pc:spChg>
        <pc:spChg chg="mod">
          <ac:chgData name="Jean-Pierre Chang" userId="7a5d3a12-f981-4a01-99aa-2e45acc807ae" providerId="ADAL" clId="{7EF64606-F79B-4BA7-82BF-DD27C6437E22}" dt="2025-10-05T09:16:16.799" v="744" actId="790"/>
          <ac:spMkLst>
            <pc:docMk/>
            <pc:sldMk cId="273008926" sldId="465"/>
            <ac:spMk id="7" creationId="{E456D2D4-7B27-F752-669D-963FB0C4E8A9}"/>
          </ac:spMkLst>
        </pc:spChg>
        <pc:spChg chg="mod">
          <ac:chgData name="Jean-Pierre Chang" userId="7a5d3a12-f981-4a01-99aa-2e45acc807ae" providerId="ADAL" clId="{7EF64606-F79B-4BA7-82BF-DD27C6437E22}" dt="2025-10-05T09:16:16.799" v="744" actId="790"/>
          <ac:spMkLst>
            <pc:docMk/>
            <pc:sldMk cId="273008926" sldId="465"/>
            <ac:spMk id="8" creationId="{4B3D677F-9364-44DA-4CDC-A9553AB7A232}"/>
          </ac:spMkLst>
        </pc:spChg>
        <pc:spChg chg="mod">
          <ac:chgData name="Jean-Pierre Chang" userId="7a5d3a12-f981-4a01-99aa-2e45acc807ae" providerId="ADAL" clId="{7EF64606-F79B-4BA7-82BF-DD27C6437E22}" dt="2025-10-05T09:16:16.799" v="744" actId="790"/>
          <ac:spMkLst>
            <pc:docMk/>
            <pc:sldMk cId="273008926" sldId="465"/>
            <ac:spMk id="10" creationId="{F1F6AD99-0899-B8DB-FD8C-149ABB275080}"/>
          </ac:spMkLst>
        </pc:spChg>
        <pc:spChg chg="mod">
          <ac:chgData name="Jean-Pierre Chang" userId="7a5d3a12-f981-4a01-99aa-2e45acc807ae" providerId="ADAL" clId="{7EF64606-F79B-4BA7-82BF-DD27C6437E22}" dt="2025-10-05T09:16:16.799" v="744" actId="790"/>
          <ac:spMkLst>
            <pc:docMk/>
            <pc:sldMk cId="273008926" sldId="465"/>
            <ac:spMk id="11" creationId="{AA13B049-B343-B1A8-F6E0-586B7EF06403}"/>
          </ac:spMkLst>
        </pc:spChg>
      </pc:sldChg>
      <pc:sldChg chg="modSp mod">
        <pc:chgData name="Jean-Pierre Chang" userId="7a5d3a12-f981-4a01-99aa-2e45acc807ae" providerId="ADAL" clId="{7EF64606-F79B-4BA7-82BF-DD27C6437E22}" dt="2025-10-05T09:16:16.799" v="744" actId="790"/>
        <pc:sldMkLst>
          <pc:docMk/>
          <pc:sldMk cId="1456980969" sldId="466"/>
        </pc:sldMkLst>
        <pc:spChg chg="mod">
          <ac:chgData name="Jean-Pierre Chang" userId="7a5d3a12-f981-4a01-99aa-2e45acc807ae" providerId="ADAL" clId="{7EF64606-F79B-4BA7-82BF-DD27C6437E22}" dt="2025-10-05T09:16:16.799" v="744" actId="790"/>
          <ac:spMkLst>
            <pc:docMk/>
            <pc:sldMk cId="1456980969" sldId="466"/>
            <ac:spMk id="2" creationId="{9DB6C821-92A2-DC7F-D044-A94510CDD296}"/>
          </ac:spMkLst>
        </pc:spChg>
        <pc:spChg chg="mod">
          <ac:chgData name="Jean-Pierre Chang" userId="7a5d3a12-f981-4a01-99aa-2e45acc807ae" providerId="ADAL" clId="{7EF64606-F79B-4BA7-82BF-DD27C6437E22}" dt="2025-10-05T09:16:16.799" v="744" actId="790"/>
          <ac:spMkLst>
            <pc:docMk/>
            <pc:sldMk cId="1456980969" sldId="466"/>
            <ac:spMk id="3" creationId="{BE122458-4A62-8002-7A43-91C12D8A659F}"/>
          </ac:spMkLst>
        </pc:spChg>
        <pc:spChg chg="mod">
          <ac:chgData name="Jean-Pierre Chang" userId="7a5d3a12-f981-4a01-99aa-2e45acc807ae" providerId="ADAL" clId="{7EF64606-F79B-4BA7-82BF-DD27C6437E22}" dt="2025-10-05T09:16:16.799" v="744" actId="790"/>
          <ac:spMkLst>
            <pc:docMk/>
            <pc:sldMk cId="1456980969" sldId="466"/>
            <ac:spMk id="5" creationId="{80CF4982-80B4-D4A1-C00B-61BB8E55CD1C}"/>
          </ac:spMkLst>
        </pc:spChg>
        <pc:spChg chg="mod">
          <ac:chgData name="Jean-Pierre Chang" userId="7a5d3a12-f981-4a01-99aa-2e45acc807ae" providerId="ADAL" clId="{7EF64606-F79B-4BA7-82BF-DD27C6437E22}" dt="2025-10-05T09:16:16.799" v="744" actId="790"/>
          <ac:spMkLst>
            <pc:docMk/>
            <pc:sldMk cId="1456980969" sldId="466"/>
            <ac:spMk id="6" creationId="{FC2544D8-3611-2170-1C28-16E487C2FE2A}"/>
          </ac:spMkLst>
        </pc:spChg>
        <pc:spChg chg="mod">
          <ac:chgData name="Jean-Pierre Chang" userId="7a5d3a12-f981-4a01-99aa-2e45acc807ae" providerId="ADAL" clId="{7EF64606-F79B-4BA7-82BF-DD27C6437E22}" dt="2025-10-05T09:16:16.799" v="744" actId="790"/>
          <ac:spMkLst>
            <pc:docMk/>
            <pc:sldMk cId="1456980969" sldId="466"/>
            <ac:spMk id="7" creationId="{A269FDEC-EA85-0D5A-A3BC-3C3128503D64}"/>
          </ac:spMkLst>
        </pc:spChg>
      </pc:sldChg>
      <pc:sldChg chg="modSp mod">
        <pc:chgData name="Jean-Pierre Chang" userId="7a5d3a12-f981-4a01-99aa-2e45acc807ae" providerId="ADAL" clId="{7EF64606-F79B-4BA7-82BF-DD27C6437E22}" dt="2025-10-05T09:16:16.799" v="744" actId="790"/>
        <pc:sldMkLst>
          <pc:docMk/>
          <pc:sldMk cId="2460673464" sldId="467"/>
        </pc:sldMkLst>
        <pc:spChg chg="mod">
          <ac:chgData name="Jean-Pierre Chang" userId="7a5d3a12-f981-4a01-99aa-2e45acc807ae" providerId="ADAL" clId="{7EF64606-F79B-4BA7-82BF-DD27C6437E22}" dt="2025-10-05T09:16:16.799" v="744" actId="790"/>
          <ac:spMkLst>
            <pc:docMk/>
            <pc:sldMk cId="2460673464" sldId="467"/>
            <ac:spMk id="2" creationId="{00EE5C54-871B-3C0D-5B60-538294B90525}"/>
          </ac:spMkLst>
        </pc:spChg>
        <pc:spChg chg="mod">
          <ac:chgData name="Jean-Pierre Chang" userId="7a5d3a12-f981-4a01-99aa-2e45acc807ae" providerId="ADAL" clId="{7EF64606-F79B-4BA7-82BF-DD27C6437E22}" dt="2025-10-05T09:16:16.799" v="744" actId="790"/>
          <ac:spMkLst>
            <pc:docMk/>
            <pc:sldMk cId="2460673464" sldId="467"/>
            <ac:spMk id="3" creationId="{92151257-8F03-B2C4-071C-1D99395DC747}"/>
          </ac:spMkLst>
        </pc:spChg>
        <pc:spChg chg="mod">
          <ac:chgData name="Jean-Pierre Chang" userId="7a5d3a12-f981-4a01-99aa-2e45acc807ae" providerId="ADAL" clId="{7EF64606-F79B-4BA7-82BF-DD27C6437E22}" dt="2025-10-05T09:16:16.799" v="744" actId="790"/>
          <ac:spMkLst>
            <pc:docMk/>
            <pc:sldMk cId="2460673464" sldId="467"/>
            <ac:spMk id="4" creationId="{01276C89-F804-767A-95C8-1246622E3CA9}"/>
          </ac:spMkLst>
        </pc:spChg>
        <pc:spChg chg="mod">
          <ac:chgData name="Jean-Pierre Chang" userId="7a5d3a12-f981-4a01-99aa-2e45acc807ae" providerId="ADAL" clId="{7EF64606-F79B-4BA7-82BF-DD27C6437E22}" dt="2025-10-05T09:16:16.799" v="744" actId="790"/>
          <ac:spMkLst>
            <pc:docMk/>
            <pc:sldMk cId="2460673464" sldId="467"/>
            <ac:spMk id="5" creationId="{6D3F7879-94AE-FB3D-35EA-EAE5966CF131}"/>
          </ac:spMkLst>
        </pc:spChg>
        <pc:spChg chg="mod">
          <ac:chgData name="Jean-Pierre Chang" userId="7a5d3a12-f981-4a01-99aa-2e45acc807ae" providerId="ADAL" clId="{7EF64606-F79B-4BA7-82BF-DD27C6437E22}" dt="2025-10-05T09:16:16.799" v="744" actId="790"/>
          <ac:spMkLst>
            <pc:docMk/>
            <pc:sldMk cId="2460673464" sldId="467"/>
            <ac:spMk id="6" creationId="{A698A62C-3880-03D5-C82C-8E6BB0A4CD8B}"/>
          </ac:spMkLst>
        </pc:spChg>
        <pc:spChg chg="mod">
          <ac:chgData name="Jean-Pierre Chang" userId="7a5d3a12-f981-4a01-99aa-2e45acc807ae" providerId="ADAL" clId="{7EF64606-F79B-4BA7-82BF-DD27C6437E22}" dt="2025-10-05T09:16:16.799" v="744" actId="790"/>
          <ac:spMkLst>
            <pc:docMk/>
            <pc:sldMk cId="2460673464" sldId="467"/>
            <ac:spMk id="7" creationId="{C486C92C-647A-609D-EF3C-1297CE5D74A8}"/>
          </ac:spMkLst>
        </pc:spChg>
        <pc:spChg chg="mod">
          <ac:chgData name="Jean-Pierre Chang" userId="7a5d3a12-f981-4a01-99aa-2e45acc807ae" providerId="ADAL" clId="{7EF64606-F79B-4BA7-82BF-DD27C6437E22}" dt="2025-10-05T09:16:16.799" v="744" actId="790"/>
          <ac:spMkLst>
            <pc:docMk/>
            <pc:sldMk cId="2460673464" sldId="467"/>
            <ac:spMk id="8" creationId="{5537BCBF-30B5-6264-D8E3-45BC9DFEDCA5}"/>
          </ac:spMkLst>
        </pc:spChg>
        <pc:spChg chg="mod">
          <ac:chgData name="Jean-Pierre Chang" userId="7a5d3a12-f981-4a01-99aa-2e45acc807ae" providerId="ADAL" clId="{7EF64606-F79B-4BA7-82BF-DD27C6437E22}" dt="2025-10-05T09:16:16.799" v="744" actId="790"/>
          <ac:spMkLst>
            <pc:docMk/>
            <pc:sldMk cId="2460673464" sldId="467"/>
            <ac:spMk id="9" creationId="{3464DA4C-C5A0-706E-69FD-A29FEDDC6711}"/>
          </ac:spMkLst>
        </pc:spChg>
      </pc:sldChg>
      <pc:sldChg chg="modSp mod">
        <pc:chgData name="Jean-Pierre Chang" userId="7a5d3a12-f981-4a01-99aa-2e45acc807ae" providerId="ADAL" clId="{7EF64606-F79B-4BA7-82BF-DD27C6437E22}" dt="2025-10-05T09:16:16.799" v="744" actId="790"/>
        <pc:sldMkLst>
          <pc:docMk/>
          <pc:sldMk cId="1829214141" sldId="468"/>
        </pc:sldMkLst>
        <pc:spChg chg="mod">
          <ac:chgData name="Jean-Pierre Chang" userId="7a5d3a12-f981-4a01-99aa-2e45acc807ae" providerId="ADAL" clId="{7EF64606-F79B-4BA7-82BF-DD27C6437E22}" dt="2025-10-05T09:16:16.799" v="744" actId="790"/>
          <ac:spMkLst>
            <pc:docMk/>
            <pc:sldMk cId="1829214141" sldId="468"/>
            <ac:spMk id="2" creationId="{18EC9A9A-3B80-73A5-46B8-E4CB40FA73D2}"/>
          </ac:spMkLst>
        </pc:spChg>
        <pc:spChg chg="mod">
          <ac:chgData name="Jean-Pierre Chang" userId="7a5d3a12-f981-4a01-99aa-2e45acc807ae" providerId="ADAL" clId="{7EF64606-F79B-4BA7-82BF-DD27C6437E22}" dt="2025-10-05T09:16:16.799" v="744" actId="790"/>
          <ac:spMkLst>
            <pc:docMk/>
            <pc:sldMk cId="1829214141" sldId="468"/>
            <ac:spMk id="3" creationId="{76E386BD-2CFD-E858-5AD5-67857FEB01EF}"/>
          </ac:spMkLst>
        </pc:spChg>
        <pc:spChg chg="mod">
          <ac:chgData name="Jean-Pierre Chang" userId="7a5d3a12-f981-4a01-99aa-2e45acc807ae" providerId="ADAL" clId="{7EF64606-F79B-4BA7-82BF-DD27C6437E22}" dt="2025-10-05T09:16:16.799" v="744" actId="790"/>
          <ac:spMkLst>
            <pc:docMk/>
            <pc:sldMk cId="1829214141" sldId="468"/>
            <ac:spMk id="4" creationId="{434D48B5-A0FC-77C9-491F-9DED2675976E}"/>
          </ac:spMkLst>
        </pc:spChg>
        <pc:spChg chg="mod">
          <ac:chgData name="Jean-Pierre Chang" userId="7a5d3a12-f981-4a01-99aa-2e45acc807ae" providerId="ADAL" clId="{7EF64606-F79B-4BA7-82BF-DD27C6437E22}" dt="2025-10-05T09:16:16.799" v="744" actId="790"/>
          <ac:spMkLst>
            <pc:docMk/>
            <pc:sldMk cId="1829214141" sldId="468"/>
            <ac:spMk id="5" creationId="{8373CADD-7C6A-3700-39F1-3E193D05D327}"/>
          </ac:spMkLst>
        </pc:spChg>
        <pc:spChg chg="mod">
          <ac:chgData name="Jean-Pierre Chang" userId="7a5d3a12-f981-4a01-99aa-2e45acc807ae" providerId="ADAL" clId="{7EF64606-F79B-4BA7-82BF-DD27C6437E22}" dt="2025-10-05T09:16:16.799" v="744" actId="790"/>
          <ac:spMkLst>
            <pc:docMk/>
            <pc:sldMk cId="1829214141" sldId="468"/>
            <ac:spMk id="6" creationId="{C0213DA3-9808-2962-8D08-8FDFA12029C8}"/>
          </ac:spMkLst>
        </pc:spChg>
        <pc:spChg chg="mod">
          <ac:chgData name="Jean-Pierre Chang" userId="7a5d3a12-f981-4a01-99aa-2e45acc807ae" providerId="ADAL" clId="{7EF64606-F79B-4BA7-82BF-DD27C6437E22}" dt="2025-10-05T09:16:16.799" v="744" actId="790"/>
          <ac:spMkLst>
            <pc:docMk/>
            <pc:sldMk cId="1829214141" sldId="468"/>
            <ac:spMk id="7" creationId="{A55BC83D-97BA-B708-41D0-63FDD0120728}"/>
          </ac:spMkLst>
        </pc:spChg>
        <pc:spChg chg="mod">
          <ac:chgData name="Jean-Pierre Chang" userId="7a5d3a12-f981-4a01-99aa-2e45acc807ae" providerId="ADAL" clId="{7EF64606-F79B-4BA7-82BF-DD27C6437E22}" dt="2025-10-05T09:16:16.799" v="744" actId="790"/>
          <ac:spMkLst>
            <pc:docMk/>
            <pc:sldMk cId="1829214141" sldId="468"/>
            <ac:spMk id="8" creationId="{9FB6435E-7238-9410-1B99-F2247D9D1FC8}"/>
          </ac:spMkLst>
        </pc:spChg>
        <pc:spChg chg="mod">
          <ac:chgData name="Jean-Pierre Chang" userId="7a5d3a12-f981-4a01-99aa-2e45acc807ae" providerId="ADAL" clId="{7EF64606-F79B-4BA7-82BF-DD27C6437E22}" dt="2025-10-05T09:16:16.799" v="744" actId="790"/>
          <ac:spMkLst>
            <pc:docMk/>
            <pc:sldMk cId="1829214141" sldId="468"/>
            <ac:spMk id="9" creationId="{301E18C1-C746-2F78-7628-F698A488E2B8}"/>
          </ac:spMkLst>
        </pc:spChg>
      </pc:sldChg>
      <pc:sldChg chg="modSp mod">
        <pc:chgData name="Jean-Pierre Chang" userId="7a5d3a12-f981-4a01-99aa-2e45acc807ae" providerId="ADAL" clId="{7EF64606-F79B-4BA7-82BF-DD27C6437E22}" dt="2025-10-07T15:02:54.814" v="1643" actId="14100"/>
        <pc:sldMkLst>
          <pc:docMk/>
          <pc:sldMk cId="1839729977" sldId="469"/>
        </pc:sldMkLst>
        <pc:spChg chg="mod">
          <ac:chgData name="Jean-Pierre Chang" userId="7a5d3a12-f981-4a01-99aa-2e45acc807ae" providerId="ADAL" clId="{7EF64606-F79B-4BA7-82BF-DD27C6437E22}" dt="2025-10-05T09:16:16.799" v="744" actId="790"/>
          <ac:spMkLst>
            <pc:docMk/>
            <pc:sldMk cId="1839729977" sldId="469"/>
            <ac:spMk id="2" creationId="{11305066-ECAA-481C-42F5-899726BEB4CD}"/>
          </ac:spMkLst>
        </pc:spChg>
        <pc:spChg chg="mod">
          <ac:chgData name="Jean-Pierre Chang" userId="7a5d3a12-f981-4a01-99aa-2e45acc807ae" providerId="ADAL" clId="{7EF64606-F79B-4BA7-82BF-DD27C6437E22}" dt="2025-10-05T09:16:16.799" v="744" actId="790"/>
          <ac:spMkLst>
            <pc:docMk/>
            <pc:sldMk cId="1839729977" sldId="469"/>
            <ac:spMk id="3" creationId="{A7BED502-1127-6386-E52C-C441EA39A998}"/>
          </ac:spMkLst>
        </pc:spChg>
        <pc:spChg chg="mod">
          <ac:chgData name="Jean-Pierre Chang" userId="7a5d3a12-f981-4a01-99aa-2e45acc807ae" providerId="ADAL" clId="{7EF64606-F79B-4BA7-82BF-DD27C6437E22}" dt="2025-10-05T09:16:16.799" v="744" actId="790"/>
          <ac:spMkLst>
            <pc:docMk/>
            <pc:sldMk cId="1839729977" sldId="469"/>
            <ac:spMk id="5" creationId="{57887851-A756-F310-1B12-A8CD076EB25A}"/>
          </ac:spMkLst>
        </pc:spChg>
        <pc:spChg chg="mod">
          <ac:chgData name="Jean-Pierre Chang" userId="7a5d3a12-f981-4a01-99aa-2e45acc807ae" providerId="ADAL" clId="{7EF64606-F79B-4BA7-82BF-DD27C6437E22}" dt="2025-10-05T09:16:16.799" v="744" actId="790"/>
          <ac:spMkLst>
            <pc:docMk/>
            <pc:sldMk cId="1839729977" sldId="469"/>
            <ac:spMk id="7" creationId="{7F300F8C-2C92-E2EA-1469-01DAF512BEF8}"/>
          </ac:spMkLst>
        </pc:spChg>
        <pc:spChg chg="mod">
          <ac:chgData name="Jean-Pierre Chang" userId="7a5d3a12-f981-4a01-99aa-2e45acc807ae" providerId="ADAL" clId="{7EF64606-F79B-4BA7-82BF-DD27C6437E22}" dt="2025-10-05T09:16:16.799" v="744" actId="790"/>
          <ac:spMkLst>
            <pc:docMk/>
            <pc:sldMk cId="1839729977" sldId="469"/>
            <ac:spMk id="13" creationId="{866C8200-C40D-8908-C907-EC1B1B593D06}"/>
          </ac:spMkLst>
        </pc:spChg>
        <pc:spChg chg="mod">
          <ac:chgData name="Jean-Pierre Chang" userId="7a5d3a12-f981-4a01-99aa-2e45acc807ae" providerId="ADAL" clId="{7EF64606-F79B-4BA7-82BF-DD27C6437E22}" dt="2025-10-05T09:16:50.496" v="759" actId="20577"/>
          <ac:spMkLst>
            <pc:docMk/>
            <pc:sldMk cId="1839729977" sldId="469"/>
            <ac:spMk id="14" creationId="{9255D91E-2683-A8D7-3787-0BCC5CB85661}"/>
          </ac:spMkLst>
        </pc:spChg>
        <pc:picChg chg="mod">
          <ac:chgData name="Jean-Pierre Chang" userId="7a5d3a12-f981-4a01-99aa-2e45acc807ae" providerId="ADAL" clId="{7EF64606-F79B-4BA7-82BF-DD27C6437E22}" dt="2025-10-07T15:02:54.814" v="1643" actId="14100"/>
          <ac:picMkLst>
            <pc:docMk/>
            <pc:sldMk cId="1839729977" sldId="469"/>
            <ac:picMk id="12" creationId="{F95F9BA5-2A62-F731-C0C5-F0428A88B6D4}"/>
          </ac:picMkLst>
        </pc:picChg>
      </pc:sldChg>
      <pc:sldChg chg="delSp modSp mod delAnim modAnim">
        <pc:chgData name="Jean-Pierre Chang" userId="7a5d3a12-f981-4a01-99aa-2e45acc807ae" providerId="ADAL" clId="{7EF64606-F79B-4BA7-82BF-DD27C6437E22}" dt="2025-10-07T15:03:03.682" v="1644" actId="14100"/>
        <pc:sldMkLst>
          <pc:docMk/>
          <pc:sldMk cId="3261634839" sldId="470"/>
        </pc:sldMkLst>
        <pc:spChg chg="mod">
          <ac:chgData name="Jean-Pierre Chang" userId="7a5d3a12-f981-4a01-99aa-2e45acc807ae" providerId="ADAL" clId="{7EF64606-F79B-4BA7-82BF-DD27C6437E22}" dt="2025-10-05T09:38:45.709" v="1561" actId="6549"/>
          <ac:spMkLst>
            <pc:docMk/>
            <pc:sldMk cId="3261634839" sldId="470"/>
            <ac:spMk id="2" creationId="{5FC0F4AC-830D-83D0-42C5-EA6301B3707D}"/>
          </ac:spMkLst>
        </pc:spChg>
        <pc:spChg chg="mod">
          <ac:chgData name="Jean-Pierre Chang" userId="7a5d3a12-f981-4a01-99aa-2e45acc807ae" providerId="ADAL" clId="{7EF64606-F79B-4BA7-82BF-DD27C6437E22}" dt="2025-10-05T09:22:11.391" v="1126" actId="20577"/>
          <ac:spMkLst>
            <pc:docMk/>
            <pc:sldMk cId="3261634839" sldId="470"/>
            <ac:spMk id="6" creationId="{313018DD-A77E-5547-4DAC-F61255142352}"/>
          </ac:spMkLst>
        </pc:spChg>
        <pc:spChg chg="mod">
          <ac:chgData name="Jean-Pierre Chang" userId="7a5d3a12-f981-4a01-99aa-2e45acc807ae" providerId="ADAL" clId="{7EF64606-F79B-4BA7-82BF-DD27C6437E22}" dt="2025-10-05T09:16:16.799" v="744" actId="790"/>
          <ac:spMkLst>
            <pc:docMk/>
            <pc:sldMk cId="3261634839" sldId="470"/>
            <ac:spMk id="8" creationId="{3DC24A0E-530E-ED8D-FF4D-A026A249F35F}"/>
          </ac:spMkLst>
        </pc:spChg>
        <pc:spChg chg="mod">
          <ac:chgData name="Jean-Pierre Chang" userId="7a5d3a12-f981-4a01-99aa-2e45acc807ae" providerId="ADAL" clId="{7EF64606-F79B-4BA7-82BF-DD27C6437E22}" dt="2025-10-05T09:16:16.799" v="744" actId="790"/>
          <ac:spMkLst>
            <pc:docMk/>
            <pc:sldMk cId="3261634839" sldId="470"/>
            <ac:spMk id="10" creationId="{C93669D3-CF1A-2266-F377-156AAE2EF72F}"/>
          </ac:spMkLst>
        </pc:spChg>
        <pc:spChg chg="mod">
          <ac:chgData name="Jean-Pierre Chang" userId="7a5d3a12-f981-4a01-99aa-2e45acc807ae" providerId="ADAL" clId="{7EF64606-F79B-4BA7-82BF-DD27C6437E22}" dt="2025-10-05T09:16:16.799" v="744" actId="790"/>
          <ac:spMkLst>
            <pc:docMk/>
            <pc:sldMk cId="3261634839" sldId="470"/>
            <ac:spMk id="11" creationId="{31F34871-E471-FE0A-E995-34AB42A4F0B1}"/>
          </ac:spMkLst>
        </pc:spChg>
        <pc:spChg chg="mod">
          <ac:chgData name="Jean-Pierre Chang" userId="7a5d3a12-f981-4a01-99aa-2e45acc807ae" providerId="ADAL" clId="{7EF64606-F79B-4BA7-82BF-DD27C6437E22}" dt="2025-10-05T09:23:33.455" v="1148" actId="20577"/>
          <ac:spMkLst>
            <pc:docMk/>
            <pc:sldMk cId="3261634839" sldId="470"/>
            <ac:spMk id="12" creationId="{469AAB44-3135-F00D-48B2-49B12B7F1E9E}"/>
          </ac:spMkLst>
        </pc:spChg>
        <pc:spChg chg="mod">
          <ac:chgData name="Jean-Pierre Chang" userId="7a5d3a12-f981-4a01-99aa-2e45acc807ae" providerId="ADAL" clId="{7EF64606-F79B-4BA7-82BF-DD27C6437E22}" dt="2025-10-05T09:16:16.799" v="744" actId="790"/>
          <ac:spMkLst>
            <pc:docMk/>
            <pc:sldMk cId="3261634839" sldId="470"/>
            <ac:spMk id="13" creationId="{39A9F86D-CABB-6DAF-5845-6AA79F92E9EB}"/>
          </ac:spMkLst>
        </pc:spChg>
        <pc:spChg chg="mod">
          <ac:chgData name="Jean-Pierre Chang" userId="7a5d3a12-f981-4a01-99aa-2e45acc807ae" providerId="ADAL" clId="{7EF64606-F79B-4BA7-82BF-DD27C6437E22}" dt="2025-10-05T09:24:36.488" v="1165" actId="6549"/>
          <ac:spMkLst>
            <pc:docMk/>
            <pc:sldMk cId="3261634839" sldId="470"/>
            <ac:spMk id="14" creationId="{DB9F9E07-310C-D034-D17B-B1155481039B}"/>
          </ac:spMkLst>
        </pc:spChg>
        <pc:spChg chg="mod">
          <ac:chgData name="Jean-Pierre Chang" userId="7a5d3a12-f981-4a01-99aa-2e45acc807ae" providerId="ADAL" clId="{7EF64606-F79B-4BA7-82BF-DD27C6437E22}" dt="2025-10-05T09:27:24.248" v="1275" actId="1036"/>
          <ac:spMkLst>
            <pc:docMk/>
            <pc:sldMk cId="3261634839" sldId="470"/>
            <ac:spMk id="15" creationId="{B735E41C-0B6E-9CAA-F122-D41587D8FA80}"/>
          </ac:spMkLst>
        </pc:spChg>
        <pc:spChg chg="mod">
          <ac:chgData name="Jean-Pierre Chang" userId="7a5d3a12-f981-4a01-99aa-2e45acc807ae" providerId="ADAL" clId="{7EF64606-F79B-4BA7-82BF-DD27C6437E22}" dt="2025-10-05T09:26:34.848" v="1269" actId="6549"/>
          <ac:spMkLst>
            <pc:docMk/>
            <pc:sldMk cId="3261634839" sldId="470"/>
            <ac:spMk id="17" creationId="{648F8573-9668-FBE8-2046-3D48A5B47B5B}"/>
          </ac:spMkLst>
        </pc:spChg>
        <pc:spChg chg="mod">
          <ac:chgData name="Jean-Pierre Chang" userId="7a5d3a12-f981-4a01-99aa-2e45acc807ae" providerId="ADAL" clId="{7EF64606-F79B-4BA7-82BF-DD27C6437E22}" dt="2025-10-05T09:27:17.833" v="1274" actId="1036"/>
          <ac:spMkLst>
            <pc:docMk/>
            <pc:sldMk cId="3261634839" sldId="470"/>
            <ac:spMk id="21" creationId="{500D56DD-EE28-F484-9E1A-2B8DF7C023B5}"/>
          </ac:spMkLst>
        </pc:spChg>
        <pc:spChg chg="mod">
          <ac:chgData name="Jean-Pierre Chang" userId="7a5d3a12-f981-4a01-99aa-2e45acc807ae" providerId="ADAL" clId="{7EF64606-F79B-4BA7-82BF-DD27C6437E22}" dt="2025-10-05T09:16:16.799" v="744" actId="790"/>
          <ac:spMkLst>
            <pc:docMk/>
            <pc:sldMk cId="3261634839" sldId="470"/>
            <ac:spMk id="22" creationId="{1B9A32D8-EE66-05E3-0ADD-73F7381213F2}"/>
          </ac:spMkLst>
        </pc:spChg>
        <pc:grpChg chg="mod">
          <ac:chgData name="Jean-Pierre Chang" userId="7a5d3a12-f981-4a01-99aa-2e45acc807ae" providerId="ADAL" clId="{7EF64606-F79B-4BA7-82BF-DD27C6437E22}" dt="2025-10-05T09:27:00.519" v="1271" actId="14100"/>
          <ac:grpSpMkLst>
            <pc:docMk/>
            <pc:sldMk cId="3261634839" sldId="470"/>
            <ac:grpSpMk id="3" creationId="{5E41A1DB-1D82-9A39-0D40-3CC789D0937A}"/>
          </ac:grpSpMkLst>
        </pc:grpChg>
        <pc:picChg chg="mod">
          <ac:chgData name="Jean-Pierre Chang" userId="7a5d3a12-f981-4a01-99aa-2e45acc807ae" providerId="ADAL" clId="{7EF64606-F79B-4BA7-82BF-DD27C6437E22}" dt="2025-10-07T15:03:03.682" v="1644" actId="14100"/>
          <ac:picMkLst>
            <pc:docMk/>
            <pc:sldMk cId="3261634839" sldId="470"/>
            <ac:picMk id="24" creationId="{FA810A32-85B1-C872-F1FD-C12290021176}"/>
          </ac:picMkLst>
        </pc:picChg>
      </pc:sldChg>
      <pc:sldChg chg="modSp mod">
        <pc:chgData name="Jean-Pierre Chang" userId="7a5d3a12-f981-4a01-99aa-2e45acc807ae" providerId="ADAL" clId="{7EF64606-F79B-4BA7-82BF-DD27C6437E22}" dt="2025-10-05T09:42:24.595" v="1639" actId="6549"/>
        <pc:sldMkLst>
          <pc:docMk/>
          <pc:sldMk cId="1645755290" sldId="472"/>
        </pc:sldMkLst>
        <pc:spChg chg="mod">
          <ac:chgData name="Jean-Pierre Chang" userId="7a5d3a12-f981-4a01-99aa-2e45acc807ae" providerId="ADAL" clId="{7EF64606-F79B-4BA7-82BF-DD27C6437E22}" dt="2025-10-05T09:16:16.799" v="744" actId="790"/>
          <ac:spMkLst>
            <pc:docMk/>
            <pc:sldMk cId="1645755290" sldId="472"/>
            <ac:spMk id="2" creationId="{C4EB47D9-ACB3-E3FC-BD02-CEE7370419FE}"/>
          </ac:spMkLst>
        </pc:spChg>
        <pc:spChg chg="mod">
          <ac:chgData name="Jean-Pierre Chang" userId="7a5d3a12-f981-4a01-99aa-2e45acc807ae" providerId="ADAL" clId="{7EF64606-F79B-4BA7-82BF-DD27C6437E22}" dt="2025-10-05T09:16:16.799" v="744" actId="790"/>
          <ac:spMkLst>
            <pc:docMk/>
            <pc:sldMk cId="1645755290" sldId="472"/>
            <ac:spMk id="7" creationId="{1AB482ED-8A8C-0B8D-0F11-11B0957510DE}"/>
          </ac:spMkLst>
        </pc:spChg>
        <pc:spChg chg="mod">
          <ac:chgData name="Jean-Pierre Chang" userId="7a5d3a12-f981-4a01-99aa-2e45acc807ae" providerId="ADAL" clId="{7EF64606-F79B-4BA7-82BF-DD27C6437E22}" dt="2025-10-05T09:42:24.595" v="1639" actId="6549"/>
          <ac:spMkLst>
            <pc:docMk/>
            <pc:sldMk cId="1645755290" sldId="472"/>
            <ac:spMk id="18" creationId="{90E90746-3354-A694-426D-A52B9077ADCE}"/>
          </ac:spMkLst>
        </pc:spChg>
        <pc:spChg chg="mod">
          <ac:chgData name="Jean-Pierre Chang" userId="7a5d3a12-f981-4a01-99aa-2e45acc807ae" providerId="ADAL" clId="{7EF64606-F79B-4BA7-82BF-DD27C6437E22}" dt="2025-10-05T09:33:47.237" v="1431" actId="6549"/>
          <ac:spMkLst>
            <pc:docMk/>
            <pc:sldMk cId="1645755290" sldId="472"/>
            <ac:spMk id="23" creationId="{5B9979E2-1402-A500-A43D-660D80DE2933}"/>
          </ac:spMkLst>
        </pc:spChg>
      </pc:sldChg>
      <pc:sldMasterChg chg="modSp mod">
        <pc:chgData name="Jean-Pierre Chang" userId="7a5d3a12-f981-4a01-99aa-2e45acc807ae" providerId="ADAL" clId="{7EF64606-F79B-4BA7-82BF-DD27C6437E22}" dt="2025-10-05T08:57:29.669" v="298" actId="20577"/>
        <pc:sldMasterMkLst>
          <pc:docMk/>
          <pc:sldMasterMk cId="3055626266" sldId="2147483687"/>
        </pc:sldMasterMkLst>
        <pc:spChg chg="mod">
          <ac:chgData name="Jean-Pierre Chang" userId="7a5d3a12-f981-4a01-99aa-2e45acc807ae" providerId="ADAL" clId="{7EF64606-F79B-4BA7-82BF-DD27C6437E22}" dt="2025-10-05T08:57:29.669" v="298" actId="20577"/>
          <ac:spMkLst>
            <pc:docMk/>
            <pc:sldMasterMk cId="3055626266" sldId="2147483687"/>
            <ac:spMk id="22" creationId="{8A1785ED-0357-43BC-90C1-41DAC23AFDB9}"/>
          </ac:spMkLst>
        </pc:spChg>
      </pc:sldMasterChg>
      <pc:sldMasterChg chg="modSp mod">
        <pc:chgData name="Jean-Pierre Chang" userId="7a5d3a12-f981-4a01-99aa-2e45acc807ae" providerId="ADAL" clId="{7EF64606-F79B-4BA7-82BF-DD27C6437E22}" dt="2025-10-05T08:57:54.299" v="300" actId="20577"/>
        <pc:sldMasterMkLst>
          <pc:docMk/>
          <pc:sldMasterMk cId="2172062484" sldId="2147483699"/>
        </pc:sldMasterMkLst>
        <pc:spChg chg="mod">
          <ac:chgData name="Jean-Pierre Chang" userId="7a5d3a12-f981-4a01-99aa-2e45acc807ae" providerId="ADAL" clId="{7EF64606-F79B-4BA7-82BF-DD27C6437E22}" dt="2025-10-05T08:57:54.299" v="300" actId="20577"/>
          <ac:spMkLst>
            <pc:docMk/>
            <pc:sldMasterMk cId="2172062484" sldId="2147483699"/>
            <ac:spMk id="29" creationId="{1BC30C3C-4F67-31EC-1A0E-DC4AA65B8678}"/>
          </ac:spMkLst>
        </pc:spChg>
      </pc:sldMasterChg>
      <pc:sldMasterChg chg="modSp mod">
        <pc:chgData name="Jean-Pierre Chang" userId="7a5d3a12-f981-4a01-99aa-2e45acc807ae" providerId="ADAL" clId="{7EF64606-F79B-4BA7-82BF-DD27C6437E22}" dt="2025-10-05T08:56:47.437" v="294" actId="20577"/>
        <pc:sldMasterMkLst>
          <pc:docMk/>
          <pc:sldMasterMk cId="2172062484" sldId="2147483738"/>
        </pc:sldMasterMkLst>
        <pc:spChg chg="mod">
          <ac:chgData name="Jean-Pierre Chang" userId="7a5d3a12-f981-4a01-99aa-2e45acc807ae" providerId="ADAL" clId="{7EF64606-F79B-4BA7-82BF-DD27C6437E22}" dt="2025-10-05T08:56:47.437" v="294" actId="20577"/>
          <ac:spMkLst>
            <pc:docMk/>
            <pc:sldMasterMk cId="2172062484" sldId="2147483738"/>
            <ac:spMk id="29" creationId="{1BC30C3C-4F67-31EC-1A0E-DC4AA65B8678}"/>
          </ac:spMkLst>
        </pc:spChg>
      </pc:sldMasterChg>
      <pc:sldMasterChg chg="modSp mod">
        <pc:chgData name="Jean-Pierre Chang" userId="7a5d3a12-f981-4a01-99aa-2e45acc807ae" providerId="ADAL" clId="{7EF64606-F79B-4BA7-82BF-DD27C6437E22}" dt="2025-10-05T08:56:57.357" v="296" actId="20577"/>
        <pc:sldMasterMkLst>
          <pc:docMk/>
          <pc:sldMasterMk cId="3055626266" sldId="2147483740"/>
        </pc:sldMasterMkLst>
        <pc:spChg chg="mod">
          <ac:chgData name="Jean-Pierre Chang" userId="7a5d3a12-f981-4a01-99aa-2e45acc807ae" providerId="ADAL" clId="{7EF64606-F79B-4BA7-82BF-DD27C6437E22}" dt="2025-10-05T08:56:57.357" v="296" actId="20577"/>
          <ac:spMkLst>
            <pc:docMk/>
            <pc:sldMasterMk cId="3055626266" sldId="2147483740"/>
            <ac:spMk id="22" creationId="{8A1785ED-0357-43BC-90C1-41DAC23AFDB9}"/>
          </ac:spMkLst>
        </pc:spChg>
      </pc:sldMasterChg>
    </pc:docChg>
  </pc:docChgLst>
  <pc:docChgLst>
    <pc:chgData name="Ariane Druart" userId="182083c8-0b3c-45c8-b02f-4ff9cc30a110" providerId="ADAL" clId="{A4048CB3-D7B9-4A52-8137-39AE6D00FF00}"/>
    <pc:docChg chg="undo redo custSel addSld delSld modSld sldOrd modMainMaster">
      <pc:chgData name="Ariane Druart" userId="182083c8-0b3c-45c8-b02f-4ff9cc30a110" providerId="ADAL" clId="{A4048CB3-D7B9-4A52-8137-39AE6D00FF00}" dt="2025-01-27T10:29:20.050" v="2359" actId="1076"/>
      <pc:docMkLst>
        <pc:docMk/>
      </pc:docMkLst>
      <pc:sldChg chg="modSp mod ord">
        <pc:chgData name="Ariane Druart" userId="182083c8-0b3c-45c8-b02f-4ff9cc30a110" providerId="ADAL" clId="{A4048CB3-D7B9-4A52-8137-39AE6D00FF00}" dt="2025-01-23T08:47:13.101" v="817" actId="20577"/>
        <pc:sldMkLst>
          <pc:docMk/>
          <pc:sldMk cId="2154438422" sldId="299"/>
        </pc:sldMkLst>
      </pc:sldChg>
      <pc:sldChg chg="modSp mod ord">
        <pc:chgData name="Ariane Druart" userId="182083c8-0b3c-45c8-b02f-4ff9cc30a110" providerId="ADAL" clId="{A4048CB3-D7B9-4A52-8137-39AE6D00FF00}" dt="2025-01-23T09:32:53.941" v="1128"/>
        <pc:sldMkLst>
          <pc:docMk/>
          <pc:sldMk cId="861480260" sldId="302"/>
        </pc:sldMkLst>
      </pc:sldChg>
      <pc:sldChg chg="modSp">
        <pc:chgData name="Ariane Druart" userId="182083c8-0b3c-45c8-b02f-4ff9cc30a110" providerId="ADAL" clId="{A4048CB3-D7B9-4A52-8137-39AE6D00FF00}" dt="2025-01-23T10:24:36.531" v="1905"/>
        <pc:sldMkLst>
          <pc:docMk/>
          <pc:sldMk cId="3217476374" sldId="395"/>
        </pc:sldMkLst>
      </pc:sldChg>
      <pc:sldChg chg="modSp mod">
        <pc:chgData name="Ariane Druart" userId="182083c8-0b3c-45c8-b02f-4ff9cc30a110" providerId="ADAL" clId="{A4048CB3-D7B9-4A52-8137-39AE6D00FF00}" dt="2025-01-23T08:19:42.546" v="173" actId="20577"/>
        <pc:sldMkLst>
          <pc:docMk/>
          <pc:sldMk cId="2018086486" sldId="418"/>
        </pc:sldMkLst>
      </pc:sldChg>
      <pc:sldChg chg="del">
        <pc:chgData name="Ariane Druart" userId="182083c8-0b3c-45c8-b02f-4ff9cc30a110" providerId="ADAL" clId="{A4048CB3-D7B9-4A52-8137-39AE6D00FF00}" dt="2025-01-23T08:12:21.481" v="1" actId="47"/>
        <pc:sldMkLst>
          <pc:docMk/>
          <pc:sldMk cId="2417572775" sldId="433"/>
        </pc:sldMkLst>
      </pc:sldChg>
      <pc:sldChg chg="addSp delSp modSp mod ord">
        <pc:chgData name="Ariane Druart" userId="182083c8-0b3c-45c8-b02f-4ff9cc30a110" providerId="ADAL" clId="{A4048CB3-D7B9-4A52-8137-39AE6D00FF00}" dt="2025-01-23T09:54:05.411" v="1507" actId="20577"/>
        <pc:sldMkLst>
          <pc:docMk/>
          <pc:sldMk cId="915490990" sldId="437"/>
        </pc:sldMkLst>
      </pc:sldChg>
      <pc:sldChg chg="addSp delSp modSp mod">
        <pc:chgData name="Ariane Druart" userId="182083c8-0b3c-45c8-b02f-4ff9cc30a110" providerId="ADAL" clId="{A4048CB3-D7B9-4A52-8137-39AE6D00FF00}" dt="2025-01-23T08:19:28.900" v="155" actId="478"/>
        <pc:sldMkLst>
          <pc:docMk/>
          <pc:sldMk cId="3134624895" sldId="438"/>
        </pc:sldMkLst>
      </pc:sldChg>
      <pc:sldChg chg="modSp mod">
        <pc:chgData name="Ariane Druart" userId="182083c8-0b3c-45c8-b02f-4ff9cc30a110" providerId="ADAL" clId="{A4048CB3-D7B9-4A52-8137-39AE6D00FF00}" dt="2025-01-23T08:17:08.635" v="107" actId="20577"/>
        <pc:sldMkLst>
          <pc:docMk/>
          <pc:sldMk cId="1714581824" sldId="439"/>
        </pc:sldMkLst>
      </pc:sldChg>
      <pc:sldChg chg="add del">
        <pc:chgData name="Ariane Druart" userId="182083c8-0b3c-45c8-b02f-4ff9cc30a110" providerId="ADAL" clId="{A4048CB3-D7B9-4A52-8137-39AE6D00FF00}" dt="2025-01-23T08:24:40.113" v="212"/>
        <pc:sldMkLst>
          <pc:docMk/>
          <pc:sldMk cId="37775049" sldId="445"/>
        </pc:sldMkLst>
      </pc:sldChg>
      <pc:sldChg chg="addSp modSp add mod ord">
        <pc:chgData name="Ariane Druart" userId="182083c8-0b3c-45c8-b02f-4ff9cc30a110" providerId="ADAL" clId="{A4048CB3-D7B9-4A52-8137-39AE6D00FF00}" dt="2025-01-23T10:03:44.961" v="1641" actId="1076"/>
        <pc:sldMkLst>
          <pc:docMk/>
          <pc:sldMk cId="1832129411" sldId="445"/>
        </pc:sldMkLst>
      </pc:sldChg>
      <pc:sldChg chg="add del">
        <pc:chgData name="Ariane Druart" userId="182083c8-0b3c-45c8-b02f-4ff9cc30a110" providerId="ADAL" clId="{A4048CB3-D7B9-4A52-8137-39AE6D00FF00}" dt="2025-01-23T09:33:06.673" v="1130"/>
        <pc:sldMkLst>
          <pc:docMk/>
          <pc:sldMk cId="2887225867" sldId="446"/>
        </pc:sldMkLst>
      </pc:sldChg>
      <pc:sldChg chg="modSp add mod ord">
        <pc:chgData name="Ariane Druart" userId="182083c8-0b3c-45c8-b02f-4ff9cc30a110" providerId="ADAL" clId="{A4048CB3-D7B9-4A52-8137-39AE6D00FF00}" dt="2025-01-23T10:43:15.609" v="2245" actId="20577"/>
        <pc:sldMkLst>
          <pc:docMk/>
          <pc:sldMk cId="3762244061" sldId="446"/>
        </pc:sldMkLst>
      </pc:sldChg>
      <pc:sldChg chg="del">
        <pc:chgData name="Ariane Druart" userId="182083c8-0b3c-45c8-b02f-4ff9cc30a110" providerId="ADAL" clId="{A4048CB3-D7B9-4A52-8137-39AE6D00FF00}" dt="2025-01-23T08:12:19.877" v="0" actId="47"/>
        <pc:sldMkLst>
          <pc:docMk/>
          <pc:sldMk cId="4047141786" sldId="446"/>
        </pc:sldMkLst>
      </pc:sldChg>
      <pc:sldChg chg="addSp modSp add mod ord">
        <pc:chgData name="Ariane Druart" userId="182083c8-0b3c-45c8-b02f-4ff9cc30a110" providerId="ADAL" clId="{A4048CB3-D7B9-4A52-8137-39AE6D00FF00}" dt="2025-01-27T10:29:20.050" v="2359" actId="1076"/>
        <pc:sldMkLst>
          <pc:docMk/>
          <pc:sldMk cId="1468199370" sldId="447"/>
        </pc:sldMkLst>
      </pc:sldChg>
      <pc:sldChg chg="modSp add del mod">
        <pc:chgData name="Ariane Druart" userId="182083c8-0b3c-45c8-b02f-4ff9cc30a110" providerId="ADAL" clId="{A4048CB3-D7B9-4A52-8137-39AE6D00FF00}" dt="2025-01-23T09:42:51.229" v="1449" actId="47"/>
        <pc:sldMkLst>
          <pc:docMk/>
          <pc:sldMk cId="1653751597" sldId="447"/>
        </pc:sldMkLst>
      </pc:sldChg>
      <pc:sldChg chg="addSp delSp modSp add mod">
        <pc:chgData name="Ariane Druart" userId="182083c8-0b3c-45c8-b02f-4ff9cc30a110" providerId="ADAL" clId="{A4048CB3-D7B9-4A52-8137-39AE6D00FF00}" dt="2025-01-23T10:37:05.021" v="2072" actId="20577"/>
        <pc:sldMkLst>
          <pc:docMk/>
          <pc:sldMk cId="189379642" sldId="448"/>
        </pc:sldMkLst>
      </pc:sldChg>
      <pc:sldChg chg="modSp mod">
        <pc:chgData name="Ariane Druart" userId="182083c8-0b3c-45c8-b02f-4ff9cc30a110" providerId="ADAL" clId="{A4048CB3-D7B9-4A52-8137-39AE6D00FF00}" dt="2025-01-27T10:11:04.603" v="2298" actId="20577"/>
        <pc:sldMkLst>
          <pc:docMk/>
          <pc:sldMk cId="3390475130" sldId="453"/>
        </pc:sldMkLst>
      </pc:sldChg>
      <pc:sldMasterChg chg="modSp mod">
        <pc:chgData name="Ariane Druart" userId="182083c8-0b3c-45c8-b02f-4ff9cc30a110" providerId="ADAL" clId="{A4048CB3-D7B9-4A52-8137-39AE6D00FF00}" dt="2025-01-23T08:21:54.787" v="174"/>
        <pc:sldMasterMkLst>
          <pc:docMk/>
          <pc:sldMasterMk cId="3055626266" sldId="2147483687"/>
        </pc:sldMasterMkLst>
      </pc:sldMasterChg>
      <pc:sldMasterChg chg="modSp mod">
        <pc:chgData name="Ariane Druart" userId="182083c8-0b3c-45c8-b02f-4ff9cc30a110" providerId="ADAL" clId="{A4048CB3-D7B9-4A52-8137-39AE6D00FF00}" dt="2025-01-23T08:22:11.650" v="176"/>
        <pc:sldMasterMkLst>
          <pc:docMk/>
          <pc:sldMasterMk cId="2172062484" sldId="2147483699"/>
        </pc:sldMasterMkLst>
      </pc:sldMasterChg>
      <pc:sldMasterChg chg="modSp mod">
        <pc:chgData name="Ariane Druart" userId="182083c8-0b3c-45c8-b02f-4ff9cc30a110" providerId="ADAL" clId="{A4048CB3-D7B9-4A52-8137-39AE6D00FF00}" dt="2025-01-23T08:22:05.276" v="175"/>
        <pc:sldMasterMkLst>
          <pc:docMk/>
          <pc:sldMasterMk cId="3055626266" sldId="2147483706"/>
        </pc:sldMasterMkLst>
      </pc:sldMasterChg>
      <pc:sldMasterChg chg="modSp mod">
        <pc:chgData name="Ariane Druart" userId="182083c8-0b3c-45c8-b02f-4ff9cc30a110" providerId="ADAL" clId="{A4048CB3-D7B9-4A52-8137-39AE6D00FF00}" dt="2025-01-23T08:22:25" v="177"/>
        <pc:sldMasterMkLst>
          <pc:docMk/>
          <pc:sldMasterMk cId="2172062484" sldId="2147483738"/>
        </pc:sldMasterMkLst>
      </pc:sldMasterChg>
      <pc:sldMasterChg chg="modSp mod">
        <pc:chgData name="Ariane Druart" userId="182083c8-0b3c-45c8-b02f-4ff9cc30a110" providerId="ADAL" clId="{A4048CB3-D7B9-4A52-8137-39AE6D00FF00}" dt="2025-01-23T08:18:06.682" v="134" actId="20577"/>
        <pc:sldMasterMkLst>
          <pc:docMk/>
          <pc:sldMasterMk cId="3055626266" sldId="2147483740"/>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AB1A0691-073D-DA2D-6354-491D0FA4467F}"/>
              </a:ext>
            </a:extLst>
          </p:cNvPr>
          <p:cNvSpPr>
            <a:spLocks noGrp="1"/>
          </p:cNvSpPr>
          <p:nvPr>
            <p:ph type="ftr" sz="quarter" idx="2"/>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7AF4ED66-7A68-A060-72E5-9D9CE52D1871}"/>
              </a:ext>
            </a:extLst>
          </p:cNvPr>
          <p:cNvSpPr>
            <a:spLocks noGrp="1"/>
          </p:cNvSpPr>
          <p:nvPr>
            <p:ph type="sldNum" sz="quarter" idx="3"/>
          </p:nvPr>
        </p:nvSpPr>
        <p:spPr>
          <a:xfrm>
            <a:off x="3848229" y="9426502"/>
            <a:ext cx="2943596" cy="498549"/>
          </a:xfrm>
          <a:prstGeom prst="rect">
            <a:avLst/>
          </a:prstGeom>
        </p:spPr>
        <p:txBody>
          <a:bodyPr vert="horz" lIns="91440" tIns="45720" rIns="91440" bIns="45720" rtlCol="0" anchor="b"/>
          <a:lstStyle>
            <a:lvl1pPr algn="r">
              <a:defRPr sz="1200"/>
            </a:lvl1pPr>
          </a:lstStyle>
          <a:p>
            <a:fld id="{7CEE8BE2-8451-364C-B501-82D327DD25D9}" type="slidenum">
              <a:rPr lang="fr-FR" smtClean="0"/>
              <a:t>‹N°›</a:t>
            </a:fld>
            <a:endParaRPr lang="fr-FR"/>
          </a:p>
        </p:txBody>
      </p:sp>
      <p:sp>
        <p:nvSpPr>
          <p:cNvPr id="6" name="Espace réservé de l'en-tête 5">
            <a:extLst>
              <a:ext uri="{FF2B5EF4-FFF2-40B4-BE49-F238E27FC236}">
                <a16:creationId xmlns:a16="http://schemas.microsoft.com/office/drawing/2014/main" id="{0F4B5844-B8BA-8919-71C5-3C7B4D443232}"/>
              </a:ext>
            </a:extLst>
          </p:cNvPr>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Tree>
    <p:extLst>
      <p:ext uri="{BB962C8B-B14F-4D97-AF65-F5344CB8AC3E}">
        <p14:creationId xmlns:p14="http://schemas.microsoft.com/office/powerpoint/2010/main" val="355162211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3596" cy="498551"/>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48229" y="0"/>
            <a:ext cx="2943596" cy="498551"/>
          </a:xfrm>
          <a:prstGeom prst="rect">
            <a:avLst/>
          </a:prstGeom>
        </p:spPr>
        <p:txBody>
          <a:bodyPr vert="horz" lIns="91440" tIns="45720" rIns="91440" bIns="45720" rtlCol="0"/>
          <a:lstStyle>
            <a:lvl1pPr algn="r">
              <a:defRPr sz="1200"/>
            </a:lvl1pPr>
          </a:lstStyle>
          <a:p>
            <a:fld id="{3C979D8A-7E37-2C49-832F-359D11148812}" type="datetimeFigureOut">
              <a:rPr lang="fr-FR" smtClean="0"/>
              <a:t>07/10/2025</a:t>
            </a:fld>
            <a:endParaRPr lang="fr-FR"/>
          </a:p>
        </p:txBody>
      </p:sp>
      <p:sp>
        <p:nvSpPr>
          <p:cNvPr id="4" name="Espace réservé de l'image des diapositives 3"/>
          <p:cNvSpPr>
            <a:spLocks noGrp="1" noRot="1" noChangeAspect="1"/>
          </p:cNvSpPr>
          <p:nvPr>
            <p:ph type="sldImg" idx="2"/>
          </p:nvPr>
        </p:nvSpPr>
        <p:spPr>
          <a:xfrm>
            <a:off x="977900" y="1241425"/>
            <a:ext cx="4837113"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292" y="4776432"/>
            <a:ext cx="5434330" cy="3907988"/>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6502"/>
            <a:ext cx="2943596" cy="498549"/>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48229" y="9426502"/>
            <a:ext cx="2943596" cy="498549"/>
          </a:xfrm>
          <a:prstGeom prst="rect">
            <a:avLst/>
          </a:prstGeom>
        </p:spPr>
        <p:txBody>
          <a:bodyPr vert="horz" lIns="91440" tIns="45720" rIns="91440" bIns="45720" rtlCol="0" anchor="b"/>
          <a:lstStyle>
            <a:lvl1pPr algn="r">
              <a:defRPr sz="1200"/>
            </a:lvl1pPr>
          </a:lstStyle>
          <a:p>
            <a:fld id="{553438D4-9F9B-9C4D-BBE8-70F86EB77B0E}" type="slidenum">
              <a:rPr lang="fr-FR" smtClean="0"/>
              <a:t>‹N°›</a:t>
            </a:fld>
            <a:endParaRPr lang="fr-FR"/>
          </a:p>
        </p:txBody>
      </p:sp>
    </p:spTree>
    <p:extLst>
      <p:ext uri="{BB962C8B-B14F-4D97-AF65-F5344CB8AC3E}">
        <p14:creationId xmlns:p14="http://schemas.microsoft.com/office/powerpoint/2010/main" val="1310906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Based</a:t>
            </a:r>
            <a:r>
              <a:rPr lang="fr-FR" dirty="0"/>
              <a:t> on </a:t>
            </a:r>
            <a:r>
              <a:rPr lang="fr-FR" dirty="0" err="1"/>
              <a:t>previous</a:t>
            </a:r>
            <a:r>
              <a:rPr lang="fr-FR" dirty="0"/>
              <a:t> </a:t>
            </a:r>
            <a:r>
              <a:rPr lang="fr-FR" dirty="0" err="1"/>
              <a:t>inventory</a:t>
            </a:r>
            <a:r>
              <a:rPr lang="fr-FR" dirty="0"/>
              <a:t> – 2024 proxy </a:t>
            </a:r>
            <a:r>
              <a:rPr lang="fr-FR" dirty="0" err="1"/>
              <a:t>is</a:t>
            </a:r>
            <a:r>
              <a:rPr lang="fr-FR" dirty="0"/>
              <a:t> not </a:t>
            </a:r>
            <a:r>
              <a:rPr lang="fr-FR" dirty="0" err="1"/>
              <a:t>available</a:t>
            </a:r>
            <a:r>
              <a:rPr lang="fr-FR" dirty="0"/>
              <a:t> </a:t>
            </a:r>
            <a:r>
              <a:rPr lang="fr-FR" dirty="0" err="1"/>
              <a:t>yet</a:t>
            </a:r>
            <a:endParaRPr lang="fr-FR" dirty="0"/>
          </a:p>
        </p:txBody>
      </p:sp>
      <p:sp>
        <p:nvSpPr>
          <p:cNvPr id="4" name="Espace réservé du numéro de diapositive 3"/>
          <p:cNvSpPr>
            <a:spLocks noGrp="1"/>
          </p:cNvSpPr>
          <p:nvPr>
            <p:ph type="sldNum" sz="quarter" idx="5"/>
          </p:nvPr>
        </p:nvSpPr>
        <p:spPr/>
        <p:txBody>
          <a:bodyPr/>
          <a:lstStyle/>
          <a:p>
            <a:fld id="{553438D4-9F9B-9C4D-BBE8-70F86EB77B0E}" type="slidenum">
              <a:rPr lang="fr-FR" smtClean="0"/>
              <a:t>2</a:t>
            </a:fld>
            <a:endParaRPr lang="fr-FR"/>
          </a:p>
        </p:txBody>
      </p:sp>
    </p:spTree>
    <p:extLst>
      <p:ext uri="{BB962C8B-B14F-4D97-AF65-F5344CB8AC3E}">
        <p14:creationId xmlns:p14="http://schemas.microsoft.com/office/powerpoint/2010/main" val="32774874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0E381-ACA0-2E13-62D5-639A6E76CE2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AD31050-6CE5-7F28-0898-46CF210B1A5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11865BC-A5A1-B5E3-C0AF-79E90B758E4F}"/>
              </a:ext>
            </a:extLst>
          </p:cNvPr>
          <p:cNvSpPr>
            <a:spLocks noGrp="1"/>
          </p:cNvSpPr>
          <p:nvPr>
            <p:ph type="body" idx="1"/>
          </p:nvPr>
        </p:nvSpPr>
        <p:spPr/>
        <p:txBody>
          <a:bodyPr/>
          <a:lstStyle/>
          <a:p>
            <a:r>
              <a:rPr lang="fr-FR" dirty="0" err="1"/>
              <a:t>Based</a:t>
            </a:r>
            <a:r>
              <a:rPr lang="fr-FR" dirty="0"/>
              <a:t> on </a:t>
            </a:r>
            <a:r>
              <a:rPr lang="fr-FR" dirty="0" err="1"/>
              <a:t>previous</a:t>
            </a:r>
            <a:r>
              <a:rPr lang="fr-FR" dirty="0"/>
              <a:t> </a:t>
            </a:r>
            <a:r>
              <a:rPr lang="fr-FR" dirty="0" err="1"/>
              <a:t>inventory</a:t>
            </a:r>
            <a:r>
              <a:rPr lang="fr-FR" dirty="0"/>
              <a:t> – 2024 proxy </a:t>
            </a:r>
            <a:r>
              <a:rPr lang="fr-FR" dirty="0" err="1"/>
              <a:t>is</a:t>
            </a:r>
            <a:r>
              <a:rPr lang="fr-FR" dirty="0"/>
              <a:t> not </a:t>
            </a:r>
            <a:r>
              <a:rPr lang="fr-FR" dirty="0" err="1"/>
              <a:t>available</a:t>
            </a:r>
            <a:r>
              <a:rPr lang="fr-FR" dirty="0"/>
              <a:t> </a:t>
            </a:r>
            <a:r>
              <a:rPr lang="fr-FR" dirty="0" err="1"/>
              <a:t>yet</a:t>
            </a:r>
            <a:endParaRPr lang="fr-FR" dirty="0"/>
          </a:p>
        </p:txBody>
      </p:sp>
      <p:sp>
        <p:nvSpPr>
          <p:cNvPr id="4" name="Espace réservé du numéro de diapositive 3">
            <a:extLst>
              <a:ext uri="{FF2B5EF4-FFF2-40B4-BE49-F238E27FC236}">
                <a16:creationId xmlns:a16="http://schemas.microsoft.com/office/drawing/2014/main" id="{6F9A4A9B-1835-BECE-8129-AE978E574E0E}"/>
              </a:ext>
            </a:extLst>
          </p:cNvPr>
          <p:cNvSpPr>
            <a:spLocks noGrp="1"/>
          </p:cNvSpPr>
          <p:nvPr>
            <p:ph type="sldNum" sz="quarter" idx="5"/>
          </p:nvPr>
        </p:nvSpPr>
        <p:spPr/>
        <p:txBody>
          <a:bodyPr/>
          <a:lstStyle/>
          <a:p>
            <a:fld id="{553438D4-9F9B-9C4D-BBE8-70F86EB77B0E}" type="slidenum">
              <a:rPr lang="fr-FR" smtClean="0"/>
              <a:t>3</a:t>
            </a:fld>
            <a:endParaRPr lang="fr-FR"/>
          </a:p>
        </p:txBody>
      </p:sp>
    </p:spTree>
    <p:extLst>
      <p:ext uri="{BB962C8B-B14F-4D97-AF65-F5344CB8AC3E}">
        <p14:creationId xmlns:p14="http://schemas.microsoft.com/office/powerpoint/2010/main" val="1593274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4268B-DAC7-6DAB-4E02-675266EADC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29DFB55-AFB0-7515-07D0-16DE0F04FD3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3E9977-83FB-3883-78A6-0F331FE92357}"/>
              </a:ext>
            </a:extLst>
          </p:cNvPr>
          <p:cNvSpPr>
            <a:spLocks noGrp="1"/>
          </p:cNvSpPr>
          <p:nvPr>
            <p:ph type="body" idx="1"/>
          </p:nvPr>
        </p:nvSpPr>
        <p:spPr/>
        <p:txBody>
          <a:bodyPr/>
          <a:lstStyle/>
          <a:p>
            <a:r>
              <a:rPr lang="fr-FR" dirty="0"/>
              <a:t>2023 proxy </a:t>
            </a:r>
            <a:r>
              <a:rPr lang="fr-FR" dirty="0" err="1"/>
              <a:t>improvements</a:t>
            </a:r>
            <a:r>
              <a:rPr lang="fr-FR" dirty="0"/>
              <a:t> : </a:t>
            </a:r>
          </a:p>
          <a:p>
            <a:r>
              <a:rPr lang="fr-FR" dirty="0"/>
              <a:t>1- Air transport </a:t>
            </a:r>
            <a:r>
              <a:rPr lang="fr-FR" dirty="0" err="1"/>
              <a:t>indicator</a:t>
            </a:r>
            <a:r>
              <a:rPr lang="fr-FR" dirty="0"/>
              <a:t> </a:t>
            </a:r>
            <a:r>
              <a:rPr lang="fr-FR" dirty="0" err="1"/>
              <a:t>splited</a:t>
            </a:r>
            <a:r>
              <a:rPr lang="fr-FR" dirty="0"/>
              <a:t> </a:t>
            </a:r>
            <a:r>
              <a:rPr lang="fr-FR" dirty="0" err="1"/>
              <a:t>into</a:t>
            </a:r>
            <a:r>
              <a:rPr lang="fr-FR" dirty="0"/>
              <a:t> national/international (and by fuel)</a:t>
            </a:r>
          </a:p>
          <a:p>
            <a:r>
              <a:rPr lang="fr-FR" dirty="0"/>
              <a:t>2- Proxy in agriculture </a:t>
            </a:r>
            <a:r>
              <a:rPr lang="fr-FR" dirty="0" err="1"/>
              <a:t>implemented</a:t>
            </a:r>
            <a:endParaRPr lang="fr-FR" dirty="0"/>
          </a:p>
          <a:p>
            <a:r>
              <a:rPr lang="fr-FR" dirty="0"/>
              <a:t>3- a few </a:t>
            </a:r>
            <a:r>
              <a:rPr lang="fr-FR" dirty="0" err="1"/>
              <a:t>other</a:t>
            </a:r>
            <a:r>
              <a:rPr lang="fr-FR" dirty="0"/>
              <a:t> </a:t>
            </a:r>
            <a:r>
              <a:rPr lang="fr-FR" dirty="0" err="1"/>
              <a:t>indicators</a:t>
            </a:r>
            <a:r>
              <a:rPr lang="fr-FR" dirty="0"/>
              <a:t> </a:t>
            </a:r>
            <a:r>
              <a:rPr lang="fr-FR" dirty="0" err="1"/>
              <a:t>modified</a:t>
            </a:r>
            <a:r>
              <a:rPr lang="fr-FR" dirty="0"/>
              <a:t> or </a:t>
            </a:r>
            <a:r>
              <a:rPr lang="fr-FR" dirty="0" err="1"/>
              <a:t>added</a:t>
            </a:r>
            <a:endParaRPr lang="fr-FR" dirty="0"/>
          </a:p>
        </p:txBody>
      </p:sp>
      <p:sp>
        <p:nvSpPr>
          <p:cNvPr id="4" name="Espace réservé du numéro de diapositive 3">
            <a:extLst>
              <a:ext uri="{FF2B5EF4-FFF2-40B4-BE49-F238E27FC236}">
                <a16:creationId xmlns:a16="http://schemas.microsoft.com/office/drawing/2014/main" id="{7DF34E24-D602-1FCB-3C55-114B1778AF8D}"/>
              </a:ext>
            </a:extLst>
          </p:cNvPr>
          <p:cNvSpPr>
            <a:spLocks noGrp="1"/>
          </p:cNvSpPr>
          <p:nvPr>
            <p:ph type="sldNum" sz="quarter" idx="5"/>
          </p:nvPr>
        </p:nvSpPr>
        <p:spPr/>
        <p:txBody>
          <a:bodyPr/>
          <a:lstStyle/>
          <a:p>
            <a:fld id="{553438D4-9F9B-9C4D-BBE8-70F86EB77B0E}" type="slidenum">
              <a:rPr lang="fr-FR" smtClean="0"/>
              <a:t>4</a:t>
            </a:fld>
            <a:endParaRPr lang="fr-FR"/>
          </a:p>
        </p:txBody>
      </p:sp>
    </p:spTree>
    <p:extLst>
      <p:ext uri="{BB962C8B-B14F-4D97-AF65-F5344CB8AC3E}">
        <p14:creationId xmlns:p14="http://schemas.microsoft.com/office/powerpoint/2010/main" val="2565521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AA977-F229-9B1D-78CB-59137B6BCB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58306C9-0FEF-2626-E8AD-3DCA5CB4E26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745B215-6645-8415-FBF1-478DB4642C0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7EBEC4E-CC5D-5AD8-E768-75F69906BC4B}"/>
              </a:ext>
            </a:extLst>
          </p:cNvPr>
          <p:cNvSpPr>
            <a:spLocks noGrp="1"/>
          </p:cNvSpPr>
          <p:nvPr>
            <p:ph type="sldNum" sz="quarter" idx="5"/>
          </p:nvPr>
        </p:nvSpPr>
        <p:spPr/>
        <p:txBody>
          <a:bodyPr/>
          <a:lstStyle/>
          <a:p>
            <a:fld id="{553438D4-9F9B-9C4D-BBE8-70F86EB77B0E}" type="slidenum">
              <a:rPr lang="fr-FR" smtClean="0"/>
              <a:t>5</a:t>
            </a:fld>
            <a:endParaRPr lang="fr-FR"/>
          </a:p>
        </p:txBody>
      </p:sp>
    </p:spTree>
    <p:extLst>
      <p:ext uri="{BB962C8B-B14F-4D97-AF65-F5344CB8AC3E}">
        <p14:creationId xmlns:p14="http://schemas.microsoft.com/office/powerpoint/2010/main" val="797669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DB68E-506B-27B8-D90C-F88A386E0A9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29D410E-D14C-3EC7-F81D-3402DE52DD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0A7DBA6-437A-7932-B9AB-CD5E2260B1A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2696BE6-95CF-740E-A2FF-A39EA81223E5}"/>
              </a:ext>
            </a:extLst>
          </p:cNvPr>
          <p:cNvSpPr>
            <a:spLocks noGrp="1"/>
          </p:cNvSpPr>
          <p:nvPr>
            <p:ph type="sldNum" sz="quarter" idx="5"/>
          </p:nvPr>
        </p:nvSpPr>
        <p:spPr/>
        <p:txBody>
          <a:bodyPr/>
          <a:lstStyle/>
          <a:p>
            <a:fld id="{553438D4-9F9B-9C4D-BBE8-70F86EB77B0E}" type="slidenum">
              <a:rPr lang="fr-FR" smtClean="0"/>
              <a:t>6</a:t>
            </a:fld>
            <a:endParaRPr lang="fr-FR"/>
          </a:p>
        </p:txBody>
      </p:sp>
    </p:spTree>
    <p:extLst>
      <p:ext uri="{BB962C8B-B14F-4D97-AF65-F5344CB8AC3E}">
        <p14:creationId xmlns:p14="http://schemas.microsoft.com/office/powerpoint/2010/main" val="1464619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CA28-10B2-991A-CB1B-65F5828C51C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86D9AF-407F-CB74-C7FF-9E849E389EC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761F011-374A-3D6C-F441-302BEABC950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B50F9C5-BB8F-A5AE-E5C8-DD1ABCC87D42}"/>
              </a:ext>
            </a:extLst>
          </p:cNvPr>
          <p:cNvSpPr>
            <a:spLocks noGrp="1"/>
          </p:cNvSpPr>
          <p:nvPr>
            <p:ph type="sldNum" sz="quarter" idx="5"/>
          </p:nvPr>
        </p:nvSpPr>
        <p:spPr/>
        <p:txBody>
          <a:bodyPr/>
          <a:lstStyle/>
          <a:p>
            <a:fld id="{553438D4-9F9B-9C4D-BBE8-70F86EB77B0E}" type="slidenum">
              <a:rPr lang="fr-FR" smtClean="0"/>
              <a:t>7</a:t>
            </a:fld>
            <a:endParaRPr lang="fr-FR"/>
          </a:p>
        </p:txBody>
      </p:sp>
    </p:spTree>
    <p:extLst>
      <p:ext uri="{BB962C8B-B14F-4D97-AF65-F5344CB8AC3E}">
        <p14:creationId xmlns:p14="http://schemas.microsoft.com/office/powerpoint/2010/main" val="1446432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4E2F4-DA5D-7D2A-2C35-86D6560444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127EAC-021C-BB94-9A51-C4D7F9B44EC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304AA8C-6D6F-0439-58C8-1BD740B037B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D5FEFB8-6959-D998-4D99-2BB6330C5ED7}"/>
              </a:ext>
            </a:extLst>
          </p:cNvPr>
          <p:cNvSpPr>
            <a:spLocks noGrp="1"/>
          </p:cNvSpPr>
          <p:nvPr>
            <p:ph type="sldNum" sz="quarter" idx="5"/>
          </p:nvPr>
        </p:nvSpPr>
        <p:spPr/>
        <p:txBody>
          <a:bodyPr/>
          <a:lstStyle/>
          <a:p>
            <a:fld id="{553438D4-9F9B-9C4D-BBE8-70F86EB77B0E}" type="slidenum">
              <a:rPr lang="fr-FR" smtClean="0"/>
              <a:t>8</a:t>
            </a:fld>
            <a:endParaRPr lang="fr-FR"/>
          </a:p>
        </p:txBody>
      </p:sp>
    </p:spTree>
    <p:extLst>
      <p:ext uri="{BB962C8B-B14F-4D97-AF65-F5344CB8AC3E}">
        <p14:creationId xmlns:p14="http://schemas.microsoft.com/office/powerpoint/2010/main" val="525253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72B25-30F9-4002-0766-3ACA7C95DBD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8A861F-EBD5-C6A8-24B0-4C05DE3316A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13337FB-A37B-7640-5815-B690E2BFF9B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82684CB-CEB9-B838-5A54-2D6CD91FCA5C}"/>
              </a:ext>
            </a:extLst>
          </p:cNvPr>
          <p:cNvSpPr>
            <a:spLocks noGrp="1"/>
          </p:cNvSpPr>
          <p:nvPr>
            <p:ph type="sldNum" sz="quarter" idx="5"/>
          </p:nvPr>
        </p:nvSpPr>
        <p:spPr/>
        <p:txBody>
          <a:bodyPr/>
          <a:lstStyle/>
          <a:p>
            <a:fld id="{553438D4-9F9B-9C4D-BBE8-70F86EB77B0E}" type="slidenum">
              <a:rPr lang="fr-FR" smtClean="0"/>
              <a:t>9</a:t>
            </a:fld>
            <a:endParaRPr lang="fr-FR"/>
          </a:p>
        </p:txBody>
      </p:sp>
    </p:spTree>
    <p:extLst>
      <p:ext uri="{BB962C8B-B14F-4D97-AF65-F5344CB8AC3E}">
        <p14:creationId xmlns:p14="http://schemas.microsoft.com/office/powerpoint/2010/main" val="20224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D5C9F-DCA6-7492-A4C5-D1ABB2033DA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B17B9D-4AC9-00AF-53CB-BC42D0C4718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F522CA0-0DA2-66C0-8F48-400DF2DF3268}"/>
              </a:ext>
            </a:extLst>
          </p:cNvPr>
          <p:cNvSpPr>
            <a:spLocks noGrp="1"/>
          </p:cNvSpPr>
          <p:nvPr>
            <p:ph type="body" idx="1"/>
          </p:nvPr>
        </p:nvSpPr>
        <p:spPr/>
        <p:txBody>
          <a:bodyPr/>
          <a:lstStyle/>
          <a:p>
            <a:r>
              <a:rPr lang="fr-FR" dirty="0"/>
              <a:t>2023 proxy </a:t>
            </a:r>
            <a:r>
              <a:rPr lang="fr-FR" dirty="0" err="1"/>
              <a:t>improvements</a:t>
            </a:r>
            <a:r>
              <a:rPr lang="fr-FR" dirty="0"/>
              <a:t> : </a:t>
            </a:r>
          </a:p>
          <a:p>
            <a:r>
              <a:rPr lang="fr-FR" dirty="0"/>
              <a:t>1- Air transport </a:t>
            </a:r>
            <a:r>
              <a:rPr lang="fr-FR" dirty="0" err="1"/>
              <a:t>indicator</a:t>
            </a:r>
            <a:r>
              <a:rPr lang="fr-FR" dirty="0"/>
              <a:t> </a:t>
            </a:r>
            <a:r>
              <a:rPr lang="fr-FR" dirty="0" err="1"/>
              <a:t>splited</a:t>
            </a:r>
            <a:r>
              <a:rPr lang="fr-FR" dirty="0"/>
              <a:t> </a:t>
            </a:r>
            <a:r>
              <a:rPr lang="fr-FR" dirty="0" err="1"/>
              <a:t>into</a:t>
            </a:r>
            <a:r>
              <a:rPr lang="fr-FR" dirty="0"/>
              <a:t> national/international (and by fuel)</a:t>
            </a:r>
          </a:p>
          <a:p>
            <a:r>
              <a:rPr lang="fr-FR" dirty="0"/>
              <a:t>2- Proxy in agriculture </a:t>
            </a:r>
            <a:r>
              <a:rPr lang="fr-FR" dirty="0" err="1"/>
              <a:t>implemented</a:t>
            </a:r>
            <a:endParaRPr lang="fr-FR" dirty="0"/>
          </a:p>
          <a:p>
            <a:r>
              <a:rPr lang="fr-FR" dirty="0"/>
              <a:t>3- a few </a:t>
            </a:r>
            <a:r>
              <a:rPr lang="fr-FR" dirty="0" err="1"/>
              <a:t>other</a:t>
            </a:r>
            <a:r>
              <a:rPr lang="fr-FR" dirty="0"/>
              <a:t> </a:t>
            </a:r>
            <a:r>
              <a:rPr lang="fr-FR" dirty="0" err="1"/>
              <a:t>indicators</a:t>
            </a:r>
            <a:r>
              <a:rPr lang="fr-FR" dirty="0"/>
              <a:t> </a:t>
            </a:r>
            <a:r>
              <a:rPr lang="fr-FR" dirty="0" err="1"/>
              <a:t>modified</a:t>
            </a:r>
            <a:r>
              <a:rPr lang="fr-FR" dirty="0"/>
              <a:t> or </a:t>
            </a:r>
            <a:r>
              <a:rPr lang="fr-FR" dirty="0" err="1"/>
              <a:t>added</a:t>
            </a:r>
            <a:endParaRPr lang="fr-FR" dirty="0"/>
          </a:p>
        </p:txBody>
      </p:sp>
      <p:sp>
        <p:nvSpPr>
          <p:cNvPr id="4" name="Espace réservé du numéro de diapositive 3">
            <a:extLst>
              <a:ext uri="{FF2B5EF4-FFF2-40B4-BE49-F238E27FC236}">
                <a16:creationId xmlns:a16="http://schemas.microsoft.com/office/drawing/2014/main" id="{B15587D2-BBF0-E5BD-78D4-71108B8FE722}"/>
              </a:ext>
            </a:extLst>
          </p:cNvPr>
          <p:cNvSpPr>
            <a:spLocks noGrp="1"/>
          </p:cNvSpPr>
          <p:nvPr>
            <p:ph type="sldNum" sz="quarter" idx="5"/>
          </p:nvPr>
        </p:nvSpPr>
        <p:spPr/>
        <p:txBody>
          <a:bodyPr/>
          <a:lstStyle/>
          <a:p>
            <a:fld id="{553438D4-9F9B-9C4D-BBE8-70F86EB77B0E}" type="slidenum">
              <a:rPr lang="fr-FR" smtClean="0"/>
              <a:t>10</a:t>
            </a:fld>
            <a:endParaRPr lang="fr-FR"/>
          </a:p>
        </p:txBody>
      </p:sp>
    </p:spTree>
    <p:extLst>
      <p:ext uri="{BB962C8B-B14F-4D97-AF65-F5344CB8AC3E}">
        <p14:creationId xmlns:p14="http://schemas.microsoft.com/office/powerpoint/2010/main" val="1149795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DBAC3-9026-301C-A531-BBBE8E7568A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7668C4C-55D2-7802-3CE0-FE407D4CCA6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B0CD72A-CCFA-E2F2-84D6-04D177290934}"/>
              </a:ext>
            </a:extLst>
          </p:cNvPr>
          <p:cNvSpPr>
            <a:spLocks noGrp="1"/>
          </p:cNvSpPr>
          <p:nvPr>
            <p:ph type="body" idx="1"/>
          </p:nvPr>
        </p:nvSpPr>
        <p:spPr/>
        <p:txBody>
          <a:bodyPr/>
          <a:lstStyle/>
          <a:p>
            <a:r>
              <a:rPr lang="fr-FR" dirty="0"/>
              <a:t>2023 proxy </a:t>
            </a:r>
            <a:r>
              <a:rPr lang="fr-FR" dirty="0" err="1"/>
              <a:t>improvements</a:t>
            </a:r>
            <a:r>
              <a:rPr lang="fr-FR" dirty="0"/>
              <a:t> : </a:t>
            </a:r>
          </a:p>
          <a:p>
            <a:r>
              <a:rPr lang="fr-FR" dirty="0"/>
              <a:t>1- Air transport </a:t>
            </a:r>
            <a:r>
              <a:rPr lang="fr-FR" dirty="0" err="1"/>
              <a:t>indicator</a:t>
            </a:r>
            <a:r>
              <a:rPr lang="fr-FR" dirty="0"/>
              <a:t> </a:t>
            </a:r>
            <a:r>
              <a:rPr lang="fr-FR" dirty="0" err="1"/>
              <a:t>splited</a:t>
            </a:r>
            <a:r>
              <a:rPr lang="fr-FR" dirty="0"/>
              <a:t> </a:t>
            </a:r>
            <a:r>
              <a:rPr lang="fr-FR" dirty="0" err="1"/>
              <a:t>into</a:t>
            </a:r>
            <a:r>
              <a:rPr lang="fr-FR" dirty="0"/>
              <a:t> national/international (and by fuel)</a:t>
            </a:r>
          </a:p>
          <a:p>
            <a:r>
              <a:rPr lang="fr-FR" dirty="0"/>
              <a:t>2- Proxy in agriculture </a:t>
            </a:r>
            <a:r>
              <a:rPr lang="fr-FR" dirty="0" err="1"/>
              <a:t>implemented</a:t>
            </a:r>
            <a:endParaRPr lang="fr-FR" dirty="0"/>
          </a:p>
          <a:p>
            <a:r>
              <a:rPr lang="fr-FR" dirty="0"/>
              <a:t>3- a few </a:t>
            </a:r>
            <a:r>
              <a:rPr lang="fr-FR" dirty="0" err="1"/>
              <a:t>other</a:t>
            </a:r>
            <a:r>
              <a:rPr lang="fr-FR" dirty="0"/>
              <a:t> </a:t>
            </a:r>
            <a:r>
              <a:rPr lang="fr-FR" dirty="0" err="1"/>
              <a:t>indicators</a:t>
            </a:r>
            <a:r>
              <a:rPr lang="fr-FR" dirty="0"/>
              <a:t> </a:t>
            </a:r>
            <a:r>
              <a:rPr lang="fr-FR" dirty="0" err="1"/>
              <a:t>modified</a:t>
            </a:r>
            <a:r>
              <a:rPr lang="fr-FR" dirty="0"/>
              <a:t> or </a:t>
            </a:r>
            <a:r>
              <a:rPr lang="fr-FR" dirty="0" err="1"/>
              <a:t>added</a:t>
            </a:r>
            <a:endParaRPr lang="fr-FR" dirty="0"/>
          </a:p>
        </p:txBody>
      </p:sp>
      <p:sp>
        <p:nvSpPr>
          <p:cNvPr id="4" name="Espace réservé du numéro de diapositive 3">
            <a:extLst>
              <a:ext uri="{FF2B5EF4-FFF2-40B4-BE49-F238E27FC236}">
                <a16:creationId xmlns:a16="http://schemas.microsoft.com/office/drawing/2014/main" id="{5C5BEEED-280E-5CA7-909E-AA52D06F4190}"/>
              </a:ext>
            </a:extLst>
          </p:cNvPr>
          <p:cNvSpPr>
            <a:spLocks noGrp="1"/>
          </p:cNvSpPr>
          <p:nvPr>
            <p:ph type="sldNum" sz="quarter" idx="5"/>
          </p:nvPr>
        </p:nvSpPr>
        <p:spPr/>
        <p:txBody>
          <a:bodyPr/>
          <a:lstStyle/>
          <a:p>
            <a:fld id="{553438D4-9F9B-9C4D-BBE8-70F86EB77B0E}" type="slidenum">
              <a:rPr lang="fr-FR" smtClean="0"/>
              <a:t>11</a:t>
            </a:fld>
            <a:endParaRPr lang="fr-FR"/>
          </a:p>
        </p:txBody>
      </p:sp>
    </p:spTree>
    <p:extLst>
      <p:ext uri="{BB962C8B-B14F-4D97-AF65-F5344CB8AC3E}">
        <p14:creationId xmlns:p14="http://schemas.microsoft.com/office/powerpoint/2010/main" val="26718285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2728069339"/>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pic>
        <p:nvPicPr>
          <p:cNvPr id="2" name="Image 1" descr="Une image contenant logo, symbole, Graphique, conception&#10;&#10;Description générée automatiquement">
            <a:extLst>
              <a:ext uri="{FF2B5EF4-FFF2-40B4-BE49-F238E27FC236}">
                <a16:creationId xmlns:a16="http://schemas.microsoft.com/office/drawing/2014/main" id="{02204580-2292-3F25-878B-BCC60D92AD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76400" y="2527300"/>
            <a:ext cx="1803400" cy="1803400"/>
          </a:xfrm>
          <a:prstGeom prst="rect">
            <a:avLst/>
          </a:prstGeom>
        </p:spPr>
      </p:pic>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hasCustomPrompt="1"/>
          </p:nvPr>
        </p:nvSpPr>
        <p:spPr>
          <a:xfrm>
            <a:off x="3200401" y="2438400"/>
            <a:ext cx="6705600" cy="2133600"/>
          </a:xfrm>
          <a:prstGeom prst="rect">
            <a:avLst/>
          </a:prstGeom>
        </p:spPr>
        <p:txBody>
          <a:bodyPr anchor="ctr"/>
          <a:lstStyle>
            <a:lvl1pPr>
              <a:defRPr/>
            </a:lvl1pPr>
          </a:lstStyle>
          <a:p>
            <a:r>
              <a:rPr lang="fr-FR" dirty="0">
                <a:solidFill>
                  <a:schemeClr val="bg1"/>
                </a:solidFill>
              </a:rPr>
              <a:t>Questions</a:t>
            </a: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45486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311280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Police, conception&#10;&#10;Description générée automatiquement">
            <a:extLst>
              <a:ext uri="{FF2B5EF4-FFF2-40B4-BE49-F238E27FC236}">
                <a16:creationId xmlns:a16="http://schemas.microsoft.com/office/drawing/2014/main" id="{CF1C70AE-D2AF-C415-38EB-F96350955E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2761075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ercle, symbole, Graphique, créativité&#10;&#10;Description générée automatiquement">
            <a:extLst>
              <a:ext uri="{FF2B5EF4-FFF2-40B4-BE49-F238E27FC236}">
                <a16:creationId xmlns:a16="http://schemas.microsoft.com/office/drawing/2014/main" id="{4B5E5E93-2751-B592-FE6C-B1DE046A99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1664074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clipart, symbole, Graphique&#10;&#10;Description générée automatiquement">
            <a:extLst>
              <a:ext uri="{FF2B5EF4-FFF2-40B4-BE49-F238E27FC236}">
                <a16:creationId xmlns:a16="http://schemas.microsoft.com/office/drawing/2014/main" id="{3500B509-E2E1-E54F-AAFD-E83AF621F93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07"/>
            <a:ext cx="1803493" cy="1803493"/>
          </a:xfrm>
          <a:prstGeom prst="rect">
            <a:avLst/>
          </a:prstGeom>
        </p:spPr>
      </p:pic>
    </p:spTree>
    <p:extLst>
      <p:ext uri="{BB962C8B-B14F-4D97-AF65-F5344CB8AC3E}">
        <p14:creationId xmlns:p14="http://schemas.microsoft.com/office/powerpoint/2010/main" val="3315167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0998" y="4248993"/>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7" y="384247"/>
            <a:ext cx="7066303"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401298" y="1219200"/>
            <a:ext cx="4551702"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401296" y="2514600"/>
            <a:ext cx="4551703"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352485402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clipart, Graphique, silhouette&#10;&#10;Description générée automatiquement">
            <a:extLst>
              <a:ext uri="{FF2B5EF4-FFF2-40B4-BE49-F238E27FC236}">
                <a16:creationId xmlns:a16="http://schemas.microsoft.com/office/drawing/2014/main" id="{6692991A-7277-9979-A3A0-704856767B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707" y="2527253"/>
            <a:ext cx="1803493" cy="1803493"/>
          </a:xfrm>
          <a:prstGeom prst="rect">
            <a:avLst/>
          </a:prstGeom>
        </p:spPr>
      </p:pic>
    </p:spTree>
    <p:extLst>
      <p:ext uri="{BB962C8B-B14F-4D97-AF65-F5344CB8AC3E}">
        <p14:creationId xmlns:p14="http://schemas.microsoft.com/office/powerpoint/2010/main" val="3567230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pic>
        <p:nvPicPr>
          <p:cNvPr id="6" name="Image 5" descr="Une image contenant symbole, Graphique, cercle, conception&#10;&#10;Description générée automatiquement">
            <a:extLst>
              <a:ext uri="{FF2B5EF4-FFF2-40B4-BE49-F238E27FC236}">
                <a16:creationId xmlns:a16="http://schemas.microsoft.com/office/drawing/2014/main" id="{015054F9-36CD-572E-2082-6DB2AAB5E3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22354" y="2527300"/>
            <a:ext cx="1803493" cy="1803493"/>
          </a:xfrm>
          <a:prstGeom prst="rect">
            <a:avLst/>
          </a:prstGeom>
        </p:spPr>
      </p:pic>
    </p:spTree>
    <p:extLst>
      <p:ext uri="{BB962C8B-B14F-4D97-AF65-F5344CB8AC3E}">
        <p14:creationId xmlns:p14="http://schemas.microsoft.com/office/powerpoint/2010/main" val="12875789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pic>
        <p:nvPicPr>
          <p:cNvPr id="19" name="Image 18" descr="Une image contenant logo, symbole, Graphique, silhouette&#10;&#10;Description générée automatiquement">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132E1B05-E0F5-3FFC-0510-C407B48A2E3D}"/>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A5554858-8A21-7FF9-F348-764C94209FAC}"/>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4169376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6EEDDFC5-234D-AC40-569C-C98067FF2F90}"/>
              </a:ext>
            </a:extLst>
          </p:cNvPr>
          <p:cNvSpPr>
            <a:spLocks noGrp="1"/>
          </p:cNvSpPr>
          <p:nvPr>
            <p:ph type="title"/>
          </p:nvPr>
        </p:nvSpPr>
        <p:spPr>
          <a:xfrm>
            <a:off x="3200401" y="2438400"/>
            <a:ext cx="6705600" cy="2133600"/>
          </a:xfrm>
          <a:prstGeom prst="rect">
            <a:avLst/>
          </a:prstGeom>
        </p:spPr>
        <p:txBody>
          <a:bodyPr anchor="ctr"/>
          <a:lstStyle>
            <a:lvl1pPr>
              <a:defRPr>
                <a:solidFill>
                  <a:schemeClr val="bg1"/>
                </a:solidFill>
              </a:defRPr>
            </a:lvl1pP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4CC34F7A-B9F3-4DFD-975E-142B24753AA7}"/>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5241826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379681A-ABE8-D101-BEBE-A41CEA49D4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47800" y="2527300"/>
            <a:ext cx="1803400" cy="1803400"/>
          </a:xfrm>
          <a:prstGeom prst="rect">
            <a:avLst/>
          </a:prstGeom>
        </p:spPr>
      </p:pic>
      <p:sp>
        <p:nvSpPr>
          <p:cNvPr id="2" name="Titre 1">
            <a:extLst>
              <a:ext uri="{FF2B5EF4-FFF2-40B4-BE49-F238E27FC236}">
                <a16:creationId xmlns:a16="http://schemas.microsoft.com/office/drawing/2014/main" id="{9B9F9FF8-DAB1-C55B-373F-A850628A9B39}"/>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4" name="Espace réservé du numéro de diapositive 3">
            <a:extLst>
              <a:ext uri="{FF2B5EF4-FFF2-40B4-BE49-F238E27FC236}">
                <a16:creationId xmlns:a16="http://schemas.microsoft.com/office/drawing/2014/main" id="{98040D9C-16A8-6088-F578-0D72852E1503}"/>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7176577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1148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5720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40017" y="2514600"/>
            <a:ext cx="4093845"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40016" y="1219200"/>
            <a:ext cx="4084983"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562600" y="2514600"/>
            <a:ext cx="39624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1546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401299" y="384247"/>
            <a:ext cx="7066301" cy="360680"/>
          </a:xfrm>
          <a:prstGeom prst="rect">
            <a:avLst/>
          </a:prstGeom>
        </p:spPr>
        <p:txBody>
          <a:bodyPr lIns="0" tIns="0" rIns="0" bIns="0"/>
          <a:lstStyle>
            <a:lvl1pPr>
              <a:defRPr sz="2200" b="1" i="0">
                <a:solidFill>
                  <a:srgbClr val="58595B"/>
                </a:solidFill>
                <a:latin typeface="Aptos"/>
                <a:cs typeface="Aptos"/>
              </a:defRPr>
            </a:lvl1pPr>
          </a:lstStyle>
          <a:p>
            <a:endParaRPr/>
          </a:p>
        </p:txBody>
      </p:sp>
      <p:grpSp>
        <p:nvGrpSpPr>
          <p:cNvPr id="39" name="Groupe 38">
            <a:extLst>
              <a:ext uri="{FF2B5EF4-FFF2-40B4-BE49-F238E27FC236}">
                <a16:creationId xmlns:a16="http://schemas.microsoft.com/office/drawing/2014/main" id="{91420234-21C2-317B-A9A0-A6593C689630}"/>
              </a:ext>
            </a:extLst>
          </p:cNvPr>
          <p:cNvGrpSpPr/>
          <p:nvPr userDrawn="1"/>
        </p:nvGrpSpPr>
        <p:grpSpPr>
          <a:xfrm>
            <a:off x="-4953000" y="1838429"/>
            <a:ext cx="3980873" cy="2835171"/>
            <a:chOff x="645397" y="1838429"/>
            <a:chExt cx="3980873" cy="2835171"/>
          </a:xfrm>
        </p:grpSpPr>
        <p:sp>
          <p:nvSpPr>
            <p:cNvPr id="3" name="object 6">
              <a:extLst>
                <a:ext uri="{FF2B5EF4-FFF2-40B4-BE49-F238E27FC236}">
                  <a16:creationId xmlns:a16="http://schemas.microsoft.com/office/drawing/2014/main" id="{0A984DE3-7930-D44B-DA4D-8A9F828DE89E}"/>
                </a:ext>
              </a:extLst>
            </p:cNvPr>
            <p:cNvSpPr txBox="1"/>
            <p:nvPr userDrawn="1"/>
          </p:nvSpPr>
          <p:spPr>
            <a:xfrm>
              <a:off x="810207" y="3667783"/>
              <a:ext cx="1372870" cy="381000"/>
            </a:xfrm>
            <a:prstGeom prst="rect">
              <a:avLst/>
            </a:prstGeom>
          </p:spPr>
          <p:txBody>
            <a:bodyPr vert="horz" wrap="square" lIns="0" tIns="26670" rIns="0" bIns="0" rtlCol="0">
              <a:spAutoFit/>
            </a:bodyPr>
            <a:lstStyle/>
            <a:p>
              <a:pPr marL="12700" marR="5080" indent="10160">
                <a:lnSpc>
                  <a:spcPts val="1360"/>
                </a:lnSpc>
                <a:spcBef>
                  <a:spcPts val="210"/>
                </a:spcBef>
              </a:pPr>
              <a:r>
                <a:rPr sz="1200" spc="-10">
                  <a:latin typeface="Aptos Light"/>
                  <a:cs typeface="Aptos Light"/>
                </a:rPr>
                <a:t>Corectorunt</a:t>
              </a:r>
              <a:r>
                <a:rPr sz="1200" spc="25">
                  <a:latin typeface="Aptos Light"/>
                  <a:cs typeface="Aptos Light"/>
                </a:rPr>
                <a:t> </a:t>
              </a:r>
              <a:r>
                <a:rPr sz="1200" spc="-20">
                  <a:latin typeface="Aptos Light"/>
                  <a:cs typeface="Aptos Light"/>
                </a:rPr>
                <a:t>etur </a:t>
              </a:r>
              <a:r>
                <a:rPr sz="1200" spc="-10">
                  <a:latin typeface="Aptos Light"/>
                  <a:cs typeface="Aptos Light"/>
                </a:rPr>
                <a:t>Vendi</a:t>
              </a:r>
              <a:r>
                <a:rPr sz="1200" spc="-50">
                  <a:latin typeface="Aptos Light"/>
                  <a:cs typeface="Aptos Light"/>
                </a:rPr>
                <a:t> </a:t>
              </a:r>
              <a:r>
                <a:rPr sz="1200">
                  <a:latin typeface="Aptos Light"/>
                  <a:cs typeface="Aptos Light"/>
                </a:rPr>
                <a:t>reped</a:t>
              </a:r>
              <a:r>
                <a:rPr sz="1200" spc="-45">
                  <a:latin typeface="Aptos Light"/>
                  <a:cs typeface="Aptos Light"/>
                </a:rPr>
                <a:t> </a:t>
              </a:r>
              <a:r>
                <a:rPr sz="1200">
                  <a:latin typeface="Aptos Light"/>
                  <a:cs typeface="Aptos Light"/>
                </a:rPr>
                <a:t>qui</a:t>
              </a:r>
              <a:r>
                <a:rPr sz="1200" spc="-45">
                  <a:latin typeface="Aptos Light"/>
                  <a:cs typeface="Aptos Light"/>
                </a:rPr>
                <a:t> </a:t>
              </a:r>
              <a:r>
                <a:rPr sz="1200" spc="-20">
                  <a:latin typeface="Aptos Light"/>
                  <a:cs typeface="Aptos Light"/>
                </a:rPr>
                <a:t>omni</a:t>
              </a:r>
              <a:endParaRPr sz="1200">
                <a:latin typeface="Aptos Light"/>
                <a:cs typeface="Aptos Light"/>
              </a:endParaRPr>
            </a:p>
          </p:txBody>
        </p:sp>
        <p:sp>
          <p:nvSpPr>
            <p:cNvPr id="4" name="object 7">
              <a:extLst>
                <a:ext uri="{FF2B5EF4-FFF2-40B4-BE49-F238E27FC236}">
                  <a16:creationId xmlns:a16="http://schemas.microsoft.com/office/drawing/2014/main" id="{32D48390-FDBF-8B40-757E-FB850395629A}"/>
                </a:ext>
              </a:extLst>
            </p:cNvPr>
            <p:cNvSpPr/>
            <p:nvPr userDrawn="1"/>
          </p:nvSpPr>
          <p:spPr>
            <a:xfrm>
              <a:off x="727176" y="3940809"/>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E6E7E8"/>
            </a:solidFill>
          </p:spPr>
          <p:txBody>
            <a:bodyPr wrap="square" lIns="0" tIns="0" rIns="0" bIns="0" rtlCol="0"/>
            <a:lstStyle/>
            <a:p>
              <a:endParaRPr/>
            </a:p>
          </p:txBody>
        </p:sp>
        <p:sp>
          <p:nvSpPr>
            <p:cNvPr id="5" name="object 8">
              <a:extLst>
                <a:ext uri="{FF2B5EF4-FFF2-40B4-BE49-F238E27FC236}">
                  <a16:creationId xmlns:a16="http://schemas.microsoft.com/office/drawing/2014/main" id="{D65AD998-D5A5-3F05-61DE-E7BC06B4259D}"/>
                </a:ext>
              </a:extLst>
            </p:cNvPr>
            <p:cNvSpPr/>
            <p:nvPr userDrawn="1"/>
          </p:nvSpPr>
          <p:spPr>
            <a:xfrm>
              <a:off x="3083496" y="3744595"/>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9A457"/>
            </a:solidFill>
          </p:spPr>
          <p:txBody>
            <a:bodyPr wrap="square" lIns="0" tIns="0" rIns="0" bIns="0" rtlCol="0"/>
            <a:lstStyle/>
            <a:p>
              <a:endParaRPr/>
            </a:p>
          </p:txBody>
        </p:sp>
        <p:sp>
          <p:nvSpPr>
            <p:cNvPr id="6" name="object 9">
              <a:extLst>
                <a:ext uri="{FF2B5EF4-FFF2-40B4-BE49-F238E27FC236}">
                  <a16:creationId xmlns:a16="http://schemas.microsoft.com/office/drawing/2014/main" id="{5B5B4420-E7EE-2DA8-FE47-049F89D7170E}"/>
                </a:ext>
              </a:extLst>
            </p:cNvPr>
            <p:cNvSpPr txBox="1"/>
            <p:nvPr userDrawn="1"/>
          </p:nvSpPr>
          <p:spPr>
            <a:xfrm>
              <a:off x="3166536" y="3657600"/>
              <a:ext cx="1372870" cy="616836"/>
            </a:xfrm>
            <a:prstGeom prst="rect">
              <a:avLst/>
            </a:prstGeom>
          </p:spPr>
          <p:txBody>
            <a:bodyPr vert="horz" wrap="square" lIns="0" tIns="26670" rIns="0" bIns="0" rtlCol="0">
              <a:spAutoFit/>
            </a:bodyPr>
            <a:lstStyle/>
            <a:p>
              <a:pPr marL="12700" marR="5080" algn="l">
                <a:lnSpc>
                  <a:spcPts val="1360"/>
                </a:lnSpc>
                <a:spcBef>
                  <a:spcPts val="210"/>
                </a:spcBef>
              </a:pPr>
              <a:r>
                <a:rPr lang="fr-FR" sz="1200" spc="-10">
                  <a:latin typeface="Aptos Light"/>
                  <a:cs typeface="Aptos Light"/>
                </a:rPr>
                <a:t>R</a:t>
              </a:r>
              <a:r>
                <a:rPr lang="fr-FR" sz="1200">
                  <a:latin typeface="Aptos Light"/>
                  <a:cs typeface="Aptos Light"/>
                </a:rPr>
                <a:t>ui</a:t>
              </a:r>
              <a:r>
                <a:rPr lang="fr-FR" sz="1200" spc="-45">
                  <a:latin typeface="Aptos Light"/>
                  <a:cs typeface="Aptos Light"/>
                </a:rPr>
                <a:t> </a:t>
              </a:r>
              <a:r>
                <a:rPr lang="fr-FR" sz="1200" spc="-20">
                  <a:latin typeface="Aptos Light"/>
                  <a:cs typeface="Aptos Light"/>
                </a:rPr>
                <a:t>omni </a:t>
              </a:r>
            </a:p>
            <a:p>
              <a:pPr marL="12700" marR="5080" algn="l">
                <a:lnSpc>
                  <a:spcPts val="1360"/>
                </a:lnSpc>
                <a:spcBef>
                  <a:spcPts val="210"/>
                </a:spcBef>
              </a:pPr>
              <a:r>
                <a:rPr lang="fr-FR" sz="1200" spc="-10" err="1">
                  <a:latin typeface="Aptos Light"/>
                  <a:cs typeface="Aptos Light"/>
                </a:rPr>
                <a:t>Vendi</a:t>
              </a:r>
              <a:r>
                <a:rPr lang="fr-FR" sz="1200" spc="-50">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 </a:t>
              </a:r>
              <a:endParaRPr lang="fr-FR" sz="1200" spc="-10">
                <a:latin typeface="Aptos Light"/>
                <a:cs typeface="Aptos Light"/>
              </a:endParaRPr>
            </a:p>
            <a:p>
              <a:pPr marL="12700" marR="5080" algn="l">
                <a:lnSpc>
                  <a:spcPts val="1360"/>
                </a:lnSpc>
                <a:spcBef>
                  <a:spcPts val="210"/>
                </a:spcBef>
              </a:pPr>
              <a:r>
                <a:rPr lang="fr-FR" sz="1200" spc="-10" err="1">
                  <a:latin typeface="Aptos Light"/>
                  <a:cs typeface="Aptos Light"/>
                </a:rPr>
                <a:t>Endi</a:t>
              </a:r>
              <a:r>
                <a:rPr lang="fr-FR" sz="1200" spc="-50">
                  <a:latin typeface="Aptos Light"/>
                  <a:cs typeface="Aptos Light"/>
                </a:rPr>
                <a:t> </a:t>
              </a:r>
              <a:r>
                <a:rPr lang="fr-FR" sz="1200" err="1">
                  <a:latin typeface="Aptos Light"/>
                  <a:cs typeface="Aptos Light"/>
                </a:rPr>
                <a:t>reped</a:t>
              </a:r>
              <a:r>
                <a:rPr lang="fr-FR" sz="1200" spc="-45">
                  <a:latin typeface="Aptos Light"/>
                  <a:cs typeface="Aptos Light"/>
                </a:rPr>
                <a:t> </a:t>
              </a:r>
              <a:r>
                <a:rPr lang="fr-FR" sz="1200">
                  <a:latin typeface="Aptos Light"/>
                  <a:cs typeface="Aptos Light"/>
                </a:rPr>
                <a:t>qui</a:t>
              </a:r>
              <a:r>
                <a:rPr lang="fr-FR" sz="1200" spc="-45">
                  <a:latin typeface="Aptos Light"/>
                  <a:cs typeface="Aptos Light"/>
                </a:rPr>
                <a:t> </a:t>
              </a:r>
              <a:r>
                <a:rPr lang="fr-FR" sz="1200" spc="-20">
                  <a:latin typeface="Aptos Light"/>
                  <a:cs typeface="Aptos Light"/>
                </a:rPr>
                <a:t>omni</a:t>
              </a:r>
              <a:endParaRPr lang="fr-FR" sz="1200">
                <a:latin typeface="Aptos Light"/>
                <a:cs typeface="Aptos Light"/>
              </a:endParaRPr>
            </a:p>
          </p:txBody>
        </p:sp>
        <p:sp>
          <p:nvSpPr>
            <p:cNvPr id="9" name="object 12">
              <a:extLst>
                <a:ext uri="{FF2B5EF4-FFF2-40B4-BE49-F238E27FC236}">
                  <a16:creationId xmlns:a16="http://schemas.microsoft.com/office/drawing/2014/main" id="{EEE7ACCB-F508-672B-9D4A-70B93F3C198A}"/>
                </a:ext>
              </a:extLst>
            </p:cNvPr>
            <p:cNvSpPr txBox="1"/>
            <p:nvPr userDrawn="1"/>
          </p:nvSpPr>
          <p:spPr>
            <a:xfrm>
              <a:off x="914400" y="2357866"/>
              <a:ext cx="1050731" cy="482600"/>
            </a:xfrm>
            <a:prstGeom prst="rect">
              <a:avLst/>
            </a:prstGeom>
          </p:spPr>
          <p:txBody>
            <a:bodyPr vert="horz" wrap="square" lIns="0" tIns="12700" rIns="0" bIns="0" rtlCol="0">
              <a:spAutoFit/>
            </a:bodyPr>
            <a:lstStyle/>
            <a:p>
              <a:pPr marL="12700" algn="ctr">
                <a:lnSpc>
                  <a:spcPct val="100000"/>
                </a:lnSpc>
                <a:spcBef>
                  <a:spcPts val="100"/>
                </a:spcBef>
              </a:pPr>
              <a:r>
                <a:rPr sz="3000" spc="-10">
                  <a:solidFill>
                    <a:srgbClr val="005399"/>
                  </a:solidFill>
                  <a:latin typeface="Aptos"/>
                  <a:cs typeface="Aptos"/>
                </a:rPr>
                <a:t>35</a:t>
              </a:r>
              <a:r>
                <a:rPr sz="3000" spc="-220">
                  <a:solidFill>
                    <a:srgbClr val="005399"/>
                  </a:solidFill>
                  <a:latin typeface="Aptos"/>
                  <a:cs typeface="Aptos"/>
                </a:rPr>
                <a:t> </a:t>
              </a:r>
              <a:r>
                <a:rPr sz="3000" spc="-50">
                  <a:solidFill>
                    <a:srgbClr val="005399"/>
                  </a:solidFill>
                  <a:latin typeface="Aptos"/>
                  <a:cs typeface="Aptos"/>
                </a:rPr>
                <a:t>%</a:t>
              </a:r>
              <a:endParaRPr sz="3000">
                <a:latin typeface="Aptos"/>
                <a:cs typeface="Aptos"/>
              </a:endParaRPr>
            </a:p>
          </p:txBody>
        </p:sp>
        <p:grpSp>
          <p:nvGrpSpPr>
            <p:cNvPr id="10" name="object 13">
              <a:extLst>
                <a:ext uri="{FF2B5EF4-FFF2-40B4-BE49-F238E27FC236}">
                  <a16:creationId xmlns:a16="http://schemas.microsoft.com/office/drawing/2014/main" id="{536E1C9E-52E7-BF4B-A374-5D31BC55C4AD}"/>
                </a:ext>
              </a:extLst>
            </p:cNvPr>
            <p:cNvGrpSpPr/>
            <p:nvPr userDrawn="1"/>
          </p:nvGrpSpPr>
          <p:grpSpPr>
            <a:xfrm>
              <a:off x="645397" y="1840472"/>
              <a:ext cx="1583690" cy="1579880"/>
              <a:chOff x="645397" y="1840472"/>
              <a:chExt cx="1583690" cy="1579880"/>
            </a:xfrm>
          </p:grpSpPr>
          <p:sp>
            <p:nvSpPr>
              <p:cNvPr id="12" name="object 14">
                <a:extLst>
                  <a:ext uri="{FF2B5EF4-FFF2-40B4-BE49-F238E27FC236}">
                    <a16:creationId xmlns:a16="http://schemas.microsoft.com/office/drawing/2014/main" id="{FC37DD73-4A01-73CB-2901-B6544C16671D}"/>
                  </a:ext>
                </a:extLst>
              </p:cNvPr>
              <p:cNvSpPr/>
              <p:nvPr/>
            </p:nvSpPr>
            <p:spPr>
              <a:xfrm>
                <a:off x="1167867" y="3157147"/>
                <a:ext cx="798195" cy="218440"/>
              </a:xfrm>
              <a:custGeom>
                <a:avLst/>
                <a:gdLst/>
                <a:ahLst/>
                <a:cxnLst/>
                <a:rect l="l" t="t" r="r" b="b"/>
                <a:pathLst>
                  <a:path w="798194" h="218439">
                    <a:moveTo>
                      <a:pt x="0" y="168427"/>
                    </a:moveTo>
                    <a:lnTo>
                      <a:pt x="50970" y="185974"/>
                    </a:lnTo>
                    <a:lnTo>
                      <a:pt x="103534" y="199881"/>
                    </a:lnTo>
                    <a:lnTo>
                      <a:pt x="157541" y="210000"/>
                    </a:lnTo>
                    <a:lnTo>
                      <a:pt x="212838" y="216181"/>
                    </a:lnTo>
                    <a:lnTo>
                      <a:pt x="269278" y="218274"/>
                    </a:lnTo>
                    <a:lnTo>
                      <a:pt x="320440" y="216555"/>
                    </a:lnTo>
                    <a:lnTo>
                      <a:pt x="370676" y="211471"/>
                    </a:lnTo>
                    <a:lnTo>
                      <a:pt x="419877" y="203134"/>
                    </a:lnTo>
                    <a:lnTo>
                      <a:pt x="467930" y="191654"/>
                    </a:lnTo>
                    <a:lnTo>
                      <a:pt x="514724" y="177142"/>
                    </a:lnTo>
                    <a:lnTo>
                      <a:pt x="560147" y="159710"/>
                    </a:lnTo>
                    <a:lnTo>
                      <a:pt x="604090" y="139468"/>
                    </a:lnTo>
                    <a:lnTo>
                      <a:pt x="646439" y="116528"/>
                    </a:lnTo>
                    <a:lnTo>
                      <a:pt x="687085" y="91000"/>
                    </a:lnTo>
                    <a:lnTo>
                      <a:pt x="725916" y="62995"/>
                    </a:lnTo>
                    <a:lnTo>
                      <a:pt x="762820" y="32624"/>
                    </a:lnTo>
                    <a:lnTo>
                      <a:pt x="797687" y="0"/>
                    </a:lnTo>
                  </a:path>
                </a:pathLst>
              </a:custGeom>
              <a:ln w="88900">
                <a:solidFill>
                  <a:srgbClr val="E6E7E8"/>
                </a:solidFill>
              </a:ln>
            </p:spPr>
            <p:txBody>
              <a:bodyPr wrap="square" lIns="0" tIns="0" rIns="0" bIns="0" rtlCol="0"/>
              <a:lstStyle/>
              <a:p>
                <a:endParaRPr/>
              </a:p>
            </p:txBody>
          </p:sp>
          <p:sp>
            <p:nvSpPr>
              <p:cNvPr id="13" name="object 15">
                <a:extLst>
                  <a:ext uri="{FF2B5EF4-FFF2-40B4-BE49-F238E27FC236}">
                    <a16:creationId xmlns:a16="http://schemas.microsoft.com/office/drawing/2014/main" id="{19646364-6D74-023D-75A8-FBF742148A0E}"/>
                  </a:ext>
                </a:extLst>
              </p:cNvPr>
              <p:cNvSpPr/>
              <p:nvPr/>
            </p:nvSpPr>
            <p:spPr>
              <a:xfrm>
                <a:off x="736138" y="2888961"/>
                <a:ext cx="431800" cy="436880"/>
              </a:xfrm>
              <a:custGeom>
                <a:avLst/>
                <a:gdLst/>
                <a:ahLst/>
                <a:cxnLst/>
                <a:rect l="l" t="t" r="r" b="b"/>
                <a:pathLst>
                  <a:path w="431800" h="436879">
                    <a:moveTo>
                      <a:pt x="0" y="0"/>
                    </a:moveTo>
                    <a:lnTo>
                      <a:pt x="18617" y="45450"/>
                    </a:lnTo>
                    <a:lnTo>
                      <a:pt x="40092" y="89347"/>
                    </a:lnTo>
                    <a:lnTo>
                      <a:pt x="64308" y="131574"/>
                    </a:lnTo>
                    <a:lnTo>
                      <a:pt x="91149" y="172016"/>
                    </a:lnTo>
                    <a:lnTo>
                      <a:pt x="120498" y="210558"/>
                    </a:lnTo>
                    <a:lnTo>
                      <a:pt x="152242" y="247084"/>
                    </a:lnTo>
                    <a:lnTo>
                      <a:pt x="186262" y="281478"/>
                    </a:lnTo>
                    <a:lnTo>
                      <a:pt x="222445" y="313626"/>
                    </a:lnTo>
                    <a:lnTo>
                      <a:pt x="260672" y="343410"/>
                    </a:lnTo>
                    <a:lnTo>
                      <a:pt x="300830" y="370717"/>
                    </a:lnTo>
                    <a:lnTo>
                      <a:pt x="342802" y="395430"/>
                    </a:lnTo>
                    <a:lnTo>
                      <a:pt x="386471" y="417434"/>
                    </a:lnTo>
                    <a:lnTo>
                      <a:pt x="431723" y="436613"/>
                    </a:lnTo>
                  </a:path>
                </a:pathLst>
              </a:custGeom>
              <a:ln w="88900">
                <a:solidFill>
                  <a:srgbClr val="E6E7E8"/>
                </a:solidFill>
              </a:ln>
            </p:spPr>
            <p:txBody>
              <a:bodyPr wrap="square" lIns="0" tIns="0" rIns="0" bIns="0" rtlCol="0"/>
              <a:lstStyle/>
              <a:p>
                <a:endParaRPr/>
              </a:p>
            </p:txBody>
          </p:sp>
          <p:sp>
            <p:nvSpPr>
              <p:cNvPr id="17" name="object 16">
                <a:extLst>
                  <a:ext uri="{FF2B5EF4-FFF2-40B4-BE49-F238E27FC236}">
                    <a16:creationId xmlns:a16="http://schemas.microsoft.com/office/drawing/2014/main" id="{73405F88-DC37-BBE6-0DC8-561F640FC48E}"/>
                  </a:ext>
                </a:extLst>
              </p:cNvPr>
              <p:cNvSpPr/>
              <p:nvPr/>
            </p:nvSpPr>
            <p:spPr>
              <a:xfrm>
                <a:off x="689847" y="1884922"/>
                <a:ext cx="747395" cy="1004569"/>
              </a:xfrm>
              <a:custGeom>
                <a:avLst/>
                <a:gdLst/>
                <a:ahLst/>
                <a:cxnLst/>
                <a:rect l="l" t="t" r="r" b="b"/>
                <a:pathLst>
                  <a:path w="747394" h="1004569">
                    <a:moveTo>
                      <a:pt x="747293" y="0"/>
                    </a:moveTo>
                    <a:lnTo>
                      <a:pt x="700034" y="1466"/>
                    </a:lnTo>
                    <a:lnTo>
                      <a:pt x="653555" y="5806"/>
                    </a:lnTo>
                    <a:lnTo>
                      <a:pt x="607946" y="12933"/>
                    </a:lnTo>
                    <a:lnTo>
                      <a:pt x="563292" y="22760"/>
                    </a:lnTo>
                    <a:lnTo>
                      <a:pt x="519682" y="35199"/>
                    </a:lnTo>
                    <a:lnTo>
                      <a:pt x="477203" y="50163"/>
                    </a:lnTo>
                    <a:lnTo>
                      <a:pt x="435943" y="67564"/>
                    </a:lnTo>
                    <a:lnTo>
                      <a:pt x="395990" y="87316"/>
                    </a:lnTo>
                    <a:lnTo>
                      <a:pt x="357430" y="109331"/>
                    </a:lnTo>
                    <a:lnTo>
                      <a:pt x="320351" y="133522"/>
                    </a:lnTo>
                    <a:lnTo>
                      <a:pt x="284841" y="159801"/>
                    </a:lnTo>
                    <a:lnTo>
                      <a:pt x="250988" y="188082"/>
                    </a:lnTo>
                    <a:lnTo>
                      <a:pt x="218879" y="218276"/>
                    </a:lnTo>
                    <a:lnTo>
                      <a:pt x="188602" y="250297"/>
                    </a:lnTo>
                    <a:lnTo>
                      <a:pt x="160243" y="284057"/>
                    </a:lnTo>
                    <a:lnTo>
                      <a:pt x="133891" y="319469"/>
                    </a:lnTo>
                    <a:lnTo>
                      <a:pt x="109634" y="356446"/>
                    </a:lnTo>
                    <a:lnTo>
                      <a:pt x="87558" y="394901"/>
                    </a:lnTo>
                    <a:lnTo>
                      <a:pt x="67751" y="434745"/>
                    </a:lnTo>
                    <a:lnTo>
                      <a:pt x="50302" y="475893"/>
                    </a:lnTo>
                    <a:lnTo>
                      <a:pt x="35296" y="518256"/>
                    </a:lnTo>
                    <a:lnTo>
                      <a:pt x="22823" y="561747"/>
                    </a:lnTo>
                    <a:lnTo>
                      <a:pt x="12969" y="606279"/>
                    </a:lnTo>
                    <a:lnTo>
                      <a:pt x="5822" y="651765"/>
                    </a:lnTo>
                    <a:lnTo>
                      <a:pt x="1470" y="698117"/>
                    </a:lnTo>
                    <a:lnTo>
                      <a:pt x="0" y="745248"/>
                    </a:lnTo>
                    <a:lnTo>
                      <a:pt x="1940" y="799366"/>
                    </a:lnTo>
                    <a:lnTo>
                      <a:pt x="7673" y="852437"/>
                    </a:lnTo>
                    <a:lnTo>
                      <a:pt x="17065" y="904327"/>
                    </a:lnTo>
                    <a:lnTo>
                      <a:pt x="29982" y="954905"/>
                    </a:lnTo>
                    <a:lnTo>
                      <a:pt x="46291" y="1004036"/>
                    </a:lnTo>
                  </a:path>
                </a:pathLst>
              </a:custGeom>
              <a:ln w="88900">
                <a:solidFill>
                  <a:srgbClr val="E6E7E8"/>
                </a:solidFill>
              </a:ln>
            </p:spPr>
            <p:txBody>
              <a:bodyPr wrap="square" lIns="0" tIns="0" rIns="0" bIns="0" rtlCol="0"/>
              <a:lstStyle/>
              <a:p>
                <a:endParaRPr/>
              </a:p>
            </p:txBody>
          </p:sp>
          <p:sp>
            <p:nvSpPr>
              <p:cNvPr id="18" name="object 17">
                <a:extLst>
                  <a:ext uri="{FF2B5EF4-FFF2-40B4-BE49-F238E27FC236}">
                    <a16:creationId xmlns:a16="http://schemas.microsoft.com/office/drawing/2014/main" id="{6EF50F59-D205-9884-8DC1-53D65E799379}"/>
                  </a:ext>
                </a:extLst>
              </p:cNvPr>
              <p:cNvSpPr/>
              <p:nvPr/>
            </p:nvSpPr>
            <p:spPr>
              <a:xfrm>
                <a:off x="1437143" y="1884923"/>
                <a:ext cx="747395" cy="1272540"/>
              </a:xfrm>
              <a:custGeom>
                <a:avLst/>
                <a:gdLst/>
                <a:ahLst/>
                <a:cxnLst/>
                <a:rect l="l" t="t" r="r" b="b"/>
                <a:pathLst>
                  <a:path w="747394" h="1272539">
                    <a:moveTo>
                      <a:pt x="528408" y="1272222"/>
                    </a:moveTo>
                    <a:lnTo>
                      <a:pt x="561123" y="1237453"/>
                    </a:lnTo>
                    <a:lnTo>
                      <a:pt x="591576" y="1200651"/>
                    </a:lnTo>
                    <a:lnTo>
                      <a:pt x="619657" y="1161927"/>
                    </a:lnTo>
                    <a:lnTo>
                      <a:pt x="645255" y="1121392"/>
                    </a:lnTo>
                    <a:lnTo>
                      <a:pt x="668258" y="1079157"/>
                    </a:lnTo>
                    <a:lnTo>
                      <a:pt x="688555" y="1035334"/>
                    </a:lnTo>
                    <a:lnTo>
                      <a:pt x="706035" y="990032"/>
                    </a:lnTo>
                    <a:lnTo>
                      <a:pt x="720587" y="943364"/>
                    </a:lnTo>
                    <a:lnTo>
                      <a:pt x="732098" y="895441"/>
                    </a:lnTo>
                    <a:lnTo>
                      <a:pt x="740458" y="846373"/>
                    </a:lnTo>
                    <a:lnTo>
                      <a:pt x="745556" y="796272"/>
                    </a:lnTo>
                    <a:lnTo>
                      <a:pt x="747280" y="745248"/>
                    </a:lnTo>
                    <a:lnTo>
                      <a:pt x="745810" y="698117"/>
                    </a:lnTo>
                    <a:lnTo>
                      <a:pt x="741458" y="651765"/>
                    </a:lnTo>
                    <a:lnTo>
                      <a:pt x="734311" y="606279"/>
                    </a:lnTo>
                    <a:lnTo>
                      <a:pt x="724458" y="561747"/>
                    </a:lnTo>
                    <a:lnTo>
                      <a:pt x="711985" y="518256"/>
                    </a:lnTo>
                    <a:lnTo>
                      <a:pt x="696980" y="475893"/>
                    </a:lnTo>
                    <a:lnTo>
                      <a:pt x="679531" y="434745"/>
                    </a:lnTo>
                    <a:lnTo>
                      <a:pt x="659725" y="394901"/>
                    </a:lnTo>
                    <a:lnTo>
                      <a:pt x="637649" y="356446"/>
                    </a:lnTo>
                    <a:lnTo>
                      <a:pt x="613392" y="319469"/>
                    </a:lnTo>
                    <a:lnTo>
                      <a:pt x="587041" y="284057"/>
                    </a:lnTo>
                    <a:lnTo>
                      <a:pt x="558684" y="250297"/>
                    </a:lnTo>
                    <a:lnTo>
                      <a:pt x="528407" y="218276"/>
                    </a:lnTo>
                    <a:lnTo>
                      <a:pt x="496298" y="188082"/>
                    </a:lnTo>
                    <a:lnTo>
                      <a:pt x="462446" y="159801"/>
                    </a:lnTo>
                    <a:lnTo>
                      <a:pt x="426937" y="133522"/>
                    </a:lnTo>
                    <a:lnTo>
                      <a:pt x="389859" y="109331"/>
                    </a:lnTo>
                    <a:lnTo>
                      <a:pt x="351300" y="87316"/>
                    </a:lnTo>
                    <a:lnTo>
                      <a:pt x="311347" y="67564"/>
                    </a:lnTo>
                    <a:lnTo>
                      <a:pt x="270087" y="50163"/>
                    </a:lnTo>
                    <a:lnTo>
                      <a:pt x="227609" y="35199"/>
                    </a:lnTo>
                    <a:lnTo>
                      <a:pt x="184000" y="22760"/>
                    </a:lnTo>
                    <a:lnTo>
                      <a:pt x="139346" y="12933"/>
                    </a:lnTo>
                    <a:lnTo>
                      <a:pt x="93737" y="5806"/>
                    </a:lnTo>
                    <a:lnTo>
                      <a:pt x="47259" y="1466"/>
                    </a:lnTo>
                    <a:lnTo>
                      <a:pt x="0" y="0"/>
                    </a:lnTo>
                  </a:path>
                </a:pathLst>
              </a:custGeom>
              <a:ln w="88900">
                <a:solidFill>
                  <a:srgbClr val="005399"/>
                </a:solidFill>
              </a:ln>
            </p:spPr>
            <p:txBody>
              <a:bodyPr wrap="square" lIns="0" tIns="0" rIns="0" bIns="0" rtlCol="0"/>
              <a:lstStyle/>
              <a:p>
                <a:endParaRPr/>
              </a:p>
            </p:txBody>
          </p:sp>
        </p:grpSp>
        <p:grpSp>
          <p:nvGrpSpPr>
            <p:cNvPr id="19" name="object 18">
              <a:extLst>
                <a:ext uri="{FF2B5EF4-FFF2-40B4-BE49-F238E27FC236}">
                  <a16:creationId xmlns:a16="http://schemas.microsoft.com/office/drawing/2014/main" id="{1EF30306-4186-DEDF-D25D-F8310042568A}"/>
                </a:ext>
              </a:extLst>
            </p:cNvPr>
            <p:cNvGrpSpPr/>
            <p:nvPr userDrawn="1"/>
          </p:nvGrpSpPr>
          <p:grpSpPr>
            <a:xfrm>
              <a:off x="3046390" y="1838429"/>
              <a:ext cx="1579880" cy="1583690"/>
              <a:chOff x="3046390" y="1838429"/>
              <a:chExt cx="1579880" cy="1583690"/>
            </a:xfrm>
          </p:grpSpPr>
          <p:sp>
            <p:nvSpPr>
              <p:cNvPr id="20" name="object 19">
                <a:extLst>
                  <a:ext uri="{FF2B5EF4-FFF2-40B4-BE49-F238E27FC236}">
                    <a16:creationId xmlns:a16="http://schemas.microsoft.com/office/drawing/2014/main" id="{C3C75790-F2AA-4E7A-E61D-3DEB9598D4C1}"/>
                  </a:ext>
                </a:extLst>
              </p:cNvPr>
              <p:cNvSpPr/>
              <p:nvPr/>
            </p:nvSpPr>
            <p:spPr>
              <a:xfrm>
                <a:off x="3090840" y="2360899"/>
                <a:ext cx="218440" cy="798195"/>
              </a:xfrm>
              <a:custGeom>
                <a:avLst/>
                <a:gdLst/>
                <a:ahLst/>
                <a:cxnLst/>
                <a:rect l="l" t="t" r="r" b="b"/>
                <a:pathLst>
                  <a:path w="218439" h="798194">
                    <a:moveTo>
                      <a:pt x="49847" y="0"/>
                    </a:moveTo>
                    <a:lnTo>
                      <a:pt x="32300" y="50970"/>
                    </a:lnTo>
                    <a:lnTo>
                      <a:pt x="18393" y="103534"/>
                    </a:lnTo>
                    <a:lnTo>
                      <a:pt x="8274" y="157541"/>
                    </a:lnTo>
                    <a:lnTo>
                      <a:pt x="2093" y="212838"/>
                    </a:lnTo>
                    <a:lnTo>
                      <a:pt x="0" y="269278"/>
                    </a:lnTo>
                    <a:lnTo>
                      <a:pt x="1719" y="320440"/>
                    </a:lnTo>
                    <a:lnTo>
                      <a:pt x="6803" y="370676"/>
                    </a:lnTo>
                    <a:lnTo>
                      <a:pt x="15140" y="419877"/>
                    </a:lnTo>
                    <a:lnTo>
                      <a:pt x="26620" y="467930"/>
                    </a:lnTo>
                    <a:lnTo>
                      <a:pt x="41132" y="514724"/>
                    </a:lnTo>
                    <a:lnTo>
                      <a:pt x="58564" y="560147"/>
                    </a:lnTo>
                    <a:lnTo>
                      <a:pt x="78806" y="604090"/>
                    </a:lnTo>
                    <a:lnTo>
                      <a:pt x="101746" y="646439"/>
                    </a:lnTo>
                    <a:lnTo>
                      <a:pt x="127274" y="687085"/>
                    </a:lnTo>
                    <a:lnTo>
                      <a:pt x="155279" y="725916"/>
                    </a:lnTo>
                    <a:lnTo>
                      <a:pt x="185649" y="762820"/>
                    </a:lnTo>
                    <a:lnTo>
                      <a:pt x="218274" y="797687"/>
                    </a:lnTo>
                  </a:path>
                </a:pathLst>
              </a:custGeom>
              <a:ln w="88900">
                <a:solidFill>
                  <a:srgbClr val="226FB7"/>
                </a:solidFill>
              </a:ln>
            </p:spPr>
            <p:txBody>
              <a:bodyPr wrap="square" lIns="0" tIns="0" rIns="0" bIns="0" rtlCol="0"/>
              <a:lstStyle/>
              <a:p>
                <a:endParaRPr/>
              </a:p>
            </p:txBody>
          </p:sp>
          <p:sp>
            <p:nvSpPr>
              <p:cNvPr id="21" name="object 20">
                <a:extLst>
                  <a:ext uri="{FF2B5EF4-FFF2-40B4-BE49-F238E27FC236}">
                    <a16:creationId xmlns:a16="http://schemas.microsoft.com/office/drawing/2014/main" id="{C0578971-1B49-5988-8607-68C203731D59}"/>
                  </a:ext>
                </a:extLst>
              </p:cNvPr>
              <p:cNvSpPr/>
              <p:nvPr/>
            </p:nvSpPr>
            <p:spPr>
              <a:xfrm>
                <a:off x="3140689" y="1929169"/>
                <a:ext cx="436880" cy="431800"/>
              </a:xfrm>
              <a:custGeom>
                <a:avLst/>
                <a:gdLst/>
                <a:ahLst/>
                <a:cxnLst/>
                <a:rect l="l" t="t" r="r" b="b"/>
                <a:pathLst>
                  <a:path w="436879" h="431800">
                    <a:moveTo>
                      <a:pt x="436613" y="0"/>
                    </a:moveTo>
                    <a:lnTo>
                      <a:pt x="391162" y="18617"/>
                    </a:lnTo>
                    <a:lnTo>
                      <a:pt x="347266" y="40092"/>
                    </a:lnTo>
                    <a:lnTo>
                      <a:pt x="305038" y="64308"/>
                    </a:lnTo>
                    <a:lnTo>
                      <a:pt x="264596" y="91149"/>
                    </a:lnTo>
                    <a:lnTo>
                      <a:pt x="226054" y="120498"/>
                    </a:lnTo>
                    <a:lnTo>
                      <a:pt x="189528" y="152242"/>
                    </a:lnTo>
                    <a:lnTo>
                      <a:pt x="155134" y="186262"/>
                    </a:lnTo>
                    <a:lnTo>
                      <a:pt x="122987" y="222445"/>
                    </a:lnTo>
                    <a:lnTo>
                      <a:pt x="93202" y="260672"/>
                    </a:lnTo>
                    <a:lnTo>
                      <a:pt x="65895" y="300830"/>
                    </a:lnTo>
                    <a:lnTo>
                      <a:pt x="41182" y="342802"/>
                    </a:lnTo>
                    <a:lnTo>
                      <a:pt x="19179" y="386471"/>
                    </a:lnTo>
                    <a:lnTo>
                      <a:pt x="0" y="431723"/>
                    </a:lnTo>
                  </a:path>
                </a:pathLst>
              </a:custGeom>
              <a:ln w="88900">
                <a:solidFill>
                  <a:srgbClr val="29A457"/>
                </a:solidFill>
              </a:ln>
            </p:spPr>
            <p:txBody>
              <a:bodyPr wrap="square" lIns="0" tIns="0" rIns="0" bIns="0" rtlCol="0"/>
              <a:lstStyle/>
              <a:p>
                <a:endParaRPr/>
              </a:p>
            </p:txBody>
          </p:sp>
          <p:sp>
            <p:nvSpPr>
              <p:cNvPr id="22" name="object 21">
                <a:extLst>
                  <a:ext uri="{FF2B5EF4-FFF2-40B4-BE49-F238E27FC236}">
                    <a16:creationId xmlns:a16="http://schemas.microsoft.com/office/drawing/2014/main" id="{93C0E9F0-E1C1-C87C-8313-233E219CE586}"/>
                  </a:ext>
                </a:extLst>
              </p:cNvPr>
              <p:cNvSpPr/>
              <p:nvPr/>
            </p:nvSpPr>
            <p:spPr>
              <a:xfrm>
                <a:off x="3577305" y="1882879"/>
                <a:ext cx="1004569" cy="747395"/>
              </a:xfrm>
              <a:custGeom>
                <a:avLst/>
                <a:gdLst/>
                <a:ahLst/>
                <a:cxnLst/>
                <a:rect l="l" t="t" r="r" b="b"/>
                <a:pathLst>
                  <a:path w="1004570" h="747394">
                    <a:moveTo>
                      <a:pt x="1004036" y="747293"/>
                    </a:moveTo>
                    <a:lnTo>
                      <a:pt x="1002570" y="700034"/>
                    </a:lnTo>
                    <a:lnTo>
                      <a:pt x="998230" y="653555"/>
                    </a:lnTo>
                    <a:lnTo>
                      <a:pt x="991102" y="607946"/>
                    </a:lnTo>
                    <a:lnTo>
                      <a:pt x="981276" y="563292"/>
                    </a:lnTo>
                    <a:lnTo>
                      <a:pt x="968837" y="519682"/>
                    </a:lnTo>
                    <a:lnTo>
                      <a:pt x="953873" y="477203"/>
                    </a:lnTo>
                    <a:lnTo>
                      <a:pt x="936471" y="435943"/>
                    </a:lnTo>
                    <a:lnTo>
                      <a:pt x="916719" y="395990"/>
                    </a:lnTo>
                    <a:lnTo>
                      <a:pt x="894704" y="357430"/>
                    </a:lnTo>
                    <a:lnTo>
                      <a:pt x="870514" y="320351"/>
                    </a:lnTo>
                    <a:lnTo>
                      <a:pt x="844234" y="284841"/>
                    </a:lnTo>
                    <a:lnTo>
                      <a:pt x="815954" y="250988"/>
                    </a:lnTo>
                    <a:lnTo>
                      <a:pt x="785760" y="218879"/>
                    </a:lnTo>
                    <a:lnTo>
                      <a:pt x="753739" y="188602"/>
                    </a:lnTo>
                    <a:lnTo>
                      <a:pt x="719978" y="160243"/>
                    </a:lnTo>
                    <a:lnTo>
                      <a:pt x="684566" y="133891"/>
                    </a:lnTo>
                    <a:lnTo>
                      <a:pt x="647589" y="109634"/>
                    </a:lnTo>
                    <a:lnTo>
                      <a:pt x="609135" y="87558"/>
                    </a:lnTo>
                    <a:lnTo>
                      <a:pt x="569290" y="67751"/>
                    </a:lnTo>
                    <a:lnTo>
                      <a:pt x="528143" y="50302"/>
                    </a:lnTo>
                    <a:lnTo>
                      <a:pt x="485780" y="35296"/>
                    </a:lnTo>
                    <a:lnTo>
                      <a:pt x="442289" y="22823"/>
                    </a:lnTo>
                    <a:lnTo>
                      <a:pt x="397757" y="12969"/>
                    </a:lnTo>
                    <a:lnTo>
                      <a:pt x="352271" y="5822"/>
                    </a:lnTo>
                    <a:lnTo>
                      <a:pt x="305919" y="1470"/>
                    </a:lnTo>
                    <a:lnTo>
                      <a:pt x="258787" y="0"/>
                    </a:lnTo>
                    <a:lnTo>
                      <a:pt x="204669" y="1940"/>
                    </a:lnTo>
                    <a:lnTo>
                      <a:pt x="151599" y="7673"/>
                    </a:lnTo>
                    <a:lnTo>
                      <a:pt x="99708" y="17065"/>
                    </a:lnTo>
                    <a:lnTo>
                      <a:pt x="49131" y="29982"/>
                    </a:lnTo>
                    <a:lnTo>
                      <a:pt x="0" y="46291"/>
                    </a:lnTo>
                  </a:path>
                </a:pathLst>
              </a:custGeom>
              <a:ln w="88900">
                <a:solidFill>
                  <a:srgbClr val="E6E7E8"/>
                </a:solidFill>
              </a:ln>
            </p:spPr>
            <p:txBody>
              <a:bodyPr wrap="square" lIns="0" tIns="0" rIns="0" bIns="0" rtlCol="0"/>
              <a:lstStyle/>
              <a:p>
                <a:endParaRPr/>
              </a:p>
            </p:txBody>
          </p:sp>
          <p:sp>
            <p:nvSpPr>
              <p:cNvPr id="23" name="object 22">
                <a:extLst>
                  <a:ext uri="{FF2B5EF4-FFF2-40B4-BE49-F238E27FC236}">
                    <a16:creationId xmlns:a16="http://schemas.microsoft.com/office/drawing/2014/main" id="{8F976DFD-2862-56D9-048C-699FEEFFABDD}"/>
                  </a:ext>
                </a:extLst>
              </p:cNvPr>
              <p:cNvSpPr/>
              <p:nvPr/>
            </p:nvSpPr>
            <p:spPr>
              <a:xfrm>
                <a:off x="3309117" y="2630173"/>
                <a:ext cx="1272540" cy="747395"/>
              </a:xfrm>
              <a:custGeom>
                <a:avLst/>
                <a:gdLst/>
                <a:ahLst/>
                <a:cxnLst/>
                <a:rect l="l" t="t" r="r" b="b"/>
                <a:pathLst>
                  <a:path w="1272539" h="747395">
                    <a:moveTo>
                      <a:pt x="0" y="528408"/>
                    </a:moveTo>
                    <a:lnTo>
                      <a:pt x="34768" y="561123"/>
                    </a:lnTo>
                    <a:lnTo>
                      <a:pt x="71570" y="591576"/>
                    </a:lnTo>
                    <a:lnTo>
                      <a:pt x="110294" y="619657"/>
                    </a:lnTo>
                    <a:lnTo>
                      <a:pt x="150829" y="645255"/>
                    </a:lnTo>
                    <a:lnTo>
                      <a:pt x="193064" y="668258"/>
                    </a:lnTo>
                    <a:lnTo>
                      <a:pt x="236888" y="688555"/>
                    </a:lnTo>
                    <a:lnTo>
                      <a:pt x="282189" y="706035"/>
                    </a:lnTo>
                    <a:lnTo>
                      <a:pt x="328857" y="720587"/>
                    </a:lnTo>
                    <a:lnTo>
                      <a:pt x="376781" y="732098"/>
                    </a:lnTo>
                    <a:lnTo>
                      <a:pt x="425848" y="740458"/>
                    </a:lnTo>
                    <a:lnTo>
                      <a:pt x="475950" y="745556"/>
                    </a:lnTo>
                    <a:lnTo>
                      <a:pt x="526973" y="747280"/>
                    </a:lnTo>
                    <a:lnTo>
                      <a:pt x="574105" y="745810"/>
                    </a:lnTo>
                    <a:lnTo>
                      <a:pt x="620457" y="741458"/>
                    </a:lnTo>
                    <a:lnTo>
                      <a:pt x="665942" y="734311"/>
                    </a:lnTo>
                    <a:lnTo>
                      <a:pt x="710475" y="724458"/>
                    </a:lnTo>
                    <a:lnTo>
                      <a:pt x="753966" y="711985"/>
                    </a:lnTo>
                    <a:lnTo>
                      <a:pt x="796329" y="696980"/>
                    </a:lnTo>
                    <a:lnTo>
                      <a:pt x="837476" y="679531"/>
                    </a:lnTo>
                    <a:lnTo>
                      <a:pt x="877321" y="659725"/>
                    </a:lnTo>
                    <a:lnTo>
                      <a:pt x="915775" y="637649"/>
                    </a:lnTo>
                    <a:lnTo>
                      <a:pt x="952752" y="613392"/>
                    </a:lnTo>
                    <a:lnTo>
                      <a:pt x="988164" y="587041"/>
                    </a:lnTo>
                    <a:lnTo>
                      <a:pt x="1021925" y="558684"/>
                    </a:lnTo>
                    <a:lnTo>
                      <a:pt x="1053946" y="528407"/>
                    </a:lnTo>
                    <a:lnTo>
                      <a:pt x="1084140" y="496298"/>
                    </a:lnTo>
                    <a:lnTo>
                      <a:pt x="1112420" y="462446"/>
                    </a:lnTo>
                    <a:lnTo>
                      <a:pt x="1138700" y="426937"/>
                    </a:lnTo>
                    <a:lnTo>
                      <a:pt x="1162890" y="389859"/>
                    </a:lnTo>
                    <a:lnTo>
                      <a:pt x="1184905" y="351300"/>
                    </a:lnTo>
                    <a:lnTo>
                      <a:pt x="1204657" y="311347"/>
                    </a:lnTo>
                    <a:lnTo>
                      <a:pt x="1222059" y="270087"/>
                    </a:lnTo>
                    <a:lnTo>
                      <a:pt x="1237023" y="227609"/>
                    </a:lnTo>
                    <a:lnTo>
                      <a:pt x="1249462" y="184000"/>
                    </a:lnTo>
                    <a:lnTo>
                      <a:pt x="1259288" y="139346"/>
                    </a:lnTo>
                    <a:lnTo>
                      <a:pt x="1266416" y="93737"/>
                    </a:lnTo>
                    <a:lnTo>
                      <a:pt x="1270756" y="47259"/>
                    </a:lnTo>
                    <a:lnTo>
                      <a:pt x="1272222" y="0"/>
                    </a:lnTo>
                  </a:path>
                </a:pathLst>
              </a:custGeom>
              <a:ln w="88900">
                <a:solidFill>
                  <a:srgbClr val="005399"/>
                </a:solidFill>
              </a:ln>
            </p:spPr>
            <p:txBody>
              <a:bodyPr wrap="square" lIns="0" tIns="0" rIns="0" bIns="0" rtlCol="0"/>
              <a:lstStyle/>
              <a:p>
                <a:endParaRPr/>
              </a:p>
            </p:txBody>
          </p:sp>
        </p:grpSp>
        <p:sp>
          <p:nvSpPr>
            <p:cNvPr id="24" name="object 23">
              <a:extLst>
                <a:ext uri="{FF2B5EF4-FFF2-40B4-BE49-F238E27FC236}">
                  <a16:creationId xmlns:a16="http://schemas.microsoft.com/office/drawing/2014/main" id="{8B41D436-C9C3-FF0E-1820-3C4EA1073101}"/>
                </a:ext>
              </a:extLst>
            </p:cNvPr>
            <p:cNvSpPr txBox="1"/>
            <p:nvPr userDrawn="1"/>
          </p:nvSpPr>
          <p:spPr>
            <a:xfrm>
              <a:off x="4333559" y="1857658"/>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5" name="object 24">
              <a:extLst>
                <a:ext uri="{FF2B5EF4-FFF2-40B4-BE49-F238E27FC236}">
                  <a16:creationId xmlns:a16="http://schemas.microsoft.com/office/drawing/2014/main" id="{4BD77385-AA84-2F68-8889-7C9AA35F07B5}"/>
                </a:ext>
              </a:extLst>
            </p:cNvPr>
            <p:cNvSpPr txBox="1"/>
            <p:nvPr userDrawn="1"/>
          </p:nvSpPr>
          <p:spPr>
            <a:xfrm>
              <a:off x="4333559" y="3313935"/>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6" name="object 25">
              <a:extLst>
                <a:ext uri="{FF2B5EF4-FFF2-40B4-BE49-F238E27FC236}">
                  <a16:creationId xmlns:a16="http://schemas.microsoft.com/office/drawing/2014/main" id="{6BE11E3B-2082-BC45-BD5E-2170402455BF}"/>
                </a:ext>
              </a:extLst>
            </p:cNvPr>
            <p:cNvSpPr txBox="1"/>
            <p:nvPr userDrawn="1"/>
          </p:nvSpPr>
          <p:spPr>
            <a:xfrm>
              <a:off x="2884521" y="2847591"/>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7" name="object 26">
              <a:extLst>
                <a:ext uri="{FF2B5EF4-FFF2-40B4-BE49-F238E27FC236}">
                  <a16:creationId xmlns:a16="http://schemas.microsoft.com/office/drawing/2014/main" id="{0B18F553-D84C-36F4-8914-86B897F685B9}"/>
                </a:ext>
              </a:extLst>
            </p:cNvPr>
            <p:cNvSpPr txBox="1"/>
            <p:nvPr userDrawn="1"/>
          </p:nvSpPr>
          <p:spPr>
            <a:xfrm>
              <a:off x="3070735" y="1947002"/>
              <a:ext cx="127635" cy="139700"/>
            </a:xfrm>
            <a:prstGeom prst="rect">
              <a:avLst/>
            </a:prstGeom>
          </p:spPr>
          <p:txBody>
            <a:bodyPr vert="horz" wrap="square" lIns="0" tIns="12700" rIns="0" bIns="0" rtlCol="0">
              <a:spAutoFit/>
            </a:bodyPr>
            <a:lstStyle/>
            <a:p>
              <a:pPr marL="12700">
                <a:lnSpc>
                  <a:spcPct val="100000"/>
                </a:lnSpc>
                <a:spcBef>
                  <a:spcPts val="100"/>
                </a:spcBef>
              </a:pPr>
              <a:r>
                <a:rPr sz="750" spc="-25">
                  <a:latin typeface="Aptos"/>
                  <a:cs typeface="Aptos"/>
                </a:rPr>
                <a:t>16</a:t>
              </a:r>
              <a:endParaRPr sz="750">
                <a:latin typeface="Aptos"/>
                <a:cs typeface="Aptos"/>
              </a:endParaRPr>
            </a:p>
          </p:txBody>
        </p:sp>
        <p:sp>
          <p:nvSpPr>
            <p:cNvPr id="28" name="object 30">
              <a:extLst>
                <a:ext uri="{FF2B5EF4-FFF2-40B4-BE49-F238E27FC236}">
                  <a16:creationId xmlns:a16="http://schemas.microsoft.com/office/drawing/2014/main" id="{3BB92EEE-09F8-60A6-F89F-25E6BB472213}"/>
                </a:ext>
              </a:extLst>
            </p:cNvPr>
            <p:cNvSpPr txBox="1"/>
            <p:nvPr userDrawn="1"/>
          </p:nvSpPr>
          <p:spPr>
            <a:xfrm>
              <a:off x="838200" y="4343400"/>
              <a:ext cx="1219200" cy="330200"/>
            </a:xfrm>
            <a:prstGeom prst="rect">
              <a:avLst/>
            </a:prstGeom>
          </p:spPr>
          <p:txBody>
            <a:bodyPr vert="horz" wrap="square" lIns="0" tIns="12700" rIns="0" bIns="0" rtlCol="0">
              <a:spAutoFit/>
            </a:bodyPr>
            <a:lstStyle/>
            <a:p>
              <a:pPr algn="ctr">
                <a:lnSpc>
                  <a:spcPct val="100000"/>
                </a:lnSpc>
                <a:spcBef>
                  <a:spcPts val="100"/>
                </a:spcBef>
              </a:pPr>
              <a:r>
                <a:rPr sz="1000" spc="-10">
                  <a:solidFill>
                    <a:srgbClr val="939598"/>
                  </a:solidFill>
                  <a:latin typeface="Aptos" panose="020B0004020202020204" pitchFamily="34" charset="0"/>
                  <a:cs typeface="Circular Std Book Italic"/>
                </a:rPr>
                <a:t>Fig.1</a:t>
              </a:r>
              <a:r>
                <a:rPr sz="1000" spc="-25">
                  <a:solidFill>
                    <a:srgbClr val="939598"/>
                  </a:solidFill>
                  <a:latin typeface="Aptos" panose="020B0004020202020204" pitchFamily="34" charset="0"/>
                  <a:cs typeface="Circular Std Book Italic"/>
                </a:rPr>
                <a:t> </a:t>
              </a:r>
              <a:r>
                <a:rPr sz="1000" b="1" spc="-10">
                  <a:solidFill>
                    <a:srgbClr val="005399"/>
                  </a:solidFill>
                  <a:latin typeface="Aptos" panose="020B0004020202020204" pitchFamily="34" charset="0"/>
                  <a:cs typeface="Circular Std Bold Italic"/>
                </a:rPr>
                <a:t>Légende</a:t>
              </a:r>
              <a:endParaRPr sz="1000">
                <a:latin typeface="Aptos" panose="020B0004020202020204" pitchFamily="34" charset="0"/>
                <a:cs typeface="Circular Std Bold Italic"/>
              </a:endParaRPr>
            </a:p>
            <a:p>
              <a:pPr algn="ctr">
                <a:lnSpc>
                  <a:spcPct val="100000"/>
                </a:lnSpc>
              </a:pPr>
              <a:r>
                <a:rPr sz="1000" b="1">
                  <a:solidFill>
                    <a:srgbClr val="005399"/>
                  </a:solidFill>
                  <a:latin typeface="Aptos" panose="020B0004020202020204" pitchFamily="34" charset="0"/>
                  <a:cs typeface="Circular Std Bold Italic"/>
                </a:rPr>
                <a:t>de</a:t>
              </a:r>
              <a:r>
                <a:rPr sz="1000" b="1" spc="-25">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l’illustration</a:t>
              </a:r>
              <a:r>
                <a:rPr sz="1000" b="1" spc="-20">
                  <a:solidFill>
                    <a:srgbClr val="005399"/>
                  </a:solidFill>
                  <a:latin typeface="Aptos" panose="020B0004020202020204" pitchFamily="34" charset="0"/>
                  <a:cs typeface="Circular Std Bold Italic"/>
                </a:rPr>
                <a:t> </a:t>
              </a:r>
              <a:r>
                <a:rPr sz="1000" b="1">
                  <a:solidFill>
                    <a:srgbClr val="005399"/>
                  </a:solidFill>
                  <a:latin typeface="Aptos" panose="020B0004020202020204" pitchFamily="34" charset="0"/>
                  <a:cs typeface="Circular Std Bold Italic"/>
                </a:rPr>
                <a:t>en</a:t>
              </a:r>
              <a:r>
                <a:rPr sz="1000" b="1" spc="-25">
                  <a:solidFill>
                    <a:srgbClr val="005399"/>
                  </a:solidFill>
                  <a:latin typeface="Aptos" panose="020B0004020202020204" pitchFamily="34" charset="0"/>
                  <a:cs typeface="Circular Std Bold Italic"/>
                </a:rPr>
                <a:t> </a:t>
              </a:r>
              <a:r>
                <a:rPr sz="1000" b="1" spc="-50">
                  <a:solidFill>
                    <a:srgbClr val="005399"/>
                  </a:solidFill>
                  <a:latin typeface="Aptos" panose="020B0004020202020204" pitchFamily="34" charset="0"/>
                  <a:cs typeface="Circular Std Bold Italic"/>
                </a:rPr>
                <a:t>%</a:t>
              </a:r>
              <a:endParaRPr sz="1000">
                <a:latin typeface="Aptos" panose="020B0004020202020204" pitchFamily="34" charset="0"/>
                <a:cs typeface="Circular Std Bold Italic"/>
              </a:endParaRPr>
            </a:p>
          </p:txBody>
        </p:sp>
        <p:sp>
          <p:nvSpPr>
            <p:cNvPr id="29" name="object 30">
              <a:extLst>
                <a:ext uri="{FF2B5EF4-FFF2-40B4-BE49-F238E27FC236}">
                  <a16:creationId xmlns:a16="http://schemas.microsoft.com/office/drawing/2014/main" id="{C78B95AF-3D7C-425D-104B-850FADA7B899}"/>
                </a:ext>
              </a:extLst>
            </p:cNvPr>
            <p:cNvSpPr txBox="1"/>
            <p:nvPr userDrawn="1"/>
          </p:nvSpPr>
          <p:spPr>
            <a:xfrm>
              <a:off x="3105150" y="4343400"/>
              <a:ext cx="1219200" cy="330200"/>
            </a:xfrm>
            <a:prstGeom prst="rect">
              <a:avLst/>
            </a:prstGeom>
          </p:spPr>
          <p:txBody>
            <a:bodyPr vert="horz" wrap="square" lIns="0" tIns="12700" rIns="0" bIns="0" rtlCol="0">
              <a:spAutoFit/>
            </a:bodyPr>
            <a:lstStyle/>
            <a:p>
              <a:pPr marR="51435" algn="ctr">
                <a:lnSpc>
                  <a:spcPct val="100000"/>
                </a:lnSpc>
                <a:spcBef>
                  <a:spcPts val="1255"/>
                </a:spcBef>
              </a:pPr>
              <a:r>
                <a:rPr lang="fr-FR" sz="1000">
                  <a:solidFill>
                    <a:srgbClr val="939598"/>
                  </a:solidFill>
                  <a:latin typeface="Aptos" panose="020B0004020202020204" pitchFamily="34" charset="0"/>
                  <a:cs typeface="Circular Std Book Italic"/>
                </a:rPr>
                <a:t>Fig.2</a:t>
              </a:r>
              <a:r>
                <a:rPr lang="fr-FR" sz="1000" spc="-5">
                  <a:solidFill>
                    <a:srgbClr val="939598"/>
                  </a:solidFill>
                  <a:latin typeface="Aptos" panose="020B0004020202020204" pitchFamily="34" charset="0"/>
                  <a:cs typeface="Circular Std Book Italic"/>
                </a:rPr>
                <a:t> </a:t>
              </a:r>
              <a:r>
                <a:rPr lang="fr-FR" sz="1000" b="1" spc="-10">
                  <a:solidFill>
                    <a:srgbClr val="005399"/>
                  </a:solidFill>
                  <a:latin typeface="Aptos" panose="020B0004020202020204" pitchFamily="34" charset="0"/>
                  <a:cs typeface="Circular Std Bold Italic"/>
                </a:rPr>
                <a:t>Légende</a:t>
              </a:r>
              <a:endParaRPr lang="fr-FR" sz="1000">
                <a:latin typeface="Aptos" panose="020B0004020202020204" pitchFamily="34" charset="0"/>
                <a:cs typeface="Circular Std Bold Italic"/>
              </a:endParaRPr>
            </a:p>
            <a:p>
              <a:pPr marR="51435" algn="ctr">
                <a:lnSpc>
                  <a:spcPct val="100000"/>
                </a:lnSpc>
              </a:pPr>
              <a:r>
                <a:rPr lang="fr-FR" sz="1000" b="1">
                  <a:solidFill>
                    <a:srgbClr val="005399"/>
                  </a:solidFill>
                  <a:latin typeface="Aptos" panose="020B0004020202020204" pitchFamily="34" charset="0"/>
                  <a:cs typeface="Circular Std Bold Italic"/>
                </a:rPr>
                <a:t>de</a:t>
              </a:r>
              <a:r>
                <a:rPr lang="fr-FR" sz="1000" b="1" spc="-25">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l’illustration</a:t>
              </a:r>
              <a:r>
                <a:rPr lang="fr-FR" sz="1000" b="1" spc="-20">
                  <a:solidFill>
                    <a:srgbClr val="005399"/>
                  </a:solidFill>
                  <a:latin typeface="Aptos" panose="020B0004020202020204" pitchFamily="34" charset="0"/>
                  <a:cs typeface="Circular Std Bold Italic"/>
                </a:rPr>
                <a:t> </a:t>
              </a:r>
              <a:r>
                <a:rPr lang="fr-FR" sz="1000" b="1">
                  <a:solidFill>
                    <a:srgbClr val="005399"/>
                  </a:solidFill>
                  <a:latin typeface="Aptos" panose="020B0004020202020204" pitchFamily="34" charset="0"/>
                  <a:cs typeface="Circular Std Bold Italic"/>
                </a:rPr>
                <a:t>en</a:t>
              </a:r>
              <a:r>
                <a:rPr lang="fr-FR" sz="1000" b="1" spc="-25">
                  <a:solidFill>
                    <a:srgbClr val="005399"/>
                  </a:solidFill>
                  <a:latin typeface="Aptos" panose="020B0004020202020204" pitchFamily="34" charset="0"/>
                  <a:cs typeface="Circular Std Bold Italic"/>
                </a:rPr>
                <a:t> </a:t>
              </a:r>
              <a:r>
                <a:rPr lang="fr-FR" sz="1000" b="1" spc="-50">
                  <a:solidFill>
                    <a:srgbClr val="005399"/>
                  </a:solidFill>
                  <a:latin typeface="Aptos" panose="020B0004020202020204" pitchFamily="34" charset="0"/>
                  <a:cs typeface="Circular Std Bold Italic"/>
                </a:rPr>
                <a:t>%</a:t>
              </a:r>
              <a:endParaRPr lang="fr-FR" sz="1000">
                <a:latin typeface="Aptos" panose="020B0004020202020204" pitchFamily="34" charset="0"/>
                <a:cs typeface="Circular Std Bold Italic"/>
              </a:endParaRPr>
            </a:p>
          </p:txBody>
        </p:sp>
        <p:sp>
          <p:nvSpPr>
            <p:cNvPr id="30" name="object 5">
              <a:extLst>
                <a:ext uri="{FF2B5EF4-FFF2-40B4-BE49-F238E27FC236}">
                  <a16:creationId xmlns:a16="http://schemas.microsoft.com/office/drawing/2014/main" id="{F4F257EF-544E-6FB4-B26A-A742BEE79883}"/>
                </a:ext>
              </a:extLst>
            </p:cNvPr>
            <p:cNvSpPr/>
            <p:nvPr userDrawn="1"/>
          </p:nvSpPr>
          <p:spPr>
            <a:xfrm>
              <a:off x="727176" y="3768090"/>
              <a:ext cx="65405" cy="65405"/>
            </a:xfrm>
            <a:custGeom>
              <a:avLst/>
              <a:gdLst/>
              <a:ahLst/>
              <a:cxnLst/>
              <a:rect l="l" t="t" r="r" b="b"/>
              <a:pathLst>
                <a:path w="65404"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sp>
          <p:nvSpPr>
            <p:cNvPr id="35" name="object 10">
              <a:extLst>
                <a:ext uri="{FF2B5EF4-FFF2-40B4-BE49-F238E27FC236}">
                  <a16:creationId xmlns:a16="http://schemas.microsoft.com/office/drawing/2014/main" id="{DCC10578-6947-DA22-3667-7F640D40F95A}"/>
                </a:ext>
              </a:extLst>
            </p:cNvPr>
            <p:cNvSpPr/>
            <p:nvPr userDrawn="1"/>
          </p:nvSpPr>
          <p:spPr>
            <a:xfrm>
              <a:off x="3093021" y="39509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226FB7"/>
            </a:solidFill>
          </p:spPr>
          <p:txBody>
            <a:bodyPr wrap="square" lIns="0" tIns="0" rIns="0" bIns="0" rtlCol="0"/>
            <a:lstStyle/>
            <a:p>
              <a:endParaRPr/>
            </a:p>
          </p:txBody>
        </p:sp>
        <p:sp>
          <p:nvSpPr>
            <p:cNvPr id="36" name="object 11">
              <a:extLst>
                <a:ext uri="{FF2B5EF4-FFF2-40B4-BE49-F238E27FC236}">
                  <a16:creationId xmlns:a16="http://schemas.microsoft.com/office/drawing/2014/main" id="{FDE3CAE0-344E-3B21-37CF-7367727765FF}"/>
                </a:ext>
              </a:extLst>
            </p:cNvPr>
            <p:cNvSpPr/>
            <p:nvPr userDrawn="1"/>
          </p:nvSpPr>
          <p:spPr>
            <a:xfrm>
              <a:off x="3093021" y="4179570"/>
              <a:ext cx="65405" cy="65405"/>
            </a:xfrm>
            <a:custGeom>
              <a:avLst/>
              <a:gdLst/>
              <a:ahLst/>
              <a:cxnLst/>
              <a:rect l="l" t="t" r="r" b="b"/>
              <a:pathLst>
                <a:path w="65405" h="65404">
                  <a:moveTo>
                    <a:pt x="64795" y="0"/>
                  </a:moveTo>
                  <a:lnTo>
                    <a:pt x="0" y="0"/>
                  </a:lnTo>
                  <a:lnTo>
                    <a:pt x="0" y="64795"/>
                  </a:lnTo>
                  <a:lnTo>
                    <a:pt x="64795" y="64795"/>
                  </a:lnTo>
                  <a:lnTo>
                    <a:pt x="64795" y="0"/>
                  </a:lnTo>
                  <a:close/>
                </a:path>
              </a:pathLst>
            </a:custGeom>
            <a:solidFill>
              <a:srgbClr val="005399"/>
            </a:solidFill>
          </p:spPr>
          <p:txBody>
            <a:bodyPr wrap="square" lIns="0" tIns="0" rIns="0" bIns="0" rtlCol="0"/>
            <a:lstStyle/>
            <a:p>
              <a:endParaRPr/>
            </a:p>
          </p:txBody>
        </p:sp>
      </p:grpSp>
      <p:sp>
        <p:nvSpPr>
          <p:cNvPr id="37" name="Espace réservé du texte 5">
            <a:extLst>
              <a:ext uri="{FF2B5EF4-FFF2-40B4-BE49-F238E27FC236}">
                <a16:creationId xmlns:a16="http://schemas.microsoft.com/office/drawing/2014/main" id="{1F22531C-16CC-E203-977B-56F43EBE0E27}"/>
              </a:ext>
            </a:extLst>
          </p:cNvPr>
          <p:cNvSpPr>
            <a:spLocks noGrp="1"/>
          </p:cNvSpPr>
          <p:nvPr>
            <p:ph type="body" sz="quarter" idx="12" hasCustomPrompt="1"/>
          </p:nvPr>
        </p:nvSpPr>
        <p:spPr>
          <a:xfrm>
            <a:off x="5562600" y="1219200"/>
            <a:ext cx="3962400"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38" name="Holder 3">
            <a:extLst>
              <a:ext uri="{FF2B5EF4-FFF2-40B4-BE49-F238E27FC236}">
                <a16:creationId xmlns:a16="http://schemas.microsoft.com/office/drawing/2014/main" id="{990EFDD1-24CD-08AB-8F1F-5ECBB3BAC4E9}"/>
              </a:ext>
            </a:extLst>
          </p:cNvPr>
          <p:cNvSpPr>
            <a:spLocks noGrp="1"/>
          </p:cNvSpPr>
          <p:nvPr>
            <p:ph type="body" idx="1"/>
          </p:nvPr>
        </p:nvSpPr>
        <p:spPr>
          <a:xfrm>
            <a:off x="5638800" y="2514600"/>
            <a:ext cx="3886200" cy="31369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44" name="Espace réservé du numéro de diapositive 5">
            <a:extLst>
              <a:ext uri="{FF2B5EF4-FFF2-40B4-BE49-F238E27FC236}">
                <a16:creationId xmlns:a16="http://schemas.microsoft.com/office/drawing/2014/main" id="{4700B97E-CA2E-BB90-EA05-518B6ACF8421}"/>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249826018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0999" y="384247"/>
            <a:ext cx="7086602"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0998" y="1219200"/>
            <a:ext cx="4572001"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572000" cy="3136900"/>
          </a:xfrm>
          <a:prstGeom prst="rect">
            <a:avLst/>
          </a:prstGeom>
        </p:spPr>
        <p:txBody>
          <a:bodyPr lIns="0" tIns="0" rIns="0" bIns="0"/>
          <a:lstStyle>
            <a:lvl1pPr>
              <a:defRPr sz="1350" b="0" i="0">
                <a:solidFill>
                  <a:schemeClr val="tx1"/>
                </a:solidFill>
                <a:latin typeface="Aptos"/>
                <a:cs typeface="Aptos"/>
              </a:defRPr>
            </a:lvl1pPr>
          </a:lstStyle>
          <a:p>
            <a:endParaRPr dirty="0"/>
          </a:p>
        </p:txBody>
      </p:sp>
      <p:sp>
        <p:nvSpPr>
          <p:cNvPr id="17" name="Holder 3">
            <a:extLst>
              <a:ext uri="{FF2B5EF4-FFF2-40B4-BE49-F238E27FC236}">
                <a16:creationId xmlns:a16="http://schemas.microsoft.com/office/drawing/2014/main" id="{42DE9D49-335F-15AD-BE6A-337452D9096C}"/>
              </a:ext>
            </a:extLst>
          </p:cNvPr>
          <p:cNvSpPr>
            <a:spLocks noGrp="1"/>
          </p:cNvSpPr>
          <p:nvPr>
            <p:ph type="body" idx="13"/>
          </p:nvPr>
        </p:nvSpPr>
        <p:spPr>
          <a:xfrm>
            <a:off x="5403575" y="2514600"/>
            <a:ext cx="4130288" cy="3136900"/>
          </a:xfrm>
          <a:prstGeom prst="rect">
            <a:avLst/>
          </a:prstGeom>
        </p:spPr>
        <p:txBody>
          <a:bodyPr lIns="0" tIns="0" rIns="0" bIns="0"/>
          <a:lstStyle>
            <a:lvl1pPr marL="285750" indent="-285750">
              <a:buClr>
                <a:schemeClr val="accent2"/>
              </a:buClr>
              <a:buSzPct val="130000"/>
              <a:buFont typeface="Arial" panose="020B0604020202020204" pitchFamily="34" charset="0"/>
              <a:buChar char="•"/>
              <a:defRPr sz="1350" b="0" i="0">
                <a:solidFill>
                  <a:schemeClr val="tx1"/>
                </a:solidFill>
                <a:latin typeface="Aptos"/>
                <a:cs typeface="Aptos"/>
              </a:defRPr>
            </a:lvl1pPr>
          </a:lstStyle>
          <a:p>
            <a:endParaRPr dirty="0"/>
          </a:p>
        </p:txBody>
      </p:sp>
      <p:sp>
        <p:nvSpPr>
          <p:cNvPr id="18" name="Espace réservé du texte 5">
            <a:extLst>
              <a:ext uri="{FF2B5EF4-FFF2-40B4-BE49-F238E27FC236}">
                <a16:creationId xmlns:a16="http://schemas.microsoft.com/office/drawing/2014/main" id="{61DB0D47-B2AF-B40E-7AFD-23CDD19BB737}"/>
              </a:ext>
            </a:extLst>
          </p:cNvPr>
          <p:cNvSpPr>
            <a:spLocks noGrp="1"/>
          </p:cNvSpPr>
          <p:nvPr>
            <p:ph type="body" sz="quarter" idx="14" hasCustomPrompt="1"/>
          </p:nvPr>
        </p:nvSpPr>
        <p:spPr>
          <a:xfrm>
            <a:off x="5403574" y="1219200"/>
            <a:ext cx="4121426"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23" name="Espace réservé du numéro de diapositive 5">
            <a:extLst>
              <a:ext uri="{FF2B5EF4-FFF2-40B4-BE49-F238E27FC236}">
                <a16:creationId xmlns:a16="http://schemas.microsoft.com/office/drawing/2014/main" id="{9776B403-AEEB-72C7-D257-6403B9F2CE70}"/>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1977681766"/>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Holder 2">
            <a:extLst>
              <a:ext uri="{FF2B5EF4-FFF2-40B4-BE49-F238E27FC236}">
                <a16:creationId xmlns:a16="http://schemas.microsoft.com/office/drawing/2014/main" id="{B52B347F-B9BC-596C-A7B1-A50816479A99}"/>
              </a:ext>
            </a:extLst>
          </p:cNvPr>
          <p:cNvSpPr>
            <a:spLocks noGrp="1"/>
          </p:cNvSpPr>
          <p:nvPr>
            <p:ph type="title"/>
          </p:nvPr>
        </p:nvSpPr>
        <p:spPr>
          <a:xfrm>
            <a:off x="381001" y="384247"/>
            <a:ext cx="7086600" cy="360680"/>
          </a:xfrm>
          <a:prstGeom prst="rect">
            <a:avLst/>
          </a:prstGeom>
        </p:spPr>
        <p:txBody>
          <a:bodyPr lIns="0" tIns="0" rIns="0" bIns="0"/>
          <a:lstStyle>
            <a:lvl1pPr>
              <a:defRPr sz="2200" b="1" i="0">
                <a:solidFill>
                  <a:srgbClr val="58595B"/>
                </a:solidFill>
                <a:latin typeface="Aptos"/>
                <a:cs typeface="Aptos"/>
              </a:defRPr>
            </a:lvl1pPr>
          </a:lstStyle>
          <a:p>
            <a:endParaRPr dirty="0"/>
          </a:p>
        </p:txBody>
      </p:sp>
      <p:sp>
        <p:nvSpPr>
          <p:cNvPr id="6" name="Espace réservé du texte 5">
            <a:extLst>
              <a:ext uri="{FF2B5EF4-FFF2-40B4-BE49-F238E27FC236}">
                <a16:creationId xmlns:a16="http://schemas.microsoft.com/office/drawing/2014/main" id="{876F4831-E34D-C85D-98A4-02B37F5D4E19}"/>
              </a:ext>
            </a:extLst>
          </p:cNvPr>
          <p:cNvSpPr>
            <a:spLocks noGrp="1"/>
          </p:cNvSpPr>
          <p:nvPr>
            <p:ph type="body" sz="quarter" idx="12" hasCustomPrompt="1"/>
          </p:nvPr>
        </p:nvSpPr>
        <p:spPr>
          <a:xfrm>
            <a:off x="381000" y="1219200"/>
            <a:ext cx="4093845" cy="1143000"/>
          </a:xfrm>
          <a:prstGeom prst="rect">
            <a:avLst/>
          </a:prstGeom>
        </p:spPr>
        <p:txBody>
          <a:bodyPr/>
          <a:lstStyle>
            <a:lvl1pPr>
              <a:defRPr sz="1550" b="1">
                <a:solidFill>
                  <a:schemeClr val="accent2"/>
                </a:solidFill>
              </a:defRPr>
            </a:lvl1pPr>
            <a:lvl2pPr>
              <a:defRPr sz="1550" b="1">
                <a:solidFill>
                  <a:schemeClr val="accent1"/>
                </a:solidFill>
              </a:defRPr>
            </a:lvl2pPr>
            <a:lvl3pPr algn="l">
              <a:defRPr sz="1550" b="0">
                <a:solidFill>
                  <a:schemeClr val="accent1"/>
                </a:solidFill>
              </a:defRPr>
            </a:lvl3pPr>
            <a:lvl4pPr>
              <a:defRPr sz="1550" b="1">
                <a:solidFill>
                  <a:schemeClr val="accent1"/>
                </a:solidFill>
              </a:defRPr>
            </a:lvl4pPr>
            <a:lvl5pPr>
              <a:defRPr sz="1550" b="1"/>
            </a:lvl5pPr>
          </a:lstStyle>
          <a:p>
            <a:pPr lvl="0"/>
            <a:r>
              <a:rPr lang="fr-FR" dirty="0"/>
              <a:t>CLIQUEZ POUR MODIFIER LES STYLES DU TEXTE DU MASQUE</a:t>
            </a:r>
          </a:p>
          <a:p>
            <a:pPr lvl="1"/>
            <a:r>
              <a:rPr lang="fr-FR" dirty="0"/>
              <a:t>Deuxième niveau</a:t>
            </a:r>
          </a:p>
          <a:p>
            <a:pPr lvl="2"/>
            <a:r>
              <a:rPr lang="fr-FR" dirty="0"/>
              <a:t>Troisième niveau</a:t>
            </a:r>
          </a:p>
        </p:txBody>
      </p:sp>
      <p:sp>
        <p:nvSpPr>
          <p:cNvPr id="9" name="Holder 3">
            <a:extLst>
              <a:ext uri="{FF2B5EF4-FFF2-40B4-BE49-F238E27FC236}">
                <a16:creationId xmlns:a16="http://schemas.microsoft.com/office/drawing/2014/main" id="{CD35EB82-4B50-6784-4EBE-D27670AB5A84}"/>
              </a:ext>
            </a:extLst>
          </p:cNvPr>
          <p:cNvSpPr>
            <a:spLocks noGrp="1"/>
          </p:cNvSpPr>
          <p:nvPr>
            <p:ph type="body" idx="1"/>
          </p:nvPr>
        </p:nvSpPr>
        <p:spPr>
          <a:xfrm>
            <a:off x="381000" y="2514600"/>
            <a:ext cx="4093845" cy="1600200"/>
          </a:xfrm>
          <a:prstGeom prst="rect">
            <a:avLst/>
          </a:prstGeom>
        </p:spPr>
        <p:txBody>
          <a:bodyPr lIns="0" tIns="0" rIns="0" bIns="0"/>
          <a:lstStyle>
            <a:lvl1pPr>
              <a:defRPr sz="1350" b="0" i="0">
                <a:solidFill>
                  <a:schemeClr val="tx1"/>
                </a:solidFill>
                <a:latin typeface="Aptos"/>
                <a:cs typeface="Aptos"/>
              </a:defRPr>
            </a:lvl1pPr>
          </a:lstStyle>
          <a:p>
            <a:endParaRPr/>
          </a:p>
        </p:txBody>
      </p:sp>
      <p:sp>
        <p:nvSpPr>
          <p:cNvPr id="5" name="Espace réservé du tableau 4">
            <a:extLst>
              <a:ext uri="{FF2B5EF4-FFF2-40B4-BE49-F238E27FC236}">
                <a16:creationId xmlns:a16="http://schemas.microsoft.com/office/drawing/2014/main" id="{AEECF47D-EF2A-3470-DA67-76994AB2F03C}"/>
              </a:ext>
            </a:extLst>
          </p:cNvPr>
          <p:cNvSpPr>
            <a:spLocks noGrp="1"/>
          </p:cNvSpPr>
          <p:nvPr>
            <p:ph type="tbl" sz="quarter" idx="13"/>
          </p:nvPr>
        </p:nvSpPr>
        <p:spPr>
          <a:xfrm>
            <a:off x="381000" y="3429000"/>
            <a:ext cx="4093845" cy="1295400"/>
          </a:xfrm>
          <a:prstGeom prst="rect">
            <a:avLst/>
          </a:prstGeom>
        </p:spPr>
        <p:txBody>
          <a:bodyPr/>
          <a:lstStyle/>
          <a:p>
            <a:endParaRPr lang="fr-FR"/>
          </a:p>
        </p:txBody>
      </p:sp>
      <p:sp>
        <p:nvSpPr>
          <p:cNvPr id="16" name="Espace réservé pour une image  15">
            <a:extLst>
              <a:ext uri="{FF2B5EF4-FFF2-40B4-BE49-F238E27FC236}">
                <a16:creationId xmlns:a16="http://schemas.microsoft.com/office/drawing/2014/main" id="{C44A7C19-126E-4771-543A-6780F2707181}"/>
              </a:ext>
            </a:extLst>
          </p:cNvPr>
          <p:cNvSpPr>
            <a:spLocks noGrp="1"/>
          </p:cNvSpPr>
          <p:nvPr>
            <p:ph type="pic" sz="quarter" idx="14"/>
          </p:nvPr>
        </p:nvSpPr>
        <p:spPr>
          <a:xfrm>
            <a:off x="4953000" y="1285875"/>
            <a:ext cx="4572000" cy="4886325"/>
          </a:xfrm>
          <a:prstGeom prst="rect">
            <a:avLst/>
          </a:prstGeom>
        </p:spPr>
        <p:txBody>
          <a:bodyPr/>
          <a:lstStyle/>
          <a:p>
            <a:endParaRPr lang="fr-FR"/>
          </a:p>
        </p:txBody>
      </p:sp>
      <p:sp>
        <p:nvSpPr>
          <p:cNvPr id="27" name="Espace réservé du numéro de diapositive 5">
            <a:extLst>
              <a:ext uri="{FF2B5EF4-FFF2-40B4-BE49-F238E27FC236}">
                <a16:creationId xmlns:a16="http://schemas.microsoft.com/office/drawing/2014/main" id="{8C6F790D-415D-384C-9EF8-1D720EF29C37}"/>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Tree>
    <p:extLst>
      <p:ext uri="{BB962C8B-B14F-4D97-AF65-F5344CB8AC3E}">
        <p14:creationId xmlns:p14="http://schemas.microsoft.com/office/powerpoint/2010/main" val="4072519753"/>
      </p:ext>
    </p:extLst>
  </p:cSld>
  <p:clrMapOvr>
    <a:masterClrMapping/>
  </p:clrMapOvr>
  <p:extLst>
    <p:ext uri="{DCECCB84-F9BA-43D5-87BE-67443E8EF086}">
      <p15:sldGuideLst xmlns:p15="http://schemas.microsoft.com/office/powerpoint/2012/main">
        <p15:guide id="1" pos="240">
          <p15:clr>
            <a:srgbClr val="FBAE40"/>
          </p15:clr>
        </p15:guide>
        <p15:guide id="2" pos="6000">
          <p15:clr>
            <a:srgbClr val="FBAE40"/>
          </p15:clr>
        </p15:guide>
        <p15:guide id="3" orient="horz" pos="810">
          <p15:clr>
            <a:srgbClr val="FBAE40"/>
          </p15:clr>
        </p15:guide>
        <p15:guide id="4" pos="31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4">
            <a:alpha val="61000"/>
          </a:schemeClr>
        </a:solidFill>
        <a:effectLst/>
      </p:bgPr>
    </p:bg>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3281363" y="6356350"/>
            <a:ext cx="3343275" cy="365125"/>
          </a:xfrm>
          <a:prstGeom prst="rect">
            <a:avLst/>
          </a:prstGeom>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25"/>
          </a:p>
        </p:txBody>
      </p:sp>
      <p:sp>
        <p:nvSpPr>
          <p:cNvPr id="5" name="Holder 5"/>
          <p:cNvSpPr>
            <a:spLocks noGrp="1"/>
          </p:cNvSpPr>
          <p:nvPr>
            <p:ph type="dt" sz="half" idx="6"/>
          </p:nvPr>
        </p:nvSpPr>
        <p:spPr/>
        <p:txBody>
          <a:bodyPr lIns="0" tIns="0" rIns="0" bIns="0"/>
          <a:lstStyle>
            <a:lvl1pPr>
              <a:defRPr sz="800" b="0" i="0">
                <a:solidFill>
                  <a:srgbClr val="005399"/>
                </a:solidFill>
                <a:latin typeface="Aptos"/>
                <a:cs typeface="Aptos"/>
              </a:defRPr>
            </a:lvl1pPr>
          </a:lstStyle>
          <a:p>
            <a:pPr marL="12700">
              <a:lnSpc>
                <a:spcPct val="100000"/>
              </a:lnSpc>
              <a:spcBef>
                <a:spcPts val="50"/>
              </a:spcBef>
            </a:pPr>
            <a:endParaRPr spc="-10"/>
          </a:p>
        </p:txBody>
      </p:sp>
      <p:sp>
        <p:nvSpPr>
          <p:cNvPr id="3" name="Espace réservé pour une image  2">
            <a:extLst>
              <a:ext uri="{FF2B5EF4-FFF2-40B4-BE49-F238E27FC236}">
                <a16:creationId xmlns:a16="http://schemas.microsoft.com/office/drawing/2014/main" id="{A54A3F51-BAB6-B7C3-6228-2A5058A3B545}"/>
              </a:ext>
            </a:extLst>
          </p:cNvPr>
          <p:cNvSpPr>
            <a:spLocks noGrp="1"/>
          </p:cNvSpPr>
          <p:nvPr>
            <p:ph type="pic" sz="quarter" idx="10"/>
          </p:nvPr>
        </p:nvSpPr>
        <p:spPr>
          <a:xfrm>
            <a:off x="0" y="0"/>
            <a:ext cx="9906000" cy="6858000"/>
          </a:xfrm>
          <a:prstGeom prst="rect">
            <a:avLst/>
          </a:prstGeom>
        </p:spPr>
        <p:txBody>
          <a:bodyPr/>
          <a:lstStyle/>
          <a:p>
            <a:endParaRPr lang="fr-FR"/>
          </a:p>
        </p:txBody>
      </p:sp>
      <p:sp>
        <p:nvSpPr>
          <p:cNvPr id="6" name="Espace réservé du texte 5">
            <a:extLst>
              <a:ext uri="{FF2B5EF4-FFF2-40B4-BE49-F238E27FC236}">
                <a16:creationId xmlns:a16="http://schemas.microsoft.com/office/drawing/2014/main" id="{2B5ADD10-F604-BC9C-D3A2-0094A8ABEBC7}"/>
              </a:ext>
            </a:extLst>
          </p:cNvPr>
          <p:cNvSpPr>
            <a:spLocks noGrp="1"/>
          </p:cNvSpPr>
          <p:nvPr>
            <p:ph type="body" sz="quarter" idx="12" hasCustomPrompt="1"/>
          </p:nvPr>
        </p:nvSpPr>
        <p:spPr>
          <a:xfrm>
            <a:off x="2628900" y="3429000"/>
            <a:ext cx="4648200" cy="1143000"/>
          </a:xfrm>
          <a:prstGeom prst="rect">
            <a:avLst/>
          </a:prstGeom>
        </p:spPr>
        <p:txBody>
          <a:bodyPr/>
          <a:lstStyle>
            <a:lvl1pPr marL="0" indent="0" algn="ctr">
              <a:buFontTx/>
              <a:buNone/>
              <a:defRPr sz="1550" b="1">
                <a:solidFill>
                  <a:schemeClr val="bg1"/>
                </a:solidFill>
              </a:defRPr>
            </a:lvl1pPr>
            <a:lvl2pPr marL="457200" indent="0" algn="ctr">
              <a:buFontTx/>
              <a:buNone/>
              <a:defRPr sz="1550" b="1">
                <a:solidFill>
                  <a:schemeClr val="bg1"/>
                </a:solidFill>
              </a:defRPr>
            </a:lvl2pPr>
            <a:lvl3pPr marL="914400" indent="0" algn="ctr">
              <a:buFontTx/>
              <a:buNone/>
              <a:defRPr sz="1550" b="0">
                <a:solidFill>
                  <a:schemeClr val="bg1"/>
                </a:solidFill>
              </a:defRPr>
            </a:lvl3pPr>
            <a:lvl4pPr>
              <a:defRPr sz="1550" b="1">
                <a:solidFill>
                  <a:schemeClr val="accent1"/>
                </a:solidFill>
              </a:defRPr>
            </a:lvl4pPr>
            <a:lvl5pPr>
              <a:defRPr sz="1550" b="1"/>
            </a:lvl5pPr>
          </a:lstStyle>
          <a:p>
            <a:pPr lvl="0"/>
            <a:r>
              <a:rPr lang="fr-FR"/>
              <a:t>CLIQUEZ POUR MODIFIER LES STYLES DU TEXTE DU MASQUE</a:t>
            </a:r>
          </a:p>
          <a:p>
            <a:pPr lvl="1"/>
            <a:r>
              <a:rPr lang="fr-FR"/>
              <a:t>Deuxième niveau</a:t>
            </a:r>
          </a:p>
          <a:p>
            <a:pPr lvl="2"/>
            <a:r>
              <a:rPr lang="fr-FR"/>
              <a:t>Troisième niveau</a:t>
            </a:r>
          </a:p>
        </p:txBody>
      </p:sp>
      <p:sp>
        <p:nvSpPr>
          <p:cNvPr id="7" name="Holder 3">
            <a:extLst>
              <a:ext uri="{FF2B5EF4-FFF2-40B4-BE49-F238E27FC236}">
                <a16:creationId xmlns:a16="http://schemas.microsoft.com/office/drawing/2014/main" id="{662A453C-2C1D-0B17-1F34-6CF24261346C}"/>
              </a:ext>
            </a:extLst>
          </p:cNvPr>
          <p:cNvSpPr>
            <a:spLocks noGrp="1"/>
          </p:cNvSpPr>
          <p:nvPr>
            <p:ph type="body" idx="1"/>
          </p:nvPr>
        </p:nvSpPr>
        <p:spPr>
          <a:xfrm>
            <a:off x="2590800" y="3962400"/>
            <a:ext cx="4724400" cy="1460500"/>
          </a:xfrm>
          <a:prstGeom prst="rect">
            <a:avLst/>
          </a:prstGeom>
        </p:spPr>
        <p:txBody>
          <a:bodyPr lIns="0" tIns="0" rIns="0" bIns="0"/>
          <a:lstStyle>
            <a:lvl1pPr marL="0" indent="0" algn="ctr">
              <a:buFontTx/>
              <a:buNone/>
              <a:defRPr sz="1350" b="0" i="0">
                <a:solidFill>
                  <a:schemeClr val="bg1"/>
                </a:solidFill>
                <a:latin typeface="Aptos"/>
                <a:cs typeface="Aptos"/>
              </a:defRPr>
            </a:lvl1pPr>
          </a:lstStyle>
          <a:p>
            <a:endParaRPr/>
          </a:p>
        </p:txBody>
      </p:sp>
      <p:sp>
        <p:nvSpPr>
          <p:cNvPr id="8" name="Titre 7">
            <a:extLst>
              <a:ext uri="{FF2B5EF4-FFF2-40B4-BE49-F238E27FC236}">
                <a16:creationId xmlns:a16="http://schemas.microsoft.com/office/drawing/2014/main" id="{27C3263F-1CBC-4E0F-1CC8-D47AAEBDED95}"/>
              </a:ext>
            </a:extLst>
          </p:cNvPr>
          <p:cNvSpPr>
            <a:spLocks noGrp="1"/>
          </p:cNvSpPr>
          <p:nvPr>
            <p:ph type="title"/>
          </p:nvPr>
        </p:nvSpPr>
        <p:spPr>
          <a:xfrm>
            <a:off x="681038" y="1600200"/>
            <a:ext cx="8543925" cy="1325563"/>
          </a:xfrm>
          <a:prstGeom prst="rect">
            <a:avLst/>
          </a:prstGeom>
        </p:spPr>
        <p:txBody>
          <a:bodyPr anchor="ctr"/>
          <a:lstStyle>
            <a:lvl1pPr algn="ctr">
              <a:defRPr sz="5500" b="1">
                <a:solidFill>
                  <a:schemeClr val="bg1"/>
                </a:solidFill>
              </a:defRPr>
            </a:lvl1pPr>
          </a:lstStyle>
          <a:p>
            <a:r>
              <a:rPr lang="fr-FR"/>
              <a:t>Modifiez le style du titre</a:t>
            </a:r>
          </a:p>
        </p:txBody>
      </p:sp>
    </p:spTree>
    <p:extLst>
      <p:ext uri="{BB962C8B-B14F-4D97-AF65-F5344CB8AC3E}">
        <p14:creationId xmlns:p14="http://schemas.microsoft.com/office/powerpoint/2010/main" val="3900161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5AAF0816-1F25-DBF1-9B03-18C8FAC54723}"/>
              </a:ext>
            </a:extLst>
          </p:cNvPr>
          <p:cNvSpPr>
            <a:spLocks noGrp="1"/>
          </p:cNvSpPr>
          <p:nvPr>
            <p:ph type="title"/>
          </p:nvPr>
        </p:nvSpPr>
        <p:spPr>
          <a:xfrm>
            <a:off x="3200401" y="2438400"/>
            <a:ext cx="6705600" cy="2133600"/>
          </a:xfrm>
          <a:prstGeom prst="rect">
            <a:avLst/>
          </a:prstGeom>
        </p:spPr>
        <p:txBody>
          <a:bodyPr anchor="ctr"/>
          <a:lstStyle/>
          <a:p>
            <a:endParaRPr lang="fr-FR">
              <a:solidFill>
                <a:schemeClr val="bg1"/>
              </a:solidFill>
            </a:endParaRPr>
          </a:p>
        </p:txBody>
      </p:sp>
      <p:sp>
        <p:nvSpPr>
          <p:cNvPr id="8" name="Espace réservé du numéro de diapositive 7">
            <a:extLst>
              <a:ext uri="{FF2B5EF4-FFF2-40B4-BE49-F238E27FC236}">
                <a16:creationId xmlns:a16="http://schemas.microsoft.com/office/drawing/2014/main" id="{FAB431D0-E552-0E26-EEEF-ED60E666BC46}"/>
              </a:ext>
            </a:extLst>
          </p:cNvPr>
          <p:cNvSpPr>
            <a:spLocks noGrp="1"/>
          </p:cNvSpPr>
          <p:nvPr>
            <p:ph type="sldNum" sz="quarter" idx="11"/>
          </p:nvPr>
        </p:nvSpPr>
        <p:spPr/>
        <p:txBody>
          <a:bodyPr/>
          <a:lstStyle/>
          <a:p>
            <a:fld id="{909D9AA9-2800-6742-B3AC-1FC34B18C60A}" type="slidenum">
              <a:rPr lang="fr-FR" smtClean="0"/>
              <a:pPr/>
              <a:t>‹N°›</a:t>
            </a:fld>
            <a:endParaRPr lang="fr-FR"/>
          </a:p>
        </p:txBody>
      </p:sp>
    </p:spTree>
    <p:extLst>
      <p:ext uri="{BB962C8B-B14F-4D97-AF65-F5344CB8AC3E}">
        <p14:creationId xmlns:p14="http://schemas.microsoft.com/office/powerpoint/2010/main" val="327607676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182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solidFill>
          <a:schemeClr val="accent2">
            <a:alpha val="0"/>
          </a:schemeClr>
        </a:solidFill>
        <a:effectLst/>
      </p:bgPr>
    </p:bg>
    <p:spTree>
      <p:nvGrpSpPr>
        <p:cNvPr id="1" name=""/>
        <p:cNvGrpSpPr/>
        <p:nvPr/>
      </p:nvGrpSpPr>
      <p:grpSpPr>
        <a:xfrm>
          <a:off x="0" y="0"/>
          <a:ext cx="0" cy="0"/>
          <a:chOff x="0" y="0"/>
          <a:chExt cx="0" cy="0"/>
        </a:xfrm>
      </p:grpSpPr>
      <p:sp>
        <p:nvSpPr>
          <p:cNvPr id="9" name="object 4">
            <a:extLst>
              <a:ext uri="{FF2B5EF4-FFF2-40B4-BE49-F238E27FC236}">
                <a16:creationId xmlns:a16="http://schemas.microsoft.com/office/drawing/2014/main" id="{2DD762C1-4320-D8AB-AE75-E6CF2EE492B9}"/>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31" name="Groupe 30">
            <a:extLst>
              <a:ext uri="{FF2B5EF4-FFF2-40B4-BE49-F238E27FC236}">
                <a16:creationId xmlns:a16="http://schemas.microsoft.com/office/drawing/2014/main" id="{E3094FD4-F362-E5AA-8638-C1978D4EB5B0}"/>
              </a:ext>
            </a:extLst>
          </p:cNvPr>
          <p:cNvGrpSpPr/>
          <p:nvPr userDrawn="1"/>
        </p:nvGrpSpPr>
        <p:grpSpPr>
          <a:xfrm>
            <a:off x="7841485" y="5944127"/>
            <a:ext cx="1652177" cy="501605"/>
            <a:chOff x="7841485" y="5944127"/>
            <a:chExt cx="1652177" cy="501605"/>
          </a:xfrm>
        </p:grpSpPr>
        <p:pic>
          <p:nvPicPr>
            <p:cNvPr id="32" name="bg object 22">
              <a:extLst>
                <a:ext uri="{FF2B5EF4-FFF2-40B4-BE49-F238E27FC236}">
                  <a16:creationId xmlns:a16="http://schemas.microsoft.com/office/drawing/2014/main" id="{2E795CAA-3591-C704-7A00-17F17BF51A23}"/>
                </a:ext>
              </a:extLst>
            </p:cNvPr>
            <p:cNvPicPr/>
            <p:nvPr/>
          </p:nvPicPr>
          <p:blipFill>
            <a:blip r:embed="rId2" cstate="print"/>
            <a:stretch>
              <a:fillRect/>
            </a:stretch>
          </p:blipFill>
          <p:spPr>
            <a:xfrm>
              <a:off x="9252289" y="6071177"/>
              <a:ext cx="95709" cy="100940"/>
            </a:xfrm>
            <a:prstGeom prst="rect">
              <a:avLst/>
            </a:prstGeom>
          </p:spPr>
        </p:pic>
        <p:grpSp>
          <p:nvGrpSpPr>
            <p:cNvPr id="33" name="Groupe 32">
              <a:extLst>
                <a:ext uri="{FF2B5EF4-FFF2-40B4-BE49-F238E27FC236}">
                  <a16:creationId xmlns:a16="http://schemas.microsoft.com/office/drawing/2014/main" id="{0BD2DFFF-E0E1-325B-04AB-7D5E40B2E8C1}"/>
                </a:ext>
              </a:extLst>
            </p:cNvPr>
            <p:cNvGrpSpPr/>
            <p:nvPr userDrawn="1"/>
          </p:nvGrpSpPr>
          <p:grpSpPr>
            <a:xfrm>
              <a:off x="7841485" y="5944127"/>
              <a:ext cx="1652177" cy="501605"/>
              <a:chOff x="7841485" y="5944127"/>
              <a:chExt cx="1652177" cy="501605"/>
            </a:xfrm>
          </p:grpSpPr>
          <p:pic>
            <p:nvPicPr>
              <p:cNvPr id="34" name="bg object 19">
                <a:extLst>
                  <a:ext uri="{FF2B5EF4-FFF2-40B4-BE49-F238E27FC236}">
                    <a16:creationId xmlns:a16="http://schemas.microsoft.com/office/drawing/2014/main" id="{2390321B-CA5B-722D-C201-CCF041388981}"/>
                  </a:ext>
                </a:extLst>
              </p:cNvPr>
              <p:cNvPicPr/>
              <p:nvPr/>
            </p:nvPicPr>
            <p:blipFill>
              <a:blip r:embed="rId3" cstate="print"/>
              <a:stretch>
                <a:fillRect/>
              </a:stretch>
            </p:blipFill>
            <p:spPr>
              <a:xfrm>
                <a:off x="8306570" y="5964197"/>
                <a:ext cx="79577" cy="76317"/>
              </a:xfrm>
              <a:prstGeom prst="rect">
                <a:avLst/>
              </a:prstGeom>
            </p:spPr>
          </p:pic>
          <p:grpSp>
            <p:nvGrpSpPr>
              <p:cNvPr id="35" name="Groupe 34">
                <a:extLst>
                  <a:ext uri="{FF2B5EF4-FFF2-40B4-BE49-F238E27FC236}">
                    <a16:creationId xmlns:a16="http://schemas.microsoft.com/office/drawing/2014/main" id="{59E3DEEF-C7B1-A6FE-CD58-2660438B2F43}"/>
                  </a:ext>
                </a:extLst>
              </p:cNvPr>
              <p:cNvGrpSpPr/>
              <p:nvPr userDrawn="1"/>
            </p:nvGrpSpPr>
            <p:grpSpPr>
              <a:xfrm>
                <a:off x="7841485" y="5944127"/>
                <a:ext cx="1652177" cy="501605"/>
                <a:chOff x="7841485" y="5944127"/>
                <a:chExt cx="1652177" cy="501605"/>
              </a:xfrm>
            </p:grpSpPr>
            <p:sp>
              <p:nvSpPr>
                <p:cNvPr id="36" name="bg object 20">
                  <a:extLst>
                    <a:ext uri="{FF2B5EF4-FFF2-40B4-BE49-F238E27FC236}">
                      <a16:creationId xmlns:a16="http://schemas.microsoft.com/office/drawing/2014/main" id="{DAE4183A-84DF-C293-E29B-B9E05E960B8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7" name="bg object 21">
                  <a:extLst>
                    <a:ext uri="{FF2B5EF4-FFF2-40B4-BE49-F238E27FC236}">
                      <a16:creationId xmlns:a16="http://schemas.microsoft.com/office/drawing/2014/main" id="{4F066417-0AE9-2741-4EFA-097D7F5C57BE}"/>
                    </a:ext>
                  </a:extLst>
                </p:cNvPr>
                <p:cNvPicPr/>
                <p:nvPr/>
              </p:nvPicPr>
              <p:blipFill>
                <a:blip r:embed="rId4" cstate="print"/>
                <a:stretch>
                  <a:fillRect/>
                </a:stretch>
              </p:blipFill>
              <p:spPr>
                <a:xfrm>
                  <a:off x="8473065" y="5944127"/>
                  <a:ext cx="78689" cy="94815"/>
                </a:xfrm>
                <a:prstGeom prst="rect">
                  <a:avLst/>
                </a:prstGeom>
              </p:spPr>
            </p:pic>
            <p:grpSp>
              <p:nvGrpSpPr>
                <p:cNvPr id="38" name="Groupe 37">
                  <a:extLst>
                    <a:ext uri="{FF2B5EF4-FFF2-40B4-BE49-F238E27FC236}">
                      <a16:creationId xmlns:a16="http://schemas.microsoft.com/office/drawing/2014/main" id="{E46418DE-78B9-2DC0-C96C-B4DF3BE3007E}"/>
                    </a:ext>
                  </a:extLst>
                </p:cNvPr>
                <p:cNvGrpSpPr/>
                <p:nvPr userDrawn="1"/>
              </p:nvGrpSpPr>
              <p:grpSpPr>
                <a:xfrm>
                  <a:off x="7841485" y="5947257"/>
                  <a:ext cx="1652177" cy="498475"/>
                  <a:chOff x="7841485" y="5947257"/>
                  <a:chExt cx="1652177" cy="498475"/>
                </a:xfrm>
              </p:grpSpPr>
              <p:pic>
                <p:nvPicPr>
                  <p:cNvPr id="39" name="bg object 17">
                    <a:extLst>
                      <a:ext uri="{FF2B5EF4-FFF2-40B4-BE49-F238E27FC236}">
                        <a16:creationId xmlns:a16="http://schemas.microsoft.com/office/drawing/2014/main" id="{4353C8D0-3FAF-2DDF-3FA6-780DFC16F2B5}"/>
                      </a:ext>
                    </a:extLst>
                  </p:cNvPr>
                  <p:cNvPicPr/>
                  <p:nvPr/>
                </p:nvPicPr>
                <p:blipFill>
                  <a:blip r:embed="rId5" cstate="print"/>
                  <a:stretch>
                    <a:fillRect/>
                  </a:stretch>
                </p:blipFill>
                <p:spPr>
                  <a:xfrm>
                    <a:off x="7841485" y="6052577"/>
                    <a:ext cx="162630" cy="203292"/>
                  </a:xfrm>
                  <a:prstGeom prst="rect">
                    <a:avLst/>
                  </a:prstGeom>
                </p:spPr>
              </p:pic>
              <p:sp>
                <p:nvSpPr>
                  <p:cNvPr id="40" name="bg object 18">
                    <a:extLst>
                      <a:ext uri="{FF2B5EF4-FFF2-40B4-BE49-F238E27FC236}">
                        <a16:creationId xmlns:a16="http://schemas.microsoft.com/office/drawing/2014/main" id="{EC7667A6-D16F-8D56-C3B9-418F60E87DE0}"/>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41" name="bg object 23">
                    <a:extLst>
                      <a:ext uri="{FF2B5EF4-FFF2-40B4-BE49-F238E27FC236}">
                        <a16:creationId xmlns:a16="http://schemas.microsoft.com/office/drawing/2014/main" id="{8DB226C9-EF6F-A4C3-D074-21EFB9EA9390}"/>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sp>
        <p:nvSpPr>
          <p:cNvPr id="50" name="Titre 49">
            <a:extLst>
              <a:ext uri="{FF2B5EF4-FFF2-40B4-BE49-F238E27FC236}">
                <a16:creationId xmlns:a16="http://schemas.microsoft.com/office/drawing/2014/main" id="{7DC3E727-FA4B-0556-5D89-64BE6ADFCB15}"/>
              </a:ext>
            </a:extLst>
          </p:cNvPr>
          <p:cNvSpPr>
            <a:spLocks noGrp="1"/>
          </p:cNvSpPr>
          <p:nvPr>
            <p:ph type="title" hasCustomPrompt="1"/>
          </p:nvPr>
        </p:nvSpPr>
        <p:spPr>
          <a:xfrm>
            <a:off x="4876800" y="1828800"/>
            <a:ext cx="4876800" cy="2438400"/>
          </a:xfrm>
          <a:prstGeom prst="rect">
            <a:avLst/>
          </a:prstGeom>
        </p:spPr>
        <p:txBody>
          <a:bodyPr/>
          <a:lstStyle>
            <a:lvl1pPr>
              <a:defRPr sz="4400" b="0">
                <a:solidFill>
                  <a:schemeClr val="bg1"/>
                </a:solidFill>
                <a:latin typeface="Aptos" panose="020B0004020202020204" pitchFamily="34" charset="0"/>
              </a:defRPr>
            </a:lvl1pPr>
          </a:lstStyle>
          <a:p>
            <a:pPr marL="12700" marR="5080">
              <a:lnSpc>
                <a:spcPts val="3790"/>
              </a:lnSpc>
              <a:spcBef>
                <a:spcPts val="860"/>
              </a:spcBef>
            </a:pPr>
            <a:r>
              <a:rPr lang="fr-FR">
                <a:solidFill>
                  <a:srgbClr val="FFFFFF"/>
                </a:solidFill>
                <a:latin typeface="Aptos Black"/>
                <a:cs typeface="Aptos Black"/>
              </a:rPr>
              <a:t>Titre</a:t>
            </a:r>
            <a:r>
              <a:rPr lang="fr-FR" spc="-90">
                <a:solidFill>
                  <a:srgbClr val="FFFFFF"/>
                </a:solidFill>
                <a:latin typeface="Aptos Black"/>
                <a:cs typeface="Aptos Black"/>
              </a:rPr>
              <a:t> </a:t>
            </a:r>
            <a:br>
              <a:rPr lang="fr-FR" spc="-90">
                <a:solidFill>
                  <a:srgbClr val="FFFFFF"/>
                </a:solidFill>
                <a:latin typeface="Aptos Black"/>
                <a:cs typeface="Aptos Black"/>
              </a:rPr>
            </a:br>
            <a:r>
              <a:rPr lang="fr-FR" spc="-25">
                <a:solidFill>
                  <a:srgbClr val="FFFFFF"/>
                </a:solidFill>
                <a:latin typeface="Aptos Black"/>
                <a:cs typeface="Aptos Black"/>
              </a:rPr>
              <a:t>du </a:t>
            </a:r>
            <a:r>
              <a:rPr lang="fr-FR" spc="-20">
                <a:solidFill>
                  <a:srgbClr val="FFFFFF"/>
                </a:solidFill>
                <a:latin typeface="Aptos Black"/>
                <a:cs typeface="Aptos Black"/>
              </a:rPr>
              <a:t>document </a:t>
            </a:r>
            <a:br>
              <a:rPr lang="fr-FR" spc="-20">
                <a:solidFill>
                  <a:srgbClr val="FFFFFF"/>
                </a:solidFill>
                <a:latin typeface="Aptos Black"/>
                <a:cs typeface="Aptos Black"/>
              </a:rPr>
            </a:br>
            <a:r>
              <a:rPr lang="fr-FR" spc="-20">
                <a:solidFill>
                  <a:srgbClr val="FFFFFF"/>
                </a:solidFill>
                <a:latin typeface="Aptos"/>
                <a:cs typeface="Aptos"/>
              </a:rPr>
              <a:t>2025</a:t>
            </a:r>
            <a:endParaRPr lang="fr-FR">
              <a:latin typeface="Aptos"/>
              <a:cs typeface="Aptos"/>
            </a:endParaRPr>
          </a:p>
        </p:txBody>
      </p:sp>
      <p:sp>
        <p:nvSpPr>
          <p:cNvPr id="52" name="Espace réservé du texte 51">
            <a:extLst>
              <a:ext uri="{FF2B5EF4-FFF2-40B4-BE49-F238E27FC236}">
                <a16:creationId xmlns:a16="http://schemas.microsoft.com/office/drawing/2014/main" id="{C7388EFC-32F3-1D4F-4F88-5E1CD7015B4B}"/>
              </a:ext>
            </a:extLst>
          </p:cNvPr>
          <p:cNvSpPr>
            <a:spLocks noGrp="1"/>
          </p:cNvSpPr>
          <p:nvPr>
            <p:ph type="body" sz="quarter" idx="10"/>
          </p:nvPr>
        </p:nvSpPr>
        <p:spPr>
          <a:xfrm>
            <a:off x="4876800" y="4114800"/>
            <a:ext cx="4800600" cy="1371600"/>
          </a:xfrm>
          <a:prstGeom prst="rect">
            <a:avLst/>
          </a:prstGeom>
        </p:spPr>
        <p:txBody>
          <a:bodyPr/>
          <a:lstStyle>
            <a:lvl1pPr marL="0" indent="0">
              <a:buFontTx/>
              <a:buNone/>
              <a:defRPr sz="1850">
                <a:solidFill>
                  <a:schemeClr val="bg1"/>
                </a:solidFill>
              </a:defRPr>
            </a:lvl1pPr>
            <a:lvl2pPr marL="457200" indent="0">
              <a:buFontTx/>
              <a:buNone/>
              <a:defRPr sz="1850">
                <a:solidFill>
                  <a:schemeClr val="bg1"/>
                </a:solidFill>
              </a:defRPr>
            </a:lvl2pPr>
            <a:lvl3pPr marL="914400" indent="0">
              <a:buFontTx/>
              <a:buNone/>
              <a:defRPr sz="1850">
                <a:solidFill>
                  <a:schemeClr val="bg1"/>
                </a:solidFill>
              </a:defRPr>
            </a:lvl3pPr>
            <a:lvl4pPr marL="1371600" indent="0">
              <a:buFontTx/>
              <a:buNone/>
              <a:defRPr sz="1850">
                <a:solidFill>
                  <a:schemeClr val="bg1"/>
                </a:solidFill>
              </a:defRPr>
            </a:lvl4pPr>
            <a:lvl5pPr marL="1828800" indent="0">
              <a:buFontTx/>
              <a:buNone/>
              <a:defRPr sz="185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696406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guide id="3" pos="1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image" Target="../media/image16.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26.xml"/><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slideLayout" Target="../slideLayouts/slideLayout28.xml"/><Relationship Id="rId1" Type="http://schemas.openxmlformats.org/officeDocument/2006/relationships/slideLayout" Target="../slideLayouts/slideLayout27.xml"/><Relationship Id="rId5" Type="http://schemas.openxmlformats.org/officeDocument/2006/relationships/image" Target="../media/image16.pn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1.xml"/><Relationship Id="rId1" Type="http://schemas.openxmlformats.org/officeDocument/2006/relationships/slideLayout" Target="../slideLayouts/slideLayout30.xml"/><Relationship Id="rId4" Type="http://schemas.openxmlformats.org/officeDocument/2006/relationships/image" Target="../media/image6.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theme" Target="../theme/theme10.xml"/><Relationship Id="rId1" Type="http://schemas.openxmlformats.org/officeDocument/2006/relationships/slideLayout" Target="../slideLayouts/slideLayout3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1026" name="Picture 2">
            <a:extLst>
              <a:ext uri="{FF2B5EF4-FFF2-40B4-BE49-F238E27FC236}">
                <a16:creationId xmlns:a16="http://schemas.microsoft.com/office/drawing/2014/main" id="{92E50E7B-E82F-DF9A-A173-5E7873762EEC}"/>
              </a:ext>
            </a:extLst>
          </p:cNvPr>
          <p:cNvPicPr>
            <a:picLocks noChangeAspect="1" noChangeArrowheads="1"/>
          </p:cNvPicPr>
          <p:nvPr userDrawn="1"/>
        </p:nvPicPr>
        <p:blipFill rotWithShape="1">
          <a:blip r:embed="rId7">
            <a:extLst>
              <a:ext uri="{28A0092B-C50C-407E-A947-70E740481C1C}">
                <a14:useLocalDpi xmlns:a14="http://schemas.microsoft.com/office/drawing/2010/main" val="0"/>
              </a:ext>
            </a:extLst>
          </a:blip>
          <a:srcRect l="6977" r="24638" b="1892"/>
          <a:stretch/>
        </p:blipFill>
        <p:spPr bwMode="auto">
          <a:xfrm>
            <a:off x="2731135" y="-1093"/>
            <a:ext cx="7174865"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678"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12"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34" r:id="rId1"/>
    <p:sldLayoutId id="2147483688" r:id="rId2"/>
    <p:sldLayoutId id="2147483689" r:id="rId3"/>
    <p:sldLayoutId id="2147483690" r:id="rId4"/>
    <p:sldLayoutId id="2147483691" r:id="rId5"/>
    <p:sldLayoutId id="2147483713" r:id="rId6"/>
    <p:sldLayoutId id="2147483714" r:id="rId7"/>
    <p:sldLayoutId id="2147483710" r:id="rId8"/>
    <p:sldLayoutId id="2147483711" r:id="rId9"/>
    <p:sldLayoutId id="2147483712" r:id="rId10"/>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Réunion | Date</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693" r:id="rId1"/>
    <p:sldLayoutId id="2147483686" r:id="rId2"/>
    <p:sldLayoutId id="2147483685"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 13/02/2025</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9"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698" r:id="rId1"/>
    <p:sldLayoutId id="2147483697" r:id="rId2"/>
    <p:sldLayoutId id="2147483704" r:id="rId3"/>
    <p:sldLayoutId id="2147483701" r:id="rId4"/>
    <p:sldLayoutId id="2147483703" r:id="rId5"/>
    <p:sldLayoutId id="2147483705" r:id="rId6"/>
    <p:sldLayoutId id="2147483707" r:id="rId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02" r:id="rId1"/>
    <p:sldLayoutId id="2147483700" r:id="rId2"/>
    <p:sldLayoutId id="2147483735"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object 5">
            <a:extLst>
              <a:ext uri="{FF2B5EF4-FFF2-40B4-BE49-F238E27FC236}">
                <a16:creationId xmlns:a16="http://schemas.microsoft.com/office/drawing/2014/main" id="{ECA27935-26A3-8C9E-A443-1AFC9591B546}"/>
              </a:ext>
            </a:extLst>
          </p:cNvPr>
          <p:cNvSpPr/>
          <p:nvPr userDrawn="1"/>
        </p:nvSpPr>
        <p:spPr>
          <a:xfrm>
            <a:off x="413994" y="6259728"/>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a:p>
        </p:txBody>
      </p:sp>
      <p:grpSp>
        <p:nvGrpSpPr>
          <p:cNvPr id="11" name="object 7">
            <a:extLst>
              <a:ext uri="{FF2B5EF4-FFF2-40B4-BE49-F238E27FC236}">
                <a16:creationId xmlns:a16="http://schemas.microsoft.com/office/drawing/2014/main" id="{A2425A54-B3BD-231D-5128-125A7D73C116}"/>
              </a:ext>
            </a:extLst>
          </p:cNvPr>
          <p:cNvGrpSpPr/>
          <p:nvPr userDrawn="1"/>
        </p:nvGrpSpPr>
        <p:grpSpPr>
          <a:xfrm>
            <a:off x="415105" y="2565707"/>
            <a:ext cx="1955164" cy="863600"/>
            <a:chOff x="415105" y="2565707"/>
            <a:chExt cx="1955164" cy="863600"/>
          </a:xfrm>
        </p:grpSpPr>
        <p:pic>
          <p:nvPicPr>
            <p:cNvPr id="12" name="object 8">
              <a:extLst>
                <a:ext uri="{FF2B5EF4-FFF2-40B4-BE49-F238E27FC236}">
                  <a16:creationId xmlns:a16="http://schemas.microsoft.com/office/drawing/2014/main" id="{4734CC89-A381-1068-A6B1-6DC77F7578D7}"/>
                </a:ext>
              </a:extLst>
            </p:cNvPr>
            <p:cNvPicPr/>
            <p:nvPr/>
          </p:nvPicPr>
          <p:blipFill>
            <a:blip r:embed="rId3" cstate="print"/>
            <a:stretch>
              <a:fillRect/>
            </a:stretch>
          </p:blipFill>
          <p:spPr>
            <a:xfrm>
              <a:off x="2221487" y="3236360"/>
              <a:ext cx="147762" cy="192646"/>
            </a:xfrm>
            <a:prstGeom prst="rect">
              <a:avLst/>
            </a:prstGeom>
          </p:spPr>
        </p:pic>
        <p:pic>
          <p:nvPicPr>
            <p:cNvPr id="13" name="object 9">
              <a:extLst>
                <a:ext uri="{FF2B5EF4-FFF2-40B4-BE49-F238E27FC236}">
                  <a16:creationId xmlns:a16="http://schemas.microsoft.com/office/drawing/2014/main" id="{C533884C-988E-55C9-2A03-81E6B2922667}"/>
                </a:ext>
              </a:extLst>
            </p:cNvPr>
            <p:cNvPicPr/>
            <p:nvPr/>
          </p:nvPicPr>
          <p:blipFill>
            <a:blip r:embed="rId4" cstate="print"/>
            <a:stretch>
              <a:fillRect/>
            </a:stretch>
          </p:blipFill>
          <p:spPr>
            <a:xfrm>
              <a:off x="415105" y="2565707"/>
              <a:ext cx="1954570" cy="863286"/>
            </a:xfrm>
            <a:prstGeom prst="rect">
              <a:avLst/>
            </a:prstGeom>
          </p:spPr>
        </p:pic>
      </p:grpSp>
      <p:sp>
        <p:nvSpPr>
          <p:cNvPr id="14" name="object 6">
            <a:extLst>
              <a:ext uri="{FF2B5EF4-FFF2-40B4-BE49-F238E27FC236}">
                <a16:creationId xmlns:a16="http://schemas.microsoft.com/office/drawing/2014/main" id="{A0AD03BB-AB97-8DFB-8076-316E72FBD42C}"/>
              </a:ext>
            </a:extLst>
          </p:cNvPr>
          <p:cNvSpPr txBox="1"/>
          <p:nvPr userDrawn="1"/>
        </p:nvSpPr>
        <p:spPr>
          <a:xfrm>
            <a:off x="401299" y="378255"/>
            <a:ext cx="3193415" cy="1610697"/>
          </a:xfrm>
          <a:prstGeom prst="rect">
            <a:avLst/>
          </a:prstGeom>
        </p:spPr>
        <p:txBody>
          <a:bodyPr vert="horz" wrap="square" lIns="0" tIns="12700" rIns="0" bIns="0" rtlCol="0">
            <a:spAutoFit/>
          </a:bodyPr>
          <a:lstStyle/>
          <a:p>
            <a:pPr marL="12700" algn="l">
              <a:lnSpc>
                <a:spcPct val="100000"/>
              </a:lnSpc>
              <a:spcBef>
                <a:spcPts val="100"/>
              </a:spcBef>
            </a:pPr>
            <a:r>
              <a:rPr sz="950" b="1" dirty="0">
                <a:solidFill>
                  <a:srgbClr val="005399"/>
                </a:solidFill>
                <a:latin typeface="Aptos" panose="020B0004020202020204" pitchFamily="34" charset="0"/>
                <a:cs typeface="Circular Std Bold Italic"/>
              </a:rPr>
              <a:t>Citepa</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est</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une</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association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qui</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guide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les</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acteurs</a:t>
            </a:r>
            <a:r>
              <a:rPr lang="fr-FR" sz="950" b="1" spc="-10" dirty="0">
                <a:solidFill>
                  <a:srgbClr val="005399"/>
                </a:solidFill>
                <a:latin typeface="Aptos" panose="020B0004020202020204" pitchFamily="34" charset="0"/>
                <a:cs typeface="Circular Std Bold Italic"/>
              </a:rPr>
              <a:t> </a:t>
            </a:r>
            <a:endParaRPr sz="950" dirty="0">
              <a:latin typeface="Aptos" panose="020B0004020202020204" pitchFamily="34" charset="0"/>
              <a:cs typeface="Circular Std Bold Italic"/>
            </a:endParaRPr>
          </a:p>
          <a:p>
            <a:pPr marL="12700" algn="l">
              <a:lnSpc>
                <a:spcPct val="100000"/>
              </a:lnSpc>
            </a:pPr>
            <a:r>
              <a:rPr lang="fr-FR" sz="950" b="1" dirty="0">
                <a:solidFill>
                  <a:srgbClr val="005399"/>
                </a:solidFill>
                <a:latin typeface="Aptos" panose="020B0004020202020204" pitchFamily="34" charset="0"/>
                <a:cs typeface="Circular Std Bold Italic"/>
              </a:rPr>
              <a:t>d</a:t>
            </a:r>
            <a:r>
              <a:rPr sz="950" b="1" dirty="0">
                <a:solidFill>
                  <a:srgbClr val="005399"/>
                </a:solidFill>
                <a:latin typeface="Aptos" panose="020B0004020202020204" pitchFamily="34" charset="0"/>
                <a:cs typeface="Circular Std Bold Italic"/>
              </a:rPr>
              <a:t>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la</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transition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écologique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en</a:t>
            </a:r>
            <a:r>
              <a:rPr lang="fr-FR" sz="950" b="1" dirty="0">
                <a:solidFill>
                  <a:srgbClr val="005399"/>
                </a:solidFill>
                <a:latin typeface="Aptos" panose="020B0004020202020204" pitchFamily="34" charset="0"/>
                <a:cs typeface="Circular Std Bold Italic"/>
              </a:rPr>
              <a:t> </a:t>
            </a:r>
            <a:r>
              <a:rPr lang="fr-FR" sz="950" b="1" noProof="0" dirty="0">
                <a:solidFill>
                  <a:srgbClr val="005399"/>
                </a:solidFill>
                <a:latin typeface="Aptos" panose="020B0004020202020204" pitchFamily="34" charset="0"/>
                <a:cs typeface="Circular Std Bold Italic"/>
              </a:rPr>
              <a:t>France</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et</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dans</a:t>
            </a:r>
            <a:r>
              <a:rPr lang="fr-FR" sz="950" b="1" dirty="0">
                <a:solidFill>
                  <a:srgbClr val="005399"/>
                </a:solidFill>
                <a:latin typeface="Aptos" panose="020B0004020202020204" pitchFamily="34" charset="0"/>
                <a:cs typeface="Circular Std Bold Italic"/>
              </a:rPr>
              <a:t> </a:t>
            </a:r>
            <a:r>
              <a:rPr sz="950" b="1" dirty="0">
                <a:solidFill>
                  <a:srgbClr val="005399"/>
                </a:solidFill>
                <a:latin typeface="Aptos" panose="020B0004020202020204" pitchFamily="34" charset="0"/>
                <a:cs typeface="Circular Std Bold Italic"/>
              </a:rPr>
              <a:t>le</a:t>
            </a:r>
            <a:r>
              <a:rPr sz="950" b="1" spc="-10" dirty="0">
                <a:solidFill>
                  <a:srgbClr val="005399"/>
                </a:solidFill>
                <a:latin typeface="Aptos" panose="020B0004020202020204" pitchFamily="34" charset="0"/>
                <a:cs typeface="Circular Std Bold Italic"/>
              </a:rPr>
              <a:t> </a:t>
            </a:r>
            <a:r>
              <a:rPr lang="fr-FR" sz="950" b="1" spc="-10" noProof="0" dirty="0">
                <a:solidFill>
                  <a:srgbClr val="005399"/>
                </a:solidFill>
                <a:latin typeface="Aptos" panose="020B0004020202020204" pitchFamily="34" charset="0"/>
                <a:cs typeface="Circular Std Bold Italic"/>
              </a:rPr>
              <a:t>monde</a:t>
            </a:r>
            <a:r>
              <a:rPr sz="950" b="1"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91465" algn="l">
              <a:lnSpc>
                <a:spcPct val="100000"/>
              </a:lnSpc>
              <a:spcBef>
                <a:spcPts val="1140"/>
              </a:spcBef>
            </a:pP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évalue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l’impact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activités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humaines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sur</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pollution</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atmosphérique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Elle</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produit</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données</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référence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sz="950" spc="-1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développe</a:t>
            </a:r>
            <a:r>
              <a:rP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solutions</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pour</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favoriser</a:t>
            </a:r>
            <a:r>
              <a:rPr lang="fr-FR" sz="950" spc="-10" dirty="0">
                <a:solidFill>
                  <a:srgbClr val="005399"/>
                </a:solidFill>
                <a:latin typeface="Aptos" panose="020B0004020202020204" pitchFamily="34" charset="0"/>
                <a:cs typeface="Circular Std Bold Italic"/>
              </a:rPr>
              <a:t> </a:t>
            </a:r>
            <a:br>
              <a:rPr lang="fr-FR" sz="950" spc="-10" dirty="0">
                <a:solidFill>
                  <a:srgbClr val="005399"/>
                </a:solidFill>
                <a:latin typeface="Aptos" panose="020B0004020202020204" pitchFamily="34" charset="0"/>
                <a:cs typeface="Circular Std Bold Italic"/>
              </a:rPr>
            </a:b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réduction</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des</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émissions</a:t>
            </a:r>
            <a:r>
              <a:rPr sz="950" dirty="0">
                <a:solidFill>
                  <a:srgbClr val="005399"/>
                </a:solidFill>
                <a:latin typeface="Aptos" panose="020B0004020202020204" pitchFamily="34" charset="0"/>
                <a:cs typeface="Circular Std Bold Italic"/>
              </a:rPr>
              <a: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l’amélioration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qualité</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de</a:t>
            </a:r>
            <a:r>
              <a:rPr lang="fr-FR" sz="950" dirty="0">
                <a:solidFill>
                  <a:srgbClr val="005399"/>
                </a:solidFill>
                <a:latin typeface="Aptos" panose="020B0004020202020204" pitchFamily="34" charset="0"/>
                <a:cs typeface="Circular Std Bold Italic"/>
              </a:rPr>
              <a:t> </a:t>
            </a:r>
            <a:r>
              <a:rPr lang="fr-FR" sz="950" spc="-20" noProof="0" dirty="0">
                <a:solidFill>
                  <a:srgbClr val="005399"/>
                </a:solidFill>
                <a:latin typeface="Aptos" panose="020B0004020202020204" pitchFamily="34" charset="0"/>
                <a:cs typeface="Circular Std Bold Italic"/>
              </a:rPr>
              <a:t>l’air</a:t>
            </a:r>
            <a:r>
              <a:rPr sz="950" spc="-2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et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l’adaptation</a:t>
            </a:r>
            <a:r>
              <a:rPr lang="fr-FR" sz="950" spc="-1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au</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changement</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climatique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a:p>
            <a:pPr marL="12700" marR="211454" algn="l">
              <a:lnSpc>
                <a:spcPct val="100000"/>
              </a:lnSpc>
              <a:spcBef>
                <a:spcPts val="1140"/>
              </a:spcBef>
            </a:pPr>
            <a:r>
              <a:rPr lang="fr-FR" sz="950" noProof="0" dirty="0">
                <a:solidFill>
                  <a:srgbClr val="005399"/>
                </a:solidFill>
                <a:latin typeface="Aptos" panose="020B0004020202020204" pitchFamily="34" charset="0"/>
                <a:cs typeface="Circular Std Bold Italic"/>
              </a:rPr>
              <a:t>Notre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équipe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pluridisciplinaire</a:t>
            </a:r>
            <a:r>
              <a:rPr lang="fr-F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participe</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à</a:t>
            </a:r>
            <a:r>
              <a:rPr lang="fr-FR" sz="950" dirty="0">
                <a:solidFill>
                  <a:srgbClr val="005399"/>
                </a:solidFill>
                <a:latin typeface="Aptos" panose="020B0004020202020204" pitchFamily="34" charset="0"/>
                <a:cs typeface="Circular Std Bold Italic"/>
              </a:rPr>
              <a:t> </a:t>
            </a:r>
            <a:r>
              <a:rPr sz="950" dirty="0">
                <a:solidFill>
                  <a:srgbClr val="005399"/>
                </a:solidFill>
                <a:latin typeface="Aptos" panose="020B0004020202020204" pitchFamily="34" charset="0"/>
                <a:cs typeface="Circular Std Bold Italic"/>
              </a:rPr>
              <a:t>la</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construction</a:t>
            </a:r>
            <a:r>
              <a:rPr lang="fr-FR" sz="950" spc="-10" dirty="0">
                <a:solidFill>
                  <a:srgbClr val="005399"/>
                </a:solidFill>
                <a:latin typeface="Aptos" panose="020B0004020202020204" pitchFamily="34" charset="0"/>
                <a:cs typeface="Circular Std Bold Italic"/>
              </a:rPr>
              <a:t> </a:t>
            </a:r>
            <a:r>
              <a:rPr sz="950" spc="-1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d’un</a:t>
            </a:r>
            <a:r>
              <a:rPr lang="fr-FR" sz="950" dirty="0">
                <a:solidFill>
                  <a:srgbClr val="005399"/>
                </a:solidFill>
                <a:latin typeface="Aptos" panose="020B0004020202020204" pitchFamily="34" charset="0"/>
                <a:cs typeface="Circular Std Bold Italic"/>
              </a:rPr>
              <a:t> </a:t>
            </a:r>
            <a:r>
              <a:rPr lang="fr-FR" sz="950" noProof="0" dirty="0">
                <a:solidFill>
                  <a:srgbClr val="005399"/>
                </a:solidFill>
                <a:latin typeface="Aptos" panose="020B0004020202020204" pitchFamily="34" charset="0"/>
                <a:cs typeface="Circular Std Bold Italic"/>
              </a:rPr>
              <a:t>monde</a:t>
            </a:r>
            <a:r>
              <a:rPr lang="fr-FR" sz="950" dirty="0">
                <a:solidFill>
                  <a:srgbClr val="005399"/>
                </a:solidFill>
                <a:latin typeface="Aptos" panose="020B0004020202020204" pitchFamily="34" charset="0"/>
                <a:cs typeface="Circular Std Bold Italic"/>
              </a:rPr>
              <a:t> </a:t>
            </a:r>
            <a:r>
              <a:rPr lang="fr-FR" sz="950" spc="-10" noProof="0" dirty="0">
                <a:solidFill>
                  <a:srgbClr val="005399"/>
                </a:solidFill>
                <a:latin typeface="Aptos" panose="020B0004020202020204" pitchFamily="34" charset="0"/>
                <a:cs typeface="Circular Std Bold Italic"/>
              </a:rPr>
              <a:t>durable</a:t>
            </a:r>
            <a:r>
              <a:rPr sz="950" spc="-10" dirty="0">
                <a:solidFill>
                  <a:srgbClr val="005399"/>
                </a:solidFill>
                <a:latin typeface="Aptos" panose="020B0004020202020204" pitchFamily="34" charset="0"/>
                <a:cs typeface="Circular Std Bold Italic"/>
              </a:rPr>
              <a:t>.</a:t>
            </a:r>
            <a:endParaRPr sz="950" dirty="0">
              <a:latin typeface="Aptos" panose="020B0004020202020204" pitchFamily="34" charset="0"/>
              <a:cs typeface="Circular Std Bold Italic"/>
            </a:endParaRPr>
          </a:p>
        </p:txBody>
      </p:sp>
      <p:sp>
        <p:nvSpPr>
          <p:cNvPr id="16" name="object 3">
            <a:extLst>
              <a:ext uri="{FF2B5EF4-FFF2-40B4-BE49-F238E27FC236}">
                <a16:creationId xmlns:a16="http://schemas.microsoft.com/office/drawing/2014/main" id="{8C455971-B917-544C-294C-FADEE90DBCCC}"/>
              </a:ext>
            </a:extLst>
          </p:cNvPr>
          <p:cNvSpPr txBox="1"/>
          <p:nvPr userDrawn="1"/>
        </p:nvSpPr>
        <p:spPr>
          <a:xfrm>
            <a:off x="1913346" y="6219305"/>
            <a:ext cx="721360" cy="256480"/>
          </a:xfrm>
          <a:prstGeom prst="rect">
            <a:avLst/>
          </a:prstGeom>
        </p:spPr>
        <p:txBody>
          <a:bodyPr vert="horz" wrap="square" lIns="0" tIns="12700" rIns="0" bIns="0" rtlCol="0">
            <a:spAutoFit/>
          </a:bodyPr>
          <a:lstStyle/>
          <a:p>
            <a:pPr marL="12700">
              <a:lnSpc>
                <a:spcPts val="850"/>
              </a:lnSpc>
              <a:spcBef>
                <a:spcPts val="100"/>
              </a:spcBef>
            </a:pPr>
            <a:r>
              <a:rPr sz="750">
                <a:solidFill>
                  <a:srgbClr val="005399"/>
                </a:solidFill>
                <a:latin typeface="Aptos"/>
                <a:cs typeface="Aptos"/>
              </a:rPr>
              <a:t>01448368</a:t>
            </a:r>
            <a:r>
              <a:rPr sz="750" spc="-25">
                <a:solidFill>
                  <a:srgbClr val="005399"/>
                </a:solidFill>
                <a:latin typeface="Aptos"/>
                <a:cs typeface="Aptos"/>
              </a:rPr>
              <a:t>83</a:t>
            </a:r>
            <a:endParaRPr lang="fr-FR" sz="750" spc="-25">
              <a:solidFill>
                <a:srgbClr val="005399"/>
              </a:solidFill>
              <a:latin typeface="Aptos"/>
              <a:cs typeface="Aptos"/>
            </a:endParaRPr>
          </a:p>
          <a:p>
            <a:pPr marL="12700">
              <a:lnSpc>
                <a:spcPts val="850"/>
              </a:lnSpc>
              <a:spcBef>
                <a:spcPts val="100"/>
              </a:spcBef>
            </a:pPr>
            <a:r>
              <a:rPr lang="fr-FR" sz="750" u="none" spc="-25" err="1">
                <a:ln>
                  <a:noFill/>
                </a:ln>
                <a:solidFill>
                  <a:srgbClr val="005399"/>
                </a:solidFill>
                <a:latin typeface="Aptos"/>
                <a:cs typeface="Aptos"/>
              </a:rPr>
              <a:t>infos@citepa.org</a:t>
            </a:r>
            <a:endParaRPr sz="750" u="none">
              <a:ln>
                <a:noFill/>
              </a:ln>
              <a:solidFill>
                <a:srgbClr val="000000"/>
              </a:solidFill>
              <a:latin typeface="Aptos"/>
              <a:cs typeface="Aptos"/>
            </a:endParaRPr>
          </a:p>
        </p:txBody>
      </p:sp>
      <p:sp>
        <p:nvSpPr>
          <p:cNvPr id="18" name="object 4">
            <a:extLst>
              <a:ext uri="{FF2B5EF4-FFF2-40B4-BE49-F238E27FC236}">
                <a16:creationId xmlns:a16="http://schemas.microsoft.com/office/drawing/2014/main" id="{0881AB3C-389A-A3D1-615C-4B324CA43F9B}"/>
              </a:ext>
            </a:extLst>
          </p:cNvPr>
          <p:cNvSpPr txBox="1"/>
          <p:nvPr userDrawn="1"/>
        </p:nvSpPr>
        <p:spPr>
          <a:xfrm>
            <a:off x="2971859" y="6346337"/>
            <a:ext cx="461645" cy="139700"/>
          </a:xfrm>
          <a:prstGeom prst="rect">
            <a:avLst/>
          </a:prstGeom>
        </p:spPr>
        <p:txBody>
          <a:bodyPr vert="horz" wrap="square" lIns="0" tIns="12700" rIns="0" bIns="0" rtlCol="0">
            <a:spAutoFit/>
          </a:bodyPr>
          <a:lstStyle/>
          <a:p>
            <a:pPr marL="12700">
              <a:lnSpc>
                <a:spcPct val="100000"/>
              </a:lnSpc>
              <a:spcBef>
                <a:spcPts val="100"/>
              </a:spcBef>
            </a:pPr>
            <a:r>
              <a:rPr sz="750" b="1" spc="-10">
                <a:solidFill>
                  <a:srgbClr val="29A457"/>
                </a:solidFill>
                <a:latin typeface="Aptos"/>
                <a:cs typeface="Aptos"/>
              </a:rPr>
              <a:t>citepa.org</a:t>
            </a:r>
            <a:endParaRPr sz="750">
              <a:latin typeface="Aptos"/>
              <a:cs typeface="Aptos"/>
            </a:endParaRPr>
          </a:p>
        </p:txBody>
      </p:sp>
      <p:sp>
        <p:nvSpPr>
          <p:cNvPr id="20" name="object 2">
            <a:extLst>
              <a:ext uri="{FF2B5EF4-FFF2-40B4-BE49-F238E27FC236}">
                <a16:creationId xmlns:a16="http://schemas.microsoft.com/office/drawing/2014/main" id="{DB0E6786-D142-72FF-AE9E-265D448C22B5}"/>
              </a:ext>
            </a:extLst>
          </p:cNvPr>
          <p:cNvSpPr txBox="1"/>
          <p:nvPr userDrawn="1"/>
        </p:nvSpPr>
        <p:spPr>
          <a:xfrm>
            <a:off x="779299" y="6244705"/>
            <a:ext cx="728345" cy="233141"/>
          </a:xfrm>
          <a:prstGeom prst="rect">
            <a:avLst/>
          </a:prstGeom>
        </p:spPr>
        <p:txBody>
          <a:bodyPr vert="horz" wrap="square" lIns="0" tIns="26670" rIns="0" bIns="0" rtlCol="0">
            <a:spAutoFit/>
          </a:bodyPr>
          <a:lstStyle/>
          <a:p>
            <a:pPr marL="12700" marR="5080">
              <a:lnSpc>
                <a:spcPts val="800"/>
              </a:lnSpc>
              <a:spcBef>
                <a:spcPts val="210"/>
              </a:spcBef>
            </a:pPr>
            <a:r>
              <a:rPr sz="750">
                <a:solidFill>
                  <a:srgbClr val="005399"/>
                </a:solidFill>
                <a:latin typeface="Aptos"/>
                <a:cs typeface="Aptos"/>
              </a:rPr>
              <a:t>42</a:t>
            </a:r>
            <a:r>
              <a:rPr lang="fr-FR" sz="750">
                <a:solidFill>
                  <a:srgbClr val="005399"/>
                </a:solidFill>
                <a:latin typeface="Aptos"/>
                <a:cs typeface="Aptos"/>
              </a:rPr>
              <a:t> </a:t>
            </a:r>
            <a:r>
              <a:rPr sz="750">
                <a:solidFill>
                  <a:srgbClr val="005399"/>
                </a:solidFill>
                <a:latin typeface="Aptos"/>
                <a:cs typeface="Aptos"/>
              </a:rPr>
              <a:t>rue</a:t>
            </a:r>
            <a:r>
              <a:rPr lang="fr-FR" sz="750">
                <a:solidFill>
                  <a:srgbClr val="005399"/>
                </a:solidFill>
                <a:latin typeface="Aptos"/>
                <a:cs typeface="Aptos"/>
              </a:rPr>
              <a:t> </a:t>
            </a:r>
            <a:r>
              <a:rPr sz="750">
                <a:solidFill>
                  <a:srgbClr val="005399"/>
                </a:solidFill>
                <a:latin typeface="Aptos"/>
                <a:cs typeface="Aptos"/>
              </a:rPr>
              <a:t>de</a:t>
            </a:r>
            <a:r>
              <a:rPr lang="fr-FR" sz="750">
                <a:solidFill>
                  <a:srgbClr val="005399"/>
                </a:solidFill>
                <a:latin typeface="Aptos"/>
                <a:cs typeface="Aptos"/>
              </a:rPr>
              <a:t> </a:t>
            </a:r>
            <a:r>
              <a:rPr sz="750" spc="-10">
                <a:solidFill>
                  <a:srgbClr val="005399"/>
                </a:solidFill>
                <a:latin typeface="Aptos"/>
                <a:cs typeface="Aptos"/>
              </a:rPr>
              <a:t>Paradis</a:t>
            </a:r>
            <a:r>
              <a:rPr lang="fr-FR" sz="750" spc="-10">
                <a:solidFill>
                  <a:srgbClr val="005399"/>
                </a:solidFill>
                <a:latin typeface="Aptos"/>
                <a:cs typeface="Aptos"/>
              </a:rPr>
              <a:t> </a:t>
            </a:r>
            <a:r>
              <a:rPr sz="750">
                <a:solidFill>
                  <a:srgbClr val="005399"/>
                </a:solidFill>
                <a:latin typeface="Aptos"/>
                <a:cs typeface="Aptos"/>
              </a:rPr>
              <a:t>75010</a:t>
            </a:r>
            <a:r>
              <a:rPr lang="fr-FR" sz="750">
                <a:solidFill>
                  <a:srgbClr val="005399"/>
                </a:solidFill>
                <a:latin typeface="Aptos"/>
                <a:cs typeface="Aptos"/>
              </a:rPr>
              <a:t> </a:t>
            </a:r>
            <a:r>
              <a:rPr sz="750" spc="-10">
                <a:solidFill>
                  <a:srgbClr val="005399"/>
                </a:solidFill>
                <a:latin typeface="Aptos"/>
                <a:cs typeface="Aptos"/>
              </a:rPr>
              <a:t>Paris</a:t>
            </a:r>
            <a:endParaRPr sz="750">
              <a:latin typeface="Aptos"/>
              <a:cs typeface="Aptos"/>
            </a:endParaRPr>
          </a:p>
        </p:txBody>
      </p:sp>
    </p:spTree>
    <p:extLst>
      <p:ext uri="{BB962C8B-B14F-4D97-AF65-F5344CB8AC3E}">
        <p14:creationId xmlns:p14="http://schemas.microsoft.com/office/powerpoint/2010/main" val="3836116420"/>
      </p:ext>
    </p:extLst>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9"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CADBA64-34CD-96A8-4151-19085E2B211F}"/>
              </a:ext>
            </a:extLst>
          </p:cNvPr>
          <p:cNvSpPr/>
          <p:nvPr userDrawn="1"/>
        </p:nvSpPr>
        <p:spPr>
          <a:xfrm>
            <a:off x="0" y="6400800"/>
            <a:ext cx="9906000"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object 5">
            <a:extLst>
              <a:ext uri="{FF2B5EF4-FFF2-40B4-BE49-F238E27FC236}">
                <a16:creationId xmlns:a16="http://schemas.microsoft.com/office/drawing/2014/main" id="{D4DBFB09-6413-469B-698A-736BB1F2A95F}"/>
              </a:ext>
            </a:extLst>
          </p:cNvPr>
          <p:cNvGrpSpPr/>
          <p:nvPr userDrawn="1"/>
        </p:nvGrpSpPr>
        <p:grpSpPr>
          <a:xfrm>
            <a:off x="9090247" y="413998"/>
            <a:ext cx="404495" cy="393065"/>
            <a:chOff x="9090247" y="413998"/>
            <a:chExt cx="404495" cy="393065"/>
          </a:xfrm>
        </p:grpSpPr>
        <p:pic>
          <p:nvPicPr>
            <p:cNvPr id="11" name="object 6">
              <a:extLst>
                <a:ext uri="{FF2B5EF4-FFF2-40B4-BE49-F238E27FC236}">
                  <a16:creationId xmlns:a16="http://schemas.microsoft.com/office/drawing/2014/main" id="{DEAD64F8-0778-75FC-2C7D-F948070334AB}"/>
                </a:ext>
              </a:extLst>
            </p:cNvPr>
            <p:cNvPicPr/>
            <p:nvPr/>
          </p:nvPicPr>
          <p:blipFill>
            <a:blip r:embed="rId5" cstate="print"/>
            <a:stretch>
              <a:fillRect/>
            </a:stretch>
          </p:blipFill>
          <p:spPr>
            <a:xfrm>
              <a:off x="9090247" y="514000"/>
              <a:ext cx="154467" cy="193089"/>
            </a:xfrm>
            <a:prstGeom prst="rect">
              <a:avLst/>
            </a:prstGeom>
          </p:spPr>
        </p:pic>
        <p:sp>
          <p:nvSpPr>
            <p:cNvPr id="12" name="object 7">
              <a:extLst>
                <a:ext uri="{FF2B5EF4-FFF2-40B4-BE49-F238E27FC236}">
                  <a16:creationId xmlns:a16="http://schemas.microsoft.com/office/drawing/2014/main" id="{C41B8600-7401-76D8-3FBA-314445A06E5B}"/>
                </a:ext>
              </a:extLst>
            </p:cNvPr>
            <p:cNvSpPr/>
            <p:nvPr/>
          </p:nvSpPr>
          <p:spPr>
            <a:xfrm>
              <a:off x="9197365" y="414006"/>
              <a:ext cx="297180" cy="393065"/>
            </a:xfrm>
            <a:custGeom>
              <a:avLst/>
              <a:gdLst/>
              <a:ahLst/>
              <a:cxnLst/>
              <a:rect l="l" t="t" r="r" b="b"/>
              <a:pathLst>
                <a:path w="297179" h="393065">
                  <a:moveTo>
                    <a:pt x="296633" y="253098"/>
                  </a:moveTo>
                  <a:lnTo>
                    <a:pt x="294246" y="249999"/>
                  </a:lnTo>
                  <a:lnTo>
                    <a:pt x="160134" y="249999"/>
                  </a:lnTo>
                  <a:lnTo>
                    <a:pt x="158242" y="249999"/>
                  </a:lnTo>
                  <a:lnTo>
                    <a:pt x="156527" y="251053"/>
                  </a:lnTo>
                  <a:lnTo>
                    <a:pt x="129184" y="295503"/>
                  </a:lnTo>
                  <a:lnTo>
                    <a:pt x="95326"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85" y="353529"/>
                  </a:lnTo>
                  <a:lnTo>
                    <a:pt x="250444" y="326517"/>
                  </a:lnTo>
                  <a:lnTo>
                    <a:pt x="276974" y="293789"/>
                  </a:lnTo>
                  <a:lnTo>
                    <a:pt x="295592" y="256082"/>
                  </a:lnTo>
                  <a:lnTo>
                    <a:pt x="296633" y="253098"/>
                  </a:lnTo>
                  <a:close/>
                </a:path>
                <a:path w="297179" h="393065">
                  <a:moveTo>
                    <a:pt x="296773" y="139852"/>
                  </a:moveTo>
                  <a:lnTo>
                    <a:pt x="273443" y="95097"/>
                  </a:lnTo>
                  <a:lnTo>
                    <a:pt x="243979" y="61023"/>
                  </a:lnTo>
                  <a:lnTo>
                    <a:pt x="208775" y="34417"/>
                  </a:lnTo>
                  <a:lnTo>
                    <a:pt x="169506" y="15328"/>
                  </a:lnTo>
                  <a:lnTo>
                    <a:pt x="127863" y="3835"/>
                  </a:lnTo>
                  <a:lnTo>
                    <a:pt x="85521" y="0"/>
                  </a:lnTo>
                  <a:lnTo>
                    <a:pt x="44183" y="3873"/>
                  </a:lnTo>
                  <a:lnTo>
                    <a:pt x="5511" y="15544"/>
                  </a:lnTo>
                  <a:lnTo>
                    <a:pt x="774" y="17526"/>
                  </a:lnTo>
                  <a:lnTo>
                    <a:pt x="1524" y="24104"/>
                  </a:lnTo>
                  <a:lnTo>
                    <a:pt x="6553" y="25146"/>
                  </a:lnTo>
                  <a:lnTo>
                    <a:pt x="54724" y="40233"/>
                  </a:lnTo>
                  <a:lnTo>
                    <a:pt x="95567" y="64528"/>
                  </a:lnTo>
                  <a:lnTo>
                    <a:pt x="129120" y="97955"/>
                  </a:lnTo>
                  <a:lnTo>
                    <a:pt x="156311" y="142201"/>
                  </a:lnTo>
                  <a:lnTo>
                    <a:pt x="158165" y="143357"/>
                  </a:lnTo>
                  <a:lnTo>
                    <a:pt x="290512" y="143357"/>
                  </a:lnTo>
                  <a:lnTo>
                    <a:pt x="294170" y="143357"/>
                  </a:lnTo>
                  <a:lnTo>
                    <a:pt x="296773" y="139852"/>
                  </a:lnTo>
                  <a:close/>
                </a:path>
              </a:pathLst>
            </a:custGeom>
            <a:solidFill>
              <a:srgbClr val="00643D"/>
            </a:solidFill>
          </p:spPr>
          <p:txBody>
            <a:bodyPr wrap="square" lIns="0" tIns="0" rIns="0" bIns="0" rtlCol="0"/>
            <a:lstStyle/>
            <a:p>
              <a:endParaRPr/>
            </a:p>
          </p:txBody>
        </p:sp>
      </p:grpSp>
      <p:sp>
        <p:nvSpPr>
          <p:cNvPr id="28" name="Espace réservé du numéro de diapositive 5">
            <a:extLst>
              <a:ext uri="{FF2B5EF4-FFF2-40B4-BE49-F238E27FC236}">
                <a16:creationId xmlns:a16="http://schemas.microsoft.com/office/drawing/2014/main" id="{A3B12474-0259-17B6-8544-9182CD80A6F4}"/>
              </a:ext>
            </a:extLst>
          </p:cNvPr>
          <p:cNvSpPr>
            <a:spLocks noGrp="1"/>
          </p:cNvSpPr>
          <p:nvPr>
            <p:ph type="sldNum" sz="quarter" idx="4"/>
          </p:nvPr>
        </p:nvSpPr>
        <p:spPr>
          <a:xfrm>
            <a:off x="7467600" y="6400800"/>
            <a:ext cx="2228850" cy="457200"/>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9" name="ZoneTexte 28">
            <a:extLst>
              <a:ext uri="{FF2B5EF4-FFF2-40B4-BE49-F238E27FC236}">
                <a16:creationId xmlns:a16="http://schemas.microsoft.com/office/drawing/2014/main" id="{1BC30C3C-4F67-31EC-1A0E-DC4AA65B8678}"/>
              </a:ext>
            </a:extLst>
          </p:cNvPr>
          <p:cNvSpPr txBox="1"/>
          <p:nvPr userDrawn="1"/>
        </p:nvSpPr>
        <p:spPr>
          <a:xfrm>
            <a:off x="228600" y="6461612"/>
            <a:ext cx="4954978" cy="246221"/>
          </a:xfrm>
          <a:prstGeom prst="rect">
            <a:avLst/>
          </a:prstGeom>
          <a:noFill/>
        </p:spPr>
        <p:txBody>
          <a:bodyPr wrap="square" anchor="ctr">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a:t>
            </a:r>
          </a:p>
        </p:txBody>
      </p:sp>
    </p:spTree>
    <p:extLst>
      <p:ext uri="{BB962C8B-B14F-4D97-AF65-F5344CB8AC3E}">
        <p14:creationId xmlns:p14="http://schemas.microsoft.com/office/powerpoint/2010/main" val="2172062484"/>
      </p:ext>
    </p:extLst>
  </p:cSld>
  <p:clrMap bg1="lt1" tx1="dk1" bg2="lt2" tx2="dk2" accent1="accent1" accent2="accent2" accent3="accent3" accent4="accent4" accent5="accent5" accent6="accent6" hlink="hlink" folHlink="folHlink"/>
  <p:sldLayoutIdLst>
    <p:sldLayoutId id="2147483744" r:id="rId1"/>
    <p:sldLayoutId id="2147483742" r:id="rId2"/>
    <p:sldLayoutId id="2147483739" r:id="rId3"/>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1" name="Espace réservé du numéro de diapositive 5">
            <a:extLst>
              <a:ext uri="{FF2B5EF4-FFF2-40B4-BE49-F238E27FC236}">
                <a16:creationId xmlns:a16="http://schemas.microsoft.com/office/drawing/2014/main" id="{055307B6-FA53-0DEF-DD72-0FE7CED1815E}"/>
              </a:ext>
            </a:extLst>
          </p:cNvPr>
          <p:cNvSpPr>
            <a:spLocks noGrp="1"/>
          </p:cNvSpPr>
          <p:nvPr>
            <p:ph type="sldNum" sz="quarter" idx="4"/>
          </p:nvPr>
        </p:nvSpPr>
        <p:spPr>
          <a:xfrm>
            <a:off x="7467600" y="6400800"/>
            <a:ext cx="2228850" cy="365125"/>
          </a:xfrm>
          <a:prstGeom prst="rect">
            <a:avLst/>
          </a:prstGeom>
        </p:spPr>
        <p:txBody>
          <a:bodyPr vert="horz" lIns="91440" tIns="45720" rIns="91440" bIns="45720" rtlCol="0" anchor="ctr"/>
          <a:lstStyle>
            <a:lvl1pPr algn="r">
              <a:defRPr sz="800">
                <a:solidFill>
                  <a:schemeClr val="bg1"/>
                </a:solidFill>
                <a:latin typeface="Aptos" panose="020B0004020202020204" pitchFamily="34" charset="0"/>
              </a:defRPr>
            </a:lvl1pPr>
          </a:lstStyle>
          <a:p>
            <a:fld id="{909D9AA9-2800-6742-B3AC-1FC34B18C60A}" type="slidenum">
              <a:rPr lang="fr-FR" smtClean="0"/>
              <a:pPr/>
              <a:t>‹N°›</a:t>
            </a:fld>
            <a:endParaRPr lang="fr-FR"/>
          </a:p>
        </p:txBody>
      </p:sp>
      <p:sp>
        <p:nvSpPr>
          <p:cNvPr id="22" name="ZoneTexte 21">
            <a:extLst>
              <a:ext uri="{FF2B5EF4-FFF2-40B4-BE49-F238E27FC236}">
                <a16:creationId xmlns:a16="http://schemas.microsoft.com/office/drawing/2014/main" id="{8A1785ED-0357-43BC-90C1-41DAC23AFDB9}"/>
              </a:ext>
            </a:extLst>
          </p:cNvPr>
          <p:cNvSpPr txBox="1"/>
          <p:nvPr userDrawn="1"/>
        </p:nvSpPr>
        <p:spPr>
          <a:xfrm>
            <a:off x="228600" y="6477000"/>
            <a:ext cx="4954978" cy="246221"/>
          </a:xfrm>
          <a:prstGeom prst="rect">
            <a:avLst/>
          </a:prstGeom>
          <a:noFill/>
        </p:spPr>
        <p:txBody>
          <a:bodyPr wrap="square">
            <a:spAutoFit/>
          </a:bodyPr>
          <a:lstStyle/>
          <a:p>
            <a:pPr marL="12700">
              <a:lnSpc>
                <a:spcPct val="100000"/>
              </a:lnSpc>
              <a:spcBef>
                <a:spcPts val="50"/>
              </a:spcBef>
            </a:pPr>
            <a:r>
              <a:rPr lang="fr-FR" sz="1000" spc="-10" dirty="0">
                <a:solidFill>
                  <a:schemeClr val="bg1"/>
                </a:solidFill>
                <a:latin typeface="Aptos" panose="020B0004020202020204" pitchFamily="34" charset="0"/>
                <a:cs typeface="Aparajita" panose="020B0604020202020204" pitchFamily="34" charset="0"/>
              </a:rPr>
              <a:t>Energy Community </a:t>
            </a:r>
          </a:p>
        </p:txBody>
      </p:sp>
      <p:grpSp>
        <p:nvGrpSpPr>
          <p:cNvPr id="23" name="Groupe 22">
            <a:extLst>
              <a:ext uri="{FF2B5EF4-FFF2-40B4-BE49-F238E27FC236}">
                <a16:creationId xmlns:a16="http://schemas.microsoft.com/office/drawing/2014/main" id="{A94278A2-4A96-4C0D-7A65-4C51BE10EC15}"/>
              </a:ext>
            </a:extLst>
          </p:cNvPr>
          <p:cNvGrpSpPr/>
          <p:nvPr userDrawn="1"/>
        </p:nvGrpSpPr>
        <p:grpSpPr>
          <a:xfrm>
            <a:off x="9066185" y="414006"/>
            <a:ext cx="404293" cy="393065"/>
            <a:chOff x="9066185" y="414006"/>
            <a:chExt cx="404293" cy="393065"/>
          </a:xfrm>
        </p:grpSpPr>
        <p:pic>
          <p:nvPicPr>
            <p:cNvPr id="24" name="object 6">
              <a:extLst>
                <a:ext uri="{FF2B5EF4-FFF2-40B4-BE49-F238E27FC236}">
                  <a16:creationId xmlns:a16="http://schemas.microsoft.com/office/drawing/2014/main" id="{729EC1CD-33E7-57EE-0A8F-7F084CB312BE}"/>
                </a:ext>
              </a:extLst>
            </p:cNvPr>
            <p:cNvPicPr/>
            <p:nvPr/>
          </p:nvPicPr>
          <p:blipFill>
            <a:blip r:embed="rId4" cstate="print"/>
            <a:stretch>
              <a:fillRect/>
            </a:stretch>
          </p:blipFill>
          <p:spPr>
            <a:xfrm>
              <a:off x="9066185" y="514000"/>
              <a:ext cx="154467" cy="193089"/>
            </a:xfrm>
            <a:prstGeom prst="rect">
              <a:avLst/>
            </a:prstGeom>
          </p:spPr>
        </p:pic>
        <p:sp>
          <p:nvSpPr>
            <p:cNvPr id="25" name="object 7">
              <a:extLst>
                <a:ext uri="{FF2B5EF4-FFF2-40B4-BE49-F238E27FC236}">
                  <a16:creationId xmlns:a16="http://schemas.microsoft.com/office/drawing/2014/main" id="{C71F8201-180D-7425-7CCE-530882148FEF}"/>
                </a:ext>
              </a:extLst>
            </p:cNvPr>
            <p:cNvSpPr/>
            <p:nvPr/>
          </p:nvSpPr>
          <p:spPr>
            <a:xfrm>
              <a:off x="9173298" y="414006"/>
              <a:ext cx="297180" cy="393065"/>
            </a:xfrm>
            <a:custGeom>
              <a:avLst/>
              <a:gdLst/>
              <a:ahLst/>
              <a:cxnLst/>
              <a:rect l="l" t="t" r="r" b="b"/>
              <a:pathLst>
                <a:path w="297179" h="393065">
                  <a:moveTo>
                    <a:pt x="296633" y="253098"/>
                  </a:moveTo>
                  <a:lnTo>
                    <a:pt x="294246" y="249999"/>
                  </a:lnTo>
                  <a:lnTo>
                    <a:pt x="160134" y="249999"/>
                  </a:lnTo>
                  <a:lnTo>
                    <a:pt x="158242" y="249999"/>
                  </a:lnTo>
                  <a:lnTo>
                    <a:pt x="156540" y="251053"/>
                  </a:lnTo>
                  <a:lnTo>
                    <a:pt x="129184" y="295503"/>
                  </a:lnTo>
                  <a:lnTo>
                    <a:pt x="95338" y="329057"/>
                  </a:lnTo>
                  <a:lnTo>
                    <a:pt x="54102" y="353402"/>
                  </a:lnTo>
                  <a:lnTo>
                    <a:pt x="5397" y="368554"/>
                  </a:lnTo>
                  <a:lnTo>
                    <a:pt x="749" y="369468"/>
                  </a:lnTo>
                  <a:lnTo>
                    <a:pt x="0" y="375615"/>
                  </a:lnTo>
                  <a:lnTo>
                    <a:pt x="4406" y="377367"/>
                  </a:lnTo>
                  <a:lnTo>
                    <a:pt x="48628" y="389864"/>
                  </a:lnTo>
                  <a:lnTo>
                    <a:pt x="93459" y="393001"/>
                  </a:lnTo>
                  <a:lnTo>
                    <a:pt x="137477" y="387502"/>
                  </a:lnTo>
                  <a:lnTo>
                    <a:pt x="179260" y="374103"/>
                  </a:lnTo>
                  <a:lnTo>
                    <a:pt x="217398" y="353529"/>
                  </a:lnTo>
                  <a:lnTo>
                    <a:pt x="250444" y="326517"/>
                  </a:lnTo>
                  <a:lnTo>
                    <a:pt x="276974" y="293789"/>
                  </a:lnTo>
                  <a:lnTo>
                    <a:pt x="295592" y="256082"/>
                  </a:lnTo>
                  <a:lnTo>
                    <a:pt x="296633" y="253098"/>
                  </a:lnTo>
                  <a:close/>
                </a:path>
                <a:path w="297179" h="393065">
                  <a:moveTo>
                    <a:pt x="296786" y="139852"/>
                  </a:moveTo>
                  <a:lnTo>
                    <a:pt x="273456" y="95097"/>
                  </a:lnTo>
                  <a:lnTo>
                    <a:pt x="243979" y="61023"/>
                  </a:lnTo>
                  <a:lnTo>
                    <a:pt x="208775" y="34417"/>
                  </a:lnTo>
                  <a:lnTo>
                    <a:pt x="169506" y="15328"/>
                  </a:lnTo>
                  <a:lnTo>
                    <a:pt x="127863" y="3835"/>
                  </a:lnTo>
                  <a:lnTo>
                    <a:pt x="85534" y="0"/>
                  </a:lnTo>
                  <a:lnTo>
                    <a:pt x="44183" y="3873"/>
                  </a:lnTo>
                  <a:lnTo>
                    <a:pt x="5511" y="15544"/>
                  </a:lnTo>
                  <a:lnTo>
                    <a:pt x="774" y="17526"/>
                  </a:lnTo>
                  <a:lnTo>
                    <a:pt x="1524" y="24104"/>
                  </a:lnTo>
                  <a:lnTo>
                    <a:pt x="6565" y="25146"/>
                  </a:lnTo>
                  <a:lnTo>
                    <a:pt x="54737" y="40233"/>
                  </a:lnTo>
                  <a:lnTo>
                    <a:pt x="95567" y="64528"/>
                  </a:lnTo>
                  <a:lnTo>
                    <a:pt x="129120" y="97955"/>
                  </a:lnTo>
                  <a:lnTo>
                    <a:pt x="156324" y="142201"/>
                  </a:lnTo>
                  <a:lnTo>
                    <a:pt x="158178" y="143357"/>
                  </a:lnTo>
                  <a:lnTo>
                    <a:pt x="290525" y="143357"/>
                  </a:lnTo>
                  <a:lnTo>
                    <a:pt x="294170" y="143357"/>
                  </a:lnTo>
                  <a:lnTo>
                    <a:pt x="296786" y="139852"/>
                  </a:lnTo>
                  <a:close/>
                </a:path>
              </a:pathLst>
            </a:custGeom>
            <a:solidFill>
              <a:srgbClr val="FFFFFF"/>
            </a:solidFill>
          </p:spPr>
          <p:txBody>
            <a:bodyPr wrap="square" lIns="0" tIns="0" rIns="0" bIns="0" rtlCol="0"/>
            <a:lstStyle/>
            <a:p>
              <a:endParaRPr/>
            </a:p>
          </p:txBody>
        </p:sp>
      </p:grpSp>
    </p:spTree>
    <p:extLst>
      <p:ext uri="{BB962C8B-B14F-4D97-AF65-F5344CB8AC3E}">
        <p14:creationId xmlns:p14="http://schemas.microsoft.com/office/powerpoint/2010/main" val="3055626266"/>
      </p:ext>
    </p:extLst>
  </p:cSld>
  <p:clrMap bg1="lt1" tx1="dk1" bg2="lt2" tx2="dk2" accent1="accent1" accent2="accent2" accent3="accent3" accent4="accent4" accent5="accent5" accent6="accent6" hlink="hlink" folHlink="folHlink"/>
  <p:sldLayoutIdLst>
    <p:sldLayoutId id="2147483743" r:id="rId1"/>
    <p:sldLayoutId id="2147483741"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accent2">
            <a:alpha val="0"/>
          </a:schemeClr>
        </a:solidFill>
        <a:effectLst/>
      </p:bgPr>
    </p:bg>
    <p:spTree>
      <p:nvGrpSpPr>
        <p:cNvPr id="1" name=""/>
        <p:cNvGrpSpPr/>
        <p:nvPr/>
      </p:nvGrpSpPr>
      <p:grpSpPr>
        <a:xfrm>
          <a:off x="0" y="0"/>
          <a:ext cx="0" cy="0"/>
          <a:chOff x="0" y="0"/>
          <a:chExt cx="0" cy="0"/>
        </a:xfrm>
      </p:grpSpPr>
      <p:sp>
        <p:nvSpPr>
          <p:cNvPr id="28" name="object 4">
            <a:extLst>
              <a:ext uri="{FF2B5EF4-FFF2-40B4-BE49-F238E27FC236}">
                <a16:creationId xmlns:a16="http://schemas.microsoft.com/office/drawing/2014/main" id="{247B5B13-AD23-E115-EFA5-ADF63B1184E8}"/>
              </a:ext>
            </a:extLst>
          </p:cNvPr>
          <p:cNvSpPr/>
          <p:nvPr userDrawn="1"/>
        </p:nvSpPr>
        <p:spPr>
          <a:xfrm>
            <a:off x="0" y="1877872"/>
            <a:ext cx="2731135" cy="3100070"/>
          </a:xfrm>
          <a:custGeom>
            <a:avLst/>
            <a:gdLst/>
            <a:ahLst/>
            <a:cxnLst/>
            <a:rect l="l" t="t" r="r" b="b"/>
            <a:pathLst>
              <a:path w="2731135" h="3100070">
                <a:moveTo>
                  <a:pt x="2731046" y="2892133"/>
                </a:moveTo>
                <a:lnTo>
                  <a:pt x="1815706" y="2892133"/>
                </a:lnTo>
                <a:lnTo>
                  <a:pt x="1815706" y="2894774"/>
                </a:lnTo>
                <a:lnTo>
                  <a:pt x="910082" y="2894774"/>
                </a:lnTo>
                <a:lnTo>
                  <a:pt x="0" y="2894761"/>
                </a:lnTo>
                <a:lnTo>
                  <a:pt x="0" y="3099612"/>
                </a:lnTo>
                <a:lnTo>
                  <a:pt x="910031" y="3099612"/>
                </a:lnTo>
                <a:lnTo>
                  <a:pt x="1820164" y="3099612"/>
                </a:lnTo>
                <a:lnTo>
                  <a:pt x="1820164" y="3096971"/>
                </a:lnTo>
                <a:lnTo>
                  <a:pt x="2731046" y="3096971"/>
                </a:lnTo>
                <a:lnTo>
                  <a:pt x="2731046" y="2892133"/>
                </a:lnTo>
                <a:close/>
              </a:path>
              <a:path w="2731135" h="3100070">
                <a:moveTo>
                  <a:pt x="2731046" y="1448714"/>
                </a:moveTo>
                <a:lnTo>
                  <a:pt x="1815706" y="1448714"/>
                </a:lnTo>
                <a:lnTo>
                  <a:pt x="1815706" y="1653552"/>
                </a:lnTo>
                <a:lnTo>
                  <a:pt x="2731046" y="1653552"/>
                </a:lnTo>
                <a:lnTo>
                  <a:pt x="2731046" y="1448714"/>
                </a:lnTo>
                <a:close/>
              </a:path>
              <a:path w="2731135" h="3100070">
                <a:moveTo>
                  <a:pt x="2731046" y="0"/>
                </a:moveTo>
                <a:lnTo>
                  <a:pt x="1815706" y="0"/>
                </a:lnTo>
                <a:lnTo>
                  <a:pt x="1815706" y="2641"/>
                </a:lnTo>
                <a:lnTo>
                  <a:pt x="910031" y="2641"/>
                </a:lnTo>
                <a:lnTo>
                  <a:pt x="910031" y="207479"/>
                </a:lnTo>
                <a:lnTo>
                  <a:pt x="1820164" y="207479"/>
                </a:lnTo>
                <a:lnTo>
                  <a:pt x="1820164" y="204838"/>
                </a:lnTo>
                <a:lnTo>
                  <a:pt x="2731046" y="204838"/>
                </a:lnTo>
                <a:lnTo>
                  <a:pt x="2731046" y="0"/>
                </a:lnTo>
                <a:close/>
              </a:path>
            </a:pathLst>
          </a:custGeom>
          <a:solidFill>
            <a:srgbClr val="005399"/>
          </a:solidFill>
        </p:spPr>
        <p:txBody>
          <a:bodyPr wrap="square" lIns="0" tIns="0" rIns="0" bIns="0" rtlCol="0"/>
          <a:lstStyle/>
          <a:p>
            <a:endParaRPr/>
          </a:p>
        </p:txBody>
      </p:sp>
      <p:grpSp>
        <p:nvGrpSpPr>
          <p:cNvPr id="29" name="Groupe 28">
            <a:extLst>
              <a:ext uri="{FF2B5EF4-FFF2-40B4-BE49-F238E27FC236}">
                <a16:creationId xmlns:a16="http://schemas.microsoft.com/office/drawing/2014/main" id="{5094E90D-6DE5-46FB-29FC-EDFEA7824F7B}"/>
              </a:ext>
            </a:extLst>
          </p:cNvPr>
          <p:cNvGrpSpPr/>
          <p:nvPr userDrawn="1"/>
        </p:nvGrpSpPr>
        <p:grpSpPr>
          <a:xfrm>
            <a:off x="7841485" y="5944127"/>
            <a:ext cx="1652177" cy="501605"/>
            <a:chOff x="7841485" y="5944127"/>
            <a:chExt cx="1652177" cy="501605"/>
          </a:xfrm>
        </p:grpSpPr>
        <p:pic>
          <p:nvPicPr>
            <p:cNvPr id="30" name="bg object 22">
              <a:extLst>
                <a:ext uri="{FF2B5EF4-FFF2-40B4-BE49-F238E27FC236}">
                  <a16:creationId xmlns:a16="http://schemas.microsoft.com/office/drawing/2014/main" id="{476DB5EB-0A37-A141-1DF6-58AF704F3812}"/>
                </a:ext>
              </a:extLst>
            </p:cNvPr>
            <p:cNvPicPr/>
            <p:nvPr/>
          </p:nvPicPr>
          <p:blipFill>
            <a:blip r:embed="rId3" cstate="print"/>
            <a:stretch>
              <a:fillRect/>
            </a:stretch>
          </p:blipFill>
          <p:spPr>
            <a:xfrm>
              <a:off x="9252289" y="6071177"/>
              <a:ext cx="95709" cy="100940"/>
            </a:xfrm>
            <a:prstGeom prst="rect">
              <a:avLst/>
            </a:prstGeom>
          </p:spPr>
        </p:pic>
        <p:grpSp>
          <p:nvGrpSpPr>
            <p:cNvPr id="31" name="Groupe 30">
              <a:extLst>
                <a:ext uri="{FF2B5EF4-FFF2-40B4-BE49-F238E27FC236}">
                  <a16:creationId xmlns:a16="http://schemas.microsoft.com/office/drawing/2014/main" id="{24F7025A-1C5D-943C-35B6-98C1E30906D0}"/>
                </a:ext>
              </a:extLst>
            </p:cNvPr>
            <p:cNvGrpSpPr/>
            <p:nvPr userDrawn="1"/>
          </p:nvGrpSpPr>
          <p:grpSpPr>
            <a:xfrm>
              <a:off x="7841485" y="5944127"/>
              <a:ext cx="1652177" cy="501605"/>
              <a:chOff x="7841485" y="5944127"/>
              <a:chExt cx="1652177" cy="501605"/>
            </a:xfrm>
          </p:grpSpPr>
          <p:pic>
            <p:nvPicPr>
              <p:cNvPr id="32" name="bg object 19">
                <a:extLst>
                  <a:ext uri="{FF2B5EF4-FFF2-40B4-BE49-F238E27FC236}">
                    <a16:creationId xmlns:a16="http://schemas.microsoft.com/office/drawing/2014/main" id="{45EB0264-E027-CBB8-7959-A93AC513B93D}"/>
                  </a:ext>
                </a:extLst>
              </p:cNvPr>
              <p:cNvPicPr/>
              <p:nvPr/>
            </p:nvPicPr>
            <p:blipFill>
              <a:blip r:embed="rId4" cstate="print"/>
              <a:stretch>
                <a:fillRect/>
              </a:stretch>
            </p:blipFill>
            <p:spPr>
              <a:xfrm>
                <a:off x="8306570" y="5964197"/>
                <a:ext cx="79577" cy="76317"/>
              </a:xfrm>
              <a:prstGeom prst="rect">
                <a:avLst/>
              </a:prstGeom>
            </p:spPr>
          </p:pic>
          <p:grpSp>
            <p:nvGrpSpPr>
              <p:cNvPr id="33" name="Groupe 32">
                <a:extLst>
                  <a:ext uri="{FF2B5EF4-FFF2-40B4-BE49-F238E27FC236}">
                    <a16:creationId xmlns:a16="http://schemas.microsoft.com/office/drawing/2014/main" id="{E09BC4F2-9A94-207D-D22C-DAD68D3A00D4}"/>
                  </a:ext>
                </a:extLst>
              </p:cNvPr>
              <p:cNvGrpSpPr/>
              <p:nvPr userDrawn="1"/>
            </p:nvGrpSpPr>
            <p:grpSpPr>
              <a:xfrm>
                <a:off x="7841485" y="5944127"/>
                <a:ext cx="1652177" cy="501605"/>
                <a:chOff x="7841485" y="5944127"/>
                <a:chExt cx="1652177" cy="501605"/>
              </a:xfrm>
            </p:grpSpPr>
            <p:sp>
              <p:nvSpPr>
                <p:cNvPr id="34" name="bg object 20">
                  <a:extLst>
                    <a:ext uri="{FF2B5EF4-FFF2-40B4-BE49-F238E27FC236}">
                      <a16:creationId xmlns:a16="http://schemas.microsoft.com/office/drawing/2014/main" id="{99C94A07-1AF5-A14A-B8B1-49EBE73BFDC3}"/>
                    </a:ext>
                  </a:extLst>
                </p:cNvPr>
                <p:cNvSpPr/>
                <p:nvPr/>
              </p:nvSpPr>
              <p:spPr>
                <a:xfrm>
                  <a:off x="8426939" y="6078061"/>
                  <a:ext cx="175895" cy="255904"/>
                </a:xfrm>
                <a:custGeom>
                  <a:avLst/>
                  <a:gdLst/>
                  <a:ahLst/>
                  <a:cxnLst/>
                  <a:rect l="l" t="t" r="r" b="b"/>
                  <a:pathLst>
                    <a:path w="175895" h="255904">
                      <a:moveTo>
                        <a:pt x="133018" y="255672"/>
                      </a:moveTo>
                      <a:lnTo>
                        <a:pt x="96670" y="249898"/>
                      </a:lnTo>
                      <a:lnTo>
                        <a:pt x="69337" y="233463"/>
                      </a:lnTo>
                      <a:lnTo>
                        <a:pt x="52126" y="207692"/>
                      </a:lnTo>
                      <a:lnTo>
                        <a:pt x="46144" y="173915"/>
                      </a:lnTo>
                      <a:lnTo>
                        <a:pt x="46144" y="68553"/>
                      </a:lnTo>
                      <a:lnTo>
                        <a:pt x="44390" y="66850"/>
                      </a:lnTo>
                      <a:lnTo>
                        <a:pt x="1753" y="66850"/>
                      </a:lnTo>
                      <a:lnTo>
                        <a:pt x="0" y="65168"/>
                      </a:lnTo>
                      <a:lnTo>
                        <a:pt x="0" y="1702"/>
                      </a:lnTo>
                      <a:lnTo>
                        <a:pt x="1775" y="0"/>
                      </a:lnTo>
                      <a:lnTo>
                        <a:pt x="173900" y="0"/>
                      </a:lnTo>
                      <a:lnTo>
                        <a:pt x="175654" y="1681"/>
                      </a:lnTo>
                      <a:lnTo>
                        <a:pt x="175654" y="62096"/>
                      </a:lnTo>
                      <a:lnTo>
                        <a:pt x="175654" y="64732"/>
                      </a:lnTo>
                      <a:lnTo>
                        <a:pt x="173424" y="66850"/>
                      </a:lnTo>
                      <a:lnTo>
                        <a:pt x="126565" y="66850"/>
                      </a:lnTo>
                      <a:lnTo>
                        <a:pt x="124790" y="68553"/>
                      </a:lnTo>
                      <a:lnTo>
                        <a:pt x="124790" y="160358"/>
                      </a:lnTo>
                      <a:lnTo>
                        <a:pt x="126863" y="173139"/>
                      </a:lnTo>
                      <a:lnTo>
                        <a:pt x="132723" y="181158"/>
                      </a:lnTo>
                      <a:lnTo>
                        <a:pt x="141827" y="185311"/>
                      </a:lnTo>
                      <a:lnTo>
                        <a:pt x="153633" y="186496"/>
                      </a:lnTo>
                      <a:lnTo>
                        <a:pt x="165455" y="186185"/>
                      </a:lnTo>
                      <a:lnTo>
                        <a:pt x="172818" y="184939"/>
                      </a:lnTo>
                      <a:lnTo>
                        <a:pt x="175611" y="187160"/>
                      </a:lnTo>
                      <a:lnTo>
                        <a:pt x="175633" y="245291"/>
                      </a:lnTo>
                      <a:lnTo>
                        <a:pt x="146795" y="254856"/>
                      </a:lnTo>
                      <a:lnTo>
                        <a:pt x="133018" y="255672"/>
                      </a:lnTo>
                      <a:close/>
                    </a:path>
                  </a:pathLst>
                </a:custGeom>
                <a:solidFill>
                  <a:srgbClr val="FFFFFF"/>
                </a:solidFill>
              </p:spPr>
              <p:txBody>
                <a:bodyPr wrap="square" lIns="0" tIns="0" rIns="0" bIns="0" rtlCol="0"/>
                <a:lstStyle/>
                <a:p>
                  <a:endParaRPr/>
                </a:p>
              </p:txBody>
            </p:sp>
            <p:pic>
              <p:nvPicPr>
                <p:cNvPr id="35" name="bg object 21">
                  <a:extLst>
                    <a:ext uri="{FF2B5EF4-FFF2-40B4-BE49-F238E27FC236}">
                      <a16:creationId xmlns:a16="http://schemas.microsoft.com/office/drawing/2014/main" id="{465BA17F-7CC6-D379-7E26-6226E03BF61D}"/>
                    </a:ext>
                  </a:extLst>
                </p:cNvPr>
                <p:cNvPicPr/>
                <p:nvPr/>
              </p:nvPicPr>
              <p:blipFill>
                <a:blip r:embed="rId5" cstate="print"/>
                <a:stretch>
                  <a:fillRect/>
                </a:stretch>
              </p:blipFill>
              <p:spPr>
                <a:xfrm>
                  <a:off x="8473065" y="5944127"/>
                  <a:ext cx="78689" cy="94815"/>
                </a:xfrm>
                <a:prstGeom prst="rect">
                  <a:avLst/>
                </a:prstGeom>
              </p:spPr>
            </p:pic>
            <p:grpSp>
              <p:nvGrpSpPr>
                <p:cNvPr id="36" name="Groupe 35">
                  <a:extLst>
                    <a:ext uri="{FF2B5EF4-FFF2-40B4-BE49-F238E27FC236}">
                      <a16:creationId xmlns:a16="http://schemas.microsoft.com/office/drawing/2014/main" id="{EBF32EB2-73C6-9D27-2D10-F0CD7C917CF0}"/>
                    </a:ext>
                  </a:extLst>
                </p:cNvPr>
                <p:cNvGrpSpPr/>
                <p:nvPr userDrawn="1"/>
              </p:nvGrpSpPr>
              <p:grpSpPr>
                <a:xfrm>
                  <a:off x="7841485" y="5947257"/>
                  <a:ext cx="1652177" cy="498475"/>
                  <a:chOff x="7841485" y="5947257"/>
                  <a:chExt cx="1652177" cy="498475"/>
                </a:xfrm>
              </p:grpSpPr>
              <p:pic>
                <p:nvPicPr>
                  <p:cNvPr id="37" name="bg object 17">
                    <a:extLst>
                      <a:ext uri="{FF2B5EF4-FFF2-40B4-BE49-F238E27FC236}">
                        <a16:creationId xmlns:a16="http://schemas.microsoft.com/office/drawing/2014/main" id="{A34F4081-FF11-E9AE-B4FF-8E9BB1D58754}"/>
                      </a:ext>
                    </a:extLst>
                  </p:cNvPr>
                  <p:cNvPicPr/>
                  <p:nvPr/>
                </p:nvPicPr>
                <p:blipFill>
                  <a:blip r:embed="rId6" cstate="print"/>
                  <a:stretch>
                    <a:fillRect/>
                  </a:stretch>
                </p:blipFill>
                <p:spPr>
                  <a:xfrm>
                    <a:off x="7841485" y="6052577"/>
                    <a:ext cx="162630" cy="203292"/>
                  </a:xfrm>
                  <a:prstGeom prst="rect">
                    <a:avLst/>
                  </a:prstGeom>
                </p:spPr>
              </p:pic>
              <p:sp>
                <p:nvSpPr>
                  <p:cNvPr id="38" name="bg object 18">
                    <a:extLst>
                      <a:ext uri="{FF2B5EF4-FFF2-40B4-BE49-F238E27FC236}">
                        <a16:creationId xmlns:a16="http://schemas.microsoft.com/office/drawing/2014/main" id="{B3E03369-C7E4-DB14-ADB9-0CD455D8D9BC}"/>
                      </a:ext>
                    </a:extLst>
                  </p:cNvPr>
                  <p:cNvSpPr/>
                  <p:nvPr/>
                </p:nvSpPr>
                <p:spPr>
                  <a:xfrm>
                    <a:off x="7954276" y="5947257"/>
                    <a:ext cx="1256665" cy="498475"/>
                  </a:xfrm>
                  <a:custGeom>
                    <a:avLst/>
                    <a:gdLst/>
                    <a:ahLst/>
                    <a:cxnLst/>
                    <a:rect l="l" t="t" r="r" b="b"/>
                    <a:pathLst>
                      <a:path w="1256665" h="498475">
                        <a:moveTo>
                          <a:pt x="312331" y="266496"/>
                        </a:moveTo>
                        <a:lnTo>
                          <a:pt x="309803" y="263245"/>
                        </a:lnTo>
                        <a:lnTo>
                          <a:pt x="168592" y="263245"/>
                        </a:lnTo>
                        <a:lnTo>
                          <a:pt x="166624" y="263245"/>
                        </a:lnTo>
                        <a:lnTo>
                          <a:pt x="164833" y="264363"/>
                        </a:lnTo>
                        <a:lnTo>
                          <a:pt x="136004" y="311162"/>
                        </a:lnTo>
                        <a:lnTo>
                          <a:pt x="100368" y="346494"/>
                        </a:lnTo>
                        <a:lnTo>
                          <a:pt x="56959" y="372122"/>
                        </a:lnTo>
                        <a:lnTo>
                          <a:pt x="5676" y="388073"/>
                        </a:lnTo>
                        <a:lnTo>
                          <a:pt x="774" y="389051"/>
                        </a:lnTo>
                        <a:lnTo>
                          <a:pt x="0" y="395503"/>
                        </a:lnTo>
                        <a:lnTo>
                          <a:pt x="4610" y="397383"/>
                        </a:lnTo>
                        <a:lnTo>
                          <a:pt x="51181" y="410540"/>
                        </a:lnTo>
                        <a:lnTo>
                          <a:pt x="98386" y="413829"/>
                        </a:lnTo>
                        <a:lnTo>
                          <a:pt x="144741" y="408038"/>
                        </a:lnTo>
                        <a:lnTo>
                          <a:pt x="188747" y="393928"/>
                        </a:lnTo>
                        <a:lnTo>
                          <a:pt x="228892" y="372262"/>
                        </a:lnTo>
                        <a:lnTo>
                          <a:pt x="263677" y="343814"/>
                        </a:lnTo>
                        <a:lnTo>
                          <a:pt x="291617" y="309359"/>
                        </a:lnTo>
                        <a:lnTo>
                          <a:pt x="311213" y="269659"/>
                        </a:lnTo>
                        <a:lnTo>
                          <a:pt x="312331" y="266496"/>
                        </a:lnTo>
                        <a:close/>
                      </a:path>
                      <a:path w="1256665" h="498475">
                        <a:moveTo>
                          <a:pt x="312496" y="147256"/>
                        </a:moveTo>
                        <a:lnTo>
                          <a:pt x="287921" y="100126"/>
                        </a:lnTo>
                        <a:lnTo>
                          <a:pt x="256895" y="64249"/>
                        </a:lnTo>
                        <a:lnTo>
                          <a:pt x="219824" y="36233"/>
                        </a:lnTo>
                        <a:lnTo>
                          <a:pt x="178473" y="16141"/>
                        </a:lnTo>
                        <a:lnTo>
                          <a:pt x="134632" y="4038"/>
                        </a:lnTo>
                        <a:lnTo>
                          <a:pt x="90055" y="0"/>
                        </a:lnTo>
                        <a:lnTo>
                          <a:pt x="46520" y="4089"/>
                        </a:lnTo>
                        <a:lnTo>
                          <a:pt x="5791" y="16383"/>
                        </a:lnTo>
                        <a:lnTo>
                          <a:pt x="812" y="18478"/>
                        </a:lnTo>
                        <a:lnTo>
                          <a:pt x="1587" y="25387"/>
                        </a:lnTo>
                        <a:lnTo>
                          <a:pt x="6921" y="26466"/>
                        </a:lnTo>
                        <a:lnTo>
                          <a:pt x="57632" y="42367"/>
                        </a:lnTo>
                        <a:lnTo>
                          <a:pt x="100622" y="67957"/>
                        </a:lnTo>
                        <a:lnTo>
                          <a:pt x="135953" y="103149"/>
                        </a:lnTo>
                        <a:lnTo>
                          <a:pt x="164604" y="149733"/>
                        </a:lnTo>
                        <a:lnTo>
                          <a:pt x="166535" y="150952"/>
                        </a:lnTo>
                        <a:lnTo>
                          <a:pt x="305892" y="150952"/>
                        </a:lnTo>
                        <a:lnTo>
                          <a:pt x="309753" y="150952"/>
                        </a:lnTo>
                        <a:lnTo>
                          <a:pt x="312496" y="147256"/>
                        </a:lnTo>
                        <a:close/>
                      </a:path>
                      <a:path w="1256665" h="498475">
                        <a:moveTo>
                          <a:pt x="431876" y="132930"/>
                        </a:moveTo>
                        <a:lnTo>
                          <a:pt x="429641" y="130771"/>
                        </a:lnTo>
                        <a:lnTo>
                          <a:pt x="357238" y="130771"/>
                        </a:lnTo>
                        <a:lnTo>
                          <a:pt x="354507" y="130771"/>
                        </a:lnTo>
                        <a:lnTo>
                          <a:pt x="352272" y="132930"/>
                        </a:lnTo>
                        <a:lnTo>
                          <a:pt x="352272" y="383209"/>
                        </a:lnTo>
                        <a:lnTo>
                          <a:pt x="353796" y="384683"/>
                        </a:lnTo>
                        <a:lnTo>
                          <a:pt x="430364" y="384683"/>
                        </a:lnTo>
                        <a:lnTo>
                          <a:pt x="431876" y="383209"/>
                        </a:lnTo>
                        <a:lnTo>
                          <a:pt x="431876" y="132930"/>
                        </a:lnTo>
                        <a:close/>
                      </a:path>
                      <a:path w="1256665" h="498475">
                        <a:moveTo>
                          <a:pt x="940701" y="250583"/>
                        </a:moveTo>
                        <a:lnTo>
                          <a:pt x="931760" y="197332"/>
                        </a:lnTo>
                        <a:lnTo>
                          <a:pt x="922858" y="183540"/>
                        </a:lnTo>
                        <a:lnTo>
                          <a:pt x="906094" y="157568"/>
                        </a:lnTo>
                        <a:lnTo>
                          <a:pt x="865505" y="132689"/>
                        </a:lnTo>
                        <a:lnTo>
                          <a:pt x="811758" y="124079"/>
                        </a:lnTo>
                        <a:lnTo>
                          <a:pt x="763511" y="133223"/>
                        </a:lnTo>
                        <a:lnTo>
                          <a:pt x="722464" y="159308"/>
                        </a:lnTo>
                        <a:lnTo>
                          <a:pt x="693953" y="200304"/>
                        </a:lnTo>
                        <a:lnTo>
                          <a:pt x="683260" y="254165"/>
                        </a:lnTo>
                        <a:lnTo>
                          <a:pt x="690410" y="299643"/>
                        </a:lnTo>
                        <a:lnTo>
                          <a:pt x="710057" y="336219"/>
                        </a:lnTo>
                        <a:lnTo>
                          <a:pt x="739546" y="363232"/>
                        </a:lnTo>
                        <a:lnTo>
                          <a:pt x="776224" y="379945"/>
                        </a:lnTo>
                        <a:lnTo>
                          <a:pt x="817435" y="385673"/>
                        </a:lnTo>
                        <a:lnTo>
                          <a:pt x="860234" y="379857"/>
                        </a:lnTo>
                        <a:lnTo>
                          <a:pt x="919111" y="340550"/>
                        </a:lnTo>
                        <a:lnTo>
                          <a:pt x="935316" y="309295"/>
                        </a:lnTo>
                        <a:lnTo>
                          <a:pt x="933716" y="306565"/>
                        </a:lnTo>
                        <a:lnTo>
                          <a:pt x="872147" y="289941"/>
                        </a:lnTo>
                        <a:lnTo>
                          <a:pt x="869619" y="290995"/>
                        </a:lnTo>
                        <a:lnTo>
                          <a:pt x="868667" y="293116"/>
                        </a:lnTo>
                        <a:lnTo>
                          <a:pt x="861250" y="304850"/>
                        </a:lnTo>
                        <a:lnTo>
                          <a:pt x="850595" y="313855"/>
                        </a:lnTo>
                        <a:lnTo>
                          <a:pt x="836422" y="319608"/>
                        </a:lnTo>
                        <a:lnTo>
                          <a:pt x="818489" y="321640"/>
                        </a:lnTo>
                        <a:lnTo>
                          <a:pt x="796886" y="318757"/>
                        </a:lnTo>
                        <a:lnTo>
                          <a:pt x="778865" y="310057"/>
                        </a:lnTo>
                        <a:lnTo>
                          <a:pt x="766406" y="295478"/>
                        </a:lnTo>
                        <a:lnTo>
                          <a:pt x="761517" y="274955"/>
                        </a:lnTo>
                        <a:lnTo>
                          <a:pt x="761415" y="225183"/>
                        </a:lnTo>
                        <a:lnTo>
                          <a:pt x="765556" y="210896"/>
                        </a:lnTo>
                        <a:lnTo>
                          <a:pt x="775411" y="197446"/>
                        </a:lnTo>
                        <a:lnTo>
                          <a:pt x="791108" y="187452"/>
                        </a:lnTo>
                        <a:lnTo>
                          <a:pt x="812812" y="183540"/>
                        </a:lnTo>
                        <a:lnTo>
                          <a:pt x="834542" y="186740"/>
                        </a:lnTo>
                        <a:lnTo>
                          <a:pt x="849757" y="195110"/>
                        </a:lnTo>
                        <a:lnTo>
                          <a:pt x="859269" y="206781"/>
                        </a:lnTo>
                        <a:lnTo>
                          <a:pt x="863854" y="219875"/>
                        </a:lnTo>
                        <a:lnTo>
                          <a:pt x="864374" y="222758"/>
                        </a:lnTo>
                        <a:lnTo>
                          <a:pt x="861974" y="225374"/>
                        </a:lnTo>
                        <a:lnTo>
                          <a:pt x="804418" y="225374"/>
                        </a:lnTo>
                        <a:lnTo>
                          <a:pt x="802208" y="227495"/>
                        </a:lnTo>
                        <a:lnTo>
                          <a:pt x="802208" y="271818"/>
                        </a:lnTo>
                        <a:lnTo>
                          <a:pt x="804418" y="273939"/>
                        </a:lnTo>
                        <a:lnTo>
                          <a:pt x="937348" y="273939"/>
                        </a:lnTo>
                        <a:lnTo>
                          <a:pt x="939495" y="272122"/>
                        </a:lnTo>
                        <a:lnTo>
                          <a:pt x="940231" y="265112"/>
                        </a:lnTo>
                        <a:lnTo>
                          <a:pt x="940701" y="257619"/>
                        </a:lnTo>
                        <a:lnTo>
                          <a:pt x="940701" y="250583"/>
                        </a:lnTo>
                        <a:close/>
                      </a:path>
                      <a:path w="1256665" h="498475">
                        <a:moveTo>
                          <a:pt x="1059053" y="132854"/>
                        </a:moveTo>
                        <a:lnTo>
                          <a:pt x="1056843" y="130822"/>
                        </a:lnTo>
                        <a:lnTo>
                          <a:pt x="983729" y="130822"/>
                        </a:lnTo>
                        <a:lnTo>
                          <a:pt x="981494" y="132943"/>
                        </a:lnTo>
                        <a:lnTo>
                          <a:pt x="981494" y="467626"/>
                        </a:lnTo>
                        <a:lnTo>
                          <a:pt x="983272" y="469531"/>
                        </a:lnTo>
                        <a:lnTo>
                          <a:pt x="1002842" y="473468"/>
                        </a:lnTo>
                        <a:lnTo>
                          <a:pt x="1019644" y="478967"/>
                        </a:lnTo>
                        <a:lnTo>
                          <a:pt x="1035812" y="486410"/>
                        </a:lnTo>
                        <a:lnTo>
                          <a:pt x="1051064" y="495757"/>
                        </a:lnTo>
                        <a:lnTo>
                          <a:pt x="1054404" y="498106"/>
                        </a:lnTo>
                        <a:lnTo>
                          <a:pt x="1059053" y="496074"/>
                        </a:lnTo>
                        <a:lnTo>
                          <a:pt x="1059053" y="132854"/>
                        </a:lnTo>
                        <a:close/>
                      </a:path>
                      <a:path w="1256665" h="498475">
                        <a:moveTo>
                          <a:pt x="1256665" y="254495"/>
                        </a:moveTo>
                        <a:lnTo>
                          <a:pt x="1248371" y="202488"/>
                        </a:lnTo>
                        <a:lnTo>
                          <a:pt x="1224470" y="161239"/>
                        </a:lnTo>
                        <a:lnTo>
                          <a:pt x="1186408" y="134035"/>
                        </a:lnTo>
                        <a:lnTo>
                          <a:pt x="1135659" y="124231"/>
                        </a:lnTo>
                        <a:lnTo>
                          <a:pt x="1126845" y="124523"/>
                        </a:lnTo>
                        <a:lnTo>
                          <a:pt x="1118425" y="125374"/>
                        </a:lnTo>
                        <a:lnTo>
                          <a:pt x="1110424" y="126707"/>
                        </a:lnTo>
                        <a:lnTo>
                          <a:pt x="1100747" y="129108"/>
                        </a:lnTo>
                        <a:lnTo>
                          <a:pt x="1099781" y="130695"/>
                        </a:lnTo>
                        <a:lnTo>
                          <a:pt x="1099781" y="193052"/>
                        </a:lnTo>
                        <a:lnTo>
                          <a:pt x="1102283" y="195211"/>
                        </a:lnTo>
                        <a:lnTo>
                          <a:pt x="1109891" y="193573"/>
                        </a:lnTo>
                        <a:lnTo>
                          <a:pt x="1114526" y="193103"/>
                        </a:lnTo>
                        <a:lnTo>
                          <a:pt x="1119289" y="193103"/>
                        </a:lnTo>
                        <a:lnTo>
                          <a:pt x="1141844" y="196888"/>
                        </a:lnTo>
                        <a:lnTo>
                          <a:pt x="1160754" y="208343"/>
                        </a:lnTo>
                        <a:lnTo>
                          <a:pt x="1173772" y="227647"/>
                        </a:lnTo>
                        <a:lnTo>
                          <a:pt x="1178623" y="254927"/>
                        </a:lnTo>
                        <a:lnTo>
                          <a:pt x="1173772" y="282295"/>
                        </a:lnTo>
                        <a:lnTo>
                          <a:pt x="1160754" y="301764"/>
                        </a:lnTo>
                        <a:lnTo>
                          <a:pt x="1141844" y="313397"/>
                        </a:lnTo>
                        <a:lnTo>
                          <a:pt x="1119289" y="317271"/>
                        </a:lnTo>
                        <a:lnTo>
                          <a:pt x="1114552" y="317271"/>
                        </a:lnTo>
                        <a:lnTo>
                          <a:pt x="1109929" y="316814"/>
                        </a:lnTo>
                        <a:lnTo>
                          <a:pt x="1102334" y="315087"/>
                        </a:lnTo>
                        <a:lnTo>
                          <a:pt x="1099781" y="317411"/>
                        </a:lnTo>
                        <a:lnTo>
                          <a:pt x="1099781" y="380174"/>
                        </a:lnTo>
                        <a:lnTo>
                          <a:pt x="1100378" y="381812"/>
                        </a:lnTo>
                        <a:lnTo>
                          <a:pt x="1109002" y="383616"/>
                        </a:lnTo>
                        <a:lnTo>
                          <a:pt x="1116431" y="384695"/>
                        </a:lnTo>
                        <a:lnTo>
                          <a:pt x="1124254" y="385356"/>
                        </a:lnTo>
                        <a:lnTo>
                          <a:pt x="1132459" y="385572"/>
                        </a:lnTo>
                        <a:lnTo>
                          <a:pt x="1182624" y="375818"/>
                        </a:lnTo>
                        <a:lnTo>
                          <a:pt x="1221905" y="348627"/>
                        </a:lnTo>
                        <a:lnTo>
                          <a:pt x="1247508" y="307136"/>
                        </a:lnTo>
                        <a:lnTo>
                          <a:pt x="1256665" y="254495"/>
                        </a:lnTo>
                        <a:close/>
                      </a:path>
                    </a:pathLst>
                  </a:custGeom>
                  <a:solidFill>
                    <a:srgbClr val="FFFFFF"/>
                  </a:solidFill>
                </p:spPr>
                <p:txBody>
                  <a:bodyPr wrap="square" lIns="0" tIns="0" rIns="0" bIns="0" rtlCol="0"/>
                  <a:lstStyle/>
                  <a:p>
                    <a:endParaRPr/>
                  </a:p>
                </p:txBody>
              </p:sp>
              <p:sp>
                <p:nvSpPr>
                  <p:cNvPr id="39" name="bg object 23">
                    <a:extLst>
                      <a:ext uri="{FF2B5EF4-FFF2-40B4-BE49-F238E27FC236}">
                        <a16:creationId xmlns:a16="http://schemas.microsoft.com/office/drawing/2014/main" id="{8EBCEC5D-C73F-1F7E-8799-795C0AB0C39E}"/>
                      </a:ext>
                    </a:extLst>
                  </p:cNvPr>
                  <p:cNvSpPr/>
                  <p:nvPr/>
                </p:nvSpPr>
                <p:spPr>
                  <a:xfrm>
                    <a:off x="9251727" y="6071297"/>
                    <a:ext cx="241935" cy="266700"/>
                  </a:xfrm>
                  <a:custGeom>
                    <a:avLst/>
                    <a:gdLst/>
                    <a:ahLst/>
                    <a:cxnLst/>
                    <a:rect l="l" t="t" r="r" b="b"/>
                    <a:pathLst>
                      <a:path w="241934" h="266700">
                        <a:moveTo>
                          <a:pt x="92158" y="266426"/>
                        </a:moveTo>
                        <a:lnTo>
                          <a:pt x="53212" y="260355"/>
                        </a:lnTo>
                        <a:lnTo>
                          <a:pt x="24260" y="243965"/>
                        </a:lnTo>
                        <a:lnTo>
                          <a:pt x="6217" y="219997"/>
                        </a:lnTo>
                        <a:lnTo>
                          <a:pt x="0" y="191188"/>
                        </a:lnTo>
                        <a:lnTo>
                          <a:pt x="6103" y="161062"/>
                        </a:lnTo>
                        <a:lnTo>
                          <a:pt x="22814" y="138229"/>
                        </a:lnTo>
                        <a:lnTo>
                          <a:pt x="47731" y="122687"/>
                        </a:lnTo>
                        <a:lnTo>
                          <a:pt x="78451" y="114434"/>
                        </a:lnTo>
                        <a:lnTo>
                          <a:pt x="140900" y="105237"/>
                        </a:lnTo>
                        <a:lnTo>
                          <a:pt x="149976" y="102872"/>
                        </a:lnTo>
                        <a:lnTo>
                          <a:pt x="155903" y="99022"/>
                        </a:lnTo>
                        <a:lnTo>
                          <a:pt x="159131" y="93930"/>
                        </a:lnTo>
                        <a:lnTo>
                          <a:pt x="160107" y="87840"/>
                        </a:lnTo>
                        <a:lnTo>
                          <a:pt x="158836" y="80176"/>
                        </a:lnTo>
                        <a:lnTo>
                          <a:pt x="155051" y="73273"/>
                        </a:lnTo>
                        <a:lnTo>
                          <a:pt x="148798" y="67488"/>
                        </a:lnTo>
                        <a:lnTo>
                          <a:pt x="140121" y="63175"/>
                        </a:lnTo>
                        <a:lnTo>
                          <a:pt x="138193" y="62511"/>
                        </a:lnTo>
                        <a:lnTo>
                          <a:pt x="136981" y="60663"/>
                        </a:lnTo>
                        <a:lnTo>
                          <a:pt x="136981" y="2304"/>
                        </a:lnTo>
                        <a:lnTo>
                          <a:pt x="139558" y="0"/>
                        </a:lnTo>
                        <a:lnTo>
                          <a:pt x="187239" y="11701"/>
                        </a:lnTo>
                        <a:lnTo>
                          <a:pt x="233885" y="63197"/>
                        </a:lnTo>
                        <a:lnTo>
                          <a:pt x="239100" y="97556"/>
                        </a:lnTo>
                        <a:lnTo>
                          <a:pt x="239100" y="150683"/>
                        </a:lnTo>
                        <a:lnTo>
                          <a:pt x="157335" y="150683"/>
                        </a:lnTo>
                        <a:lnTo>
                          <a:pt x="109935" y="157929"/>
                        </a:lnTo>
                        <a:lnTo>
                          <a:pt x="98068" y="160885"/>
                        </a:lnTo>
                        <a:lnTo>
                          <a:pt x="88596" y="166244"/>
                        </a:lnTo>
                        <a:lnTo>
                          <a:pt x="82323" y="174483"/>
                        </a:lnTo>
                        <a:lnTo>
                          <a:pt x="80053" y="186081"/>
                        </a:lnTo>
                        <a:lnTo>
                          <a:pt x="81821" y="195773"/>
                        </a:lnTo>
                        <a:lnTo>
                          <a:pt x="87391" y="204120"/>
                        </a:lnTo>
                        <a:lnTo>
                          <a:pt x="97163" y="209971"/>
                        </a:lnTo>
                        <a:lnTo>
                          <a:pt x="111538" y="212178"/>
                        </a:lnTo>
                        <a:lnTo>
                          <a:pt x="239100" y="212178"/>
                        </a:lnTo>
                        <a:lnTo>
                          <a:pt x="239100" y="221894"/>
                        </a:lnTo>
                        <a:lnTo>
                          <a:pt x="239328" y="232106"/>
                        </a:lnTo>
                        <a:lnTo>
                          <a:pt x="239829" y="240039"/>
                        </a:lnTo>
                        <a:lnTo>
                          <a:pt x="161211" y="240039"/>
                        </a:lnTo>
                        <a:lnTo>
                          <a:pt x="158180" y="243215"/>
                        </a:lnTo>
                        <a:lnTo>
                          <a:pt x="145723" y="253376"/>
                        </a:lnTo>
                        <a:lnTo>
                          <a:pt x="130536" y="260629"/>
                        </a:lnTo>
                        <a:lnTo>
                          <a:pt x="112665" y="264977"/>
                        </a:lnTo>
                        <a:lnTo>
                          <a:pt x="92158" y="266426"/>
                        </a:lnTo>
                        <a:close/>
                      </a:path>
                      <a:path w="241934" h="266700">
                        <a:moveTo>
                          <a:pt x="239100" y="212178"/>
                        </a:moveTo>
                        <a:lnTo>
                          <a:pt x="111538" y="212178"/>
                        </a:lnTo>
                        <a:lnTo>
                          <a:pt x="129258" y="209804"/>
                        </a:lnTo>
                        <a:lnTo>
                          <a:pt x="144828" y="201626"/>
                        </a:lnTo>
                        <a:lnTo>
                          <a:pt x="155895" y="186059"/>
                        </a:lnTo>
                        <a:lnTo>
                          <a:pt x="160107" y="161521"/>
                        </a:lnTo>
                        <a:lnTo>
                          <a:pt x="160107" y="152967"/>
                        </a:lnTo>
                        <a:lnTo>
                          <a:pt x="157335" y="150683"/>
                        </a:lnTo>
                        <a:lnTo>
                          <a:pt x="239100" y="150683"/>
                        </a:lnTo>
                        <a:lnTo>
                          <a:pt x="239100" y="212178"/>
                        </a:lnTo>
                        <a:close/>
                      </a:path>
                      <a:path w="241934" h="266700">
                        <a:moveTo>
                          <a:pt x="239468" y="260572"/>
                        </a:moveTo>
                        <a:lnTo>
                          <a:pt x="170869" y="260572"/>
                        </a:lnTo>
                        <a:lnTo>
                          <a:pt x="168747" y="259637"/>
                        </a:lnTo>
                        <a:lnTo>
                          <a:pt x="167881" y="254738"/>
                        </a:lnTo>
                        <a:lnTo>
                          <a:pt x="167361" y="251021"/>
                        </a:lnTo>
                        <a:lnTo>
                          <a:pt x="166668" y="241804"/>
                        </a:lnTo>
                        <a:lnTo>
                          <a:pt x="161211" y="240039"/>
                        </a:lnTo>
                        <a:lnTo>
                          <a:pt x="239829" y="240039"/>
                        </a:lnTo>
                        <a:lnTo>
                          <a:pt x="239904" y="241214"/>
                        </a:lnTo>
                        <a:lnTo>
                          <a:pt x="240662" y="248972"/>
                        </a:lnTo>
                        <a:lnTo>
                          <a:pt x="241438" y="255132"/>
                        </a:lnTo>
                        <a:lnTo>
                          <a:pt x="241828" y="258039"/>
                        </a:lnTo>
                        <a:lnTo>
                          <a:pt x="239468" y="260572"/>
                        </a:lnTo>
                        <a:close/>
                      </a:path>
                    </a:pathLst>
                  </a:custGeom>
                  <a:solidFill>
                    <a:srgbClr val="FFFFFF"/>
                  </a:solidFill>
                </p:spPr>
                <p:txBody>
                  <a:bodyPr wrap="square" lIns="0" tIns="0" rIns="0" bIns="0" rtlCol="0"/>
                  <a:lstStyle/>
                  <a:p>
                    <a:endParaRPr/>
                  </a:p>
                </p:txBody>
              </p:sp>
            </p:grpSp>
          </p:grpSp>
        </p:grpSp>
      </p:grpSp>
      <p:pic>
        <p:nvPicPr>
          <p:cNvPr id="6" name="Image 5" descr="Une image contenant Visage humain, habits, personne, intérieur&#10;&#10;Description générée automatiquement">
            <a:extLst>
              <a:ext uri="{FF2B5EF4-FFF2-40B4-BE49-F238E27FC236}">
                <a16:creationId xmlns:a16="http://schemas.microsoft.com/office/drawing/2014/main" id="{7E36A98F-A6D7-E0B3-5F31-92324B499481}"/>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l="25784" r="2638"/>
          <a:stretch/>
        </p:blipFill>
        <p:spPr>
          <a:xfrm>
            <a:off x="2731135" y="-1093"/>
            <a:ext cx="7370394" cy="6858000"/>
          </a:xfrm>
          <a:prstGeom prst="rect">
            <a:avLst/>
          </a:prstGeom>
        </p:spPr>
      </p:pic>
    </p:spTree>
    <p:extLst>
      <p:ext uri="{BB962C8B-B14F-4D97-AF65-F5344CB8AC3E}">
        <p14:creationId xmlns:p14="http://schemas.microsoft.com/office/powerpoint/2010/main" val="2390871307"/>
      </p:ext>
    </p:extLst>
  </p:cSld>
  <p:clrMap bg1="lt1" tx1="dk1" bg2="lt2" tx2="dk2" accent1="accent1" accent2="accent2" accent3="accent3" accent4="accent4" accent5="accent5" accent6="accent6" hlink="hlink" folHlink="folHlink"/>
  <p:sldLayoutIdLst>
    <p:sldLayoutId id="2147483746"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hyperlink" Target="mailto:Julien.vincent@citepa.org" TargetMode="External"/><Relationship Id="rId2" Type="http://schemas.openxmlformats.org/officeDocument/2006/relationships/hyperlink" Target="mailto:Jean-pierre.chang@citepa.org" TargetMode="External"/><Relationship Id="rId1" Type="http://schemas.openxmlformats.org/officeDocument/2006/relationships/slideLayout" Target="../slideLayouts/slideLayout15.xml"/><Relationship Id="rId5" Type="http://schemas.openxmlformats.org/officeDocument/2006/relationships/image" Target="../media/image30.sv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64FD8F-91CB-95A5-3015-2C9B7960CC28}"/>
              </a:ext>
            </a:extLst>
          </p:cNvPr>
          <p:cNvSpPr>
            <a:spLocks noGrp="1"/>
          </p:cNvSpPr>
          <p:nvPr>
            <p:ph type="title"/>
          </p:nvPr>
        </p:nvSpPr>
        <p:spPr>
          <a:xfrm>
            <a:off x="3696789" y="2277871"/>
            <a:ext cx="5470002" cy="2032857"/>
          </a:xfrm>
        </p:spPr>
        <p:txBody>
          <a:bodyPr/>
          <a:lstStyle/>
          <a:p>
            <a:r>
              <a:rPr lang="en-US" noProof="0" dirty="0"/>
              <a:t>The proxy inventory</a:t>
            </a:r>
            <a:br>
              <a:rPr lang="en-US" noProof="0" dirty="0"/>
            </a:br>
            <a:r>
              <a:rPr lang="en-US" noProof="0" dirty="0"/>
              <a:t>Applications : French implementation</a:t>
            </a:r>
          </a:p>
        </p:txBody>
      </p:sp>
      <p:sp>
        <p:nvSpPr>
          <p:cNvPr id="3" name="Espace réservé du texte 2">
            <a:extLst>
              <a:ext uri="{FF2B5EF4-FFF2-40B4-BE49-F238E27FC236}">
                <a16:creationId xmlns:a16="http://schemas.microsoft.com/office/drawing/2014/main" id="{8C1A2ACB-4B0E-BE56-333A-07F0CF546D02}"/>
              </a:ext>
            </a:extLst>
          </p:cNvPr>
          <p:cNvSpPr>
            <a:spLocks noGrp="1"/>
          </p:cNvSpPr>
          <p:nvPr>
            <p:ph type="body" sz="quarter" idx="10"/>
          </p:nvPr>
        </p:nvSpPr>
        <p:spPr>
          <a:xfrm>
            <a:off x="4800600" y="4491714"/>
            <a:ext cx="4800600" cy="851656"/>
          </a:xfrm>
        </p:spPr>
        <p:txBody>
          <a:bodyPr/>
          <a:lstStyle/>
          <a:p>
            <a:r>
              <a:rPr lang="en-US" noProof="0" dirty="0"/>
              <a:t>7-9 October 2025 - Sarajevo</a:t>
            </a:r>
          </a:p>
        </p:txBody>
      </p:sp>
      <p:pic>
        <p:nvPicPr>
          <p:cNvPr id="4" name="Image 3">
            <a:extLst>
              <a:ext uri="{FF2B5EF4-FFF2-40B4-BE49-F238E27FC236}">
                <a16:creationId xmlns:a16="http://schemas.microsoft.com/office/drawing/2014/main" id="{B9A5F599-11C5-5A85-36D3-B83798820BC1}"/>
              </a:ext>
            </a:extLst>
          </p:cNvPr>
          <p:cNvPicPr>
            <a:picLocks noChangeAspect="1"/>
          </p:cNvPicPr>
          <p:nvPr/>
        </p:nvPicPr>
        <p:blipFill>
          <a:blip r:embed="rId2"/>
          <a:stretch>
            <a:fillRect/>
          </a:stretch>
        </p:blipFill>
        <p:spPr>
          <a:xfrm>
            <a:off x="2896792" y="5705341"/>
            <a:ext cx="4612121" cy="955142"/>
          </a:xfrm>
          <a:prstGeom prst="rect">
            <a:avLst/>
          </a:prstGeom>
        </p:spPr>
      </p:pic>
      <p:pic>
        <p:nvPicPr>
          <p:cNvPr id="5" name="Picture 4" descr="A logo with blue text&#10;&#10;Description automatically generated">
            <a:extLst>
              <a:ext uri="{FF2B5EF4-FFF2-40B4-BE49-F238E27FC236}">
                <a16:creationId xmlns:a16="http://schemas.microsoft.com/office/drawing/2014/main" id="{429EBDA0-99B9-549A-4D88-3CB59D93C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33" y="5872162"/>
            <a:ext cx="2419350" cy="828675"/>
          </a:xfrm>
          <a:prstGeom prst="rect">
            <a:avLst/>
          </a:prstGeom>
        </p:spPr>
      </p:pic>
    </p:spTree>
    <p:extLst>
      <p:ext uri="{BB962C8B-B14F-4D97-AF65-F5344CB8AC3E}">
        <p14:creationId xmlns:p14="http://schemas.microsoft.com/office/powerpoint/2010/main" val="3134624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1C362-477B-81AB-1442-92D949045E7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DA37D9-1689-CA41-4B5D-3360B691CB99}"/>
              </a:ext>
            </a:extLst>
          </p:cNvPr>
          <p:cNvSpPr>
            <a:spLocks noGrp="1"/>
          </p:cNvSpPr>
          <p:nvPr>
            <p:ph type="title"/>
          </p:nvPr>
        </p:nvSpPr>
        <p:spPr>
          <a:xfrm>
            <a:off x="381001" y="384246"/>
            <a:ext cx="7491760" cy="583887"/>
          </a:xfrm>
        </p:spPr>
        <p:txBody>
          <a:bodyPr/>
          <a:lstStyle/>
          <a:p>
            <a:r>
              <a:rPr lang="en-US" sz="3200" noProof="0" dirty="0"/>
              <a:t>2023 French proxy results</a:t>
            </a:r>
          </a:p>
        </p:txBody>
      </p:sp>
      <p:sp>
        <p:nvSpPr>
          <p:cNvPr id="3" name="Espace réservé du texte 2">
            <a:extLst>
              <a:ext uri="{FF2B5EF4-FFF2-40B4-BE49-F238E27FC236}">
                <a16:creationId xmlns:a16="http://schemas.microsoft.com/office/drawing/2014/main" id="{4AA832EA-E3FB-F43F-38DF-D03873B2AAEC}"/>
              </a:ext>
            </a:extLst>
          </p:cNvPr>
          <p:cNvSpPr>
            <a:spLocks noGrp="1"/>
          </p:cNvSpPr>
          <p:nvPr>
            <p:ph type="body" sz="quarter" idx="12"/>
          </p:nvPr>
        </p:nvSpPr>
        <p:spPr>
          <a:xfrm>
            <a:off x="381001" y="1227254"/>
            <a:ext cx="4710357" cy="557631"/>
          </a:xfrm>
        </p:spPr>
        <p:txBody>
          <a:bodyPr/>
          <a:lstStyle/>
          <a:p>
            <a:r>
              <a:rPr lang="en-US" sz="2800" noProof="0" dirty="0"/>
              <a:t>Results by sector and gas</a:t>
            </a:r>
          </a:p>
        </p:txBody>
      </p:sp>
      <p:sp>
        <p:nvSpPr>
          <p:cNvPr id="7" name="Espace réservé du numéro de diapositive 6">
            <a:extLst>
              <a:ext uri="{FF2B5EF4-FFF2-40B4-BE49-F238E27FC236}">
                <a16:creationId xmlns:a16="http://schemas.microsoft.com/office/drawing/2014/main" id="{A5C4B62A-45E0-329F-B81A-9921F4550CFB}"/>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2</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pic>
        <p:nvPicPr>
          <p:cNvPr id="16" name="Image 15">
            <a:extLst>
              <a:ext uri="{FF2B5EF4-FFF2-40B4-BE49-F238E27FC236}">
                <a16:creationId xmlns:a16="http://schemas.microsoft.com/office/drawing/2014/main" id="{097F922A-3224-5DF1-B38A-4C923E419E1C}"/>
              </a:ext>
            </a:extLst>
          </p:cNvPr>
          <p:cNvPicPr>
            <a:picLocks noChangeAspect="1"/>
          </p:cNvPicPr>
          <p:nvPr/>
        </p:nvPicPr>
        <p:blipFill>
          <a:blip r:embed="rId3"/>
          <a:stretch>
            <a:fillRect/>
          </a:stretch>
        </p:blipFill>
        <p:spPr>
          <a:xfrm>
            <a:off x="0" y="2306371"/>
            <a:ext cx="9906000" cy="2782660"/>
          </a:xfrm>
          <a:prstGeom prst="rect">
            <a:avLst/>
          </a:prstGeom>
        </p:spPr>
      </p:pic>
    </p:spTree>
    <p:extLst>
      <p:ext uri="{BB962C8B-B14F-4D97-AF65-F5344CB8AC3E}">
        <p14:creationId xmlns:p14="http://schemas.microsoft.com/office/powerpoint/2010/main" val="1468199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A5DD3-7793-410A-6F38-D192B857B7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4E51A00-7FC4-7C31-FC70-DBEACC222603}"/>
              </a:ext>
            </a:extLst>
          </p:cNvPr>
          <p:cNvSpPr>
            <a:spLocks noGrp="1"/>
          </p:cNvSpPr>
          <p:nvPr>
            <p:ph type="title"/>
          </p:nvPr>
        </p:nvSpPr>
        <p:spPr>
          <a:xfrm>
            <a:off x="381001" y="384246"/>
            <a:ext cx="7491760" cy="583887"/>
          </a:xfrm>
        </p:spPr>
        <p:txBody>
          <a:bodyPr/>
          <a:lstStyle/>
          <a:p>
            <a:r>
              <a:rPr lang="en-US" sz="3200" noProof="0" dirty="0"/>
              <a:t>2023 French proxy results</a:t>
            </a:r>
          </a:p>
        </p:txBody>
      </p:sp>
      <p:sp>
        <p:nvSpPr>
          <p:cNvPr id="7" name="Espace réservé du numéro de diapositive 6">
            <a:extLst>
              <a:ext uri="{FF2B5EF4-FFF2-40B4-BE49-F238E27FC236}">
                <a16:creationId xmlns:a16="http://schemas.microsoft.com/office/drawing/2014/main" id="{FF8C2E7B-8B08-F028-6ACD-720C2E1E6B75}"/>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3</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17" name="Espace réservé du texte 2">
            <a:extLst>
              <a:ext uri="{FF2B5EF4-FFF2-40B4-BE49-F238E27FC236}">
                <a16:creationId xmlns:a16="http://schemas.microsoft.com/office/drawing/2014/main" id="{557C5BEA-71EF-DB8A-3A02-0D60543B5BE7}"/>
              </a:ext>
            </a:extLst>
          </p:cNvPr>
          <p:cNvSpPr txBox="1">
            <a:spLocks/>
          </p:cNvSpPr>
          <p:nvPr/>
        </p:nvSpPr>
        <p:spPr>
          <a:xfrm>
            <a:off x="199794" y="977432"/>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Evolution with 2022 (last inventoried year)</a:t>
            </a:r>
          </a:p>
        </p:txBody>
      </p:sp>
      <p:pic>
        <p:nvPicPr>
          <p:cNvPr id="8" name="Image 7">
            <a:extLst>
              <a:ext uri="{FF2B5EF4-FFF2-40B4-BE49-F238E27FC236}">
                <a16:creationId xmlns:a16="http://schemas.microsoft.com/office/drawing/2014/main" id="{62B2E5B1-F145-C2EC-78B0-3F000EB23D85}"/>
              </a:ext>
            </a:extLst>
          </p:cNvPr>
          <p:cNvPicPr>
            <a:picLocks noChangeAspect="1"/>
          </p:cNvPicPr>
          <p:nvPr/>
        </p:nvPicPr>
        <p:blipFill>
          <a:blip r:embed="rId3"/>
          <a:stretch>
            <a:fillRect/>
          </a:stretch>
        </p:blipFill>
        <p:spPr>
          <a:xfrm>
            <a:off x="889584" y="1585161"/>
            <a:ext cx="8126830" cy="3232263"/>
          </a:xfrm>
          <a:prstGeom prst="rect">
            <a:avLst/>
          </a:prstGeom>
        </p:spPr>
      </p:pic>
      <p:pic>
        <p:nvPicPr>
          <p:cNvPr id="10" name="Image 9">
            <a:extLst>
              <a:ext uri="{FF2B5EF4-FFF2-40B4-BE49-F238E27FC236}">
                <a16:creationId xmlns:a16="http://schemas.microsoft.com/office/drawing/2014/main" id="{A78966C1-1382-53D1-48BD-01C9B6D90D48}"/>
              </a:ext>
            </a:extLst>
          </p:cNvPr>
          <p:cNvPicPr>
            <a:picLocks noChangeAspect="1"/>
          </p:cNvPicPr>
          <p:nvPr/>
        </p:nvPicPr>
        <p:blipFill>
          <a:blip r:embed="rId4"/>
          <a:stretch>
            <a:fillRect/>
          </a:stretch>
        </p:blipFill>
        <p:spPr>
          <a:xfrm>
            <a:off x="889584" y="4913101"/>
            <a:ext cx="8126831" cy="1213648"/>
          </a:xfrm>
          <a:prstGeom prst="rect">
            <a:avLst/>
          </a:prstGeom>
        </p:spPr>
      </p:pic>
    </p:spTree>
    <p:extLst>
      <p:ext uri="{BB962C8B-B14F-4D97-AF65-F5344CB8AC3E}">
        <p14:creationId xmlns:p14="http://schemas.microsoft.com/office/powerpoint/2010/main" val="1197562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8FBEE-7D11-5386-A286-573298CAEBA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52C2AC-BBC8-57D9-D65F-3F919C99FB53}"/>
              </a:ext>
            </a:extLst>
          </p:cNvPr>
          <p:cNvSpPr>
            <a:spLocks noGrp="1"/>
          </p:cNvSpPr>
          <p:nvPr>
            <p:ph type="title"/>
          </p:nvPr>
        </p:nvSpPr>
        <p:spPr>
          <a:xfrm>
            <a:off x="381000" y="384246"/>
            <a:ext cx="8796453" cy="583887"/>
          </a:xfrm>
        </p:spPr>
        <p:txBody>
          <a:bodyPr/>
          <a:lstStyle/>
          <a:p>
            <a:r>
              <a:rPr lang="en-US" sz="3200" noProof="0" dirty="0"/>
              <a:t>2023 French proxy against real inventory</a:t>
            </a:r>
          </a:p>
        </p:txBody>
      </p:sp>
      <p:sp>
        <p:nvSpPr>
          <p:cNvPr id="7" name="Espace réservé du numéro de diapositive 6">
            <a:extLst>
              <a:ext uri="{FF2B5EF4-FFF2-40B4-BE49-F238E27FC236}">
                <a16:creationId xmlns:a16="http://schemas.microsoft.com/office/drawing/2014/main" id="{58A681C1-C246-2926-9581-6D2358B84CDE}"/>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4</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pic>
        <p:nvPicPr>
          <p:cNvPr id="4" name="Image 3">
            <a:extLst>
              <a:ext uri="{FF2B5EF4-FFF2-40B4-BE49-F238E27FC236}">
                <a16:creationId xmlns:a16="http://schemas.microsoft.com/office/drawing/2014/main" id="{571D415C-EF95-8F76-D7F7-6B010938C7F8}"/>
              </a:ext>
            </a:extLst>
          </p:cNvPr>
          <p:cNvPicPr>
            <a:picLocks noChangeAspect="1"/>
          </p:cNvPicPr>
          <p:nvPr/>
        </p:nvPicPr>
        <p:blipFill>
          <a:blip r:embed="rId3"/>
          <a:stretch>
            <a:fillRect/>
          </a:stretch>
        </p:blipFill>
        <p:spPr>
          <a:xfrm>
            <a:off x="42313" y="1125832"/>
            <a:ext cx="9821374" cy="3011270"/>
          </a:xfrm>
          <a:prstGeom prst="rect">
            <a:avLst/>
          </a:prstGeom>
        </p:spPr>
      </p:pic>
      <p:sp>
        <p:nvSpPr>
          <p:cNvPr id="5" name="Espace réservé du texte 2">
            <a:extLst>
              <a:ext uri="{FF2B5EF4-FFF2-40B4-BE49-F238E27FC236}">
                <a16:creationId xmlns:a16="http://schemas.microsoft.com/office/drawing/2014/main" id="{514303B6-26BA-1EE3-9313-BE36FFEEFD83}"/>
              </a:ext>
            </a:extLst>
          </p:cNvPr>
          <p:cNvSpPr txBox="1">
            <a:spLocks/>
          </p:cNvSpPr>
          <p:nvPr/>
        </p:nvSpPr>
        <p:spPr>
          <a:xfrm>
            <a:off x="42313" y="4250196"/>
            <a:ext cx="937913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Differences </a:t>
            </a:r>
            <a:r>
              <a:rPr lang="en-US" sz="2800" dirty="0"/>
              <a:t>explanations (GHGI 2023 vs proxy 2023)</a:t>
            </a:r>
            <a:endParaRPr lang="en-US" sz="2800" noProof="0" dirty="0"/>
          </a:p>
        </p:txBody>
      </p:sp>
      <p:sp>
        <p:nvSpPr>
          <p:cNvPr id="6" name="ZoneTexte 5">
            <a:extLst>
              <a:ext uri="{FF2B5EF4-FFF2-40B4-BE49-F238E27FC236}">
                <a16:creationId xmlns:a16="http://schemas.microsoft.com/office/drawing/2014/main" id="{674A0A4A-DACB-D386-51AD-12420B71449A}"/>
              </a:ext>
            </a:extLst>
          </p:cNvPr>
          <p:cNvSpPr txBox="1"/>
          <p:nvPr/>
        </p:nvSpPr>
        <p:spPr>
          <a:xfrm>
            <a:off x="223024" y="4807827"/>
            <a:ext cx="9473426" cy="1200329"/>
          </a:xfrm>
          <a:prstGeom prst="rect">
            <a:avLst/>
          </a:prstGeom>
          <a:noFill/>
        </p:spPr>
        <p:txBody>
          <a:bodyPr wrap="square" rtlCol="0">
            <a:spAutoFit/>
          </a:bodyPr>
          <a:lstStyle/>
          <a:p>
            <a:pPr marL="342900" indent="-342900">
              <a:buFontTx/>
              <a:buChar char="-"/>
            </a:pPr>
            <a:r>
              <a:rPr lang="en-US" sz="2400" noProof="0" dirty="0">
                <a:sym typeface="Wingdings" panose="05000000000000000000" pitchFamily="2" charset="2"/>
              </a:rPr>
              <a:t>Higher uncertainties of proxy estimates VS NGHGI </a:t>
            </a:r>
          </a:p>
          <a:p>
            <a:pPr marL="342900" indent="-342900">
              <a:buFontTx/>
              <a:buChar char="-"/>
            </a:pPr>
            <a:r>
              <a:rPr lang="en-US" sz="2400" noProof="0" dirty="0"/>
              <a:t>Not all the sectors have specific trend proxy estimates</a:t>
            </a:r>
          </a:p>
          <a:p>
            <a:pPr marL="342900" indent="-342900">
              <a:buFontTx/>
              <a:buChar char="-"/>
            </a:pPr>
            <a:r>
              <a:rPr lang="en-US" sz="2400" noProof="0" dirty="0"/>
              <a:t>Recalculations between editions/submissions</a:t>
            </a:r>
          </a:p>
        </p:txBody>
      </p:sp>
      <p:sp>
        <p:nvSpPr>
          <p:cNvPr id="9" name="ZoneTexte 8">
            <a:extLst>
              <a:ext uri="{FF2B5EF4-FFF2-40B4-BE49-F238E27FC236}">
                <a16:creationId xmlns:a16="http://schemas.microsoft.com/office/drawing/2014/main" id="{6984E363-B638-93DB-FA41-4579AC567609}"/>
              </a:ext>
            </a:extLst>
          </p:cNvPr>
          <p:cNvSpPr txBox="1"/>
          <p:nvPr/>
        </p:nvSpPr>
        <p:spPr>
          <a:xfrm>
            <a:off x="209549" y="5952686"/>
            <a:ext cx="9654137" cy="461665"/>
          </a:xfrm>
          <a:prstGeom prst="rect">
            <a:avLst/>
          </a:prstGeom>
          <a:noFill/>
        </p:spPr>
        <p:txBody>
          <a:bodyPr wrap="square" rtlCol="0">
            <a:spAutoFit/>
          </a:bodyPr>
          <a:lstStyle/>
          <a:p>
            <a:r>
              <a:rPr lang="en-US" sz="2400" noProof="0" dirty="0">
                <a:solidFill>
                  <a:srgbClr val="27613F"/>
                </a:solidFill>
                <a:sym typeface="Wingdings 3" panose="05040102010807070707" pitchFamily="18" charset="2"/>
              </a:rPr>
              <a:t> Proxy in </a:t>
            </a:r>
            <a:r>
              <a:rPr lang="en-US" sz="2400" noProof="0" dirty="0" err="1">
                <a:solidFill>
                  <a:srgbClr val="27613F"/>
                </a:solidFill>
                <a:sym typeface="Wingdings 3" panose="05040102010807070707" pitchFamily="18" charset="2"/>
              </a:rPr>
              <a:t>continous</a:t>
            </a:r>
            <a:r>
              <a:rPr lang="en-US" sz="2400" noProof="0" dirty="0">
                <a:solidFill>
                  <a:srgbClr val="27613F"/>
                </a:solidFill>
                <a:sym typeface="Wingdings 3" panose="05040102010807070707" pitchFamily="18" charset="2"/>
              </a:rPr>
              <a:t> improvement</a:t>
            </a:r>
            <a:endParaRPr lang="en-US" sz="2400" noProof="0" dirty="0">
              <a:solidFill>
                <a:srgbClr val="27613F"/>
              </a:solidFill>
            </a:endParaRPr>
          </a:p>
        </p:txBody>
      </p:sp>
    </p:spTree>
    <p:extLst>
      <p:ext uri="{BB962C8B-B14F-4D97-AF65-F5344CB8AC3E}">
        <p14:creationId xmlns:p14="http://schemas.microsoft.com/office/powerpoint/2010/main" val="954994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F0AD1-DC97-16F3-CB43-DA797B1BA3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C9B0E82-8CDD-5D88-DDDC-76EC47DD01FF}"/>
              </a:ext>
            </a:extLst>
          </p:cNvPr>
          <p:cNvSpPr>
            <a:spLocks noGrp="1"/>
          </p:cNvSpPr>
          <p:nvPr>
            <p:ph type="title"/>
          </p:nvPr>
        </p:nvSpPr>
        <p:spPr>
          <a:xfrm>
            <a:off x="381000" y="98496"/>
            <a:ext cx="8796453" cy="583887"/>
          </a:xfrm>
        </p:spPr>
        <p:txBody>
          <a:bodyPr/>
          <a:lstStyle/>
          <a:p>
            <a:r>
              <a:rPr lang="en-US" sz="3200" noProof="0" dirty="0"/>
              <a:t>2023 French proxy : available proxy data</a:t>
            </a:r>
          </a:p>
        </p:txBody>
      </p:sp>
      <p:sp>
        <p:nvSpPr>
          <p:cNvPr id="7" name="Espace réservé du numéro de diapositive 6">
            <a:extLst>
              <a:ext uri="{FF2B5EF4-FFF2-40B4-BE49-F238E27FC236}">
                <a16:creationId xmlns:a16="http://schemas.microsoft.com/office/drawing/2014/main" id="{E456D2D4-7B27-F752-669D-963FB0C4E8A9}"/>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5</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5" name="Espace réservé du texte 2">
            <a:extLst>
              <a:ext uri="{FF2B5EF4-FFF2-40B4-BE49-F238E27FC236}">
                <a16:creationId xmlns:a16="http://schemas.microsoft.com/office/drawing/2014/main" id="{FFD9C8ED-8DE9-D75A-9C80-EFFDF3873A20}"/>
              </a:ext>
            </a:extLst>
          </p:cNvPr>
          <p:cNvSpPr txBox="1">
            <a:spLocks/>
          </p:cNvSpPr>
          <p:nvPr/>
        </p:nvSpPr>
        <p:spPr>
          <a:xfrm>
            <a:off x="201929" y="487779"/>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Electricity production</a:t>
            </a:r>
          </a:p>
        </p:txBody>
      </p:sp>
      <p:sp>
        <p:nvSpPr>
          <p:cNvPr id="6" name="ZoneTexte 5">
            <a:extLst>
              <a:ext uri="{FF2B5EF4-FFF2-40B4-BE49-F238E27FC236}">
                <a16:creationId xmlns:a16="http://schemas.microsoft.com/office/drawing/2014/main" id="{2D6B38D1-2407-F345-3946-C3F96FD350F3}"/>
              </a:ext>
            </a:extLst>
          </p:cNvPr>
          <p:cNvSpPr txBox="1"/>
          <p:nvPr/>
        </p:nvSpPr>
        <p:spPr>
          <a:xfrm>
            <a:off x="34893" y="1045410"/>
            <a:ext cx="9473426" cy="830997"/>
          </a:xfrm>
          <a:prstGeom prst="rect">
            <a:avLst/>
          </a:prstGeom>
          <a:noFill/>
        </p:spPr>
        <p:txBody>
          <a:bodyPr wrap="square" rtlCol="0">
            <a:spAutoFit/>
          </a:bodyPr>
          <a:lstStyle/>
          <a:p>
            <a:pPr marL="342900" indent="-342900">
              <a:buFontTx/>
              <a:buChar char="-"/>
            </a:pPr>
            <a:r>
              <a:rPr lang="en-US" sz="2400" noProof="0" dirty="0"/>
              <a:t>Bottum-up by plant for energy consumptions by fuel and CO</a:t>
            </a:r>
            <a:r>
              <a:rPr lang="en-US" sz="2400" baseline="-25000" noProof="0" dirty="0"/>
              <a:t>2</a:t>
            </a:r>
            <a:r>
              <a:rPr lang="en-US" sz="2400" noProof="0" dirty="0"/>
              <a:t> emissions</a:t>
            </a:r>
          </a:p>
        </p:txBody>
      </p:sp>
      <p:sp>
        <p:nvSpPr>
          <p:cNvPr id="3" name="ZoneTexte 2">
            <a:extLst>
              <a:ext uri="{FF2B5EF4-FFF2-40B4-BE49-F238E27FC236}">
                <a16:creationId xmlns:a16="http://schemas.microsoft.com/office/drawing/2014/main" id="{C36BC741-8476-3A49-6CD4-40EFB0525E4E}"/>
              </a:ext>
            </a:extLst>
          </p:cNvPr>
          <p:cNvSpPr txBox="1"/>
          <p:nvPr/>
        </p:nvSpPr>
        <p:spPr>
          <a:xfrm>
            <a:off x="34893" y="1979150"/>
            <a:ext cx="9863487" cy="1569660"/>
          </a:xfrm>
          <a:prstGeom prst="rect">
            <a:avLst/>
          </a:prstGeom>
          <a:noFill/>
        </p:spPr>
        <p:txBody>
          <a:bodyPr wrap="square" rtlCol="0">
            <a:spAutoFit/>
          </a:bodyPr>
          <a:lstStyle/>
          <a:p>
            <a:r>
              <a:rPr lang="en-US" sz="2400" b="1" noProof="0" dirty="0">
                <a:solidFill>
                  <a:srgbClr val="27613F"/>
                </a:solidFill>
              </a:rPr>
              <a:t>Calculation</a:t>
            </a:r>
          </a:p>
          <a:p>
            <a:pPr marL="342900" indent="-342900">
              <a:buFontTx/>
              <a:buChar char="-"/>
            </a:pPr>
            <a:r>
              <a:rPr lang="en-US" sz="2400" noProof="0" dirty="0"/>
              <a:t>CO</a:t>
            </a:r>
            <a:r>
              <a:rPr lang="en-US" sz="2400" baseline="-25000" noProof="0" dirty="0"/>
              <a:t>2 </a:t>
            </a:r>
            <a:r>
              <a:rPr lang="en-US" sz="2400" noProof="0" dirty="0"/>
              <a:t>2023 emissions </a:t>
            </a:r>
            <a:r>
              <a:rPr lang="en-US" sz="2400" noProof="0" dirty="0">
                <a:sym typeface="Wingdings" panose="05000000000000000000" pitchFamily="2" charset="2"/>
              </a:rPr>
              <a:t> Total from electricity plants</a:t>
            </a:r>
          </a:p>
          <a:p>
            <a:pPr marL="342900" indent="-342900">
              <a:buFontTx/>
              <a:buChar char="-"/>
            </a:pPr>
            <a:r>
              <a:rPr lang="en-US" sz="2400" noProof="0" dirty="0">
                <a:sym typeface="Wingdings" panose="05000000000000000000" pitchFamily="2" charset="2"/>
              </a:rPr>
              <a:t>Other gases:</a:t>
            </a:r>
          </a:p>
          <a:p>
            <a:r>
              <a:rPr lang="en-US" sz="2400" noProof="0" dirty="0">
                <a:sym typeface="Wingdings" panose="05000000000000000000" pitchFamily="2" charset="2"/>
              </a:rPr>
              <a:t></a:t>
            </a:r>
            <a:r>
              <a:rPr lang="en-US" sz="2400" b="1" noProof="0" dirty="0">
                <a:sym typeface="Wingdings" panose="05000000000000000000" pitchFamily="2" charset="2"/>
              </a:rPr>
              <a:t> E</a:t>
            </a:r>
            <a:r>
              <a:rPr lang="en-US" sz="2400" b="1" baseline="-25000" noProof="0" dirty="0">
                <a:sym typeface="Wingdings" panose="05000000000000000000" pitchFamily="2" charset="2"/>
              </a:rPr>
              <a:t>2023</a:t>
            </a:r>
            <a:r>
              <a:rPr lang="en-US" sz="2400" b="1" noProof="0" dirty="0">
                <a:sym typeface="Wingdings" panose="05000000000000000000" pitchFamily="2" charset="2"/>
              </a:rPr>
              <a:t> = total</a:t>
            </a:r>
            <a:r>
              <a:rPr lang="en-US" sz="2400" b="1" baseline="-25000" noProof="0" dirty="0">
                <a:sym typeface="Wingdings" panose="05000000000000000000" pitchFamily="2" charset="2"/>
              </a:rPr>
              <a:t>2023</a:t>
            </a:r>
            <a:r>
              <a:rPr lang="en-US" sz="2400" b="1" noProof="0" dirty="0">
                <a:sym typeface="Wingdings" panose="05000000000000000000" pitchFamily="2" charset="2"/>
              </a:rPr>
              <a:t> energy consumption by fuel x EF</a:t>
            </a:r>
            <a:r>
              <a:rPr lang="en-US" sz="2400" b="1" baseline="-25000" noProof="0" dirty="0">
                <a:sym typeface="Wingdings" panose="05000000000000000000" pitchFamily="2" charset="2"/>
              </a:rPr>
              <a:t>2022</a:t>
            </a:r>
            <a:r>
              <a:rPr lang="en-US" sz="2400" b="1" noProof="0" dirty="0">
                <a:sym typeface="Wingdings" panose="05000000000000000000" pitchFamily="2" charset="2"/>
              </a:rPr>
              <a:t> by fuel</a:t>
            </a:r>
            <a:r>
              <a:rPr lang="en-US" sz="2400" noProof="0" dirty="0">
                <a:sym typeface="Wingdings" panose="05000000000000000000" pitchFamily="2" charset="2"/>
              </a:rPr>
              <a:t>	  </a:t>
            </a:r>
            <a:endParaRPr lang="en-US" sz="2400" noProof="0" dirty="0"/>
          </a:p>
        </p:txBody>
      </p:sp>
      <p:sp>
        <p:nvSpPr>
          <p:cNvPr id="8" name="Espace réservé du texte 2">
            <a:extLst>
              <a:ext uri="{FF2B5EF4-FFF2-40B4-BE49-F238E27FC236}">
                <a16:creationId xmlns:a16="http://schemas.microsoft.com/office/drawing/2014/main" id="{4B3D677F-9364-44DA-4CDC-A9553AB7A232}"/>
              </a:ext>
            </a:extLst>
          </p:cNvPr>
          <p:cNvSpPr txBox="1">
            <a:spLocks/>
          </p:cNvSpPr>
          <p:nvPr/>
        </p:nvSpPr>
        <p:spPr>
          <a:xfrm>
            <a:off x="244442" y="3753232"/>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Refineries</a:t>
            </a:r>
          </a:p>
        </p:txBody>
      </p:sp>
      <p:sp>
        <p:nvSpPr>
          <p:cNvPr id="10" name="ZoneTexte 9">
            <a:extLst>
              <a:ext uri="{FF2B5EF4-FFF2-40B4-BE49-F238E27FC236}">
                <a16:creationId xmlns:a16="http://schemas.microsoft.com/office/drawing/2014/main" id="{F1F6AD99-0899-B8DB-FD8C-149ABB275080}"/>
              </a:ext>
            </a:extLst>
          </p:cNvPr>
          <p:cNvSpPr txBox="1"/>
          <p:nvPr/>
        </p:nvSpPr>
        <p:spPr>
          <a:xfrm>
            <a:off x="42513" y="4310863"/>
            <a:ext cx="9473426" cy="461665"/>
          </a:xfrm>
          <a:prstGeom prst="rect">
            <a:avLst/>
          </a:prstGeom>
          <a:noFill/>
        </p:spPr>
        <p:txBody>
          <a:bodyPr wrap="square" rtlCol="0">
            <a:spAutoFit/>
          </a:bodyPr>
          <a:lstStyle/>
          <a:p>
            <a:pPr marL="342900" indent="-342900">
              <a:buFontTx/>
              <a:buChar char="-"/>
            </a:pPr>
            <a:r>
              <a:rPr lang="en-US" sz="2400" noProof="0" dirty="0"/>
              <a:t>Bottum-up by plant for CO</a:t>
            </a:r>
            <a:r>
              <a:rPr lang="en-US" sz="2400" baseline="-25000" noProof="0" dirty="0"/>
              <a:t>2</a:t>
            </a:r>
            <a:r>
              <a:rPr lang="en-US" sz="2400" noProof="0" dirty="0"/>
              <a:t> emissions</a:t>
            </a:r>
          </a:p>
        </p:txBody>
      </p:sp>
      <p:sp>
        <p:nvSpPr>
          <p:cNvPr id="11" name="ZoneTexte 10">
            <a:extLst>
              <a:ext uri="{FF2B5EF4-FFF2-40B4-BE49-F238E27FC236}">
                <a16:creationId xmlns:a16="http://schemas.microsoft.com/office/drawing/2014/main" id="{AA13B049-B343-B1A8-F6E0-586B7EF06403}"/>
              </a:ext>
            </a:extLst>
          </p:cNvPr>
          <p:cNvSpPr txBox="1"/>
          <p:nvPr/>
        </p:nvSpPr>
        <p:spPr>
          <a:xfrm>
            <a:off x="201929" y="4772528"/>
            <a:ext cx="9704071" cy="1569660"/>
          </a:xfrm>
          <a:prstGeom prst="rect">
            <a:avLst/>
          </a:prstGeom>
          <a:noFill/>
        </p:spPr>
        <p:txBody>
          <a:bodyPr wrap="square" rtlCol="0">
            <a:spAutoFit/>
          </a:bodyPr>
          <a:lstStyle/>
          <a:p>
            <a:r>
              <a:rPr lang="en-US" sz="2400" b="1" noProof="0" dirty="0">
                <a:solidFill>
                  <a:srgbClr val="27613F"/>
                </a:solidFill>
              </a:rPr>
              <a:t>Calculation</a:t>
            </a:r>
          </a:p>
          <a:p>
            <a:pPr marL="342900" indent="-342900">
              <a:buFontTx/>
              <a:buChar char="-"/>
            </a:pPr>
            <a:r>
              <a:rPr lang="en-US" sz="2400" noProof="0" dirty="0"/>
              <a:t>CO</a:t>
            </a:r>
            <a:r>
              <a:rPr lang="en-US" sz="2400" baseline="-25000" noProof="0" dirty="0"/>
              <a:t>2</a:t>
            </a:r>
            <a:r>
              <a:rPr lang="en-US" sz="2400" noProof="0" dirty="0"/>
              <a:t> 2023 emissions </a:t>
            </a:r>
            <a:r>
              <a:rPr lang="en-US" sz="2400" noProof="0" dirty="0">
                <a:sym typeface="Wingdings" panose="05000000000000000000" pitchFamily="2" charset="2"/>
              </a:rPr>
              <a:t> Total from refineries</a:t>
            </a:r>
          </a:p>
          <a:p>
            <a:pPr marL="342900" indent="-342900">
              <a:buFontTx/>
              <a:buChar char="-"/>
            </a:pPr>
            <a:r>
              <a:rPr lang="en-US" sz="2400" noProof="0" dirty="0">
                <a:sym typeface="Wingdings" panose="05000000000000000000" pitchFamily="2" charset="2"/>
              </a:rPr>
              <a:t>Other gases:</a:t>
            </a:r>
          </a:p>
          <a:p>
            <a:r>
              <a:rPr lang="en-US" sz="2400" noProof="0" dirty="0">
                <a:sym typeface="Wingdings" panose="05000000000000000000" pitchFamily="2" charset="2"/>
              </a:rPr>
              <a:t></a:t>
            </a:r>
            <a:r>
              <a:rPr lang="en-US" sz="2400" b="1" noProof="0" dirty="0">
                <a:sym typeface="Wingdings" panose="05000000000000000000" pitchFamily="2" charset="2"/>
              </a:rPr>
              <a:t> E</a:t>
            </a:r>
            <a:r>
              <a:rPr lang="en-US" sz="2400" b="1" baseline="-25000" noProof="0" dirty="0">
                <a:sym typeface="Wingdings" panose="05000000000000000000" pitchFamily="2" charset="2"/>
              </a:rPr>
              <a:t>2023</a:t>
            </a:r>
            <a:r>
              <a:rPr lang="en-US" sz="2400" b="1" noProof="0" dirty="0">
                <a:sym typeface="Wingdings" panose="05000000000000000000" pitchFamily="2" charset="2"/>
              </a:rPr>
              <a:t> = Activity</a:t>
            </a:r>
            <a:r>
              <a:rPr lang="en-US" sz="2400" b="1" baseline="-25000" noProof="0" dirty="0">
                <a:sym typeface="Wingdings" panose="05000000000000000000" pitchFamily="2" charset="2"/>
              </a:rPr>
              <a:t>2022</a:t>
            </a:r>
            <a:r>
              <a:rPr lang="en-US" sz="2400" b="1" noProof="0" dirty="0">
                <a:sym typeface="Wingdings" panose="05000000000000000000" pitchFamily="2" charset="2"/>
              </a:rPr>
              <a:t> x</a:t>
            </a:r>
            <a:r>
              <a:rPr lang="en-US" sz="2400" noProof="0" dirty="0">
                <a:sym typeface="Wingdings" panose="05000000000000000000" pitchFamily="2" charset="2"/>
              </a:rPr>
              <a:t> </a:t>
            </a:r>
            <a:r>
              <a:rPr lang="en-US" sz="2400" b="1" noProof="0" dirty="0">
                <a:sym typeface="Wingdings" panose="05000000000000000000" pitchFamily="2" charset="2"/>
              </a:rPr>
              <a:t>CO</a:t>
            </a:r>
            <a:r>
              <a:rPr lang="en-US" sz="2400" b="1" baseline="-25000" noProof="0" dirty="0">
                <a:sym typeface="Wingdings" panose="05000000000000000000" pitchFamily="2" charset="2"/>
              </a:rPr>
              <a:t>2</a:t>
            </a:r>
            <a:r>
              <a:rPr lang="en-US" sz="2400" b="1" noProof="0" dirty="0">
                <a:sym typeface="Wingdings" panose="05000000000000000000" pitchFamily="2" charset="2"/>
              </a:rPr>
              <a:t> emission trend</a:t>
            </a:r>
            <a:r>
              <a:rPr lang="en-US" sz="2400" b="1" baseline="-25000" noProof="0" dirty="0">
                <a:sym typeface="Wingdings" panose="05000000000000000000" pitchFamily="2" charset="2"/>
              </a:rPr>
              <a:t>(2023/2022)</a:t>
            </a:r>
            <a:r>
              <a:rPr lang="en-US" sz="2400" noProof="0" dirty="0">
                <a:sym typeface="Wingdings" panose="05000000000000000000" pitchFamily="2" charset="2"/>
              </a:rPr>
              <a:t> </a:t>
            </a:r>
            <a:r>
              <a:rPr lang="en-US" sz="2400" b="1" noProof="0" dirty="0">
                <a:sym typeface="Wingdings" panose="05000000000000000000" pitchFamily="2" charset="2"/>
              </a:rPr>
              <a:t>x EF</a:t>
            </a:r>
            <a:r>
              <a:rPr lang="en-US" sz="2400" b="1" baseline="-25000" noProof="0" dirty="0">
                <a:sym typeface="Wingdings" panose="05000000000000000000" pitchFamily="2" charset="2"/>
              </a:rPr>
              <a:t>2022</a:t>
            </a:r>
            <a:endParaRPr lang="en-US" sz="2400" noProof="0" dirty="0"/>
          </a:p>
        </p:txBody>
      </p:sp>
    </p:spTree>
    <p:extLst>
      <p:ext uri="{BB962C8B-B14F-4D97-AF65-F5344CB8AC3E}">
        <p14:creationId xmlns:p14="http://schemas.microsoft.com/office/powerpoint/2010/main" val="27300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 grpId="0"/>
      <p:bldP spid="8"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03B76-B931-E280-3440-1F26FAFC78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DB6C821-92A2-DC7F-D044-A94510CDD296}"/>
              </a:ext>
            </a:extLst>
          </p:cNvPr>
          <p:cNvSpPr>
            <a:spLocks noGrp="1"/>
          </p:cNvSpPr>
          <p:nvPr>
            <p:ph type="title"/>
          </p:nvPr>
        </p:nvSpPr>
        <p:spPr>
          <a:xfrm>
            <a:off x="381000" y="98496"/>
            <a:ext cx="8796453" cy="583887"/>
          </a:xfrm>
        </p:spPr>
        <p:txBody>
          <a:bodyPr/>
          <a:lstStyle/>
          <a:p>
            <a:r>
              <a:rPr lang="en-US" sz="3200" noProof="0" dirty="0"/>
              <a:t>2023 French proxy: available proxy data</a:t>
            </a:r>
          </a:p>
        </p:txBody>
      </p:sp>
      <p:sp>
        <p:nvSpPr>
          <p:cNvPr id="7" name="Espace réservé du numéro de diapositive 6">
            <a:extLst>
              <a:ext uri="{FF2B5EF4-FFF2-40B4-BE49-F238E27FC236}">
                <a16:creationId xmlns:a16="http://schemas.microsoft.com/office/drawing/2014/main" id="{A269FDEC-EA85-0D5A-A3BC-3C3128503D64}"/>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6</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5" name="Espace réservé du texte 2">
            <a:extLst>
              <a:ext uri="{FF2B5EF4-FFF2-40B4-BE49-F238E27FC236}">
                <a16:creationId xmlns:a16="http://schemas.microsoft.com/office/drawing/2014/main" id="{80CF4982-80B4-D4A1-C00B-61BB8E55CD1C}"/>
              </a:ext>
            </a:extLst>
          </p:cNvPr>
          <p:cNvSpPr txBox="1">
            <a:spLocks/>
          </p:cNvSpPr>
          <p:nvPr/>
        </p:nvSpPr>
        <p:spPr>
          <a:xfrm>
            <a:off x="548037" y="1504816"/>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Road transport</a:t>
            </a:r>
          </a:p>
        </p:txBody>
      </p:sp>
      <p:sp>
        <p:nvSpPr>
          <p:cNvPr id="6" name="ZoneTexte 5">
            <a:extLst>
              <a:ext uri="{FF2B5EF4-FFF2-40B4-BE49-F238E27FC236}">
                <a16:creationId xmlns:a16="http://schemas.microsoft.com/office/drawing/2014/main" id="{FC2544D8-3611-2170-1C28-16E487C2FE2A}"/>
              </a:ext>
            </a:extLst>
          </p:cNvPr>
          <p:cNvSpPr txBox="1"/>
          <p:nvPr/>
        </p:nvSpPr>
        <p:spPr>
          <a:xfrm>
            <a:off x="381000" y="2062447"/>
            <a:ext cx="9863487" cy="1569660"/>
          </a:xfrm>
          <a:prstGeom prst="rect">
            <a:avLst/>
          </a:prstGeom>
          <a:noFill/>
        </p:spPr>
        <p:txBody>
          <a:bodyPr wrap="square" rtlCol="0">
            <a:spAutoFit/>
          </a:bodyPr>
          <a:lstStyle/>
          <a:p>
            <a:pPr marL="342900" indent="-342900">
              <a:buFontTx/>
              <a:buChar char="-"/>
            </a:pPr>
            <a:r>
              <a:rPr lang="en-US" sz="2400" noProof="0" dirty="0"/>
              <a:t>2023 Consumption by fuel (annual and monthly) </a:t>
            </a:r>
          </a:p>
          <a:p>
            <a:pPr marL="342900" indent="-342900">
              <a:buFontTx/>
              <a:buChar char="-"/>
            </a:pPr>
            <a:r>
              <a:rPr lang="en-US" sz="2400" noProof="0" dirty="0"/>
              <a:t>2023 Vehicle fleet (annual)</a:t>
            </a:r>
          </a:p>
          <a:p>
            <a:pPr marL="342900" indent="-342900">
              <a:buFontTx/>
              <a:buChar char="-"/>
            </a:pPr>
            <a:r>
              <a:rPr lang="en-US" sz="2400" noProof="0" dirty="0"/>
              <a:t>2023 Specific proxy EF calculated (</a:t>
            </a:r>
            <a:r>
              <a:rPr lang="en-US" sz="2400" noProof="0" dirty="0" err="1"/>
              <a:t>annuel</a:t>
            </a:r>
            <a:r>
              <a:rPr lang="en-US" sz="2400" noProof="0" dirty="0"/>
              <a:t>)</a:t>
            </a:r>
          </a:p>
          <a:p>
            <a:pPr marL="342900" indent="-342900">
              <a:buFontTx/>
              <a:buChar char="-"/>
            </a:pPr>
            <a:endParaRPr lang="en-US" sz="2400" noProof="0" dirty="0"/>
          </a:p>
        </p:txBody>
      </p:sp>
      <p:sp>
        <p:nvSpPr>
          <p:cNvPr id="3" name="ZoneTexte 2">
            <a:extLst>
              <a:ext uri="{FF2B5EF4-FFF2-40B4-BE49-F238E27FC236}">
                <a16:creationId xmlns:a16="http://schemas.microsoft.com/office/drawing/2014/main" id="{BE122458-4A62-8002-7A43-91C12D8A659F}"/>
              </a:ext>
            </a:extLst>
          </p:cNvPr>
          <p:cNvSpPr txBox="1"/>
          <p:nvPr/>
        </p:nvSpPr>
        <p:spPr>
          <a:xfrm>
            <a:off x="381001" y="3632107"/>
            <a:ext cx="9863487" cy="830997"/>
          </a:xfrm>
          <a:prstGeom prst="rect">
            <a:avLst/>
          </a:prstGeom>
          <a:noFill/>
        </p:spPr>
        <p:txBody>
          <a:bodyPr wrap="square" rtlCol="0">
            <a:spAutoFit/>
          </a:bodyPr>
          <a:lstStyle/>
          <a:p>
            <a:r>
              <a:rPr lang="en-US" sz="2400" b="1" noProof="0" dirty="0">
                <a:solidFill>
                  <a:srgbClr val="27613F"/>
                </a:solidFill>
              </a:rPr>
              <a:t>Calculation</a:t>
            </a:r>
          </a:p>
          <a:p>
            <a:r>
              <a:rPr lang="en-US" sz="2400" noProof="0" dirty="0">
                <a:sym typeface="Wingdings" panose="05000000000000000000" pitchFamily="2" charset="2"/>
              </a:rPr>
              <a:t>Use of COPERT model	  </a:t>
            </a:r>
            <a:endParaRPr lang="en-US" sz="2400" noProof="0" dirty="0"/>
          </a:p>
        </p:txBody>
      </p:sp>
    </p:spTree>
    <p:extLst>
      <p:ext uri="{BB962C8B-B14F-4D97-AF65-F5344CB8AC3E}">
        <p14:creationId xmlns:p14="http://schemas.microsoft.com/office/powerpoint/2010/main" val="145698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960C-51BC-2201-DE24-508B14B3833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0EE5C54-871B-3C0D-5B60-538294B90525}"/>
              </a:ext>
            </a:extLst>
          </p:cNvPr>
          <p:cNvSpPr>
            <a:spLocks noGrp="1"/>
          </p:cNvSpPr>
          <p:nvPr>
            <p:ph type="title"/>
          </p:nvPr>
        </p:nvSpPr>
        <p:spPr>
          <a:xfrm>
            <a:off x="381000" y="98496"/>
            <a:ext cx="8796453" cy="583887"/>
          </a:xfrm>
        </p:spPr>
        <p:txBody>
          <a:bodyPr/>
          <a:lstStyle/>
          <a:p>
            <a:r>
              <a:rPr lang="en-US" sz="3200" noProof="0" dirty="0"/>
              <a:t>2023 French proxy: available indicators</a:t>
            </a:r>
          </a:p>
        </p:txBody>
      </p:sp>
      <p:sp>
        <p:nvSpPr>
          <p:cNvPr id="7" name="Espace réservé du numéro de diapositive 6">
            <a:extLst>
              <a:ext uri="{FF2B5EF4-FFF2-40B4-BE49-F238E27FC236}">
                <a16:creationId xmlns:a16="http://schemas.microsoft.com/office/drawing/2014/main" id="{C486C92C-647A-609D-EF3C-1297CE5D74A8}"/>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7</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5" name="Espace réservé du texte 2">
            <a:extLst>
              <a:ext uri="{FF2B5EF4-FFF2-40B4-BE49-F238E27FC236}">
                <a16:creationId xmlns:a16="http://schemas.microsoft.com/office/drawing/2014/main" id="{6D3F7879-94AE-FB3D-35EA-EAE5966CF131}"/>
              </a:ext>
            </a:extLst>
          </p:cNvPr>
          <p:cNvSpPr txBox="1">
            <a:spLocks/>
          </p:cNvSpPr>
          <p:nvPr/>
        </p:nvSpPr>
        <p:spPr>
          <a:xfrm>
            <a:off x="300989" y="979563"/>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Buildings</a:t>
            </a:r>
          </a:p>
        </p:txBody>
      </p:sp>
      <p:sp>
        <p:nvSpPr>
          <p:cNvPr id="6" name="ZoneTexte 5">
            <a:extLst>
              <a:ext uri="{FF2B5EF4-FFF2-40B4-BE49-F238E27FC236}">
                <a16:creationId xmlns:a16="http://schemas.microsoft.com/office/drawing/2014/main" id="{A698A62C-3880-03D5-C82C-8E6BB0A4CD8B}"/>
              </a:ext>
            </a:extLst>
          </p:cNvPr>
          <p:cNvSpPr txBox="1"/>
          <p:nvPr/>
        </p:nvSpPr>
        <p:spPr>
          <a:xfrm>
            <a:off x="133953" y="1537194"/>
            <a:ext cx="9772048" cy="461665"/>
          </a:xfrm>
          <a:prstGeom prst="rect">
            <a:avLst/>
          </a:prstGeom>
          <a:noFill/>
        </p:spPr>
        <p:txBody>
          <a:bodyPr wrap="square" rtlCol="0">
            <a:spAutoFit/>
          </a:bodyPr>
          <a:lstStyle/>
          <a:p>
            <a:pPr marL="342900" indent="-342900">
              <a:buFontTx/>
              <a:buChar char="-"/>
            </a:pPr>
            <a:r>
              <a:rPr lang="en-US" sz="2400" noProof="0" dirty="0"/>
              <a:t>Consumptions for some fuel of the sector (or close sector)</a:t>
            </a:r>
          </a:p>
        </p:txBody>
      </p:sp>
      <p:sp>
        <p:nvSpPr>
          <p:cNvPr id="3" name="ZoneTexte 2">
            <a:extLst>
              <a:ext uri="{FF2B5EF4-FFF2-40B4-BE49-F238E27FC236}">
                <a16:creationId xmlns:a16="http://schemas.microsoft.com/office/drawing/2014/main" id="{92151257-8F03-B2C4-071C-1D99395DC747}"/>
              </a:ext>
            </a:extLst>
          </p:cNvPr>
          <p:cNvSpPr txBox="1"/>
          <p:nvPr/>
        </p:nvSpPr>
        <p:spPr>
          <a:xfrm>
            <a:off x="133953" y="2094825"/>
            <a:ext cx="9772047" cy="830997"/>
          </a:xfrm>
          <a:prstGeom prst="rect">
            <a:avLst/>
          </a:prstGeom>
          <a:noFill/>
        </p:spPr>
        <p:txBody>
          <a:bodyPr wrap="square" rtlCol="0">
            <a:spAutoFit/>
          </a:bodyPr>
          <a:lstStyle/>
          <a:p>
            <a:r>
              <a:rPr lang="en-US" sz="2400" b="1" noProof="0" dirty="0">
                <a:solidFill>
                  <a:srgbClr val="27613F"/>
                </a:solidFill>
              </a:rPr>
              <a:t>Calculation</a:t>
            </a:r>
          </a:p>
          <a:p>
            <a:r>
              <a:rPr lang="en-US" sz="2400" noProof="0" dirty="0">
                <a:sym typeface="Wingdings" panose="05000000000000000000" pitchFamily="2" charset="2"/>
              </a:rPr>
              <a:t> </a:t>
            </a:r>
            <a:r>
              <a:rPr lang="en-US" sz="2400" b="1" noProof="0" dirty="0">
                <a:sym typeface="Wingdings" panose="05000000000000000000" pitchFamily="2" charset="2"/>
              </a:rPr>
              <a:t>E</a:t>
            </a:r>
            <a:r>
              <a:rPr lang="en-US" sz="2400" b="1" baseline="-25000" noProof="0" dirty="0">
                <a:sym typeface="Wingdings" panose="05000000000000000000" pitchFamily="2" charset="2"/>
              </a:rPr>
              <a:t>2023</a:t>
            </a:r>
            <a:r>
              <a:rPr lang="en-US" sz="2400" b="1" noProof="0" dirty="0">
                <a:sym typeface="Wingdings" panose="05000000000000000000" pitchFamily="2" charset="2"/>
              </a:rPr>
              <a:t> = Activity</a:t>
            </a:r>
            <a:r>
              <a:rPr lang="en-US" sz="2400" b="1" baseline="-25000" noProof="0" dirty="0">
                <a:sym typeface="Wingdings" panose="05000000000000000000" pitchFamily="2" charset="2"/>
              </a:rPr>
              <a:t>2022</a:t>
            </a:r>
            <a:r>
              <a:rPr lang="en-US" sz="2400" b="1" noProof="0" dirty="0">
                <a:sym typeface="Wingdings" panose="05000000000000000000" pitchFamily="2" charset="2"/>
              </a:rPr>
              <a:t> x Fuel consumption trend</a:t>
            </a:r>
            <a:r>
              <a:rPr lang="en-US" sz="2400" b="1" baseline="-25000" noProof="0" dirty="0">
                <a:sym typeface="Wingdings" panose="05000000000000000000" pitchFamily="2" charset="2"/>
              </a:rPr>
              <a:t>(23/22)</a:t>
            </a:r>
            <a:r>
              <a:rPr lang="en-US" sz="2400" b="1" noProof="0" dirty="0">
                <a:sym typeface="Wingdings" panose="05000000000000000000" pitchFamily="2" charset="2"/>
              </a:rPr>
              <a:t> x EF</a:t>
            </a:r>
            <a:r>
              <a:rPr lang="en-US" sz="2400" b="1" baseline="-25000" noProof="0" dirty="0">
                <a:sym typeface="Wingdings" panose="05000000000000000000" pitchFamily="2" charset="2"/>
              </a:rPr>
              <a:t>2022</a:t>
            </a:r>
            <a:r>
              <a:rPr lang="en-US" sz="2400" noProof="0" dirty="0">
                <a:sym typeface="Wingdings" panose="05000000000000000000" pitchFamily="2" charset="2"/>
              </a:rPr>
              <a:t>	  </a:t>
            </a:r>
            <a:endParaRPr lang="en-US" sz="2400" noProof="0" dirty="0"/>
          </a:p>
        </p:txBody>
      </p:sp>
      <p:sp>
        <p:nvSpPr>
          <p:cNvPr id="4" name="Espace réservé du texte 2">
            <a:extLst>
              <a:ext uri="{FF2B5EF4-FFF2-40B4-BE49-F238E27FC236}">
                <a16:creationId xmlns:a16="http://schemas.microsoft.com/office/drawing/2014/main" id="{01276C89-F804-767A-95C8-1246622E3CA9}"/>
              </a:ext>
            </a:extLst>
          </p:cNvPr>
          <p:cNvSpPr txBox="1">
            <a:spLocks/>
          </p:cNvSpPr>
          <p:nvPr/>
        </p:nvSpPr>
        <p:spPr>
          <a:xfrm>
            <a:off x="300989" y="3605379"/>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Combustion in industry</a:t>
            </a:r>
          </a:p>
        </p:txBody>
      </p:sp>
      <p:sp>
        <p:nvSpPr>
          <p:cNvPr id="8" name="ZoneTexte 7">
            <a:extLst>
              <a:ext uri="{FF2B5EF4-FFF2-40B4-BE49-F238E27FC236}">
                <a16:creationId xmlns:a16="http://schemas.microsoft.com/office/drawing/2014/main" id="{5537BCBF-30B5-6264-D8E3-45BC9DFEDCA5}"/>
              </a:ext>
            </a:extLst>
          </p:cNvPr>
          <p:cNvSpPr txBox="1"/>
          <p:nvPr/>
        </p:nvSpPr>
        <p:spPr>
          <a:xfrm>
            <a:off x="133953" y="4163010"/>
            <a:ext cx="9772048" cy="461665"/>
          </a:xfrm>
          <a:prstGeom prst="rect">
            <a:avLst/>
          </a:prstGeom>
          <a:noFill/>
        </p:spPr>
        <p:txBody>
          <a:bodyPr wrap="square" rtlCol="0">
            <a:spAutoFit/>
          </a:bodyPr>
          <a:lstStyle/>
          <a:p>
            <a:pPr marL="342900" indent="-342900">
              <a:buFontTx/>
              <a:buChar char="-"/>
            </a:pPr>
            <a:r>
              <a:rPr lang="en-US" sz="2400" noProof="0" dirty="0"/>
              <a:t>Consumptions for some fuel by industry size (big/small)</a:t>
            </a:r>
          </a:p>
        </p:txBody>
      </p:sp>
      <p:sp>
        <p:nvSpPr>
          <p:cNvPr id="9" name="ZoneTexte 8">
            <a:extLst>
              <a:ext uri="{FF2B5EF4-FFF2-40B4-BE49-F238E27FC236}">
                <a16:creationId xmlns:a16="http://schemas.microsoft.com/office/drawing/2014/main" id="{3464DA4C-C5A0-706E-69FD-A29FEDDC6711}"/>
              </a:ext>
            </a:extLst>
          </p:cNvPr>
          <p:cNvSpPr txBox="1"/>
          <p:nvPr/>
        </p:nvSpPr>
        <p:spPr>
          <a:xfrm>
            <a:off x="133953" y="4720641"/>
            <a:ext cx="9772047" cy="830997"/>
          </a:xfrm>
          <a:prstGeom prst="rect">
            <a:avLst/>
          </a:prstGeom>
          <a:noFill/>
        </p:spPr>
        <p:txBody>
          <a:bodyPr wrap="square" rtlCol="0">
            <a:spAutoFit/>
          </a:bodyPr>
          <a:lstStyle/>
          <a:p>
            <a:r>
              <a:rPr lang="en-US" sz="2400" b="1" noProof="0" dirty="0">
                <a:solidFill>
                  <a:srgbClr val="27613F"/>
                </a:solidFill>
              </a:rPr>
              <a:t>Calculation</a:t>
            </a:r>
          </a:p>
          <a:p>
            <a:r>
              <a:rPr lang="en-US" sz="2400" noProof="0" dirty="0">
                <a:sym typeface="Wingdings" panose="05000000000000000000" pitchFamily="2" charset="2"/>
              </a:rPr>
              <a:t> </a:t>
            </a:r>
            <a:r>
              <a:rPr lang="en-US" sz="2400" b="1" noProof="0" dirty="0">
                <a:sym typeface="Wingdings" panose="05000000000000000000" pitchFamily="2" charset="2"/>
              </a:rPr>
              <a:t>E</a:t>
            </a:r>
            <a:r>
              <a:rPr lang="en-US" sz="2400" b="1" baseline="-25000" noProof="0" dirty="0">
                <a:sym typeface="Wingdings" panose="05000000000000000000" pitchFamily="2" charset="2"/>
              </a:rPr>
              <a:t>2023</a:t>
            </a:r>
            <a:r>
              <a:rPr lang="en-US" sz="2400" b="1" noProof="0" dirty="0">
                <a:sym typeface="Wingdings" panose="05000000000000000000" pitchFamily="2" charset="2"/>
              </a:rPr>
              <a:t> = Activity</a:t>
            </a:r>
            <a:r>
              <a:rPr lang="en-US" sz="2400" b="1" baseline="-25000" noProof="0" dirty="0">
                <a:sym typeface="Wingdings" panose="05000000000000000000" pitchFamily="2" charset="2"/>
              </a:rPr>
              <a:t>2022</a:t>
            </a:r>
            <a:r>
              <a:rPr lang="en-US" sz="2400" b="1" noProof="0" dirty="0">
                <a:sym typeface="Wingdings" panose="05000000000000000000" pitchFamily="2" charset="2"/>
              </a:rPr>
              <a:t> x Fuel consumption trend</a:t>
            </a:r>
            <a:r>
              <a:rPr lang="en-US" sz="2400" b="1" baseline="-25000" noProof="0" dirty="0">
                <a:sym typeface="Wingdings" panose="05000000000000000000" pitchFamily="2" charset="2"/>
              </a:rPr>
              <a:t>(23/22)</a:t>
            </a:r>
            <a:r>
              <a:rPr lang="en-US" sz="2400" b="1" noProof="0" dirty="0">
                <a:sym typeface="Wingdings" panose="05000000000000000000" pitchFamily="2" charset="2"/>
              </a:rPr>
              <a:t> x EF</a:t>
            </a:r>
            <a:r>
              <a:rPr lang="en-US" sz="2400" b="1" baseline="-25000" noProof="0" dirty="0">
                <a:sym typeface="Wingdings" panose="05000000000000000000" pitchFamily="2" charset="2"/>
              </a:rPr>
              <a:t>2022</a:t>
            </a:r>
            <a:r>
              <a:rPr lang="en-US" sz="2400" noProof="0" dirty="0">
                <a:sym typeface="Wingdings" panose="05000000000000000000" pitchFamily="2" charset="2"/>
              </a:rPr>
              <a:t>	  </a:t>
            </a:r>
            <a:endParaRPr lang="en-US" sz="2400" noProof="0" dirty="0"/>
          </a:p>
        </p:txBody>
      </p:sp>
    </p:spTree>
    <p:extLst>
      <p:ext uri="{BB962C8B-B14F-4D97-AF65-F5344CB8AC3E}">
        <p14:creationId xmlns:p14="http://schemas.microsoft.com/office/powerpoint/2010/main" val="246067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 grpId="0"/>
      <p:bldP spid="4"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56B6D-7304-EFFF-4E41-0F2B34125B2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8EC9A9A-3B80-73A5-46B8-E4CB40FA73D2}"/>
              </a:ext>
            </a:extLst>
          </p:cNvPr>
          <p:cNvSpPr>
            <a:spLocks noGrp="1"/>
          </p:cNvSpPr>
          <p:nvPr>
            <p:ph type="title"/>
          </p:nvPr>
        </p:nvSpPr>
        <p:spPr>
          <a:xfrm>
            <a:off x="381000" y="98496"/>
            <a:ext cx="8796453" cy="583887"/>
          </a:xfrm>
        </p:spPr>
        <p:txBody>
          <a:bodyPr/>
          <a:lstStyle/>
          <a:p>
            <a:r>
              <a:rPr lang="en-US" sz="3200" noProof="0" dirty="0"/>
              <a:t>2023 French proxy: available indicators</a:t>
            </a:r>
          </a:p>
        </p:txBody>
      </p:sp>
      <p:sp>
        <p:nvSpPr>
          <p:cNvPr id="7" name="Espace réservé du numéro de diapositive 6">
            <a:extLst>
              <a:ext uri="{FF2B5EF4-FFF2-40B4-BE49-F238E27FC236}">
                <a16:creationId xmlns:a16="http://schemas.microsoft.com/office/drawing/2014/main" id="{A55BC83D-97BA-B708-41D0-63FDD0120728}"/>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8</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5" name="Espace réservé du texte 2">
            <a:extLst>
              <a:ext uri="{FF2B5EF4-FFF2-40B4-BE49-F238E27FC236}">
                <a16:creationId xmlns:a16="http://schemas.microsoft.com/office/drawing/2014/main" id="{8373CADD-7C6A-3700-39F1-3E193D05D327}"/>
              </a:ext>
            </a:extLst>
          </p:cNvPr>
          <p:cNvSpPr txBox="1">
            <a:spLocks/>
          </p:cNvSpPr>
          <p:nvPr/>
        </p:nvSpPr>
        <p:spPr>
          <a:xfrm>
            <a:off x="300989" y="979563"/>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IPPU</a:t>
            </a:r>
          </a:p>
        </p:txBody>
      </p:sp>
      <p:sp>
        <p:nvSpPr>
          <p:cNvPr id="6" name="ZoneTexte 5">
            <a:extLst>
              <a:ext uri="{FF2B5EF4-FFF2-40B4-BE49-F238E27FC236}">
                <a16:creationId xmlns:a16="http://schemas.microsoft.com/office/drawing/2014/main" id="{C0213DA3-9808-2962-8D08-8FDFA12029C8}"/>
              </a:ext>
            </a:extLst>
          </p:cNvPr>
          <p:cNvSpPr txBox="1"/>
          <p:nvPr/>
        </p:nvSpPr>
        <p:spPr>
          <a:xfrm>
            <a:off x="133953" y="1537194"/>
            <a:ext cx="9772048" cy="461665"/>
          </a:xfrm>
          <a:prstGeom prst="rect">
            <a:avLst/>
          </a:prstGeom>
          <a:noFill/>
        </p:spPr>
        <p:txBody>
          <a:bodyPr wrap="square" rtlCol="0">
            <a:spAutoFit/>
          </a:bodyPr>
          <a:lstStyle/>
          <a:p>
            <a:pPr marL="342900" indent="-342900">
              <a:buFontTx/>
              <a:buChar char="-"/>
            </a:pPr>
            <a:r>
              <a:rPr lang="en-US" sz="2400" noProof="0" dirty="0"/>
              <a:t>Production index (monthly) by industrial sector</a:t>
            </a:r>
          </a:p>
        </p:txBody>
      </p:sp>
      <p:sp>
        <p:nvSpPr>
          <p:cNvPr id="3" name="ZoneTexte 2">
            <a:extLst>
              <a:ext uri="{FF2B5EF4-FFF2-40B4-BE49-F238E27FC236}">
                <a16:creationId xmlns:a16="http://schemas.microsoft.com/office/drawing/2014/main" id="{76E386BD-2CFD-E858-5AD5-67857FEB01EF}"/>
              </a:ext>
            </a:extLst>
          </p:cNvPr>
          <p:cNvSpPr txBox="1"/>
          <p:nvPr/>
        </p:nvSpPr>
        <p:spPr>
          <a:xfrm>
            <a:off x="133953" y="2094825"/>
            <a:ext cx="9772047" cy="1200329"/>
          </a:xfrm>
          <a:prstGeom prst="rect">
            <a:avLst/>
          </a:prstGeom>
          <a:noFill/>
        </p:spPr>
        <p:txBody>
          <a:bodyPr wrap="square" rtlCol="0">
            <a:spAutoFit/>
          </a:bodyPr>
          <a:lstStyle/>
          <a:p>
            <a:r>
              <a:rPr lang="en-US" sz="2400" b="1" noProof="0" dirty="0">
                <a:solidFill>
                  <a:srgbClr val="27613F"/>
                </a:solidFill>
              </a:rPr>
              <a:t>Calculation</a:t>
            </a:r>
          </a:p>
          <a:p>
            <a:r>
              <a:rPr lang="en-US" sz="2400" noProof="0" dirty="0">
                <a:sym typeface="Wingdings" panose="05000000000000000000" pitchFamily="2" charset="2"/>
              </a:rPr>
              <a:t>1. Index trend</a:t>
            </a:r>
            <a:r>
              <a:rPr lang="en-US" sz="2400" baseline="-25000" noProof="0" dirty="0">
                <a:sym typeface="Wingdings" panose="05000000000000000000" pitchFamily="2" charset="2"/>
              </a:rPr>
              <a:t>(2023/2022)</a:t>
            </a:r>
            <a:r>
              <a:rPr lang="en-US" sz="2400" noProof="0" dirty="0">
                <a:sym typeface="Wingdings" panose="05000000000000000000" pitchFamily="2" charset="2"/>
              </a:rPr>
              <a:t> = 2023 Total 12 months / 2022 Total 12 months </a:t>
            </a:r>
          </a:p>
          <a:p>
            <a:r>
              <a:rPr lang="en-US" sz="2400" b="1" noProof="0" dirty="0">
                <a:sym typeface="Wingdings" panose="05000000000000000000" pitchFamily="2" charset="2"/>
              </a:rPr>
              <a:t>2. E</a:t>
            </a:r>
            <a:r>
              <a:rPr lang="en-US" sz="2400" b="1" baseline="-25000" noProof="0" dirty="0">
                <a:sym typeface="Wingdings" panose="05000000000000000000" pitchFamily="2" charset="2"/>
              </a:rPr>
              <a:t>2023</a:t>
            </a:r>
            <a:r>
              <a:rPr lang="en-US" sz="2400" b="1" noProof="0" dirty="0">
                <a:sym typeface="Wingdings" panose="05000000000000000000" pitchFamily="2" charset="2"/>
              </a:rPr>
              <a:t> = Activity</a:t>
            </a:r>
            <a:r>
              <a:rPr lang="en-US" sz="2400" b="1" baseline="-25000" noProof="0" dirty="0">
                <a:sym typeface="Wingdings" panose="05000000000000000000" pitchFamily="2" charset="2"/>
              </a:rPr>
              <a:t>2022</a:t>
            </a:r>
            <a:r>
              <a:rPr lang="en-US" sz="2400" b="1" noProof="0" dirty="0">
                <a:sym typeface="Wingdings" panose="05000000000000000000" pitchFamily="2" charset="2"/>
              </a:rPr>
              <a:t> x Index trend</a:t>
            </a:r>
            <a:r>
              <a:rPr lang="en-US" sz="2400" b="1" baseline="-25000" noProof="0" dirty="0">
                <a:sym typeface="Wingdings" panose="05000000000000000000" pitchFamily="2" charset="2"/>
              </a:rPr>
              <a:t>(2023/2022)</a:t>
            </a:r>
            <a:r>
              <a:rPr lang="en-US" sz="2400" b="1" noProof="0" dirty="0">
                <a:sym typeface="Wingdings" panose="05000000000000000000" pitchFamily="2" charset="2"/>
              </a:rPr>
              <a:t> x EF</a:t>
            </a:r>
            <a:r>
              <a:rPr lang="en-US" sz="2400" b="1" baseline="-25000" noProof="0" dirty="0">
                <a:sym typeface="Wingdings" panose="05000000000000000000" pitchFamily="2" charset="2"/>
              </a:rPr>
              <a:t>2022</a:t>
            </a:r>
            <a:r>
              <a:rPr lang="en-US" sz="2400" noProof="0" dirty="0">
                <a:sym typeface="Wingdings" panose="05000000000000000000" pitchFamily="2" charset="2"/>
              </a:rPr>
              <a:t>	  </a:t>
            </a:r>
            <a:endParaRPr lang="en-US" sz="2400" noProof="0" dirty="0"/>
          </a:p>
        </p:txBody>
      </p:sp>
      <p:sp>
        <p:nvSpPr>
          <p:cNvPr id="4" name="Espace réservé du texte 2">
            <a:extLst>
              <a:ext uri="{FF2B5EF4-FFF2-40B4-BE49-F238E27FC236}">
                <a16:creationId xmlns:a16="http://schemas.microsoft.com/office/drawing/2014/main" id="{434D48B5-A0FC-77C9-491F-9DED2675976E}"/>
              </a:ext>
            </a:extLst>
          </p:cNvPr>
          <p:cNvSpPr txBox="1">
            <a:spLocks/>
          </p:cNvSpPr>
          <p:nvPr/>
        </p:nvSpPr>
        <p:spPr>
          <a:xfrm>
            <a:off x="300989" y="3697446"/>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Agriculture</a:t>
            </a:r>
          </a:p>
        </p:txBody>
      </p:sp>
      <p:sp>
        <p:nvSpPr>
          <p:cNvPr id="8" name="ZoneTexte 7">
            <a:extLst>
              <a:ext uri="{FF2B5EF4-FFF2-40B4-BE49-F238E27FC236}">
                <a16:creationId xmlns:a16="http://schemas.microsoft.com/office/drawing/2014/main" id="{9FB6435E-7238-9410-1B99-F2247D9D1FC8}"/>
              </a:ext>
            </a:extLst>
          </p:cNvPr>
          <p:cNvSpPr txBox="1"/>
          <p:nvPr/>
        </p:nvSpPr>
        <p:spPr>
          <a:xfrm>
            <a:off x="133953" y="4255077"/>
            <a:ext cx="9772048" cy="830997"/>
          </a:xfrm>
          <a:prstGeom prst="rect">
            <a:avLst/>
          </a:prstGeom>
          <a:noFill/>
        </p:spPr>
        <p:txBody>
          <a:bodyPr wrap="square" rtlCol="0">
            <a:spAutoFit/>
          </a:bodyPr>
          <a:lstStyle/>
          <a:p>
            <a:pPr marL="342900" indent="-342900">
              <a:buFontTx/>
              <a:buChar char="-"/>
            </a:pPr>
            <a:r>
              <a:rPr lang="en-US" sz="2400" noProof="0" dirty="0"/>
              <a:t>Livestock</a:t>
            </a:r>
          </a:p>
          <a:p>
            <a:pPr marL="342900" indent="-342900">
              <a:buFontTx/>
              <a:buChar char="-"/>
            </a:pPr>
            <a:r>
              <a:rPr lang="en-US" sz="2400" noProof="0" dirty="0"/>
              <a:t>Crops</a:t>
            </a:r>
          </a:p>
        </p:txBody>
      </p:sp>
      <p:sp>
        <p:nvSpPr>
          <p:cNvPr id="9" name="ZoneTexte 8">
            <a:extLst>
              <a:ext uri="{FF2B5EF4-FFF2-40B4-BE49-F238E27FC236}">
                <a16:creationId xmlns:a16="http://schemas.microsoft.com/office/drawing/2014/main" id="{301E18C1-C746-2F78-7628-F698A488E2B8}"/>
              </a:ext>
            </a:extLst>
          </p:cNvPr>
          <p:cNvSpPr txBox="1"/>
          <p:nvPr/>
        </p:nvSpPr>
        <p:spPr>
          <a:xfrm>
            <a:off x="133953" y="5167510"/>
            <a:ext cx="9772047" cy="830997"/>
          </a:xfrm>
          <a:prstGeom prst="rect">
            <a:avLst/>
          </a:prstGeom>
          <a:noFill/>
        </p:spPr>
        <p:txBody>
          <a:bodyPr wrap="square" rtlCol="0">
            <a:spAutoFit/>
          </a:bodyPr>
          <a:lstStyle/>
          <a:p>
            <a:r>
              <a:rPr lang="en-US" sz="2400" b="1" noProof="0" dirty="0">
                <a:solidFill>
                  <a:srgbClr val="27613F"/>
                </a:solidFill>
              </a:rPr>
              <a:t>Calculation</a:t>
            </a:r>
          </a:p>
          <a:p>
            <a:r>
              <a:rPr lang="en-US" sz="2400" noProof="0" dirty="0">
                <a:solidFill>
                  <a:schemeClr val="tx1"/>
                </a:solidFill>
              </a:rPr>
              <a:t>Specific proxy estimates using the GHGI agriculture emission model</a:t>
            </a:r>
            <a:endParaRPr lang="en-US" sz="2400" noProof="0" dirty="0"/>
          </a:p>
        </p:txBody>
      </p:sp>
    </p:spTree>
    <p:extLst>
      <p:ext uri="{BB962C8B-B14F-4D97-AF65-F5344CB8AC3E}">
        <p14:creationId xmlns:p14="http://schemas.microsoft.com/office/powerpoint/2010/main" val="182921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3" grpId="0"/>
      <p:bldP spid="4"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CD79A-E91A-7F72-4BD6-1D39787400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305066-ECAA-481C-42F5-899726BEB4CD}"/>
              </a:ext>
            </a:extLst>
          </p:cNvPr>
          <p:cNvSpPr>
            <a:spLocks noGrp="1"/>
          </p:cNvSpPr>
          <p:nvPr>
            <p:ph type="title"/>
          </p:nvPr>
        </p:nvSpPr>
        <p:spPr>
          <a:xfrm>
            <a:off x="381000" y="98496"/>
            <a:ext cx="8796453" cy="583887"/>
          </a:xfrm>
        </p:spPr>
        <p:txBody>
          <a:bodyPr/>
          <a:lstStyle/>
          <a:p>
            <a:r>
              <a:rPr lang="en-US" sz="3200" noProof="0" dirty="0"/>
              <a:t>2023 French proxy: no available data</a:t>
            </a:r>
          </a:p>
        </p:txBody>
      </p:sp>
      <p:sp>
        <p:nvSpPr>
          <p:cNvPr id="7" name="Espace réservé du numéro de diapositive 6">
            <a:extLst>
              <a:ext uri="{FF2B5EF4-FFF2-40B4-BE49-F238E27FC236}">
                <a16:creationId xmlns:a16="http://schemas.microsoft.com/office/drawing/2014/main" id="{7F300F8C-2C92-E2EA-1469-01DAF512BEF8}"/>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9</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5" name="Espace réservé du texte 2">
            <a:extLst>
              <a:ext uri="{FF2B5EF4-FFF2-40B4-BE49-F238E27FC236}">
                <a16:creationId xmlns:a16="http://schemas.microsoft.com/office/drawing/2014/main" id="{57887851-A756-F310-1B12-A8CD076EB25A}"/>
              </a:ext>
            </a:extLst>
          </p:cNvPr>
          <p:cNvSpPr txBox="1">
            <a:spLocks/>
          </p:cNvSpPr>
          <p:nvPr/>
        </p:nvSpPr>
        <p:spPr>
          <a:xfrm>
            <a:off x="300989" y="979563"/>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Waste</a:t>
            </a:r>
          </a:p>
        </p:txBody>
      </p:sp>
      <p:sp>
        <p:nvSpPr>
          <p:cNvPr id="3" name="ZoneTexte 2">
            <a:extLst>
              <a:ext uri="{FF2B5EF4-FFF2-40B4-BE49-F238E27FC236}">
                <a16:creationId xmlns:a16="http://schemas.microsoft.com/office/drawing/2014/main" id="{A7BED502-1127-6386-E52C-C441EA39A998}"/>
              </a:ext>
            </a:extLst>
          </p:cNvPr>
          <p:cNvSpPr txBox="1"/>
          <p:nvPr/>
        </p:nvSpPr>
        <p:spPr>
          <a:xfrm>
            <a:off x="381000" y="1700606"/>
            <a:ext cx="9772047" cy="830997"/>
          </a:xfrm>
          <a:prstGeom prst="rect">
            <a:avLst/>
          </a:prstGeom>
          <a:noFill/>
        </p:spPr>
        <p:txBody>
          <a:bodyPr wrap="square" rtlCol="0">
            <a:spAutoFit/>
          </a:bodyPr>
          <a:lstStyle/>
          <a:p>
            <a:r>
              <a:rPr lang="en-US" sz="2400" b="1" noProof="0" dirty="0">
                <a:solidFill>
                  <a:srgbClr val="27613F"/>
                </a:solidFill>
              </a:rPr>
              <a:t>Calculation</a:t>
            </a:r>
          </a:p>
          <a:p>
            <a:r>
              <a:rPr lang="en-US" sz="2400" b="1" noProof="0" dirty="0">
                <a:sym typeface="Wingdings" panose="05000000000000000000" pitchFamily="2" charset="2"/>
              </a:rPr>
              <a:t>E</a:t>
            </a:r>
            <a:r>
              <a:rPr lang="en-US" sz="2400" b="1" baseline="-25000" noProof="0" dirty="0">
                <a:sym typeface="Wingdings" panose="05000000000000000000" pitchFamily="2" charset="2"/>
              </a:rPr>
              <a:t>2023</a:t>
            </a:r>
            <a:r>
              <a:rPr lang="en-US" sz="2400" b="1" noProof="0" dirty="0">
                <a:sym typeface="Wingdings" panose="05000000000000000000" pitchFamily="2" charset="2"/>
              </a:rPr>
              <a:t> = E</a:t>
            </a:r>
            <a:r>
              <a:rPr lang="en-US" sz="2400" b="1" baseline="-25000" noProof="0" dirty="0">
                <a:sym typeface="Wingdings" panose="05000000000000000000" pitchFamily="2" charset="2"/>
              </a:rPr>
              <a:t>2022</a:t>
            </a:r>
            <a:r>
              <a:rPr lang="en-US" sz="2400" noProof="0" dirty="0">
                <a:sym typeface="Wingdings" panose="05000000000000000000" pitchFamily="2" charset="2"/>
              </a:rPr>
              <a:t>	  </a:t>
            </a:r>
            <a:endParaRPr lang="en-US" sz="2400" noProof="0" dirty="0"/>
          </a:p>
        </p:txBody>
      </p:sp>
      <p:pic>
        <p:nvPicPr>
          <p:cNvPr id="12" name="Image 11" descr="Abeille - Déconcertée">
            <a:extLst>
              <a:ext uri="{FF2B5EF4-FFF2-40B4-BE49-F238E27FC236}">
                <a16:creationId xmlns:a16="http://schemas.microsoft.com/office/drawing/2014/main" id="{F95F9BA5-2A62-F731-C0C5-F0428A88B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6844" y="3453727"/>
            <a:ext cx="978648" cy="978648"/>
          </a:xfrm>
          <a:prstGeom prst="rect">
            <a:avLst/>
          </a:prstGeom>
        </p:spPr>
      </p:pic>
      <p:sp>
        <p:nvSpPr>
          <p:cNvPr id="13" name="Espace réservé du texte 2">
            <a:extLst>
              <a:ext uri="{FF2B5EF4-FFF2-40B4-BE49-F238E27FC236}">
                <a16:creationId xmlns:a16="http://schemas.microsoft.com/office/drawing/2014/main" id="{866C8200-C40D-8908-C907-EC1B1B593D06}"/>
              </a:ext>
            </a:extLst>
          </p:cNvPr>
          <p:cNvSpPr txBox="1">
            <a:spLocks/>
          </p:cNvSpPr>
          <p:nvPr/>
        </p:nvSpPr>
        <p:spPr>
          <a:xfrm>
            <a:off x="307589" y="3157527"/>
            <a:ext cx="7160011"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Major part of LULUCF</a:t>
            </a:r>
          </a:p>
        </p:txBody>
      </p:sp>
      <p:sp>
        <p:nvSpPr>
          <p:cNvPr id="14" name="ZoneTexte 13">
            <a:extLst>
              <a:ext uri="{FF2B5EF4-FFF2-40B4-BE49-F238E27FC236}">
                <a16:creationId xmlns:a16="http://schemas.microsoft.com/office/drawing/2014/main" id="{9255D91E-2683-A8D7-3787-0BCC5CB85661}"/>
              </a:ext>
            </a:extLst>
          </p:cNvPr>
          <p:cNvSpPr txBox="1"/>
          <p:nvPr/>
        </p:nvSpPr>
        <p:spPr>
          <a:xfrm>
            <a:off x="387600" y="3878570"/>
            <a:ext cx="9772047" cy="1938992"/>
          </a:xfrm>
          <a:prstGeom prst="rect">
            <a:avLst/>
          </a:prstGeom>
          <a:noFill/>
        </p:spPr>
        <p:txBody>
          <a:bodyPr wrap="square" rtlCol="0">
            <a:spAutoFit/>
          </a:bodyPr>
          <a:lstStyle/>
          <a:p>
            <a:r>
              <a:rPr lang="en-US" sz="2400" b="1" noProof="0" dirty="0">
                <a:solidFill>
                  <a:srgbClr val="27613F"/>
                </a:solidFill>
              </a:rPr>
              <a:t>. Calculation</a:t>
            </a:r>
          </a:p>
          <a:p>
            <a:r>
              <a:rPr lang="en-US" sz="2400" b="1" noProof="0" dirty="0">
                <a:sym typeface="Wingdings" panose="05000000000000000000" pitchFamily="2" charset="2"/>
              </a:rPr>
              <a:t>E</a:t>
            </a:r>
            <a:r>
              <a:rPr lang="en-US" sz="2400" b="1" baseline="-25000" noProof="0" dirty="0">
                <a:sym typeface="Wingdings" panose="05000000000000000000" pitchFamily="2" charset="2"/>
              </a:rPr>
              <a:t>2023</a:t>
            </a:r>
            <a:r>
              <a:rPr lang="en-US" sz="2400" b="1" noProof="0" dirty="0">
                <a:sym typeface="Wingdings" panose="05000000000000000000" pitchFamily="2" charset="2"/>
              </a:rPr>
              <a:t> = E</a:t>
            </a:r>
            <a:r>
              <a:rPr lang="en-US" sz="2400" b="1" baseline="-25000" noProof="0" dirty="0">
                <a:sym typeface="Wingdings" panose="05000000000000000000" pitchFamily="2" charset="2"/>
              </a:rPr>
              <a:t>2022</a:t>
            </a:r>
            <a:r>
              <a:rPr lang="en-US" sz="2400" noProof="0" dirty="0">
                <a:sym typeface="Wingdings" panose="05000000000000000000" pitchFamily="2" charset="2"/>
              </a:rPr>
              <a:t>	</a:t>
            </a:r>
          </a:p>
          <a:p>
            <a:endParaRPr lang="en-US" sz="2400" noProof="0" dirty="0">
              <a:sym typeface="Wingdings" panose="05000000000000000000" pitchFamily="2" charset="2"/>
            </a:endParaRPr>
          </a:p>
          <a:p>
            <a:r>
              <a:rPr lang="en-US" sz="2400" noProof="0" dirty="0">
                <a:sym typeface="Wingdings" panose="05000000000000000000" pitchFamily="2" charset="2"/>
              </a:rPr>
              <a:t>. Except 2023 proxy estimates for forest fire using the statistical indicator of burned forest areas  </a:t>
            </a:r>
            <a:endParaRPr lang="en-US" sz="2400" noProof="0" dirty="0"/>
          </a:p>
        </p:txBody>
      </p:sp>
    </p:spTree>
    <p:extLst>
      <p:ext uri="{BB962C8B-B14F-4D97-AF65-F5344CB8AC3E}">
        <p14:creationId xmlns:p14="http://schemas.microsoft.com/office/powerpoint/2010/main" val="183972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13"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5299F-D50C-C068-57B1-DA19A8F7A07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FC0F4AC-830D-83D0-42C5-EA6301B3707D}"/>
              </a:ext>
            </a:extLst>
          </p:cNvPr>
          <p:cNvSpPr>
            <a:spLocks noGrp="1"/>
          </p:cNvSpPr>
          <p:nvPr>
            <p:ph type="title"/>
          </p:nvPr>
        </p:nvSpPr>
        <p:spPr>
          <a:xfrm>
            <a:off x="39189" y="87912"/>
            <a:ext cx="9612630" cy="849504"/>
          </a:xfrm>
        </p:spPr>
        <p:txBody>
          <a:bodyPr/>
          <a:lstStyle/>
          <a:p>
            <a:r>
              <a:rPr lang="en-US" sz="3200" dirty="0"/>
              <a:t>Extending annual proxy to monthly estimates</a:t>
            </a:r>
            <a:br>
              <a:rPr lang="en-US" sz="3200" dirty="0"/>
            </a:br>
            <a:r>
              <a:rPr lang="en-US" sz="2800" dirty="0">
                <a:solidFill>
                  <a:srgbClr val="0070C0"/>
                </a:solidFill>
              </a:rPr>
              <a:t>French emission barometer during current year X</a:t>
            </a:r>
            <a:br>
              <a:rPr lang="en-US" sz="2800" dirty="0"/>
            </a:br>
            <a:endParaRPr lang="en-US" sz="2800" noProof="0" dirty="0"/>
          </a:p>
        </p:txBody>
      </p:sp>
      <p:sp>
        <p:nvSpPr>
          <p:cNvPr id="7" name="Espace réservé du numéro de diapositive 6">
            <a:extLst>
              <a:ext uri="{FF2B5EF4-FFF2-40B4-BE49-F238E27FC236}">
                <a16:creationId xmlns:a16="http://schemas.microsoft.com/office/drawing/2014/main" id="{5682CA18-3D81-ADF8-0A04-C391F5DE3028}"/>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10</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sp>
        <p:nvSpPr>
          <p:cNvPr id="6" name="ZoneTexte 5">
            <a:extLst>
              <a:ext uri="{FF2B5EF4-FFF2-40B4-BE49-F238E27FC236}">
                <a16:creationId xmlns:a16="http://schemas.microsoft.com/office/drawing/2014/main" id="{313018DD-A77E-5547-4DAC-F61255142352}"/>
              </a:ext>
            </a:extLst>
          </p:cNvPr>
          <p:cNvSpPr txBox="1"/>
          <p:nvPr/>
        </p:nvSpPr>
        <p:spPr>
          <a:xfrm>
            <a:off x="21157" y="1000737"/>
            <a:ext cx="9863686" cy="1569660"/>
          </a:xfrm>
          <a:prstGeom prst="rect">
            <a:avLst/>
          </a:prstGeom>
          <a:noFill/>
        </p:spPr>
        <p:txBody>
          <a:bodyPr wrap="square" rtlCol="0">
            <a:spAutoFit/>
          </a:bodyPr>
          <a:lstStyle/>
          <a:p>
            <a:pPr marL="342900" indent="-342900">
              <a:buFont typeface="Wingdings" panose="05000000000000000000" pitchFamily="2" charset="2"/>
              <a:buChar char="à"/>
            </a:pPr>
            <a:r>
              <a:rPr lang="en-US" sz="2400" noProof="0" dirty="0"/>
              <a:t>Similar general method but with monthly indicators VS annual indicator</a:t>
            </a:r>
          </a:p>
          <a:p>
            <a:pPr marL="342900" indent="-342900">
              <a:buFont typeface="Wingdings" panose="05000000000000000000" pitchFamily="2" charset="2"/>
              <a:buChar char="à"/>
            </a:pPr>
            <a:r>
              <a:rPr lang="en-US" sz="2400" noProof="0" dirty="0">
                <a:sym typeface="Wingdings" panose="05000000000000000000" pitchFamily="2" charset="2"/>
              </a:rPr>
              <a:t>If no indicator: annual proxy emissions (X-1) with temporal profiles or divided by 12. </a:t>
            </a:r>
          </a:p>
        </p:txBody>
      </p:sp>
      <p:grpSp>
        <p:nvGrpSpPr>
          <p:cNvPr id="3" name="Groupe 2">
            <a:extLst>
              <a:ext uri="{FF2B5EF4-FFF2-40B4-BE49-F238E27FC236}">
                <a16:creationId xmlns:a16="http://schemas.microsoft.com/office/drawing/2014/main" id="{5E41A1DB-1D82-9A39-0D40-3CC789D0937A}"/>
              </a:ext>
            </a:extLst>
          </p:cNvPr>
          <p:cNvGrpSpPr/>
          <p:nvPr/>
        </p:nvGrpSpPr>
        <p:grpSpPr>
          <a:xfrm>
            <a:off x="3794760" y="2738222"/>
            <a:ext cx="5139873" cy="3574935"/>
            <a:chOff x="2045205" y="1465342"/>
            <a:chExt cx="5703997" cy="4399920"/>
          </a:xfrm>
        </p:grpSpPr>
        <p:sp>
          <p:nvSpPr>
            <p:cNvPr id="8" name="Forme libre : forme 7">
              <a:extLst>
                <a:ext uri="{FF2B5EF4-FFF2-40B4-BE49-F238E27FC236}">
                  <a16:creationId xmlns:a16="http://schemas.microsoft.com/office/drawing/2014/main" id="{3DC24A0E-530E-ED8D-FF4D-A026A249F35F}"/>
                </a:ext>
              </a:extLst>
            </p:cNvPr>
            <p:cNvSpPr/>
            <p:nvPr/>
          </p:nvSpPr>
          <p:spPr>
            <a:xfrm>
              <a:off x="4545405" y="2003921"/>
              <a:ext cx="417362" cy="91440"/>
            </a:xfrm>
            <a:custGeom>
              <a:avLst/>
              <a:gdLst>
                <a:gd name="connsiteX0" fmla="*/ 0 w 417362"/>
                <a:gd name="connsiteY0" fmla="*/ 45720 h 91440"/>
                <a:gd name="connsiteX1" fmla="*/ 417362 w 417362"/>
                <a:gd name="connsiteY1" fmla="*/ 45720 h 91440"/>
              </a:gdLst>
              <a:ahLst/>
              <a:cxnLst>
                <a:cxn ang="0">
                  <a:pos x="connsiteX0" y="connsiteY0"/>
                </a:cxn>
                <a:cxn ang="0">
                  <a:pos x="connsiteX1" y="connsiteY1"/>
                </a:cxn>
              </a:cxnLst>
              <a:rect l="l" t="t" r="r" b="b"/>
              <a:pathLst>
                <a:path w="417362" h="91440">
                  <a:moveTo>
                    <a:pt x="0" y="45720"/>
                  </a:moveTo>
                  <a:lnTo>
                    <a:pt x="417362" y="45720"/>
                  </a:lnTo>
                </a:path>
              </a:pathLst>
            </a:custGeom>
            <a:noFill/>
            <a:ln w="9525" cap="flat" cmpd="sng" algn="ctr">
              <a:solidFill>
                <a:srgbClr val="037BCD">
                  <a:hueOff val="0"/>
                  <a:satOff val="0"/>
                  <a:lumOff val="0"/>
                  <a:alphaOff val="0"/>
                  <a:shade val="95000"/>
                  <a:satMod val="105000"/>
                </a:srgbClr>
              </a:solidFill>
              <a:prstDash val="solid"/>
              <a:tailEnd type="arrow"/>
            </a:ln>
            <a:effectLst/>
          </p:spPr>
          <p:txBody>
            <a:bodyPr spcFirstLastPara="0" vert="horz" wrap="square" lIns="170773" tIns="35328" rIns="170773" bIns="35328" numCol="1" spcCol="1270" anchor="ctr" anchorCtr="0">
              <a:noAutofit/>
            </a:bodyPr>
            <a:lstStyle/>
            <a:p>
              <a:pPr marL="0" marR="0" lvl="0" indent="0" algn="ctr" defTabSz="180578" rtl="0" eaLnBrk="1" fontAlgn="auto" latinLnBrk="0" hangingPunct="1">
                <a:lnSpc>
                  <a:spcPct val="90000"/>
                </a:lnSpc>
                <a:spcBef>
                  <a:spcPct val="0"/>
                </a:spcBef>
                <a:spcAft>
                  <a:spcPct val="35000"/>
                </a:spcAft>
                <a:buClrTx/>
                <a:buSzTx/>
                <a:buFontTx/>
                <a:buNone/>
                <a:tabLst/>
                <a:defRPr/>
              </a:pPr>
              <a:endParaRPr kumimoji="0" lang="en-US" sz="406" b="0" i="0" u="none" strike="noStrike" kern="1200" cap="none" spc="0" normalizeH="0" baseline="0" noProof="0" dirty="0">
                <a:ln>
                  <a:noFill/>
                </a:ln>
                <a:solidFill>
                  <a:srgbClr val="0070C0">
                    <a:hueOff val="0"/>
                    <a:satOff val="0"/>
                    <a:lumOff val="0"/>
                    <a:alphaOff val="0"/>
                  </a:srgbClr>
                </a:solidFill>
                <a:effectLst/>
                <a:uLnTx/>
                <a:uFillTx/>
                <a:latin typeface="Trebuchet MS"/>
                <a:ea typeface="+mn-ea"/>
                <a:cs typeface="+mn-cs"/>
              </a:endParaRPr>
            </a:p>
          </p:txBody>
        </p:sp>
        <p:sp>
          <p:nvSpPr>
            <p:cNvPr id="10" name="Forme libre : forme 9">
              <a:extLst>
                <a:ext uri="{FF2B5EF4-FFF2-40B4-BE49-F238E27FC236}">
                  <a16:creationId xmlns:a16="http://schemas.microsoft.com/office/drawing/2014/main" id="{C93669D3-CF1A-2266-F377-156AAE2EF72F}"/>
                </a:ext>
              </a:extLst>
            </p:cNvPr>
            <p:cNvSpPr/>
            <p:nvPr/>
          </p:nvSpPr>
          <p:spPr>
            <a:xfrm>
              <a:off x="2062976" y="1465342"/>
              <a:ext cx="2484229" cy="1168598"/>
            </a:xfrm>
            <a:custGeom>
              <a:avLst/>
              <a:gdLst>
                <a:gd name="connsiteX0" fmla="*/ 0 w 2390407"/>
                <a:gd name="connsiteY0" fmla="*/ 0 h 1168598"/>
                <a:gd name="connsiteX1" fmla="*/ 2390407 w 2390407"/>
                <a:gd name="connsiteY1" fmla="*/ 0 h 1168598"/>
                <a:gd name="connsiteX2" fmla="*/ 2390407 w 2390407"/>
                <a:gd name="connsiteY2" fmla="*/ 1168598 h 1168598"/>
                <a:gd name="connsiteX3" fmla="*/ 0 w 2390407"/>
                <a:gd name="connsiteY3" fmla="*/ 1168598 h 1168598"/>
                <a:gd name="connsiteX4" fmla="*/ 0 w 2390407"/>
                <a:gd name="connsiteY4" fmla="*/ 0 h 1168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407" h="1168598">
                  <a:moveTo>
                    <a:pt x="0" y="0"/>
                  </a:moveTo>
                  <a:lnTo>
                    <a:pt x="2390407" y="0"/>
                  </a:lnTo>
                  <a:lnTo>
                    <a:pt x="2390407" y="1168598"/>
                  </a:lnTo>
                  <a:lnTo>
                    <a:pt x="0" y="1168598"/>
                  </a:lnTo>
                  <a:lnTo>
                    <a:pt x="0" y="0"/>
                  </a:lnTo>
                  <a:close/>
                </a:path>
              </a:pathLst>
            </a:custGeom>
            <a:solidFill>
              <a:srgbClr val="037BCD"/>
            </a:solidFill>
            <a:ln w="25400" cap="flat" cmpd="sng" algn="ctr">
              <a:solidFill>
                <a:srgbClr val="FFFFFF">
                  <a:hueOff val="0"/>
                  <a:satOff val="0"/>
                  <a:lumOff val="0"/>
                  <a:alphaOff val="0"/>
                </a:srgbClr>
              </a:solidFill>
              <a:prstDash val="solid"/>
            </a:ln>
            <a:effectLst/>
          </p:spPr>
          <p:txBody>
            <a:bodyPr spcFirstLastPara="0" vert="horz" wrap="square" lIns="104013" tIns="104013" rIns="104013" bIns="104013" numCol="1" spcCol="1270" anchor="ctr" anchorCtr="0">
              <a:noAutofit/>
            </a:bodyPr>
            <a:lstStyle/>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rgbClr val="FFFFFF"/>
                  </a:solidFill>
                  <a:effectLst/>
                  <a:uLnTx/>
                  <a:uFillTx/>
                  <a:latin typeface="+mn-lt"/>
                  <a:ea typeface="+mn-ea"/>
                  <a:cs typeface="+mn-cs"/>
                </a:rPr>
                <a:t>Proxy inventory relative to (X-1) emissions (edition X)</a:t>
              </a:r>
            </a:p>
          </p:txBody>
        </p:sp>
        <p:sp>
          <p:nvSpPr>
            <p:cNvPr id="11" name="Forme libre : forme 10">
              <a:extLst>
                <a:ext uri="{FF2B5EF4-FFF2-40B4-BE49-F238E27FC236}">
                  <a16:creationId xmlns:a16="http://schemas.microsoft.com/office/drawing/2014/main" id="{31F34871-E471-FE0A-E995-34AB42A4F0B1}"/>
                </a:ext>
              </a:extLst>
            </p:cNvPr>
            <p:cNvSpPr/>
            <p:nvPr/>
          </p:nvSpPr>
          <p:spPr>
            <a:xfrm>
              <a:off x="3352001" y="2632140"/>
              <a:ext cx="2604591" cy="417362"/>
            </a:xfrm>
            <a:custGeom>
              <a:avLst/>
              <a:gdLst>
                <a:gd name="connsiteX0" fmla="*/ 2838369 w 2838369"/>
                <a:gd name="connsiteY0" fmla="*/ 0 h 417362"/>
                <a:gd name="connsiteX1" fmla="*/ 2838369 w 2838369"/>
                <a:gd name="connsiteY1" fmla="*/ 225781 h 417362"/>
                <a:gd name="connsiteX2" fmla="*/ 0 w 2838369"/>
                <a:gd name="connsiteY2" fmla="*/ 225781 h 417362"/>
                <a:gd name="connsiteX3" fmla="*/ 0 w 2838369"/>
                <a:gd name="connsiteY3" fmla="*/ 417362 h 417362"/>
              </a:gdLst>
              <a:ahLst/>
              <a:cxnLst>
                <a:cxn ang="0">
                  <a:pos x="connsiteX0" y="connsiteY0"/>
                </a:cxn>
                <a:cxn ang="0">
                  <a:pos x="connsiteX1" y="connsiteY1"/>
                </a:cxn>
                <a:cxn ang="0">
                  <a:pos x="connsiteX2" y="connsiteY2"/>
                </a:cxn>
                <a:cxn ang="0">
                  <a:pos x="connsiteX3" y="connsiteY3"/>
                </a:cxn>
              </a:cxnLst>
              <a:rect l="l" t="t" r="r" b="b"/>
              <a:pathLst>
                <a:path w="2838369" h="417362">
                  <a:moveTo>
                    <a:pt x="2838369" y="0"/>
                  </a:moveTo>
                  <a:lnTo>
                    <a:pt x="2838369" y="225781"/>
                  </a:lnTo>
                  <a:lnTo>
                    <a:pt x="0" y="225781"/>
                  </a:lnTo>
                  <a:lnTo>
                    <a:pt x="0" y="417362"/>
                  </a:lnTo>
                </a:path>
              </a:pathLst>
            </a:custGeom>
            <a:noFill/>
            <a:ln w="9525" cap="flat" cmpd="sng" algn="ctr">
              <a:solidFill>
                <a:srgbClr val="037BCD">
                  <a:hueOff val="512806"/>
                  <a:satOff val="-31495"/>
                  <a:lumOff val="1307"/>
                  <a:alphaOff val="0"/>
                  <a:shade val="95000"/>
                  <a:satMod val="105000"/>
                </a:srgbClr>
              </a:solidFill>
              <a:prstDash val="solid"/>
              <a:tailEnd type="arrow"/>
            </a:ln>
            <a:effectLst/>
          </p:spPr>
          <p:txBody>
            <a:bodyPr spcFirstLastPara="0" vert="horz" wrap="square" lIns="1105039" tIns="167734" rIns="1105037" bIns="167733" numCol="1" spcCol="1270" anchor="ctr" anchorCtr="0">
              <a:noAutofit/>
            </a:bodyPr>
            <a:lstStyle/>
            <a:p>
              <a:pPr marL="0" marR="0" lvl="0" indent="0" algn="ctr" defTabSz="180578" rtl="0" eaLnBrk="1" fontAlgn="auto" latinLnBrk="0" hangingPunct="1">
                <a:lnSpc>
                  <a:spcPct val="90000"/>
                </a:lnSpc>
                <a:spcBef>
                  <a:spcPct val="0"/>
                </a:spcBef>
                <a:spcAft>
                  <a:spcPct val="35000"/>
                </a:spcAft>
                <a:buClrTx/>
                <a:buSzTx/>
                <a:buFontTx/>
                <a:buNone/>
                <a:tabLst/>
                <a:defRPr/>
              </a:pPr>
              <a:endParaRPr kumimoji="0" lang="en-US" sz="406" b="0" i="0" u="none" strike="noStrike" kern="1200" cap="none" spc="0" normalizeH="0" baseline="0" noProof="0" dirty="0">
                <a:ln>
                  <a:noFill/>
                </a:ln>
                <a:solidFill>
                  <a:srgbClr val="0070C0">
                    <a:hueOff val="0"/>
                    <a:satOff val="0"/>
                    <a:lumOff val="0"/>
                    <a:alphaOff val="0"/>
                  </a:srgbClr>
                </a:solidFill>
                <a:effectLst/>
                <a:uLnTx/>
                <a:uFillTx/>
                <a:latin typeface="Trebuchet MS"/>
                <a:ea typeface="+mn-ea"/>
                <a:cs typeface="+mn-cs"/>
              </a:endParaRPr>
            </a:p>
          </p:txBody>
        </p:sp>
        <p:sp>
          <p:nvSpPr>
            <p:cNvPr id="12" name="Forme libre : forme 11">
              <a:extLst>
                <a:ext uri="{FF2B5EF4-FFF2-40B4-BE49-F238E27FC236}">
                  <a16:creationId xmlns:a16="http://schemas.microsoft.com/office/drawing/2014/main" id="{469AAB44-3135-F00D-48B2-49B12B7F1E9E}"/>
                </a:ext>
              </a:extLst>
            </p:cNvPr>
            <p:cNvSpPr/>
            <p:nvPr/>
          </p:nvSpPr>
          <p:spPr>
            <a:xfrm>
              <a:off x="4995167" y="1465342"/>
              <a:ext cx="2754000" cy="1168598"/>
            </a:xfrm>
            <a:custGeom>
              <a:avLst/>
              <a:gdLst>
                <a:gd name="connsiteX0" fmla="*/ 0 w 2390407"/>
                <a:gd name="connsiteY0" fmla="*/ 0 h 1168598"/>
                <a:gd name="connsiteX1" fmla="*/ 2390407 w 2390407"/>
                <a:gd name="connsiteY1" fmla="*/ 0 h 1168598"/>
                <a:gd name="connsiteX2" fmla="*/ 2390407 w 2390407"/>
                <a:gd name="connsiteY2" fmla="*/ 1168598 h 1168598"/>
                <a:gd name="connsiteX3" fmla="*/ 0 w 2390407"/>
                <a:gd name="connsiteY3" fmla="*/ 1168598 h 1168598"/>
                <a:gd name="connsiteX4" fmla="*/ 0 w 2390407"/>
                <a:gd name="connsiteY4" fmla="*/ 0 h 1168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407" h="1168598">
                  <a:moveTo>
                    <a:pt x="0" y="0"/>
                  </a:moveTo>
                  <a:lnTo>
                    <a:pt x="2390407" y="0"/>
                  </a:lnTo>
                  <a:lnTo>
                    <a:pt x="2390407" y="1168598"/>
                  </a:lnTo>
                  <a:lnTo>
                    <a:pt x="0" y="1168598"/>
                  </a:lnTo>
                  <a:lnTo>
                    <a:pt x="0" y="0"/>
                  </a:lnTo>
                  <a:close/>
                </a:path>
              </a:pathLst>
            </a:custGeom>
            <a:solidFill>
              <a:srgbClr val="1C68B9"/>
            </a:solidFill>
            <a:ln w="25400" cap="flat" cmpd="sng" algn="ctr">
              <a:solidFill>
                <a:srgbClr val="FFFFFF">
                  <a:hueOff val="0"/>
                  <a:satOff val="0"/>
                  <a:lumOff val="0"/>
                  <a:alphaOff val="0"/>
                </a:srgbClr>
              </a:solidFill>
              <a:prstDash val="solid"/>
            </a:ln>
            <a:effectLst/>
          </p:spPr>
          <p:txBody>
            <a:bodyPr spcFirstLastPara="0" vert="horz" wrap="square" lIns="104013" tIns="104013" rIns="104013" bIns="104013" numCol="1" spcCol="1270" anchor="ctr" anchorCtr="0">
              <a:noAutofit/>
            </a:bodyPr>
            <a:lstStyle/>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rgbClr val="FFFFFF"/>
                  </a:solidFill>
                  <a:effectLst/>
                  <a:uLnTx/>
                  <a:uFillTx/>
                  <a:latin typeface="+mn-lt"/>
                  <a:ea typeface="+mn-ea"/>
                  <a:cs typeface="+mn-cs"/>
                </a:rPr>
                <a:t>Indicators by month </a:t>
              </a:r>
            </a:p>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rgbClr val="FFFFFF"/>
                  </a:solidFill>
                  <a:effectLst/>
                  <a:uLnTx/>
                  <a:uFillTx/>
                  <a:latin typeface="+mn-lt"/>
                  <a:ea typeface="+mn-ea"/>
                  <a:cs typeface="+mn-cs"/>
                </a:rPr>
                <a:t>relative to (X-1 and X) in current year X</a:t>
              </a:r>
            </a:p>
          </p:txBody>
        </p:sp>
        <p:sp>
          <p:nvSpPr>
            <p:cNvPr id="13" name="Forme libre : forme 12">
              <a:extLst>
                <a:ext uri="{FF2B5EF4-FFF2-40B4-BE49-F238E27FC236}">
                  <a16:creationId xmlns:a16="http://schemas.microsoft.com/office/drawing/2014/main" id="{39A9F86D-CABB-6DAF-5845-6AA79F92E9EB}"/>
                </a:ext>
              </a:extLst>
            </p:cNvPr>
            <p:cNvSpPr/>
            <p:nvPr/>
          </p:nvSpPr>
          <p:spPr>
            <a:xfrm>
              <a:off x="4545405" y="3620482"/>
              <a:ext cx="417362" cy="91440"/>
            </a:xfrm>
            <a:custGeom>
              <a:avLst/>
              <a:gdLst>
                <a:gd name="connsiteX0" fmla="*/ 0 w 417362"/>
                <a:gd name="connsiteY0" fmla="*/ 45720 h 91440"/>
                <a:gd name="connsiteX1" fmla="*/ 417362 w 417362"/>
                <a:gd name="connsiteY1" fmla="*/ 45720 h 91440"/>
              </a:gdLst>
              <a:ahLst/>
              <a:cxnLst>
                <a:cxn ang="0">
                  <a:pos x="connsiteX0" y="connsiteY0"/>
                </a:cxn>
                <a:cxn ang="0">
                  <a:pos x="connsiteX1" y="connsiteY1"/>
                </a:cxn>
              </a:cxnLst>
              <a:rect l="l" t="t" r="r" b="b"/>
              <a:pathLst>
                <a:path w="417362" h="91440">
                  <a:moveTo>
                    <a:pt x="0" y="45720"/>
                  </a:moveTo>
                  <a:lnTo>
                    <a:pt x="417362" y="45720"/>
                  </a:lnTo>
                </a:path>
              </a:pathLst>
            </a:custGeom>
            <a:noFill/>
            <a:ln w="9525" cap="flat" cmpd="sng" algn="ctr">
              <a:solidFill>
                <a:srgbClr val="037BCD">
                  <a:hueOff val="1025612"/>
                  <a:satOff val="-62990"/>
                  <a:lumOff val="2615"/>
                  <a:alphaOff val="0"/>
                  <a:shade val="95000"/>
                  <a:satMod val="105000"/>
                </a:srgbClr>
              </a:solidFill>
              <a:prstDash val="solid"/>
              <a:tailEnd type="arrow"/>
            </a:ln>
            <a:effectLst/>
          </p:spPr>
          <p:txBody>
            <a:bodyPr spcFirstLastPara="0" vert="horz" wrap="square" lIns="170773" tIns="35328" rIns="170773" bIns="35328" numCol="1" spcCol="1270" anchor="ctr" anchorCtr="0">
              <a:noAutofit/>
            </a:bodyPr>
            <a:lstStyle/>
            <a:p>
              <a:pPr marL="0" marR="0" lvl="0" indent="0" algn="ctr" defTabSz="180578" rtl="0" eaLnBrk="1" fontAlgn="auto" latinLnBrk="0" hangingPunct="1">
                <a:lnSpc>
                  <a:spcPct val="90000"/>
                </a:lnSpc>
                <a:spcBef>
                  <a:spcPct val="0"/>
                </a:spcBef>
                <a:spcAft>
                  <a:spcPct val="35000"/>
                </a:spcAft>
                <a:buClrTx/>
                <a:buSzTx/>
                <a:buFontTx/>
                <a:buNone/>
                <a:tabLst/>
                <a:defRPr/>
              </a:pPr>
              <a:endParaRPr kumimoji="0" lang="en-US" sz="406" b="0" i="0" u="none" strike="noStrike" kern="1200" cap="none" spc="0" normalizeH="0" baseline="0" noProof="0" dirty="0">
                <a:ln>
                  <a:noFill/>
                </a:ln>
                <a:solidFill>
                  <a:srgbClr val="0070C0">
                    <a:hueOff val="0"/>
                    <a:satOff val="0"/>
                    <a:lumOff val="0"/>
                    <a:alphaOff val="0"/>
                  </a:srgbClr>
                </a:solidFill>
                <a:effectLst/>
                <a:uLnTx/>
                <a:uFillTx/>
                <a:latin typeface="Trebuchet MS"/>
                <a:ea typeface="+mn-ea"/>
                <a:cs typeface="+mn-cs"/>
              </a:endParaRPr>
            </a:p>
          </p:txBody>
        </p:sp>
        <p:sp>
          <p:nvSpPr>
            <p:cNvPr id="14" name="Forme libre : forme 13">
              <a:extLst>
                <a:ext uri="{FF2B5EF4-FFF2-40B4-BE49-F238E27FC236}">
                  <a16:creationId xmlns:a16="http://schemas.microsoft.com/office/drawing/2014/main" id="{DB9F9E07-310C-D034-D17B-B1155481039B}"/>
                </a:ext>
              </a:extLst>
            </p:cNvPr>
            <p:cNvSpPr/>
            <p:nvPr/>
          </p:nvSpPr>
          <p:spPr>
            <a:xfrm>
              <a:off x="2045205" y="3059629"/>
              <a:ext cx="2484000" cy="1168598"/>
            </a:xfrm>
            <a:custGeom>
              <a:avLst/>
              <a:gdLst>
                <a:gd name="connsiteX0" fmla="*/ 0 w 2390407"/>
                <a:gd name="connsiteY0" fmla="*/ 0 h 1168598"/>
                <a:gd name="connsiteX1" fmla="*/ 2390407 w 2390407"/>
                <a:gd name="connsiteY1" fmla="*/ 0 h 1168598"/>
                <a:gd name="connsiteX2" fmla="*/ 2390407 w 2390407"/>
                <a:gd name="connsiteY2" fmla="*/ 1168598 h 1168598"/>
                <a:gd name="connsiteX3" fmla="*/ 0 w 2390407"/>
                <a:gd name="connsiteY3" fmla="*/ 1168598 h 1168598"/>
                <a:gd name="connsiteX4" fmla="*/ 0 w 2390407"/>
                <a:gd name="connsiteY4" fmla="*/ 0 h 1168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407" h="1168598">
                  <a:moveTo>
                    <a:pt x="0" y="0"/>
                  </a:moveTo>
                  <a:lnTo>
                    <a:pt x="2390407" y="0"/>
                  </a:lnTo>
                  <a:lnTo>
                    <a:pt x="2390407" y="1168598"/>
                  </a:lnTo>
                  <a:lnTo>
                    <a:pt x="0" y="1168598"/>
                  </a:lnTo>
                  <a:lnTo>
                    <a:pt x="0" y="0"/>
                  </a:lnTo>
                  <a:close/>
                </a:path>
              </a:pathLst>
            </a:custGeom>
            <a:solidFill>
              <a:srgbClr val="025C9A"/>
            </a:solidFill>
            <a:ln w="25400" cap="flat" cmpd="sng" algn="ctr">
              <a:solidFill>
                <a:srgbClr val="FFFFFF">
                  <a:hueOff val="0"/>
                  <a:satOff val="0"/>
                  <a:lumOff val="0"/>
                  <a:alphaOff val="0"/>
                </a:srgbClr>
              </a:solidFill>
              <a:prstDash val="solid"/>
            </a:ln>
            <a:effectLst/>
          </p:spPr>
          <p:txBody>
            <a:bodyPr spcFirstLastPara="0" vert="horz" wrap="square" lIns="104013" tIns="104013" rIns="104013" bIns="104013" numCol="1" spcCol="1270" anchor="ctr" anchorCtr="0">
              <a:noAutofit/>
            </a:bodyPr>
            <a:lstStyle/>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rgbClr val="FFFFFF"/>
                  </a:solidFill>
                  <a:effectLst/>
                  <a:uLnTx/>
                  <a:uFillTx/>
                  <a:latin typeface="+mn-lt"/>
                  <a:ea typeface="+mn-ea"/>
                  <a:cs typeface="+mn-cs"/>
                </a:rPr>
                <a:t>Proxy split by month =&gt; monthly emissions (X-1) year</a:t>
              </a:r>
            </a:p>
          </p:txBody>
        </p:sp>
        <p:sp>
          <p:nvSpPr>
            <p:cNvPr id="15" name="Forme libre : forme 14">
              <a:extLst>
                <a:ext uri="{FF2B5EF4-FFF2-40B4-BE49-F238E27FC236}">
                  <a16:creationId xmlns:a16="http://schemas.microsoft.com/office/drawing/2014/main" id="{B735E41C-0B6E-9CAA-F122-D41587D8FA80}"/>
                </a:ext>
              </a:extLst>
            </p:cNvPr>
            <p:cNvSpPr/>
            <p:nvPr/>
          </p:nvSpPr>
          <p:spPr>
            <a:xfrm>
              <a:off x="3130630" y="4264778"/>
              <a:ext cx="3166833" cy="417362"/>
            </a:xfrm>
            <a:custGeom>
              <a:avLst/>
              <a:gdLst>
                <a:gd name="connsiteX0" fmla="*/ 3166833 w 3166833"/>
                <a:gd name="connsiteY0" fmla="*/ 0 h 417362"/>
                <a:gd name="connsiteX1" fmla="*/ 3166833 w 3166833"/>
                <a:gd name="connsiteY1" fmla="*/ 225781 h 417362"/>
                <a:gd name="connsiteX2" fmla="*/ 0 w 3166833"/>
                <a:gd name="connsiteY2" fmla="*/ 225781 h 417362"/>
                <a:gd name="connsiteX3" fmla="*/ 0 w 3166833"/>
                <a:gd name="connsiteY3" fmla="*/ 417362 h 417362"/>
              </a:gdLst>
              <a:ahLst/>
              <a:cxnLst>
                <a:cxn ang="0">
                  <a:pos x="connsiteX0" y="connsiteY0"/>
                </a:cxn>
                <a:cxn ang="0">
                  <a:pos x="connsiteX1" y="connsiteY1"/>
                </a:cxn>
                <a:cxn ang="0">
                  <a:pos x="connsiteX2" y="connsiteY2"/>
                </a:cxn>
                <a:cxn ang="0">
                  <a:pos x="connsiteX3" y="connsiteY3"/>
                </a:cxn>
              </a:cxnLst>
              <a:rect l="l" t="t" r="r" b="b"/>
              <a:pathLst>
                <a:path w="3166833" h="417362">
                  <a:moveTo>
                    <a:pt x="3166833" y="0"/>
                  </a:moveTo>
                  <a:lnTo>
                    <a:pt x="3166833" y="225781"/>
                  </a:lnTo>
                  <a:lnTo>
                    <a:pt x="0" y="225781"/>
                  </a:lnTo>
                  <a:lnTo>
                    <a:pt x="0" y="417362"/>
                  </a:lnTo>
                </a:path>
              </a:pathLst>
            </a:custGeom>
            <a:noFill/>
            <a:ln w="9525" cap="flat" cmpd="sng" algn="ctr">
              <a:solidFill>
                <a:srgbClr val="037BCD">
                  <a:hueOff val="1538417"/>
                  <a:satOff val="-94485"/>
                  <a:lumOff val="3922"/>
                  <a:alphaOff val="0"/>
                  <a:shade val="95000"/>
                  <a:satMod val="105000"/>
                </a:srgbClr>
              </a:solidFill>
              <a:prstDash val="solid"/>
              <a:tailEnd type="arrow"/>
            </a:ln>
            <a:effectLst/>
          </p:spPr>
          <p:txBody>
            <a:bodyPr spcFirstLastPara="0" vert="horz" wrap="square" lIns="1231878" tIns="167734" rIns="1231878" bIns="167733" numCol="1" spcCol="1270" anchor="ctr" anchorCtr="0">
              <a:noAutofit/>
            </a:bodyPr>
            <a:lstStyle/>
            <a:p>
              <a:pPr marL="0" marR="0" lvl="0" indent="0" algn="ctr" defTabSz="180578" rtl="0" eaLnBrk="1" fontAlgn="auto" latinLnBrk="0" hangingPunct="1">
                <a:lnSpc>
                  <a:spcPct val="90000"/>
                </a:lnSpc>
                <a:spcBef>
                  <a:spcPct val="0"/>
                </a:spcBef>
                <a:spcAft>
                  <a:spcPct val="35000"/>
                </a:spcAft>
                <a:buClrTx/>
                <a:buSzTx/>
                <a:buFontTx/>
                <a:buNone/>
                <a:tabLst/>
                <a:defRPr/>
              </a:pPr>
              <a:endParaRPr kumimoji="0" lang="en-US" sz="406" b="0" i="0" u="none" strike="noStrike" kern="1200" cap="none" spc="0" normalizeH="0" baseline="0" noProof="0" dirty="0">
                <a:ln>
                  <a:noFill/>
                </a:ln>
                <a:solidFill>
                  <a:srgbClr val="0070C0">
                    <a:hueOff val="0"/>
                    <a:satOff val="0"/>
                    <a:lumOff val="0"/>
                    <a:alphaOff val="0"/>
                  </a:srgbClr>
                </a:solidFill>
                <a:effectLst/>
                <a:uLnTx/>
                <a:uFillTx/>
                <a:latin typeface="Trebuchet MS"/>
                <a:ea typeface="+mn-ea"/>
                <a:cs typeface="+mn-cs"/>
              </a:endParaRPr>
            </a:p>
          </p:txBody>
        </p:sp>
        <p:sp>
          <p:nvSpPr>
            <p:cNvPr id="16" name="Forme libre : forme 15">
              <a:extLst>
                <a:ext uri="{FF2B5EF4-FFF2-40B4-BE49-F238E27FC236}">
                  <a16:creationId xmlns:a16="http://schemas.microsoft.com/office/drawing/2014/main" id="{C405E40B-8C72-659F-4368-F73B1611D034}"/>
                </a:ext>
              </a:extLst>
            </p:cNvPr>
            <p:cNvSpPr/>
            <p:nvPr/>
          </p:nvSpPr>
          <p:spPr>
            <a:xfrm>
              <a:off x="4995168" y="3081903"/>
              <a:ext cx="2754034" cy="1168598"/>
            </a:xfrm>
            <a:custGeom>
              <a:avLst/>
              <a:gdLst>
                <a:gd name="connsiteX0" fmla="*/ 0 w 2604591"/>
                <a:gd name="connsiteY0" fmla="*/ 0 h 1168598"/>
                <a:gd name="connsiteX1" fmla="*/ 2604591 w 2604591"/>
                <a:gd name="connsiteY1" fmla="*/ 0 h 1168598"/>
                <a:gd name="connsiteX2" fmla="*/ 2604591 w 2604591"/>
                <a:gd name="connsiteY2" fmla="*/ 1168598 h 1168598"/>
                <a:gd name="connsiteX3" fmla="*/ 0 w 2604591"/>
                <a:gd name="connsiteY3" fmla="*/ 1168598 h 1168598"/>
                <a:gd name="connsiteX4" fmla="*/ 0 w 2604591"/>
                <a:gd name="connsiteY4" fmla="*/ 0 h 1168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4591" h="1168598">
                  <a:moveTo>
                    <a:pt x="0" y="0"/>
                  </a:moveTo>
                  <a:lnTo>
                    <a:pt x="2604591" y="0"/>
                  </a:lnTo>
                  <a:lnTo>
                    <a:pt x="2604591" y="1168598"/>
                  </a:lnTo>
                  <a:lnTo>
                    <a:pt x="0" y="1168598"/>
                  </a:lnTo>
                  <a:lnTo>
                    <a:pt x="0" y="0"/>
                  </a:lnTo>
                  <a:close/>
                </a:path>
              </a:pathLst>
            </a:custGeom>
            <a:solidFill>
              <a:srgbClr val="52628D"/>
            </a:solidFill>
            <a:ln w="25400" cap="flat" cmpd="sng" algn="ctr">
              <a:solidFill>
                <a:srgbClr val="FFFFFF">
                  <a:hueOff val="0"/>
                  <a:satOff val="0"/>
                  <a:lumOff val="0"/>
                  <a:alphaOff val="0"/>
                </a:srgbClr>
              </a:solidFill>
              <a:prstDash val="solid"/>
            </a:ln>
            <a:effectLst/>
          </p:spPr>
          <p:txBody>
            <a:bodyPr spcFirstLastPara="0" vert="horz" wrap="square" lIns="104013" tIns="104013" rIns="104013" bIns="104013" numCol="1" spcCol="1270" anchor="ctr" anchorCtr="0">
              <a:noAutofit/>
            </a:bodyPr>
            <a:lstStyle/>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rgbClr val="FFFFFF"/>
                  </a:solidFill>
                  <a:effectLst/>
                  <a:uLnTx/>
                  <a:uFillTx/>
                  <a:latin typeface="+mn-lt"/>
                  <a:ea typeface="+mn-ea"/>
                  <a:cs typeface="+mn-cs"/>
                </a:rPr>
                <a:t>Trend of indicators by month </a:t>
              </a:r>
            </a:p>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rgbClr val="FFFFFF"/>
                  </a:solidFill>
                  <a:effectLst/>
                  <a:uLnTx/>
                  <a:uFillTx/>
                  <a:latin typeface="+mn-lt"/>
                  <a:ea typeface="+mn-ea"/>
                  <a:cs typeface="+mn-cs"/>
                </a:rPr>
                <a:t>X-1 -&gt; X </a:t>
              </a:r>
            </a:p>
          </p:txBody>
        </p:sp>
        <p:sp>
          <p:nvSpPr>
            <p:cNvPr id="17" name="Forme libre : forme 16">
              <a:extLst>
                <a:ext uri="{FF2B5EF4-FFF2-40B4-BE49-F238E27FC236}">
                  <a16:creationId xmlns:a16="http://schemas.microsoft.com/office/drawing/2014/main" id="{648F8573-9668-FBE8-2046-3D48A5B47B5B}"/>
                </a:ext>
              </a:extLst>
            </p:cNvPr>
            <p:cNvSpPr/>
            <p:nvPr/>
          </p:nvSpPr>
          <p:spPr>
            <a:xfrm>
              <a:off x="2061404" y="4696664"/>
              <a:ext cx="3055825" cy="1168598"/>
            </a:xfrm>
            <a:custGeom>
              <a:avLst/>
              <a:gdLst>
                <a:gd name="connsiteX0" fmla="*/ 0 w 1947664"/>
                <a:gd name="connsiteY0" fmla="*/ 0 h 1168598"/>
                <a:gd name="connsiteX1" fmla="*/ 1947664 w 1947664"/>
                <a:gd name="connsiteY1" fmla="*/ 0 h 1168598"/>
                <a:gd name="connsiteX2" fmla="*/ 1947664 w 1947664"/>
                <a:gd name="connsiteY2" fmla="*/ 1168598 h 1168598"/>
                <a:gd name="connsiteX3" fmla="*/ 0 w 1947664"/>
                <a:gd name="connsiteY3" fmla="*/ 1168598 h 1168598"/>
                <a:gd name="connsiteX4" fmla="*/ 0 w 1947664"/>
                <a:gd name="connsiteY4" fmla="*/ 0 h 1168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7664" h="1168598">
                  <a:moveTo>
                    <a:pt x="0" y="0"/>
                  </a:moveTo>
                  <a:lnTo>
                    <a:pt x="1947664" y="0"/>
                  </a:lnTo>
                  <a:lnTo>
                    <a:pt x="1947664" y="1168598"/>
                  </a:lnTo>
                  <a:lnTo>
                    <a:pt x="0" y="1168598"/>
                  </a:lnTo>
                  <a:lnTo>
                    <a:pt x="0" y="0"/>
                  </a:lnTo>
                  <a:close/>
                </a:path>
              </a:pathLst>
            </a:custGeom>
            <a:solidFill>
              <a:srgbClr val="69BE12"/>
            </a:solidFill>
            <a:ln w="25400" cap="flat" cmpd="sng" algn="ctr">
              <a:solidFill>
                <a:srgbClr val="FFFFFF">
                  <a:hueOff val="0"/>
                  <a:satOff val="0"/>
                  <a:lumOff val="0"/>
                  <a:alphaOff val="0"/>
                </a:srgbClr>
              </a:solidFill>
              <a:prstDash val="solid"/>
            </a:ln>
            <a:effectLst/>
          </p:spPr>
          <p:txBody>
            <a:bodyPr spcFirstLastPara="0" vert="horz" wrap="square" lIns="104013" tIns="104013" rIns="104013" bIns="104013" numCol="1" spcCol="1270" anchor="ctr" anchorCtr="0">
              <a:noAutofit/>
            </a:bodyPr>
            <a:lstStyle/>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chemeClr val="accent2"/>
                  </a:solidFill>
                  <a:effectLst/>
                  <a:uLnTx/>
                  <a:uFillTx/>
                  <a:latin typeface="+mn-lt"/>
                  <a:ea typeface="+mn-ea"/>
                  <a:cs typeface="+mn-cs"/>
                </a:rPr>
                <a:t>Emissions by sector and month of the current year X</a:t>
              </a:r>
            </a:p>
          </p:txBody>
        </p:sp>
        <p:sp>
          <p:nvSpPr>
            <p:cNvPr id="19" name="Forme libre : forme 18">
              <a:extLst>
                <a:ext uri="{FF2B5EF4-FFF2-40B4-BE49-F238E27FC236}">
                  <a16:creationId xmlns:a16="http://schemas.microsoft.com/office/drawing/2014/main" id="{A3818A08-B1FC-50BD-403E-BA77197292F0}"/>
                </a:ext>
              </a:extLst>
            </p:cNvPr>
            <p:cNvSpPr/>
            <p:nvPr/>
          </p:nvSpPr>
          <p:spPr>
            <a:xfrm rot="5400000">
              <a:off x="6217843" y="2810976"/>
              <a:ext cx="417362" cy="91440"/>
            </a:xfrm>
            <a:custGeom>
              <a:avLst/>
              <a:gdLst>
                <a:gd name="connsiteX0" fmla="*/ 0 w 417362"/>
                <a:gd name="connsiteY0" fmla="*/ 45720 h 91440"/>
                <a:gd name="connsiteX1" fmla="*/ 417362 w 417362"/>
                <a:gd name="connsiteY1" fmla="*/ 45720 h 91440"/>
              </a:gdLst>
              <a:ahLst/>
              <a:cxnLst>
                <a:cxn ang="0">
                  <a:pos x="connsiteX0" y="connsiteY0"/>
                </a:cxn>
                <a:cxn ang="0">
                  <a:pos x="connsiteX1" y="connsiteY1"/>
                </a:cxn>
              </a:cxnLst>
              <a:rect l="l" t="t" r="r" b="b"/>
              <a:pathLst>
                <a:path w="417362" h="91440">
                  <a:moveTo>
                    <a:pt x="0" y="45720"/>
                  </a:moveTo>
                  <a:lnTo>
                    <a:pt x="417362" y="45720"/>
                  </a:lnTo>
                </a:path>
              </a:pathLst>
            </a:custGeom>
            <a:noFill/>
            <a:ln w="9525" cap="flat" cmpd="sng" algn="ctr">
              <a:solidFill>
                <a:srgbClr val="037BCD">
                  <a:hueOff val="1025612"/>
                  <a:satOff val="-62990"/>
                  <a:lumOff val="2615"/>
                  <a:alphaOff val="0"/>
                  <a:shade val="95000"/>
                  <a:satMod val="105000"/>
                </a:srgbClr>
              </a:solidFill>
              <a:prstDash val="solid"/>
              <a:tailEnd type="arrow"/>
            </a:ln>
            <a:effectLst/>
          </p:spPr>
          <p:txBody>
            <a:bodyPr spcFirstLastPara="0" vert="horz" wrap="square" lIns="170773" tIns="35328" rIns="170773" bIns="35328" numCol="1" spcCol="1270" anchor="ctr" anchorCtr="0">
              <a:noAutofit/>
            </a:bodyPr>
            <a:lstStyle/>
            <a:p>
              <a:pPr marL="0" marR="0" lvl="0" indent="0" algn="ctr" defTabSz="180578" rtl="0" eaLnBrk="1" fontAlgn="auto" latinLnBrk="0" hangingPunct="1">
                <a:lnSpc>
                  <a:spcPct val="90000"/>
                </a:lnSpc>
                <a:spcBef>
                  <a:spcPct val="0"/>
                </a:spcBef>
                <a:spcAft>
                  <a:spcPct val="35000"/>
                </a:spcAft>
                <a:buClrTx/>
                <a:buSzTx/>
                <a:buFontTx/>
                <a:buNone/>
                <a:tabLst/>
                <a:defRPr/>
              </a:pPr>
              <a:endParaRPr kumimoji="0" lang="en-US" sz="406" b="0" i="0" u="none" strike="noStrike" kern="1200" cap="none" spc="0" normalizeH="0" baseline="0" noProof="0" dirty="0">
                <a:ln>
                  <a:noFill/>
                </a:ln>
                <a:solidFill>
                  <a:srgbClr val="0070C0">
                    <a:hueOff val="0"/>
                    <a:satOff val="0"/>
                    <a:lumOff val="0"/>
                    <a:alphaOff val="0"/>
                  </a:srgbClr>
                </a:solidFill>
                <a:effectLst/>
                <a:uLnTx/>
                <a:uFillTx/>
                <a:latin typeface="Trebuchet MS"/>
                <a:ea typeface="+mn-ea"/>
                <a:cs typeface="+mn-cs"/>
              </a:endParaRPr>
            </a:p>
          </p:txBody>
        </p:sp>
      </p:grpSp>
      <p:sp>
        <p:nvSpPr>
          <p:cNvPr id="20" name="Forme libre : forme 19">
            <a:extLst>
              <a:ext uri="{FF2B5EF4-FFF2-40B4-BE49-F238E27FC236}">
                <a16:creationId xmlns:a16="http://schemas.microsoft.com/office/drawing/2014/main" id="{73918FF3-3431-5BA0-A444-772FB7504C96}"/>
              </a:ext>
            </a:extLst>
          </p:cNvPr>
          <p:cNvSpPr/>
          <p:nvPr/>
        </p:nvSpPr>
        <p:spPr>
          <a:xfrm>
            <a:off x="1381266" y="2736759"/>
            <a:ext cx="2237653" cy="949486"/>
          </a:xfrm>
          <a:custGeom>
            <a:avLst/>
            <a:gdLst>
              <a:gd name="connsiteX0" fmla="*/ 0 w 2604591"/>
              <a:gd name="connsiteY0" fmla="*/ 0 h 1168598"/>
              <a:gd name="connsiteX1" fmla="*/ 2604591 w 2604591"/>
              <a:gd name="connsiteY1" fmla="*/ 0 h 1168598"/>
              <a:gd name="connsiteX2" fmla="*/ 2604591 w 2604591"/>
              <a:gd name="connsiteY2" fmla="*/ 1168598 h 1168598"/>
              <a:gd name="connsiteX3" fmla="*/ 0 w 2604591"/>
              <a:gd name="connsiteY3" fmla="*/ 1168598 h 1168598"/>
              <a:gd name="connsiteX4" fmla="*/ 0 w 2604591"/>
              <a:gd name="connsiteY4" fmla="*/ 0 h 1168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4591" h="1168598">
                <a:moveTo>
                  <a:pt x="0" y="0"/>
                </a:moveTo>
                <a:lnTo>
                  <a:pt x="2604591" y="0"/>
                </a:lnTo>
                <a:lnTo>
                  <a:pt x="2604591" y="1168598"/>
                </a:lnTo>
                <a:lnTo>
                  <a:pt x="0" y="1168598"/>
                </a:lnTo>
                <a:lnTo>
                  <a:pt x="0" y="0"/>
                </a:lnTo>
                <a:close/>
              </a:path>
            </a:pathLst>
          </a:custGeom>
          <a:solidFill>
            <a:srgbClr val="52628D"/>
          </a:solidFill>
          <a:ln w="25400" cap="flat" cmpd="sng" algn="ctr">
            <a:solidFill>
              <a:srgbClr val="FFFFFF">
                <a:hueOff val="0"/>
                <a:satOff val="0"/>
                <a:lumOff val="0"/>
                <a:alphaOff val="0"/>
              </a:srgbClr>
            </a:solidFill>
            <a:prstDash val="solid"/>
          </a:ln>
          <a:effectLst/>
        </p:spPr>
        <p:txBody>
          <a:bodyPr spcFirstLastPara="0" vert="horz" wrap="square" lIns="104013" tIns="104013" rIns="104013" bIns="104013" numCol="1" spcCol="1270" anchor="ctr" anchorCtr="0">
            <a:noAutofit/>
          </a:bodyPr>
          <a:lstStyle/>
          <a:p>
            <a:pPr marL="0" marR="0" lvl="0" indent="0" algn="ctr" defTabSz="650081" rtl="0" eaLnBrk="1" fontAlgn="auto" latinLnBrk="0" hangingPunct="1">
              <a:lnSpc>
                <a:spcPct val="90000"/>
              </a:lnSpc>
              <a:spcBef>
                <a:spcPct val="0"/>
              </a:spcBef>
              <a:spcAft>
                <a:spcPct val="35000"/>
              </a:spcAft>
              <a:buClrTx/>
              <a:buSzTx/>
              <a:buFontTx/>
              <a:buNone/>
              <a:tabLst/>
              <a:defRPr/>
            </a:pPr>
            <a:r>
              <a:rPr kumimoji="0" lang="en-US" sz="1788" b="0" i="0" u="none" strike="noStrike" kern="1200" cap="none" spc="0" normalizeH="0" baseline="0" noProof="0" dirty="0">
                <a:ln>
                  <a:noFill/>
                </a:ln>
                <a:solidFill>
                  <a:srgbClr val="FFFFFF"/>
                </a:solidFill>
                <a:effectLst/>
                <a:uLnTx/>
                <a:uFillTx/>
                <a:latin typeface="+mn-lt"/>
                <a:ea typeface="+mn-ea"/>
                <a:cs typeface="+mn-cs"/>
              </a:rPr>
              <a:t>National inventory relative to (X-2) emissions (edition X) </a:t>
            </a:r>
          </a:p>
        </p:txBody>
      </p:sp>
      <p:sp>
        <p:nvSpPr>
          <p:cNvPr id="21" name="ZoneTexte 20">
            <a:extLst>
              <a:ext uri="{FF2B5EF4-FFF2-40B4-BE49-F238E27FC236}">
                <a16:creationId xmlns:a16="http://schemas.microsoft.com/office/drawing/2014/main" id="{500D56DD-EE28-F484-9E1A-2B8DF7C023B5}"/>
              </a:ext>
            </a:extLst>
          </p:cNvPr>
          <p:cNvSpPr txBox="1"/>
          <p:nvPr/>
        </p:nvSpPr>
        <p:spPr>
          <a:xfrm>
            <a:off x="4772837" y="4916669"/>
            <a:ext cx="3273513" cy="338554"/>
          </a:xfrm>
          <a:prstGeom prst="rect">
            <a:avLst/>
          </a:prstGeom>
          <a:noFill/>
        </p:spPr>
        <p:txBody>
          <a:bodyPr wrap="square" rtlCol="0">
            <a:spAutoFit/>
          </a:bodyPr>
          <a:lstStyle/>
          <a:p>
            <a:r>
              <a:rPr lang="en-US" sz="1600" noProof="0" dirty="0"/>
              <a:t>Trends applied on proxy</a:t>
            </a:r>
          </a:p>
        </p:txBody>
      </p:sp>
      <p:sp>
        <p:nvSpPr>
          <p:cNvPr id="22" name="ZoneTexte 21">
            <a:extLst>
              <a:ext uri="{FF2B5EF4-FFF2-40B4-BE49-F238E27FC236}">
                <a16:creationId xmlns:a16="http://schemas.microsoft.com/office/drawing/2014/main" id="{1B9A32D8-EE66-05E3-0ADD-73F7381213F2}"/>
              </a:ext>
            </a:extLst>
          </p:cNvPr>
          <p:cNvSpPr txBox="1"/>
          <p:nvPr/>
        </p:nvSpPr>
        <p:spPr>
          <a:xfrm>
            <a:off x="6800986" y="5653748"/>
            <a:ext cx="1965960" cy="369332"/>
          </a:xfrm>
          <a:prstGeom prst="rect">
            <a:avLst/>
          </a:prstGeom>
          <a:noFill/>
        </p:spPr>
        <p:txBody>
          <a:bodyPr wrap="square" rtlCol="0">
            <a:spAutoFit/>
          </a:bodyPr>
          <a:lstStyle/>
          <a:p>
            <a:r>
              <a:rPr lang="en-US" noProof="0" dirty="0"/>
              <a:t>X = current year</a:t>
            </a:r>
          </a:p>
        </p:txBody>
      </p:sp>
      <p:pic>
        <p:nvPicPr>
          <p:cNvPr id="24" name="Image 23" descr="Abeille de dessin animé de graduation">
            <a:extLst>
              <a:ext uri="{FF2B5EF4-FFF2-40B4-BE49-F238E27FC236}">
                <a16:creationId xmlns:a16="http://schemas.microsoft.com/office/drawing/2014/main" id="{FA810A32-85B1-C872-F1FD-C122900211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4727" y="4867968"/>
            <a:ext cx="841559" cy="970446"/>
          </a:xfrm>
          <a:prstGeom prst="rect">
            <a:avLst/>
          </a:prstGeom>
        </p:spPr>
      </p:pic>
    </p:spTree>
    <p:extLst>
      <p:ext uri="{BB962C8B-B14F-4D97-AF65-F5344CB8AC3E}">
        <p14:creationId xmlns:p14="http://schemas.microsoft.com/office/powerpoint/2010/main" val="326163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animBg="1"/>
      <p:bldP spid="21" grpId="0"/>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1D64-BE54-5548-D545-DC346678209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4EB47D9-ACB3-E3FC-BD02-CEE7370419FE}"/>
              </a:ext>
            </a:extLst>
          </p:cNvPr>
          <p:cNvSpPr>
            <a:spLocks noGrp="1"/>
          </p:cNvSpPr>
          <p:nvPr>
            <p:ph type="title"/>
          </p:nvPr>
        </p:nvSpPr>
        <p:spPr>
          <a:xfrm>
            <a:off x="0" y="-16592"/>
            <a:ext cx="9612630" cy="583887"/>
          </a:xfrm>
        </p:spPr>
        <p:txBody>
          <a:bodyPr/>
          <a:lstStyle/>
          <a:p>
            <a:r>
              <a:rPr lang="en-US" sz="3200" noProof="0" dirty="0"/>
              <a:t>How reliable are the monthly pre-estimations ?</a:t>
            </a:r>
          </a:p>
        </p:txBody>
      </p:sp>
      <p:sp>
        <p:nvSpPr>
          <p:cNvPr id="7" name="Espace réservé du numéro de diapositive 6">
            <a:extLst>
              <a:ext uri="{FF2B5EF4-FFF2-40B4-BE49-F238E27FC236}">
                <a16:creationId xmlns:a16="http://schemas.microsoft.com/office/drawing/2014/main" id="{1AB482ED-8A8C-0B8D-0F11-11B0957510DE}"/>
              </a:ext>
            </a:extLst>
          </p:cNvPr>
          <p:cNvSpPr>
            <a:spLocks noGrp="1"/>
          </p:cNvSpPr>
          <p:nvPr>
            <p:ph type="sldNum" sz="quarter" idx="4"/>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909D9AA9-2800-6742-B3AC-1FC34B18C60A}" type="slidenum">
              <a:rPr kumimoji="0" lang="en-US" sz="800" b="0" i="0" u="none" strike="noStrike" kern="0" cap="none" spc="0" normalizeH="0" baseline="0" noProof="0" smtClean="0">
                <a:ln>
                  <a:noFill/>
                </a:ln>
                <a:solidFill>
                  <a:srgbClr val="FFFFFF"/>
                </a:solidFill>
                <a:effectLst/>
                <a:uLnTx/>
                <a:uFillTx/>
                <a:latin typeface="Aptos" panose="020B0004020202020204" pitchFamily="34" charset="0"/>
              </a:rPr>
              <a:pPr marL="0" marR="0" lvl="0" indent="0" algn="r" defTabSz="914400" eaLnBrk="1" fontAlgn="auto" latinLnBrk="0" hangingPunct="1">
                <a:lnSpc>
                  <a:spcPct val="100000"/>
                </a:lnSpc>
                <a:spcBef>
                  <a:spcPts val="0"/>
                </a:spcBef>
                <a:spcAft>
                  <a:spcPts val="0"/>
                </a:spcAft>
                <a:buClrTx/>
                <a:buSzTx/>
                <a:buFontTx/>
                <a:buNone/>
                <a:tabLst/>
                <a:defRPr/>
              </a:pPr>
              <a:t>11</a:t>
            </a:fld>
            <a:endParaRPr kumimoji="0" lang="en-US" sz="800" b="0" i="0" u="none" strike="noStrike" kern="0" cap="none" spc="0" normalizeH="0" baseline="0" noProof="0" dirty="0">
              <a:ln>
                <a:noFill/>
              </a:ln>
              <a:solidFill>
                <a:srgbClr val="FFFFFF"/>
              </a:solidFill>
              <a:effectLst/>
              <a:uLnTx/>
              <a:uFillTx/>
              <a:latin typeface="Aptos" panose="020B0004020202020204" pitchFamily="34" charset="0"/>
            </a:endParaRPr>
          </a:p>
        </p:txBody>
      </p:sp>
      <p:pic>
        <p:nvPicPr>
          <p:cNvPr id="9" name="Image 8">
            <a:extLst>
              <a:ext uri="{FF2B5EF4-FFF2-40B4-BE49-F238E27FC236}">
                <a16:creationId xmlns:a16="http://schemas.microsoft.com/office/drawing/2014/main" id="{5E735155-2EAB-B62B-7596-2561611764EC}"/>
              </a:ext>
            </a:extLst>
          </p:cNvPr>
          <p:cNvPicPr>
            <a:picLocks noChangeAspect="1"/>
          </p:cNvPicPr>
          <p:nvPr/>
        </p:nvPicPr>
        <p:blipFill>
          <a:blip r:embed="rId3"/>
          <a:stretch>
            <a:fillRect/>
          </a:stretch>
        </p:blipFill>
        <p:spPr>
          <a:xfrm>
            <a:off x="-1" y="684491"/>
            <a:ext cx="9821948" cy="2893099"/>
          </a:xfrm>
          <a:prstGeom prst="rect">
            <a:avLst/>
          </a:prstGeom>
        </p:spPr>
      </p:pic>
      <p:sp>
        <p:nvSpPr>
          <p:cNvPr id="18" name="Espace réservé du texte 2">
            <a:extLst>
              <a:ext uri="{FF2B5EF4-FFF2-40B4-BE49-F238E27FC236}">
                <a16:creationId xmlns:a16="http://schemas.microsoft.com/office/drawing/2014/main" id="{90E90746-3354-A694-426D-A52B9077ADCE}"/>
              </a:ext>
            </a:extLst>
          </p:cNvPr>
          <p:cNvSpPr txBox="1">
            <a:spLocks/>
          </p:cNvSpPr>
          <p:nvPr/>
        </p:nvSpPr>
        <p:spPr>
          <a:xfrm>
            <a:off x="-1" y="3591916"/>
            <a:ext cx="9766796" cy="557631"/>
          </a:xfrm>
          <a:prstGeom prst="rect">
            <a:avLst/>
          </a:prstGeom>
        </p:spPr>
        <p:txBody>
          <a:bodyPr/>
          <a:lstStyle>
            <a:lvl1pPr marL="0">
              <a:defRPr sz="1550" b="1">
                <a:solidFill>
                  <a:schemeClr val="accent2"/>
                </a:solidFill>
                <a:latin typeface="+mn-lt"/>
                <a:ea typeface="+mn-ea"/>
                <a:cs typeface="+mn-cs"/>
              </a:defRPr>
            </a:lvl1pPr>
            <a:lvl2pPr marL="457200">
              <a:defRPr sz="1550" b="1">
                <a:solidFill>
                  <a:schemeClr val="accent1"/>
                </a:solidFill>
                <a:latin typeface="+mn-lt"/>
                <a:ea typeface="+mn-ea"/>
                <a:cs typeface="+mn-cs"/>
              </a:defRPr>
            </a:lvl2pPr>
            <a:lvl3pPr marL="914400" algn="l">
              <a:defRPr sz="1550" b="0">
                <a:solidFill>
                  <a:schemeClr val="accent1"/>
                </a:solidFill>
                <a:latin typeface="+mn-lt"/>
                <a:ea typeface="+mn-ea"/>
                <a:cs typeface="+mn-cs"/>
              </a:defRPr>
            </a:lvl3pPr>
            <a:lvl4pPr marL="1371600">
              <a:defRPr sz="1550" b="1">
                <a:solidFill>
                  <a:schemeClr val="accent1"/>
                </a:solidFill>
                <a:latin typeface="+mn-lt"/>
                <a:ea typeface="+mn-ea"/>
                <a:cs typeface="+mn-cs"/>
              </a:defRPr>
            </a:lvl4pPr>
            <a:lvl5pPr marL="1828800">
              <a:defRPr sz="1550" b="1">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800" noProof="0" dirty="0"/>
              <a:t>Differences explanations </a:t>
            </a:r>
            <a:r>
              <a:rPr lang="en-US" sz="2400" noProof="0" dirty="0"/>
              <a:t>(2023: NGHI vs Proxy vs Barometer)</a:t>
            </a:r>
          </a:p>
        </p:txBody>
      </p:sp>
      <p:sp>
        <p:nvSpPr>
          <p:cNvPr id="23" name="ZoneTexte 22">
            <a:extLst>
              <a:ext uri="{FF2B5EF4-FFF2-40B4-BE49-F238E27FC236}">
                <a16:creationId xmlns:a16="http://schemas.microsoft.com/office/drawing/2014/main" id="{5B9979E2-1402-A500-A43D-660D80DE2933}"/>
              </a:ext>
            </a:extLst>
          </p:cNvPr>
          <p:cNvSpPr txBox="1"/>
          <p:nvPr/>
        </p:nvSpPr>
        <p:spPr>
          <a:xfrm>
            <a:off x="139204" y="4092476"/>
            <a:ext cx="9766796" cy="1938992"/>
          </a:xfrm>
          <a:prstGeom prst="rect">
            <a:avLst/>
          </a:prstGeom>
          <a:noFill/>
        </p:spPr>
        <p:txBody>
          <a:bodyPr wrap="square" rtlCol="0">
            <a:spAutoFit/>
          </a:bodyPr>
          <a:lstStyle/>
          <a:p>
            <a:pPr marL="342900" indent="-342900">
              <a:buFontTx/>
              <a:buChar char="-"/>
            </a:pPr>
            <a:r>
              <a:rPr lang="en-US" sz="2400" noProof="0" dirty="0"/>
              <a:t>Uncertainties of monthly barometer &gt; proxy &gt; NGHGI</a:t>
            </a:r>
          </a:p>
          <a:p>
            <a:pPr marL="342900" indent="-342900">
              <a:buFontTx/>
              <a:buChar char="-"/>
            </a:pPr>
            <a:r>
              <a:rPr lang="en-US" sz="2400" noProof="0" dirty="0"/>
              <a:t>Not all sectors specifically estimated in the </a:t>
            </a:r>
            <a:r>
              <a:rPr lang="en-US" sz="2400" noProof="0" dirty="0" err="1"/>
              <a:t>baro</a:t>
            </a:r>
            <a:r>
              <a:rPr lang="en-US" sz="2400" noProof="0" dirty="0"/>
              <a:t>/proxy</a:t>
            </a:r>
            <a:endParaRPr lang="en-US" sz="2400" noProof="0" dirty="0">
              <a:sym typeface="Wingdings" panose="05000000000000000000" pitchFamily="2" charset="2"/>
            </a:endParaRPr>
          </a:p>
          <a:p>
            <a:pPr marL="342900" indent="-342900">
              <a:buFontTx/>
              <a:buChar char="-"/>
            </a:pPr>
            <a:r>
              <a:rPr lang="en-US" sz="2400" noProof="0" dirty="0"/>
              <a:t>Recalculations between editions (</a:t>
            </a:r>
            <a:r>
              <a:rPr lang="en-US" sz="2400" noProof="0" dirty="0">
                <a:sym typeface="Wingdings" panose="05000000000000000000" pitchFamily="2" charset="2"/>
              </a:rPr>
              <a:t>3 different editions)</a:t>
            </a:r>
          </a:p>
          <a:p>
            <a:pPr marL="342900" indent="-342900">
              <a:buFontTx/>
              <a:buChar char="-"/>
            </a:pPr>
            <a:r>
              <a:rPr lang="en-US" sz="2400" noProof="0" dirty="0">
                <a:sym typeface="Wingdings" panose="05000000000000000000" pitchFamily="2" charset="2"/>
              </a:rPr>
              <a:t>Significant improvement of the proxy in 2024 edition (aviation, agriculture,…)</a:t>
            </a:r>
          </a:p>
        </p:txBody>
      </p:sp>
    </p:spTree>
    <p:extLst>
      <p:ext uri="{BB962C8B-B14F-4D97-AF65-F5344CB8AC3E}">
        <p14:creationId xmlns:p14="http://schemas.microsoft.com/office/powerpoint/2010/main" val="164575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6">
            <a:extLst>
              <a:ext uri="{FF2B5EF4-FFF2-40B4-BE49-F238E27FC236}">
                <a16:creationId xmlns:a16="http://schemas.microsoft.com/office/drawing/2014/main" id="{B4556FEA-D65A-2646-A854-BEEAB30BFFBF}"/>
              </a:ext>
            </a:extLst>
          </p:cNvPr>
          <p:cNvSpPr txBox="1"/>
          <p:nvPr/>
        </p:nvSpPr>
        <p:spPr>
          <a:xfrm>
            <a:off x="6221996" y="377948"/>
            <a:ext cx="3193415" cy="1449115"/>
          </a:xfrm>
          <a:prstGeom prst="rect">
            <a:avLst/>
          </a:prstGeom>
        </p:spPr>
        <p:txBody>
          <a:bodyPr vert="horz" wrap="square" lIns="0" tIns="12700" rIns="0" bIns="0" rtlCol="0">
            <a:spAutoFit/>
          </a:bodyPr>
          <a:lstStyle/>
          <a:p>
            <a:pPr>
              <a:lnSpc>
                <a:spcPct val="107000"/>
              </a:lnSpc>
              <a:spcAft>
                <a:spcPts val="800"/>
              </a:spcAft>
            </a:pPr>
            <a:r>
              <a:rPr lang="en-US" sz="950" b="1" spc="-10" noProof="0" dirty="0">
                <a:solidFill>
                  <a:srgbClr val="005399"/>
                </a:solidFill>
                <a:latin typeface="Aptos" panose="020B0004020202020204" pitchFamily="34" charset="0"/>
              </a:rPr>
              <a:t>Citepa is an association that guides players in the ecological transition in France and around the world.</a:t>
            </a:r>
          </a:p>
          <a:p>
            <a:pPr>
              <a:lnSpc>
                <a:spcPct val="107000"/>
              </a:lnSpc>
              <a:spcAft>
                <a:spcPts val="800"/>
              </a:spcAft>
            </a:pPr>
            <a:r>
              <a:rPr lang="en-US" sz="950" noProof="0" dirty="0">
                <a:solidFill>
                  <a:srgbClr val="005399"/>
                </a:solidFill>
                <a:latin typeface="Aptos" panose="020B0004020202020204" pitchFamily="34" charset="0"/>
              </a:rPr>
              <a:t>It assesses the impact of human activities on climate and air pollution. It produces reference data and develops solutions to encourage action to reduce emissions, improve air quality and adapt to climate change.</a:t>
            </a:r>
          </a:p>
          <a:p>
            <a:r>
              <a:rPr lang="en-US" sz="950" noProof="0" dirty="0">
                <a:solidFill>
                  <a:srgbClr val="005399"/>
                </a:solidFill>
                <a:latin typeface="Aptos" panose="020B0004020202020204" pitchFamily="34" charset="0"/>
              </a:rPr>
              <a:t>Our multidisciplinary team contributes to building a sustainable world.</a:t>
            </a:r>
            <a:endParaRPr lang="en-US" sz="950" noProof="0" dirty="0">
              <a:latin typeface="Aptos" panose="020B0004020202020204" pitchFamily="34" charset="0"/>
              <a:cs typeface="Circular Std Bold Italic"/>
            </a:endParaRPr>
          </a:p>
        </p:txBody>
      </p:sp>
      <p:sp>
        <p:nvSpPr>
          <p:cNvPr id="11" name="object 5">
            <a:extLst>
              <a:ext uri="{FF2B5EF4-FFF2-40B4-BE49-F238E27FC236}">
                <a16:creationId xmlns:a16="http://schemas.microsoft.com/office/drawing/2014/main" id="{D8E9EFD9-6574-3086-6675-204A5091F758}"/>
              </a:ext>
            </a:extLst>
          </p:cNvPr>
          <p:cNvSpPr/>
          <p:nvPr/>
        </p:nvSpPr>
        <p:spPr>
          <a:xfrm>
            <a:off x="6518658" y="6248467"/>
            <a:ext cx="63500" cy="184785"/>
          </a:xfrm>
          <a:custGeom>
            <a:avLst/>
            <a:gdLst/>
            <a:ahLst/>
            <a:cxnLst/>
            <a:rect l="l" t="t" r="r" b="b"/>
            <a:pathLst>
              <a:path w="63500" h="184785">
                <a:moveTo>
                  <a:pt x="63004" y="0"/>
                </a:moveTo>
                <a:lnTo>
                  <a:pt x="0" y="0"/>
                </a:lnTo>
                <a:lnTo>
                  <a:pt x="0" y="184277"/>
                </a:lnTo>
                <a:lnTo>
                  <a:pt x="63004" y="184277"/>
                </a:lnTo>
                <a:lnTo>
                  <a:pt x="63004" y="0"/>
                </a:lnTo>
                <a:close/>
              </a:path>
            </a:pathLst>
          </a:custGeom>
          <a:solidFill>
            <a:srgbClr val="005399"/>
          </a:solidFill>
        </p:spPr>
        <p:txBody>
          <a:bodyPr wrap="square" lIns="0" tIns="0" rIns="0" bIns="0" rtlCol="0"/>
          <a:lstStyle/>
          <a:p>
            <a:endParaRPr lang="en-US" noProof="0" dirty="0"/>
          </a:p>
        </p:txBody>
      </p:sp>
      <p:sp>
        <p:nvSpPr>
          <p:cNvPr id="12" name="object 3">
            <a:extLst>
              <a:ext uri="{FF2B5EF4-FFF2-40B4-BE49-F238E27FC236}">
                <a16:creationId xmlns:a16="http://schemas.microsoft.com/office/drawing/2014/main" id="{4EE7E82E-52DF-7074-E97F-14E886412530}"/>
              </a:ext>
            </a:extLst>
          </p:cNvPr>
          <p:cNvSpPr txBox="1"/>
          <p:nvPr/>
        </p:nvSpPr>
        <p:spPr>
          <a:xfrm>
            <a:off x="8018009" y="6208044"/>
            <a:ext cx="836215" cy="256480"/>
          </a:xfrm>
          <a:prstGeom prst="rect">
            <a:avLst/>
          </a:prstGeom>
        </p:spPr>
        <p:txBody>
          <a:bodyPr vert="horz" wrap="square" lIns="0" tIns="12700" rIns="0" bIns="0" rtlCol="0">
            <a:spAutoFit/>
          </a:bodyPr>
          <a:lstStyle/>
          <a:p>
            <a:pPr marL="12700">
              <a:lnSpc>
                <a:spcPts val="850"/>
              </a:lnSpc>
              <a:spcBef>
                <a:spcPts val="100"/>
              </a:spcBef>
            </a:pPr>
            <a:r>
              <a:rPr lang="en-US" sz="750" noProof="0" dirty="0">
                <a:solidFill>
                  <a:srgbClr val="005399"/>
                </a:solidFill>
                <a:latin typeface="Aptos"/>
                <a:cs typeface="Aptos"/>
              </a:rPr>
              <a:t>0033 144</a:t>
            </a:r>
            <a:r>
              <a:rPr lang="en-US" sz="750" spc="-10" noProof="0" dirty="0">
                <a:solidFill>
                  <a:srgbClr val="005399"/>
                </a:solidFill>
                <a:latin typeface="Aptos"/>
                <a:cs typeface="Aptos"/>
              </a:rPr>
              <a:t> </a:t>
            </a:r>
            <a:r>
              <a:rPr lang="en-US" sz="750" noProof="0" dirty="0">
                <a:solidFill>
                  <a:srgbClr val="005399"/>
                </a:solidFill>
                <a:latin typeface="Aptos"/>
                <a:cs typeface="Aptos"/>
              </a:rPr>
              <a:t>836 8</a:t>
            </a:r>
            <a:r>
              <a:rPr lang="en-US" sz="750" spc="-25" noProof="0" dirty="0">
                <a:solidFill>
                  <a:srgbClr val="005399"/>
                </a:solidFill>
                <a:latin typeface="Aptos"/>
                <a:cs typeface="Aptos"/>
              </a:rPr>
              <a:t>83</a:t>
            </a:r>
          </a:p>
          <a:p>
            <a:pPr marL="12700">
              <a:lnSpc>
                <a:spcPts val="850"/>
              </a:lnSpc>
              <a:spcBef>
                <a:spcPts val="100"/>
              </a:spcBef>
            </a:pPr>
            <a:r>
              <a:rPr lang="en-US" sz="750" u="none" spc="-25" noProof="0" dirty="0">
                <a:ln>
                  <a:noFill/>
                </a:ln>
                <a:solidFill>
                  <a:srgbClr val="005399"/>
                </a:solidFill>
                <a:latin typeface="Aptos"/>
                <a:cs typeface="Aptos"/>
              </a:rPr>
              <a:t>infos@citepa.org</a:t>
            </a:r>
            <a:endParaRPr lang="en-US" sz="750" u="none" noProof="0" dirty="0">
              <a:ln>
                <a:noFill/>
              </a:ln>
              <a:solidFill>
                <a:srgbClr val="000000"/>
              </a:solidFill>
              <a:latin typeface="Aptos"/>
              <a:cs typeface="Aptos"/>
            </a:endParaRPr>
          </a:p>
        </p:txBody>
      </p:sp>
      <p:sp>
        <p:nvSpPr>
          <p:cNvPr id="13" name="object 4">
            <a:extLst>
              <a:ext uri="{FF2B5EF4-FFF2-40B4-BE49-F238E27FC236}">
                <a16:creationId xmlns:a16="http://schemas.microsoft.com/office/drawing/2014/main" id="{95A74085-4D43-2011-5446-22B0BC5D3417}"/>
              </a:ext>
            </a:extLst>
          </p:cNvPr>
          <p:cNvSpPr txBox="1"/>
          <p:nvPr/>
        </p:nvSpPr>
        <p:spPr>
          <a:xfrm>
            <a:off x="9076523" y="6335076"/>
            <a:ext cx="461645" cy="139700"/>
          </a:xfrm>
          <a:prstGeom prst="rect">
            <a:avLst/>
          </a:prstGeom>
        </p:spPr>
        <p:txBody>
          <a:bodyPr vert="horz" wrap="square" lIns="0" tIns="12700" rIns="0" bIns="0" rtlCol="0">
            <a:spAutoFit/>
          </a:bodyPr>
          <a:lstStyle/>
          <a:p>
            <a:pPr marL="12700">
              <a:lnSpc>
                <a:spcPct val="100000"/>
              </a:lnSpc>
              <a:spcBef>
                <a:spcPts val="100"/>
              </a:spcBef>
            </a:pPr>
            <a:r>
              <a:rPr lang="en-US" sz="750" b="1" spc="-10" noProof="0" dirty="0">
                <a:solidFill>
                  <a:srgbClr val="29A457"/>
                </a:solidFill>
                <a:latin typeface="Aptos"/>
                <a:cs typeface="Aptos"/>
              </a:rPr>
              <a:t>citepa.org</a:t>
            </a:r>
            <a:endParaRPr lang="en-US" sz="750" noProof="0" dirty="0">
              <a:latin typeface="Aptos"/>
              <a:cs typeface="Aptos"/>
            </a:endParaRPr>
          </a:p>
        </p:txBody>
      </p:sp>
      <p:sp>
        <p:nvSpPr>
          <p:cNvPr id="14" name="object 2">
            <a:extLst>
              <a:ext uri="{FF2B5EF4-FFF2-40B4-BE49-F238E27FC236}">
                <a16:creationId xmlns:a16="http://schemas.microsoft.com/office/drawing/2014/main" id="{29CD6A1D-77BC-4282-675C-6C9ECAB37325}"/>
              </a:ext>
            </a:extLst>
          </p:cNvPr>
          <p:cNvSpPr txBox="1"/>
          <p:nvPr/>
        </p:nvSpPr>
        <p:spPr>
          <a:xfrm>
            <a:off x="6883963" y="6233444"/>
            <a:ext cx="728345" cy="241935"/>
          </a:xfrm>
          <a:prstGeom prst="rect">
            <a:avLst/>
          </a:prstGeom>
        </p:spPr>
        <p:txBody>
          <a:bodyPr vert="horz" wrap="square" lIns="0" tIns="26670" rIns="0" bIns="0" rtlCol="0">
            <a:spAutoFit/>
          </a:bodyPr>
          <a:lstStyle/>
          <a:p>
            <a:pPr marL="12700" marR="5080">
              <a:lnSpc>
                <a:spcPts val="800"/>
              </a:lnSpc>
              <a:spcBef>
                <a:spcPts val="210"/>
              </a:spcBef>
            </a:pPr>
            <a:r>
              <a:rPr lang="en-US" sz="750" noProof="0" dirty="0">
                <a:solidFill>
                  <a:srgbClr val="005399"/>
                </a:solidFill>
                <a:latin typeface="Aptos"/>
                <a:cs typeface="Aptos"/>
              </a:rPr>
              <a:t>42</a:t>
            </a:r>
            <a:r>
              <a:rPr lang="en-US" sz="750" spc="-20" noProof="0" dirty="0">
                <a:solidFill>
                  <a:srgbClr val="005399"/>
                </a:solidFill>
                <a:latin typeface="Aptos"/>
                <a:cs typeface="Aptos"/>
              </a:rPr>
              <a:t> </a:t>
            </a:r>
            <a:r>
              <a:rPr lang="en-US" sz="750" noProof="0" dirty="0">
                <a:solidFill>
                  <a:srgbClr val="005399"/>
                </a:solidFill>
                <a:latin typeface="Aptos"/>
                <a:cs typeface="Aptos"/>
              </a:rPr>
              <a:t>rue</a:t>
            </a:r>
            <a:r>
              <a:rPr lang="en-US" sz="750" spc="-15" noProof="0" dirty="0">
                <a:solidFill>
                  <a:srgbClr val="005399"/>
                </a:solidFill>
                <a:latin typeface="Aptos"/>
                <a:cs typeface="Aptos"/>
              </a:rPr>
              <a:t> </a:t>
            </a:r>
            <a:r>
              <a:rPr lang="en-US" sz="750" noProof="0" dirty="0">
                <a:solidFill>
                  <a:srgbClr val="005399"/>
                </a:solidFill>
                <a:latin typeface="Aptos"/>
                <a:cs typeface="Aptos"/>
              </a:rPr>
              <a:t>de</a:t>
            </a:r>
            <a:r>
              <a:rPr lang="en-US" sz="750" spc="-15" noProof="0" dirty="0">
                <a:solidFill>
                  <a:srgbClr val="005399"/>
                </a:solidFill>
                <a:latin typeface="Aptos"/>
                <a:cs typeface="Aptos"/>
              </a:rPr>
              <a:t> </a:t>
            </a:r>
            <a:r>
              <a:rPr lang="en-US" sz="750" spc="-10" noProof="0" dirty="0">
                <a:solidFill>
                  <a:srgbClr val="005399"/>
                </a:solidFill>
                <a:latin typeface="Aptos"/>
                <a:cs typeface="Aptos"/>
              </a:rPr>
              <a:t>Paradis</a:t>
            </a:r>
            <a:r>
              <a:rPr lang="en-US" sz="750" spc="500" noProof="0" dirty="0">
                <a:solidFill>
                  <a:srgbClr val="005399"/>
                </a:solidFill>
                <a:latin typeface="Aptos"/>
                <a:cs typeface="Aptos"/>
              </a:rPr>
              <a:t> </a:t>
            </a:r>
            <a:r>
              <a:rPr lang="en-US" sz="750" noProof="0" dirty="0">
                <a:solidFill>
                  <a:srgbClr val="005399"/>
                </a:solidFill>
                <a:latin typeface="Aptos"/>
                <a:cs typeface="Aptos"/>
              </a:rPr>
              <a:t>75010</a:t>
            </a:r>
            <a:r>
              <a:rPr lang="en-US" sz="750" spc="-25" noProof="0" dirty="0">
                <a:solidFill>
                  <a:srgbClr val="005399"/>
                </a:solidFill>
                <a:latin typeface="Aptos"/>
                <a:cs typeface="Aptos"/>
              </a:rPr>
              <a:t> </a:t>
            </a:r>
            <a:r>
              <a:rPr lang="en-US" sz="750" spc="-10" noProof="0" dirty="0">
                <a:solidFill>
                  <a:srgbClr val="005399"/>
                </a:solidFill>
                <a:latin typeface="Aptos"/>
                <a:cs typeface="Aptos"/>
              </a:rPr>
              <a:t>Paris</a:t>
            </a:r>
            <a:endParaRPr lang="en-US" sz="750" noProof="0" dirty="0">
              <a:latin typeface="Aptos"/>
              <a:cs typeface="Aptos"/>
            </a:endParaRPr>
          </a:p>
        </p:txBody>
      </p:sp>
      <p:sp>
        <p:nvSpPr>
          <p:cNvPr id="3" name="Rectangle 2">
            <a:extLst>
              <a:ext uri="{FF2B5EF4-FFF2-40B4-BE49-F238E27FC236}">
                <a16:creationId xmlns:a16="http://schemas.microsoft.com/office/drawing/2014/main" id="{E0F770EB-449B-0A6F-A341-5007C2AEA25B}"/>
              </a:ext>
            </a:extLst>
          </p:cNvPr>
          <p:cNvSpPr/>
          <p:nvPr/>
        </p:nvSpPr>
        <p:spPr>
          <a:xfrm>
            <a:off x="0" y="-14448"/>
            <a:ext cx="5028073" cy="6891783"/>
          </a:xfrm>
          <a:prstGeom prst="rect">
            <a:avLst/>
          </a:prstGeom>
          <a:solidFill>
            <a:srgbClr val="00488B"/>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US" noProof="0" dirty="0"/>
          </a:p>
        </p:txBody>
      </p:sp>
      <p:sp>
        <p:nvSpPr>
          <p:cNvPr id="5" name="ZoneTexte 4">
            <a:extLst>
              <a:ext uri="{FF2B5EF4-FFF2-40B4-BE49-F238E27FC236}">
                <a16:creationId xmlns:a16="http://schemas.microsoft.com/office/drawing/2014/main" id="{BA5121D3-973F-824E-9D4E-1C96E8D35047}"/>
              </a:ext>
            </a:extLst>
          </p:cNvPr>
          <p:cNvSpPr txBox="1"/>
          <p:nvPr/>
        </p:nvSpPr>
        <p:spPr>
          <a:xfrm>
            <a:off x="829477" y="2648728"/>
            <a:ext cx="329272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noProof="0" dirty="0">
                <a:solidFill>
                  <a:schemeClr val="bg1"/>
                </a:solidFill>
                <a:latin typeface="Aptos Display"/>
              </a:rPr>
              <a:t>Thank you for your attention</a:t>
            </a:r>
          </a:p>
          <a:p>
            <a:pPr algn="l"/>
            <a:endParaRPr lang="en-US" sz="2000" dirty="0">
              <a:solidFill>
                <a:schemeClr val="bg1">
                  <a:lumMod val="75000"/>
                </a:schemeClr>
              </a:solidFill>
              <a:latin typeface="Aptos Display"/>
            </a:endParaRPr>
          </a:p>
          <a:p>
            <a:pPr algn="l"/>
            <a:r>
              <a:rPr lang="en-US" sz="2000" i="1" noProof="0" dirty="0">
                <a:solidFill>
                  <a:schemeClr val="bg1">
                    <a:lumMod val="75000"/>
                  </a:schemeClr>
                </a:solidFill>
                <a:latin typeface="Aptos Display"/>
                <a:hlinkClick r:id="rId2">
                  <a:extLst>
                    <a:ext uri="{A12FA001-AC4F-418D-AE19-62706E023703}">
                      <ahyp:hlinkClr xmlns:ahyp="http://schemas.microsoft.com/office/drawing/2018/hyperlinkcolor" val="tx"/>
                    </a:ext>
                  </a:extLst>
                </a:hlinkClick>
              </a:rPr>
              <a:t>Jean-pierre.chang@citepa.org</a:t>
            </a:r>
            <a:endParaRPr lang="en-US" sz="2000" i="1" noProof="0" dirty="0">
              <a:solidFill>
                <a:schemeClr val="bg1">
                  <a:lumMod val="75000"/>
                </a:schemeClr>
              </a:solidFill>
              <a:latin typeface="Aptos Display"/>
            </a:endParaRPr>
          </a:p>
          <a:p>
            <a:pPr algn="l"/>
            <a:endParaRPr lang="en-US" sz="2000" i="1" noProof="0" dirty="0">
              <a:solidFill>
                <a:schemeClr val="bg1">
                  <a:lumMod val="75000"/>
                </a:schemeClr>
              </a:solidFill>
              <a:latin typeface="Aptos Display"/>
            </a:endParaRPr>
          </a:p>
          <a:p>
            <a:pPr algn="l"/>
            <a:r>
              <a:rPr lang="en-US" sz="2000" i="1" noProof="0" dirty="0">
                <a:solidFill>
                  <a:schemeClr val="bg1">
                    <a:lumMod val="75000"/>
                  </a:schemeClr>
                </a:solidFill>
                <a:latin typeface="Aptos Display"/>
                <a:hlinkClick r:id="rId3">
                  <a:extLst>
                    <a:ext uri="{A12FA001-AC4F-418D-AE19-62706E023703}">
                      <ahyp:hlinkClr xmlns:ahyp="http://schemas.microsoft.com/office/drawing/2018/hyperlinkcolor" val="tx"/>
                    </a:ext>
                  </a:extLst>
                </a:hlinkClick>
              </a:rPr>
              <a:t>Ariane.druart@citepa.org</a:t>
            </a:r>
            <a:r>
              <a:rPr lang="en-US" sz="2000" i="1" noProof="0" dirty="0">
                <a:solidFill>
                  <a:schemeClr val="bg1">
                    <a:lumMod val="75000"/>
                  </a:schemeClr>
                </a:solidFill>
                <a:latin typeface="Aptos Display"/>
              </a:rPr>
              <a:t> </a:t>
            </a:r>
          </a:p>
          <a:p>
            <a:pPr algn="l"/>
            <a:endParaRPr lang="en-US" sz="2000" noProof="0" dirty="0">
              <a:solidFill>
                <a:schemeClr val="bg1"/>
              </a:solidFill>
              <a:latin typeface="Aptos Display"/>
            </a:endParaRPr>
          </a:p>
        </p:txBody>
      </p:sp>
      <p:pic>
        <p:nvPicPr>
          <p:cNvPr id="2" name="Graphique 1">
            <a:extLst>
              <a:ext uri="{FF2B5EF4-FFF2-40B4-BE49-F238E27FC236}">
                <a16:creationId xmlns:a16="http://schemas.microsoft.com/office/drawing/2014/main" id="{F4E29529-4EDF-E88A-3F0F-781EC72E02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72486" y="2165403"/>
            <a:ext cx="2404037" cy="722854"/>
          </a:xfrm>
          <a:prstGeom prst="rect">
            <a:avLst/>
          </a:prstGeom>
        </p:spPr>
      </p:pic>
    </p:spTree>
    <p:extLst>
      <p:ext uri="{BB962C8B-B14F-4D97-AF65-F5344CB8AC3E}">
        <p14:creationId xmlns:p14="http://schemas.microsoft.com/office/powerpoint/2010/main" val="2070119259"/>
      </p:ext>
    </p:extLst>
  </p:cSld>
  <p:clrMapOvr>
    <a:masterClrMapping/>
  </p:clrMapOvr>
</p:sld>
</file>

<file path=ppt/theme/theme1.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1_Office Them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_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Conception personnalisée">
  <a:themeElements>
    <a:clrScheme name="Citepa">
      <a:dk1>
        <a:srgbClr val="000000"/>
      </a:dk1>
      <a:lt1>
        <a:srgbClr val="FFFFFF"/>
      </a:lt1>
      <a:dk2>
        <a:srgbClr val="585859"/>
      </a:dk2>
      <a:lt2>
        <a:srgbClr val="939393"/>
      </a:lt2>
      <a:accent1>
        <a:srgbClr val="4EA260"/>
      </a:accent1>
      <a:accent2>
        <a:srgbClr val="005398"/>
      </a:accent2>
      <a:accent3>
        <a:srgbClr val="E6863B"/>
      </a:accent3>
      <a:accent4>
        <a:srgbClr val="939598"/>
      </a:accent4>
      <a:accent5>
        <a:srgbClr val="F7C545"/>
      </a:accent5>
      <a:accent6>
        <a:srgbClr val="DF5965"/>
      </a:accent6>
      <a:hlink>
        <a:srgbClr val="0432FF"/>
      </a:hlink>
      <a:folHlink>
        <a:srgbClr val="E5024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0EB9CA-DC5A-4856-B828-4724E8AC1968}">
  <ds:schemaRefs>
    <ds:schemaRef ds:uri="6a719482-6e7f-454f-a5d4-f03a406291ce"/>
    <ds:schemaRef ds:uri="http://purl.org/dc/terms/"/>
    <ds:schemaRef ds:uri="http://schemas.openxmlformats.org/package/2006/metadata/core-properties"/>
    <ds:schemaRef ds:uri="http://schemas.microsoft.com/office/2006/documentManagement/types"/>
    <ds:schemaRef ds:uri="3331daee-1646-4c3a-8c45-78356b5a9d77"/>
    <ds:schemaRef ds:uri="aa63012a-dca0-4847-9039-1b3f0d0527af"/>
    <ds:schemaRef ds:uri="http://purl.org/dc/elements/1.1/"/>
    <ds:schemaRef ds:uri="http://schemas.microsoft.com/office/2006/metadata/properties"/>
    <ds:schemaRef ds:uri="http://schemas.microsoft.com/office/infopath/2007/PartnerControls"/>
    <ds:schemaRef ds:uri="e7ea681a-bbea-4e4a-abe1-e1ae1a52e2ef"/>
    <ds:schemaRef ds:uri="http://www.w3.org/XML/1998/namespace"/>
    <ds:schemaRef ds:uri="http://purl.org/dc/dcmitype/"/>
  </ds:schemaRefs>
</ds:datastoreItem>
</file>

<file path=customXml/itemProps2.xml><?xml version="1.0" encoding="utf-8"?>
<ds:datastoreItem xmlns:ds="http://schemas.openxmlformats.org/officeDocument/2006/customXml" ds:itemID="{F62BB08D-1877-42B8-8D29-B5E254ADFEF4}"/>
</file>

<file path=customXml/itemProps3.xml><?xml version="1.0" encoding="utf-8"?>
<ds:datastoreItem xmlns:ds="http://schemas.openxmlformats.org/officeDocument/2006/customXml" ds:itemID="{D689F675-3E38-49BD-8E71-035DDB14BA7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2412</TotalTime>
  <Words>770</Words>
  <Application>Microsoft Office PowerPoint</Application>
  <PresentationFormat>Format A4 (210 x 297 mm)</PresentationFormat>
  <Paragraphs>126</Paragraphs>
  <Slides>12</Slides>
  <Notes>10</Notes>
  <HiddenSlides>0</HiddenSlides>
  <MMClips>0</MMClips>
  <ScaleCrop>false</ScaleCrop>
  <HeadingPairs>
    <vt:vector size="6" baseType="variant">
      <vt:variant>
        <vt:lpstr>Polices utilisées</vt:lpstr>
      </vt:variant>
      <vt:variant>
        <vt:i4>8</vt:i4>
      </vt:variant>
      <vt:variant>
        <vt:lpstr>Thème</vt:lpstr>
      </vt:variant>
      <vt:variant>
        <vt:i4>10</vt:i4>
      </vt:variant>
      <vt:variant>
        <vt:lpstr>Titres des diapositives</vt:lpstr>
      </vt:variant>
      <vt:variant>
        <vt:i4>12</vt:i4>
      </vt:variant>
    </vt:vector>
  </HeadingPairs>
  <TitlesOfParts>
    <vt:vector size="30" baseType="lpstr">
      <vt:lpstr>Aptos</vt:lpstr>
      <vt:lpstr>Aptos Black</vt:lpstr>
      <vt:lpstr>Aptos Display</vt:lpstr>
      <vt:lpstr>Aptos Light</vt:lpstr>
      <vt:lpstr>Arial</vt:lpstr>
      <vt:lpstr>Trebuchet MS</vt:lpstr>
      <vt:lpstr>Wingdings</vt:lpstr>
      <vt:lpstr>Wingdings 3</vt:lpstr>
      <vt:lpstr>Conception personnalisée</vt:lpstr>
      <vt:lpstr>1_Conception personnalisée</vt:lpstr>
      <vt:lpstr>1_Office Theme</vt:lpstr>
      <vt:lpstr>3_Conception personnalisée</vt:lpstr>
      <vt:lpstr>1_Conception personnalisée</vt:lpstr>
      <vt:lpstr>1_Office Theme</vt:lpstr>
      <vt:lpstr>3_Conception personnalisée</vt:lpstr>
      <vt:lpstr>1_Office Theme</vt:lpstr>
      <vt:lpstr>1_Conception personnalisée</vt:lpstr>
      <vt:lpstr>Conception personnalisée</vt:lpstr>
      <vt:lpstr>The proxy inventory Applications : French implementation</vt:lpstr>
      <vt:lpstr>2023 French proxy results</vt:lpstr>
      <vt:lpstr>2023 French proxy results</vt:lpstr>
      <vt:lpstr>2023 French proxy against real inventory</vt:lpstr>
      <vt:lpstr>2023 French proxy : available proxy data</vt:lpstr>
      <vt:lpstr>2023 French proxy: available proxy data</vt:lpstr>
      <vt:lpstr>2023 French proxy: available indicators</vt:lpstr>
      <vt:lpstr>2023 French proxy: available indicators</vt:lpstr>
      <vt:lpstr>2023 French proxy: no available data</vt:lpstr>
      <vt:lpstr>Extending annual proxy to monthly estimates French emission barometer during current year X </vt:lpstr>
      <vt:lpstr>How reliable are the monthly pre-estimations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Alexia</dc:creator>
  <cp:lastModifiedBy>Jean-Pierre Chang</cp:lastModifiedBy>
  <cp:revision>2</cp:revision>
  <dcterms:created xsi:type="dcterms:W3CDTF">2024-06-06T06:17:41Z</dcterms:created>
  <dcterms:modified xsi:type="dcterms:W3CDTF">2025-10-07T15:03:03Z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2024-04-29T00:00:00Z</vt:filetime>
  </property>
  <property fmtid="{D5CDD505-2E9C-101B-9397-08002B2CF9AE}" pid="3" name="Creator">
    <vt:lpwstr>Adobe InDesign 19.3 (Macintosh)</vt:lpwstr>
  </property>
  <property fmtid="{D5CDD505-2E9C-101B-9397-08002B2CF9AE}" pid="4" name="LastSaved">
    <vt:filetime>2024-06-06T00:00:00Z</vt:filetime>
  </property>
  <property fmtid="{D5CDD505-2E9C-101B-9397-08002B2CF9AE}" pid="5" name="Producer">
    <vt:lpwstr>Adobe PDF Library 17.0</vt:lpwstr>
  </property>
  <property fmtid="{D5CDD505-2E9C-101B-9397-08002B2CF9AE}" pid="6" name="ContentTypeId">
    <vt:lpwstr>0x010100CA9E40BF7383784999BA1B34A435B410</vt:lpwstr>
  </property>
  <property fmtid="{D5CDD505-2E9C-101B-9397-08002B2CF9AE}" pid="7" name="MediaServiceImageTags">
    <vt:lpwstr/>
  </property>
  <property fmtid="{D5CDD505-2E9C-101B-9397-08002B2CF9AE}" pid="8" name="Order">
    <vt:r8>185500</vt:r8>
  </property>
  <property fmtid="{D5CDD505-2E9C-101B-9397-08002B2CF9AE}" pid="9" name="xd_Signature">
    <vt:bool>false</vt:bool>
  </property>
  <property fmtid="{D5CDD505-2E9C-101B-9397-08002B2CF9AE}" pid="10" name="xd_ProgID">
    <vt:lpwstr/>
  </property>
  <property fmtid="{D5CDD505-2E9C-101B-9397-08002B2CF9AE}" pid="11" name="_SourceUrl">
    <vt:lpwstr/>
  </property>
  <property fmtid="{D5CDD505-2E9C-101B-9397-08002B2CF9AE}" pid="12" name="_SharedFileIndex">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ies>
</file>