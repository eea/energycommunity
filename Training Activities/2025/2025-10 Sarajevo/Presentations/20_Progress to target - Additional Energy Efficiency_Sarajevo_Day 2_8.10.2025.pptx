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798_E998EE72.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omments/modernComment_7A2_A66E5206.xml" ContentType="application/vnd.ms-powerpoint.comment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80"/>
  </p:notesMasterIdLst>
  <p:sldIdLst>
    <p:sldId id="1995" r:id="rId5"/>
    <p:sldId id="1850" r:id="rId6"/>
    <p:sldId id="1813" r:id="rId7"/>
    <p:sldId id="1812" r:id="rId8"/>
    <p:sldId id="2045" r:id="rId9"/>
    <p:sldId id="1997" r:id="rId10"/>
    <p:sldId id="1670" r:id="rId11"/>
    <p:sldId id="1969" r:id="rId12"/>
    <p:sldId id="1983" r:id="rId13"/>
    <p:sldId id="1965" r:id="rId14"/>
    <p:sldId id="1898" r:id="rId15"/>
    <p:sldId id="1942" r:id="rId16"/>
    <p:sldId id="1851" r:id="rId17"/>
    <p:sldId id="1944" r:id="rId18"/>
    <p:sldId id="1852" r:id="rId19"/>
    <p:sldId id="1853" r:id="rId20"/>
    <p:sldId id="1855" r:id="rId21"/>
    <p:sldId id="1856" r:id="rId22"/>
    <p:sldId id="1859" r:id="rId23"/>
    <p:sldId id="1858" r:id="rId24"/>
    <p:sldId id="1946" r:id="rId25"/>
    <p:sldId id="1947" r:id="rId26"/>
    <p:sldId id="1950" r:id="rId27"/>
    <p:sldId id="1949" r:id="rId28"/>
    <p:sldId id="1860" r:id="rId29"/>
    <p:sldId id="1952" r:id="rId30"/>
    <p:sldId id="1951" r:id="rId31"/>
    <p:sldId id="1948" r:id="rId32"/>
    <p:sldId id="1966" r:id="rId33"/>
    <p:sldId id="1899" r:id="rId34"/>
    <p:sldId id="1923" r:id="rId35"/>
    <p:sldId id="1954" r:id="rId36"/>
    <p:sldId id="1955" r:id="rId37"/>
    <p:sldId id="1956" r:id="rId38"/>
    <p:sldId id="1957" r:id="rId39"/>
    <p:sldId id="1958" r:id="rId40"/>
    <p:sldId id="1732" r:id="rId41"/>
    <p:sldId id="1846" r:id="rId42"/>
    <p:sldId id="2007" r:id="rId43"/>
    <p:sldId id="2015" r:id="rId44"/>
    <p:sldId id="1814" r:id="rId45"/>
    <p:sldId id="1782" r:id="rId46"/>
    <p:sldId id="1783" r:id="rId47"/>
    <p:sldId id="306" r:id="rId48"/>
    <p:sldId id="1784" r:id="rId49"/>
    <p:sldId id="2052" r:id="rId50"/>
    <p:sldId id="2026" r:id="rId51"/>
    <p:sldId id="2043" r:id="rId52"/>
    <p:sldId id="1785" r:id="rId53"/>
    <p:sldId id="1787" r:id="rId54"/>
    <p:sldId id="2044" r:id="rId55"/>
    <p:sldId id="1854" r:id="rId56"/>
    <p:sldId id="2051" r:id="rId57"/>
    <p:sldId id="1774" r:id="rId58"/>
    <p:sldId id="2016" r:id="rId59"/>
    <p:sldId id="2046" r:id="rId60"/>
    <p:sldId id="2017" r:id="rId61"/>
    <p:sldId id="2019" r:id="rId62"/>
    <p:sldId id="2020" r:id="rId63"/>
    <p:sldId id="1961" r:id="rId64"/>
    <p:sldId id="1962" r:id="rId65"/>
    <p:sldId id="1844" r:id="rId66"/>
    <p:sldId id="1800" r:id="rId67"/>
    <p:sldId id="1798" r:id="rId68"/>
    <p:sldId id="1845" r:id="rId69"/>
    <p:sldId id="1963" r:id="rId70"/>
    <p:sldId id="1964" r:id="rId71"/>
    <p:sldId id="2025" r:id="rId72"/>
    <p:sldId id="1795" r:id="rId73"/>
    <p:sldId id="1985" r:id="rId74"/>
    <p:sldId id="1809" r:id="rId75"/>
    <p:sldId id="256" r:id="rId76"/>
    <p:sldId id="1986" r:id="rId77"/>
    <p:sldId id="1993" r:id="rId78"/>
    <p:sldId id="1994" r:id="rId79"/>
  </p:sldIdLst>
  <p:sldSz cx="12192000" cy="6858000"/>
  <p:notesSz cx="6858000" cy="9144000"/>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B91703-D118-E9DE-01C5-EA7ACE1C818A}" name="Odysseas Platsakis" initials="OP" userId="S::o.platsakis@exergia.gr::439216f9-e4a9-48ee-a77f-e9a4148ad150" providerId="AD"/>
  <p188:author id="{6F018823-1834-2C18-11F0-6F8E01AD1C51}" name="Marta Giulia Baldi" initials="MB" userId="S::Marta.Baldi@eea.europa.eu::6dc62c41-b90b-4b5d-9f07-096888b693d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3501B"/>
    <a:srgbClr val="0D3512"/>
    <a:srgbClr val="3B7D23"/>
    <a:srgbClr val="6D6DC0"/>
    <a:srgbClr val="90866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71DEB0-7E68-44D5-B02B-6AE31A0AB328}" v="22" dt="2025-10-07T13:21:47.5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095" autoAdjust="0"/>
    <p:restoredTop sz="72141" autoAdjust="0"/>
  </p:normalViewPr>
  <p:slideViewPr>
    <p:cSldViewPr snapToGrid="0">
      <p:cViewPr varScale="1">
        <p:scale>
          <a:sx n="53" d="100"/>
          <a:sy n="53" d="100"/>
        </p:scale>
        <p:origin x="33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notesMaster" Target="notesMasters/notesMaster1.xml"/><Relationship Id="rId85"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microsoft.com/office/2018/10/relationships/authors" Target="authors.xml"/><Relationship Id="rId61" Type="http://schemas.openxmlformats.org/officeDocument/2006/relationships/slide" Target="slides/slide57.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a Giulia Baldi" userId="6dc62c41-b90b-4b5d-9f07-096888b693de" providerId="ADAL" clId="{2E62A740-FB0F-42DC-9831-15CFE3447E58}"/>
    <pc:docChg chg="custSel modSld">
      <pc:chgData name="Marta Giulia Baldi" userId="6dc62c41-b90b-4b5d-9f07-096888b693de" providerId="ADAL" clId="{2E62A740-FB0F-42DC-9831-15CFE3447E58}" dt="2025-09-29T14:13:01.871" v="16" actId="20577"/>
      <pc:docMkLst>
        <pc:docMk/>
      </pc:docMkLst>
      <pc:sldChg chg="mod modShow">
        <pc:chgData name="Marta Giulia Baldi" userId="6dc62c41-b90b-4b5d-9f07-096888b693de" providerId="ADAL" clId="{2E62A740-FB0F-42DC-9831-15CFE3447E58}" dt="2025-09-29T14:12:08.597" v="12" actId="729"/>
        <pc:sldMkLst>
          <pc:docMk/>
          <pc:sldMk cId="3764713000" sldId="1825"/>
        </pc:sldMkLst>
      </pc:sldChg>
      <pc:sldChg chg="mod modShow">
        <pc:chgData name="Marta Giulia Baldi" userId="6dc62c41-b90b-4b5d-9f07-096888b693de" providerId="ADAL" clId="{2E62A740-FB0F-42DC-9831-15CFE3447E58}" dt="2025-09-29T14:12:23.540" v="13" actId="729"/>
        <pc:sldMkLst>
          <pc:docMk/>
          <pc:sldMk cId="250092643" sldId="1831"/>
        </pc:sldMkLst>
      </pc:sldChg>
      <pc:sldChg chg="mod modShow">
        <pc:chgData name="Marta Giulia Baldi" userId="6dc62c41-b90b-4b5d-9f07-096888b693de" providerId="ADAL" clId="{2E62A740-FB0F-42DC-9831-15CFE3447E58}" dt="2025-09-29T14:12:23.540" v="13" actId="729"/>
        <pc:sldMkLst>
          <pc:docMk/>
          <pc:sldMk cId="2782108213" sldId="1832"/>
        </pc:sldMkLst>
      </pc:sldChg>
      <pc:sldChg chg="mod modShow">
        <pc:chgData name="Marta Giulia Baldi" userId="6dc62c41-b90b-4b5d-9f07-096888b693de" providerId="ADAL" clId="{2E62A740-FB0F-42DC-9831-15CFE3447E58}" dt="2025-09-29T14:12:23.540" v="13" actId="729"/>
        <pc:sldMkLst>
          <pc:docMk/>
          <pc:sldMk cId="542203077" sldId="1833"/>
        </pc:sldMkLst>
      </pc:sldChg>
      <pc:sldChg chg="mod modShow">
        <pc:chgData name="Marta Giulia Baldi" userId="6dc62c41-b90b-4b5d-9f07-096888b693de" providerId="ADAL" clId="{2E62A740-FB0F-42DC-9831-15CFE3447E58}" dt="2025-09-29T14:12:23.540" v="13" actId="729"/>
        <pc:sldMkLst>
          <pc:docMk/>
          <pc:sldMk cId="921317547" sldId="1834"/>
        </pc:sldMkLst>
      </pc:sldChg>
      <pc:sldChg chg="mod modShow">
        <pc:chgData name="Marta Giulia Baldi" userId="6dc62c41-b90b-4b5d-9f07-096888b693de" providerId="ADAL" clId="{2E62A740-FB0F-42DC-9831-15CFE3447E58}" dt="2025-09-29T14:12:23.540" v="13" actId="729"/>
        <pc:sldMkLst>
          <pc:docMk/>
          <pc:sldMk cId="327712370" sldId="1835"/>
        </pc:sldMkLst>
      </pc:sldChg>
      <pc:sldChg chg="mod modShow">
        <pc:chgData name="Marta Giulia Baldi" userId="6dc62c41-b90b-4b5d-9f07-096888b693de" providerId="ADAL" clId="{2E62A740-FB0F-42DC-9831-15CFE3447E58}" dt="2025-09-29T14:12:23.540" v="13" actId="729"/>
        <pc:sldMkLst>
          <pc:docMk/>
          <pc:sldMk cId="3864018951" sldId="1836"/>
        </pc:sldMkLst>
      </pc:sldChg>
      <pc:sldChg chg="mod modShow">
        <pc:chgData name="Marta Giulia Baldi" userId="6dc62c41-b90b-4b5d-9f07-096888b693de" providerId="ADAL" clId="{2E62A740-FB0F-42DC-9831-15CFE3447E58}" dt="2025-09-29T14:12:23.540" v="13" actId="729"/>
        <pc:sldMkLst>
          <pc:docMk/>
          <pc:sldMk cId="460765910" sldId="1837"/>
        </pc:sldMkLst>
      </pc:sldChg>
      <pc:sldChg chg="mod modShow">
        <pc:chgData name="Marta Giulia Baldi" userId="6dc62c41-b90b-4b5d-9f07-096888b693de" providerId="ADAL" clId="{2E62A740-FB0F-42DC-9831-15CFE3447E58}" dt="2025-09-29T14:12:23.540" v="13" actId="729"/>
        <pc:sldMkLst>
          <pc:docMk/>
          <pc:sldMk cId="2532339761" sldId="1838"/>
        </pc:sldMkLst>
      </pc:sldChg>
      <pc:sldChg chg="mod modShow">
        <pc:chgData name="Marta Giulia Baldi" userId="6dc62c41-b90b-4b5d-9f07-096888b693de" providerId="ADAL" clId="{2E62A740-FB0F-42DC-9831-15CFE3447E58}" dt="2025-09-29T14:12:23.540" v="13" actId="729"/>
        <pc:sldMkLst>
          <pc:docMk/>
          <pc:sldMk cId="1321489780" sldId="1839"/>
        </pc:sldMkLst>
      </pc:sldChg>
      <pc:sldChg chg="mod modShow">
        <pc:chgData name="Marta Giulia Baldi" userId="6dc62c41-b90b-4b5d-9f07-096888b693de" providerId="ADAL" clId="{2E62A740-FB0F-42DC-9831-15CFE3447E58}" dt="2025-09-29T14:12:23.540" v="13" actId="729"/>
        <pc:sldMkLst>
          <pc:docMk/>
          <pc:sldMk cId="2428879790" sldId="1840"/>
        </pc:sldMkLst>
      </pc:sldChg>
      <pc:sldChg chg="mod modShow modNotesTx">
        <pc:chgData name="Marta Giulia Baldi" userId="6dc62c41-b90b-4b5d-9f07-096888b693de" providerId="ADAL" clId="{2E62A740-FB0F-42DC-9831-15CFE3447E58}" dt="2025-09-29T14:12:29.682" v="14" actId="20577"/>
        <pc:sldMkLst>
          <pc:docMk/>
          <pc:sldMk cId="830569146" sldId="1841"/>
        </pc:sldMkLst>
      </pc:sldChg>
      <pc:sldChg chg="modNotesTx">
        <pc:chgData name="Marta Giulia Baldi" userId="6dc62c41-b90b-4b5d-9f07-096888b693de" providerId="ADAL" clId="{2E62A740-FB0F-42DC-9831-15CFE3447E58}" dt="2025-09-29T14:12:49.140" v="15" actId="20577"/>
        <pc:sldMkLst>
          <pc:docMk/>
          <pc:sldMk cId="3584360377" sldId="1849"/>
        </pc:sldMkLst>
      </pc:sldChg>
      <pc:sldChg chg="modSp mod">
        <pc:chgData name="Marta Giulia Baldi" userId="6dc62c41-b90b-4b5d-9f07-096888b693de" providerId="ADAL" clId="{2E62A740-FB0F-42DC-9831-15CFE3447E58}" dt="2025-09-29T13:50:44.621" v="10" actId="207"/>
        <pc:sldMkLst>
          <pc:docMk/>
          <pc:sldMk cId="596763656" sldId="1850"/>
        </pc:sldMkLst>
        <pc:spChg chg="mod">
          <ac:chgData name="Marta Giulia Baldi" userId="6dc62c41-b90b-4b5d-9f07-096888b693de" providerId="ADAL" clId="{2E62A740-FB0F-42DC-9831-15CFE3447E58}" dt="2025-09-29T13:50:44.621" v="10" actId="207"/>
          <ac:spMkLst>
            <pc:docMk/>
            <pc:sldMk cId="596763656" sldId="1850"/>
            <ac:spMk id="4" creationId="{0F197D9A-90B5-3023-1ABD-1686DC56C6B8}"/>
          </ac:spMkLst>
        </pc:spChg>
      </pc:sldChg>
      <pc:sldChg chg="mod modShow">
        <pc:chgData name="Marta Giulia Baldi" userId="6dc62c41-b90b-4b5d-9f07-096888b693de" providerId="ADAL" clId="{2E62A740-FB0F-42DC-9831-15CFE3447E58}" dt="2025-09-29T14:08:02.628" v="11" actId="729"/>
        <pc:sldMkLst>
          <pc:docMk/>
          <pc:sldMk cId="1310816466" sldId="1966"/>
        </pc:sldMkLst>
      </pc:sldChg>
      <pc:sldChg chg="mod modShow">
        <pc:chgData name="Marta Giulia Baldi" userId="6dc62c41-b90b-4b5d-9f07-096888b693de" providerId="ADAL" clId="{2E62A740-FB0F-42DC-9831-15CFE3447E58}" dt="2025-09-19T09:13:55.105" v="0" actId="729"/>
        <pc:sldMkLst>
          <pc:docMk/>
          <pc:sldMk cId="3149309958" sldId="1986"/>
        </pc:sldMkLst>
      </pc:sldChg>
      <pc:sldChg chg="delSp modSp mod modShow">
        <pc:chgData name="Marta Giulia Baldi" userId="6dc62c41-b90b-4b5d-9f07-096888b693de" providerId="ADAL" clId="{2E62A740-FB0F-42DC-9831-15CFE3447E58}" dt="2025-09-19T09:14:21.132" v="9" actId="20577"/>
        <pc:sldMkLst>
          <pc:docMk/>
          <pc:sldMk cId="787437524" sldId="1993"/>
        </pc:sldMkLst>
        <pc:spChg chg="mod">
          <ac:chgData name="Marta Giulia Baldi" userId="6dc62c41-b90b-4b5d-9f07-096888b693de" providerId="ADAL" clId="{2E62A740-FB0F-42DC-9831-15CFE3447E58}" dt="2025-09-19T09:14:21.132" v="9" actId="20577"/>
          <ac:spMkLst>
            <pc:docMk/>
            <pc:sldMk cId="787437524" sldId="1993"/>
            <ac:spMk id="8" creationId="{4D7E68BC-FA71-E7E8-D056-3301B1D1BABD}"/>
          </ac:spMkLst>
        </pc:spChg>
      </pc:sldChg>
      <pc:sldChg chg="mod modShow">
        <pc:chgData name="Marta Giulia Baldi" userId="6dc62c41-b90b-4b5d-9f07-096888b693de" providerId="ADAL" clId="{2E62A740-FB0F-42DC-9831-15CFE3447E58}" dt="2025-09-19T09:14:00.601" v="2" actId="729"/>
        <pc:sldMkLst>
          <pc:docMk/>
          <pc:sldMk cId="2074017868" sldId="1994"/>
        </pc:sldMkLst>
      </pc:sldChg>
      <pc:sldChg chg="modNotesTx">
        <pc:chgData name="Marta Giulia Baldi" userId="6dc62c41-b90b-4b5d-9f07-096888b693de" providerId="ADAL" clId="{2E62A740-FB0F-42DC-9831-15CFE3447E58}" dt="2025-09-29T14:13:01.871" v="16" actId="20577"/>
        <pc:sldMkLst>
          <pc:docMk/>
          <pc:sldMk cId="906000796" sldId="2045"/>
        </pc:sldMkLst>
      </pc:sldChg>
    </pc:docChg>
  </pc:docChgLst>
  <pc:docChgLst>
    <pc:chgData name="Stephane  Quefelec" userId="fcffc988-bc4d-4b81-a6eb-94c617d18c4c" providerId="ADAL" clId="{14C83A0C-649B-4374-A008-45A5A3112510}"/>
    <pc:docChg chg="undo custSel addSld delSld modSld sldOrd">
      <pc:chgData name="Stephane  Quefelec" userId="fcffc988-bc4d-4b81-a6eb-94c617d18c4c" providerId="ADAL" clId="{14C83A0C-649B-4374-A008-45A5A3112510}" dt="2025-10-08T06:44:07.188" v="566"/>
      <pc:docMkLst>
        <pc:docMk/>
      </pc:docMkLst>
      <pc:sldChg chg="add">
        <pc:chgData name="Stephane  Quefelec" userId="fcffc988-bc4d-4b81-a6eb-94c617d18c4c" providerId="ADAL" clId="{14C83A0C-649B-4374-A008-45A5A3112510}" dt="2025-10-07T12:00:35.533" v="340"/>
        <pc:sldMkLst>
          <pc:docMk/>
          <pc:sldMk cId="1274676196" sldId="306"/>
        </pc:sldMkLst>
      </pc:sldChg>
      <pc:sldChg chg="del">
        <pc:chgData name="Stephane  Quefelec" userId="fcffc988-bc4d-4b81-a6eb-94c617d18c4c" providerId="ADAL" clId="{14C83A0C-649B-4374-A008-45A5A3112510}" dt="2025-10-07T12:00:18.266" v="339" actId="2696"/>
        <pc:sldMkLst>
          <pc:docMk/>
          <pc:sldMk cId="3576472269" sldId="306"/>
        </pc:sldMkLst>
      </pc:sldChg>
      <pc:sldChg chg="mod modShow">
        <pc:chgData name="Stephane  Quefelec" userId="fcffc988-bc4d-4b81-a6eb-94c617d18c4c" providerId="ADAL" clId="{14C83A0C-649B-4374-A008-45A5A3112510}" dt="2025-10-07T12:43:31.516" v="468" actId="729"/>
        <pc:sldMkLst>
          <pc:docMk/>
          <pc:sldMk cId="1385096649" sldId="1670"/>
        </pc:sldMkLst>
      </pc:sldChg>
      <pc:sldChg chg="del">
        <pc:chgData name="Stephane  Quefelec" userId="fcffc988-bc4d-4b81-a6eb-94c617d18c4c" providerId="ADAL" clId="{14C83A0C-649B-4374-A008-45A5A3112510}" dt="2025-10-07T12:00:18.266" v="339" actId="2696"/>
        <pc:sldMkLst>
          <pc:docMk/>
          <pc:sldMk cId="1366438685" sldId="1732"/>
        </pc:sldMkLst>
      </pc:sldChg>
      <pc:sldChg chg="add">
        <pc:chgData name="Stephane  Quefelec" userId="fcffc988-bc4d-4b81-a6eb-94c617d18c4c" providerId="ADAL" clId="{14C83A0C-649B-4374-A008-45A5A3112510}" dt="2025-10-07T12:00:35.533" v="340"/>
        <pc:sldMkLst>
          <pc:docMk/>
          <pc:sldMk cId="3882993670" sldId="1732"/>
        </pc:sldMkLst>
      </pc:sldChg>
      <pc:sldChg chg="del">
        <pc:chgData name="Stephane  Quefelec" userId="fcffc988-bc4d-4b81-a6eb-94c617d18c4c" providerId="ADAL" clId="{14C83A0C-649B-4374-A008-45A5A3112510}" dt="2025-10-07T12:00:18.266" v="339" actId="2696"/>
        <pc:sldMkLst>
          <pc:docMk/>
          <pc:sldMk cId="1579452293" sldId="1774"/>
        </pc:sldMkLst>
      </pc:sldChg>
      <pc:sldChg chg="add">
        <pc:chgData name="Stephane  Quefelec" userId="fcffc988-bc4d-4b81-a6eb-94c617d18c4c" providerId="ADAL" clId="{14C83A0C-649B-4374-A008-45A5A3112510}" dt="2025-10-07T12:00:35.533" v="340"/>
        <pc:sldMkLst>
          <pc:docMk/>
          <pc:sldMk cId="4118977866" sldId="1774"/>
        </pc:sldMkLst>
      </pc:sldChg>
      <pc:sldChg chg="del">
        <pc:chgData name="Stephane  Quefelec" userId="fcffc988-bc4d-4b81-a6eb-94c617d18c4c" providerId="ADAL" clId="{14C83A0C-649B-4374-A008-45A5A3112510}" dt="2025-10-07T12:00:18.266" v="339" actId="2696"/>
        <pc:sldMkLst>
          <pc:docMk/>
          <pc:sldMk cId="142683159" sldId="1782"/>
        </pc:sldMkLst>
      </pc:sldChg>
      <pc:sldChg chg="add">
        <pc:chgData name="Stephane  Quefelec" userId="fcffc988-bc4d-4b81-a6eb-94c617d18c4c" providerId="ADAL" clId="{14C83A0C-649B-4374-A008-45A5A3112510}" dt="2025-10-07T12:00:35.533" v="340"/>
        <pc:sldMkLst>
          <pc:docMk/>
          <pc:sldMk cId="2526651391" sldId="1782"/>
        </pc:sldMkLst>
      </pc:sldChg>
      <pc:sldChg chg="del">
        <pc:chgData name="Stephane  Quefelec" userId="fcffc988-bc4d-4b81-a6eb-94c617d18c4c" providerId="ADAL" clId="{14C83A0C-649B-4374-A008-45A5A3112510}" dt="2025-10-07T12:00:18.266" v="339" actId="2696"/>
        <pc:sldMkLst>
          <pc:docMk/>
          <pc:sldMk cId="2789154994" sldId="1783"/>
        </pc:sldMkLst>
      </pc:sldChg>
      <pc:sldChg chg="add">
        <pc:chgData name="Stephane  Quefelec" userId="fcffc988-bc4d-4b81-a6eb-94c617d18c4c" providerId="ADAL" clId="{14C83A0C-649B-4374-A008-45A5A3112510}" dt="2025-10-07T12:00:35.533" v="340"/>
        <pc:sldMkLst>
          <pc:docMk/>
          <pc:sldMk cId="3604643237" sldId="1783"/>
        </pc:sldMkLst>
      </pc:sldChg>
      <pc:sldChg chg="add">
        <pc:chgData name="Stephane  Quefelec" userId="fcffc988-bc4d-4b81-a6eb-94c617d18c4c" providerId="ADAL" clId="{14C83A0C-649B-4374-A008-45A5A3112510}" dt="2025-10-07T12:00:35.533" v="340"/>
        <pc:sldMkLst>
          <pc:docMk/>
          <pc:sldMk cId="1518179017" sldId="1784"/>
        </pc:sldMkLst>
      </pc:sldChg>
      <pc:sldChg chg="del">
        <pc:chgData name="Stephane  Quefelec" userId="fcffc988-bc4d-4b81-a6eb-94c617d18c4c" providerId="ADAL" clId="{14C83A0C-649B-4374-A008-45A5A3112510}" dt="2025-10-07T12:00:18.266" v="339" actId="2696"/>
        <pc:sldMkLst>
          <pc:docMk/>
          <pc:sldMk cId="1706660465" sldId="1784"/>
        </pc:sldMkLst>
      </pc:sldChg>
      <pc:sldChg chg="del">
        <pc:chgData name="Stephane  Quefelec" userId="fcffc988-bc4d-4b81-a6eb-94c617d18c4c" providerId="ADAL" clId="{14C83A0C-649B-4374-A008-45A5A3112510}" dt="2025-10-07T12:00:18.266" v="339" actId="2696"/>
        <pc:sldMkLst>
          <pc:docMk/>
          <pc:sldMk cId="230437882" sldId="1785"/>
        </pc:sldMkLst>
      </pc:sldChg>
      <pc:sldChg chg="add">
        <pc:chgData name="Stephane  Quefelec" userId="fcffc988-bc4d-4b81-a6eb-94c617d18c4c" providerId="ADAL" clId="{14C83A0C-649B-4374-A008-45A5A3112510}" dt="2025-10-07T12:00:35.533" v="340"/>
        <pc:sldMkLst>
          <pc:docMk/>
          <pc:sldMk cId="3044044265" sldId="1785"/>
        </pc:sldMkLst>
      </pc:sldChg>
      <pc:sldChg chg="del">
        <pc:chgData name="Stephane  Quefelec" userId="fcffc988-bc4d-4b81-a6eb-94c617d18c4c" providerId="ADAL" clId="{14C83A0C-649B-4374-A008-45A5A3112510}" dt="2025-10-07T12:00:18.266" v="339" actId="2696"/>
        <pc:sldMkLst>
          <pc:docMk/>
          <pc:sldMk cId="566942422" sldId="1787"/>
        </pc:sldMkLst>
      </pc:sldChg>
      <pc:sldChg chg="add mod modShow">
        <pc:chgData name="Stephane  Quefelec" userId="fcffc988-bc4d-4b81-a6eb-94c617d18c4c" providerId="ADAL" clId="{14C83A0C-649B-4374-A008-45A5A3112510}" dt="2025-10-07T12:05:31.754" v="353" actId="729"/>
        <pc:sldMkLst>
          <pc:docMk/>
          <pc:sldMk cId="3680212128" sldId="1787"/>
        </pc:sldMkLst>
      </pc:sldChg>
      <pc:sldChg chg="mod modShow">
        <pc:chgData name="Stephane  Quefelec" userId="fcffc988-bc4d-4b81-a6eb-94c617d18c4c" providerId="ADAL" clId="{14C83A0C-649B-4374-A008-45A5A3112510}" dt="2025-10-07T14:00:54.020" v="563" actId="729"/>
        <pc:sldMkLst>
          <pc:docMk/>
          <pc:sldMk cId="798893770" sldId="1795"/>
        </pc:sldMkLst>
      </pc:sldChg>
      <pc:sldChg chg="add ord">
        <pc:chgData name="Stephane  Quefelec" userId="fcffc988-bc4d-4b81-a6eb-94c617d18c4c" providerId="ADAL" clId="{14C83A0C-649B-4374-A008-45A5A3112510}" dt="2025-10-08T06:44:07.188" v="566"/>
        <pc:sldMkLst>
          <pc:docMk/>
          <pc:sldMk cId="924571004" sldId="1798"/>
        </pc:sldMkLst>
      </pc:sldChg>
      <pc:sldChg chg="del">
        <pc:chgData name="Stephane  Quefelec" userId="fcffc988-bc4d-4b81-a6eb-94c617d18c4c" providerId="ADAL" clId="{14C83A0C-649B-4374-A008-45A5A3112510}" dt="2025-10-07T12:00:18.266" v="339" actId="2696"/>
        <pc:sldMkLst>
          <pc:docMk/>
          <pc:sldMk cId="3188239985" sldId="1798"/>
        </pc:sldMkLst>
      </pc:sldChg>
      <pc:sldChg chg="add ord">
        <pc:chgData name="Stephane  Quefelec" userId="fcffc988-bc4d-4b81-a6eb-94c617d18c4c" providerId="ADAL" clId="{14C83A0C-649B-4374-A008-45A5A3112510}" dt="2025-10-07T13:45:17.378" v="559"/>
        <pc:sldMkLst>
          <pc:docMk/>
          <pc:sldMk cId="2729673848" sldId="1800"/>
        </pc:sldMkLst>
      </pc:sldChg>
      <pc:sldChg chg="del">
        <pc:chgData name="Stephane  Quefelec" userId="fcffc988-bc4d-4b81-a6eb-94c617d18c4c" providerId="ADAL" clId="{14C83A0C-649B-4374-A008-45A5A3112510}" dt="2025-10-07T12:00:18.266" v="339" actId="2696"/>
        <pc:sldMkLst>
          <pc:docMk/>
          <pc:sldMk cId="3370507577" sldId="1800"/>
        </pc:sldMkLst>
      </pc:sldChg>
      <pc:sldChg chg="addSp delSp modSp mod">
        <pc:chgData name="Stephane  Quefelec" userId="fcffc988-bc4d-4b81-a6eb-94c617d18c4c" providerId="ADAL" clId="{14C83A0C-649B-4374-A008-45A5A3112510}" dt="2025-10-07T12:30:32.971" v="379" actId="1076"/>
        <pc:sldMkLst>
          <pc:docMk/>
          <pc:sldMk cId="1252492" sldId="1809"/>
        </pc:sldMkLst>
        <pc:spChg chg="del">
          <ac:chgData name="Stephane  Quefelec" userId="fcffc988-bc4d-4b81-a6eb-94c617d18c4c" providerId="ADAL" clId="{14C83A0C-649B-4374-A008-45A5A3112510}" dt="2025-10-07T12:30:29.651" v="377" actId="478"/>
          <ac:spMkLst>
            <pc:docMk/>
            <pc:sldMk cId="1252492" sldId="1809"/>
            <ac:spMk id="2" creationId="{ED2329AE-22D4-EEF0-723C-669475075FA7}"/>
          </ac:spMkLst>
        </pc:spChg>
        <pc:spChg chg="add mod">
          <ac:chgData name="Stephane  Quefelec" userId="fcffc988-bc4d-4b81-a6eb-94c617d18c4c" providerId="ADAL" clId="{14C83A0C-649B-4374-A008-45A5A3112510}" dt="2025-10-07T12:30:32.971" v="379" actId="1076"/>
          <ac:spMkLst>
            <pc:docMk/>
            <pc:sldMk cId="1252492" sldId="1809"/>
            <ac:spMk id="4" creationId="{46BD79F4-C5F8-9D58-31BB-5D074A3C64D6}"/>
          </ac:spMkLst>
        </pc:spChg>
      </pc:sldChg>
      <pc:sldChg chg="modSp mod">
        <pc:chgData name="Stephane  Quefelec" userId="fcffc988-bc4d-4b81-a6eb-94c617d18c4c" providerId="ADAL" clId="{14C83A0C-649B-4374-A008-45A5A3112510}" dt="2025-10-06T18:57:05.327" v="162" actId="255"/>
        <pc:sldMkLst>
          <pc:docMk/>
          <pc:sldMk cId="4230210892" sldId="1812"/>
        </pc:sldMkLst>
        <pc:spChg chg="mod">
          <ac:chgData name="Stephane  Quefelec" userId="fcffc988-bc4d-4b81-a6eb-94c617d18c4c" providerId="ADAL" clId="{14C83A0C-649B-4374-A008-45A5A3112510}" dt="2025-10-06T18:57:05.327" v="162" actId="255"/>
          <ac:spMkLst>
            <pc:docMk/>
            <pc:sldMk cId="4230210892" sldId="1812"/>
            <ac:spMk id="2" creationId="{41A2936B-584E-D5BB-A91B-217134D19BE1}"/>
          </ac:spMkLst>
        </pc:spChg>
      </pc:sldChg>
      <pc:sldChg chg="del">
        <pc:chgData name="Stephane  Quefelec" userId="fcffc988-bc4d-4b81-a6eb-94c617d18c4c" providerId="ADAL" clId="{14C83A0C-649B-4374-A008-45A5A3112510}" dt="2025-10-07T12:00:18.266" v="339" actId="2696"/>
        <pc:sldMkLst>
          <pc:docMk/>
          <pc:sldMk cId="449314662" sldId="1814"/>
        </pc:sldMkLst>
      </pc:sldChg>
      <pc:sldChg chg="add">
        <pc:chgData name="Stephane  Quefelec" userId="fcffc988-bc4d-4b81-a6eb-94c617d18c4c" providerId="ADAL" clId="{14C83A0C-649B-4374-A008-45A5A3112510}" dt="2025-10-07T12:00:35.533" v="340"/>
        <pc:sldMkLst>
          <pc:docMk/>
          <pc:sldMk cId="4288408549" sldId="1814"/>
        </pc:sldMkLst>
      </pc:sldChg>
      <pc:sldChg chg="add del">
        <pc:chgData name="Stephane  Quefelec" userId="fcffc988-bc4d-4b81-a6eb-94c617d18c4c" providerId="ADAL" clId="{14C83A0C-649B-4374-A008-45A5A3112510}" dt="2025-10-07T13:43:27.653" v="505" actId="47"/>
        <pc:sldMkLst>
          <pc:docMk/>
          <pc:sldMk cId="1011325604" sldId="1824"/>
        </pc:sldMkLst>
      </pc:sldChg>
      <pc:sldChg chg="del">
        <pc:chgData name="Stephane  Quefelec" userId="fcffc988-bc4d-4b81-a6eb-94c617d18c4c" providerId="ADAL" clId="{14C83A0C-649B-4374-A008-45A5A3112510}" dt="2025-10-07T12:00:18.266" v="339" actId="2696"/>
        <pc:sldMkLst>
          <pc:docMk/>
          <pc:sldMk cId="1012789262" sldId="1824"/>
        </pc:sldMkLst>
      </pc:sldChg>
      <pc:sldChg chg="add del">
        <pc:chgData name="Stephane  Quefelec" userId="fcffc988-bc4d-4b81-a6eb-94c617d18c4c" providerId="ADAL" clId="{14C83A0C-649B-4374-A008-45A5A3112510}" dt="2025-10-07T12:02:46.067" v="345" actId="2696"/>
        <pc:sldMkLst>
          <pc:docMk/>
          <pc:sldMk cId="3983231927" sldId="1824"/>
        </pc:sldMkLst>
      </pc:sldChg>
      <pc:sldChg chg="del">
        <pc:chgData name="Stephane  Quefelec" userId="fcffc988-bc4d-4b81-a6eb-94c617d18c4c" providerId="ADAL" clId="{14C83A0C-649B-4374-A008-45A5A3112510}" dt="2025-10-07T12:34:33.815" v="380" actId="47"/>
        <pc:sldMkLst>
          <pc:docMk/>
          <pc:sldMk cId="3764713000" sldId="1825"/>
        </pc:sldMkLst>
      </pc:sldChg>
      <pc:sldChg chg="del">
        <pc:chgData name="Stephane  Quefelec" userId="fcffc988-bc4d-4b81-a6eb-94c617d18c4c" providerId="ADAL" clId="{14C83A0C-649B-4374-A008-45A5A3112510}" dt="2025-10-07T12:34:34.766" v="381" actId="47"/>
        <pc:sldMkLst>
          <pc:docMk/>
          <pc:sldMk cId="77166687" sldId="1826"/>
        </pc:sldMkLst>
      </pc:sldChg>
      <pc:sldChg chg="del">
        <pc:chgData name="Stephane  Quefelec" userId="fcffc988-bc4d-4b81-a6eb-94c617d18c4c" providerId="ADAL" clId="{14C83A0C-649B-4374-A008-45A5A3112510}" dt="2025-10-07T12:34:35.854" v="382" actId="47"/>
        <pc:sldMkLst>
          <pc:docMk/>
          <pc:sldMk cId="3269264066" sldId="1827"/>
        </pc:sldMkLst>
      </pc:sldChg>
      <pc:sldChg chg="del">
        <pc:chgData name="Stephane  Quefelec" userId="fcffc988-bc4d-4b81-a6eb-94c617d18c4c" providerId="ADAL" clId="{14C83A0C-649B-4374-A008-45A5A3112510}" dt="2025-10-07T12:34:37.680" v="383" actId="47"/>
        <pc:sldMkLst>
          <pc:docMk/>
          <pc:sldMk cId="2042256731" sldId="1828"/>
        </pc:sldMkLst>
      </pc:sldChg>
      <pc:sldChg chg="del">
        <pc:chgData name="Stephane  Quefelec" userId="fcffc988-bc4d-4b81-a6eb-94c617d18c4c" providerId="ADAL" clId="{14C83A0C-649B-4374-A008-45A5A3112510}" dt="2025-10-07T12:34:43.188" v="384" actId="47"/>
        <pc:sldMkLst>
          <pc:docMk/>
          <pc:sldMk cId="1109478814" sldId="1829"/>
        </pc:sldMkLst>
      </pc:sldChg>
      <pc:sldChg chg="del">
        <pc:chgData name="Stephane  Quefelec" userId="fcffc988-bc4d-4b81-a6eb-94c617d18c4c" providerId="ADAL" clId="{14C83A0C-649B-4374-A008-45A5A3112510}" dt="2025-10-07T12:34:45.836" v="385" actId="47"/>
        <pc:sldMkLst>
          <pc:docMk/>
          <pc:sldMk cId="3480371645" sldId="1830"/>
        </pc:sldMkLst>
      </pc:sldChg>
      <pc:sldChg chg="del">
        <pc:chgData name="Stephane  Quefelec" userId="fcffc988-bc4d-4b81-a6eb-94c617d18c4c" providerId="ADAL" clId="{14C83A0C-649B-4374-A008-45A5A3112510}" dt="2025-10-07T10:12:00.732" v="326" actId="47"/>
        <pc:sldMkLst>
          <pc:docMk/>
          <pc:sldMk cId="250092643" sldId="1831"/>
        </pc:sldMkLst>
      </pc:sldChg>
      <pc:sldChg chg="del">
        <pc:chgData name="Stephane  Quefelec" userId="fcffc988-bc4d-4b81-a6eb-94c617d18c4c" providerId="ADAL" clId="{14C83A0C-649B-4374-A008-45A5A3112510}" dt="2025-10-07T10:12:01.721" v="327" actId="47"/>
        <pc:sldMkLst>
          <pc:docMk/>
          <pc:sldMk cId="2782108213" sldId="1832"/>
        </pc:sldMkLst>
      </pc:sldChg>
      <pc:sldChg chg="del">
        <pc:chgData name="Stephane  Quefelec" userId="fcffc988-bc4d-4b81-a6eb-94c617d18c4c" providerId="ADAL" clId="{14C83A0C-649B-4374-A008-45A5A3112510}" dt="2025-10-07T10:12:02.494" v="328" actId="47"/>
        <pc:sldMkLst>
          <pc:docMk/>
          <pc:sldMk cId="542203077" sldId="1833"/>
        </pc:sldMkLst>
      </pc:sldChg>
      <pc:sldChg chg="del">
        <pc:chgData name="Stephane  Quefelec" userId="fcffc988-bc4d-4b81-a6eb-94c617d18c4c" providerId="ADAL" clId="{14C83A0C-649B-4374-A008-45A5A3112510}" dt="2025-10-07T10:12:03.335" v="329" actId="47"/>
        <pc:sldMkLst>
          <pc:docMk/>
          <pc:sldMk cId="921317547" sldId="1834"/>
        </pc:sldMkLst>
      </pc:sldChg>
      <pc:sldChg chg="del">
        <pc:chgData name="Stephane  Quefelec" userId="fcffc988-bc4d-4b81-a6eb-94c617d18c4c" providerId="ADAL" clId="{14C83A0C-649B-4374-A008-45A5A3112510}" dt="2025-10-07T10:12:04.149" v="330" actId="47"/>
        <pc:sldMkLst>
          <pc:docMk/>
          <pc:sldMk cId="327712370" sldId="1835"/>
        </pc:sldMkLst>
      </pc:sldChg>
      <pc:sldChg chg="del">
        <pc:chgData name="Stephane  Quefelec" userId="fcffc988-bc4d-4b81-a6eb-94c617d18c4c" providerId="ADAL" clId="{14C83A0C-649B-4374-A008-45A5A3112510}" dt="2025-10-07T10:12:05.206" v="331" actId="47"/>
        <pc:sldMkLst>
          <pc:docMk/>
          <pc:sldMk cId="3864018951" sldId="1836"/>
        </pc:sldMkLst>
      </pc:sldChg>
      <pc:sldChg chg="del">
        <pc:chgData name="Stephane  Quefelec" userId="fcffc988-bc4d-4b81-a6eb-94c617d18c4c" providerId="ADAL" clId="{14C83A0C-649B-4374-A008-45A5A3112510}" dt="2025-10-07T10:12:06.262" v="332" actId="47"/>
        <pc:sldMkLst>
          <pc:docMk/>
          <pc:sldMk cId="460765910" sldId="1837"/>
        </pc:sldMkLst>
      </pc:sldChg>
      <pc:sldChg chg="del">
        <pc:chgData name="Stephane  Quefelec" userId="fcffc988-bc4d-4b81-a6eb-94c617d18c4c" providerId="ADAL" clId="{14C83A0C-649B-4374-A008-45A5A3112510}" dt="2025-10-07T10:12:07.245" v="333" actId="47"/>
        <pc:sldMkLst>
          <pc:docMk/>
          <pc:sldMk cId="2532339761" sldId="1838"/>
        </pc:sldMkLst>
      </pc:sldChg>
      <pc:sldChg chg="del">
        <pc:chgData name="Stephane  Quefelec" userId="fcffc988-bc4d-4b81-a6eb-94c617d18c4c" providerId="ADAL" clId="{14C83A0C-649B-4374-A008-45A5A3112510}" dt="2025-10-07T10:12:08.164" v="334" actId="47"/>
        <pc:sldMkLst>
          <pc:docMk/>
          <pc:sldMk cId="1321489780" sldId="1839"/>
        </pc:sldMkLst>
      </pc:sldChg>
      <pc:sldChg chg="del">
        <pc:chgData name="Stephane  Quefelec" userId="fcffc988-bc4d-4b81-a6eb-94c617d18c4c" providerId="ADAL" clId="{14C83A0C-649B-4374-A008-45A5A3112510}" dt="2025-10-07T10:12:09.149" v="335" actId="47"/>
        <pc:sldMkLst>
          <pc:docMk/>
          <pc:sldMk cId="2428879790" sldId="1840"/>
        </pc:sldMkLst>
      </pc:sldChg>
      <pc:sldChg chg="del">
        <pc:chgData name="Stephane  Quefelec" userId="fcffc988-bc4d-4b81-a6eb-94c617d18c4c" providerId="ADAL" clId="{14C83A0C-649B-4374-A008-45A5A3112510}" dt="2025-10-07T10:12:10.262" v="336" actId="47"/>
        <pc:sldMkLst>
          <pc:docMk/>
          <pc:sldMk cId="830569146" sldId="1841"/>
        </pc:sldMkLst>
      </pc:sldChg>
      <pc:sldChg chg="del">
        <pc:chgData name="Stephane  Quefelec" userId="fcffc988-bc4d-4b81-a6eb-94c617d18c4c" providerId="ADAL" clId="{14C83A0C-649B-4374-A008-45A5A3112510}" dt="2025-10-07T10:12:11.067" v="337" actId="47"/>
        <pc:sldMkLst>
          <pc:docMk/>
          <pc:sldMk cId="4264081337" sldId="1842"/>
        </pc:sldMkLst>
      </pc:sldChg>
      <pc:sldChg chg="add">
        <pc:chgData name="Stephane  Quefelec" userId="fcffc988-bc4d-4b81-a6eb-94c617d18c4c" providerId="ADAL" clId="{14C83A0C-649B-4374-A008-45A5A3112510}" dt="2025-10-07T12:00:35.533" v="340"/>
        <pc:sldMkLst>
          <pc:docMk/>
          <pc:sldMk cId="421798516" sldId="1844"/>
        </pc:sldMkLst>
      </pc:sldChg>
      <pc:sldChg chg="del">
        <pc:chgData name="Stephane  Quefelec" userId="fcffc988-bc4d-4b81-a6eb-94c617d18c4c" providerId="ADAL" clId="{14C83A0C-649B-4374-A008-45A5A3112510}" dt="2025-10-07T12:00:18.266" v="339" actId="2696"/>
        <pc:sldMkLst>
          <pc:docMk/>
          <pc:sldMk cId="3448819667" sldId="1844"/>
        </pc:sldMkLst>
      </pc:sldChg>
      <pc:sldChg chg="del">
        <pc:chgData name="Stephane  Quefelec" userId="fcffc988-bc4d-4b81-a6eb-94c617d18c4c" providerId="ADAL" clId="{14C83A0C-649B-4374-A008-45A5A3112510}" dt="2025-10-07T12:00:18.266" v="339" actId="2696"/>
        <pc:sldMkLst>
          <pc:docMk/>
          <pc:sldMk cId="1276767966" sldId="1845"/>
        </pc:sldMkLst>
      </pc:sldChg>
      <pc:sldChg chg="add">
        <pc:chgData name="Stephane  Quefelec" userId="fcffc988-bc4d-4b81-a6eb-94c617d18c4c" providerId="ADAL" clId="{14C83A0C-649B-4374-A008-45A5A3112510}" dt="2025-10-07T12:00:35.533" v="340"/>
        <pc:sldMkLst>
          <pc:docMk/>
          <pc:sldMk cId="3117134358" sldId="1845"/>
        </pc:sldMkLst>
      </pc:sldChg>
      <pc:sldChg chg="add del">
        <pc:chgData name="Stephane  Quefelec" userId="fcffc988-bc4d-4b81-a6eb-94c617d18c4c" providerId="ADAL" clId="{14C83A0C-649B-4374-A008-45A5A3112510}" dt="2025-10-07T12:00:18.266" v="339" actId="2696"/>
        <pc:sldMkLst>
          <pc:docMk/>
          <pc:sldMk cId="605079922" sldId="1846"/>
        </pc:sldMkLst>
      </pc:sldChg>
      <pc:sldChg chg="add">
        <pc:chgData name="Stephane  Quefelec" userId="fcffc988-bc4d-4b81-a6eb-94c617d18c4c" providerId="ADAL" clId="{14C83A0C-649B-4374-A008-45A5A3112510}" dt="2025-10-07T12:00:35.533" v="340"/>
        <pc:sldMkLst>
          <pc:docMk/>
          <pc:sldMk cId="1190261348" sldId="1846"/>
        </pc:sldMkLst>
      </pc:sldChg>
      <pc:sldChg chg="del">
        <pc:chgData name="Stephane  Quefelec" userId="fcffc988-bc4d-4b81-a6eb-94c617d18c4c" providerId="ADAL" clId="{14C83A0C-649B-4374-A008-45A5A3112510}" dt="2025-10-07T10:12:12.215" v="338" actId="47"/>
        <pc:sldMkLst>
          <pc:docMk/>
          <pc:sldMk cId="3069480389" sldId="1848"/>
        </pc:sldMkLst>
      </pc:sldChg>
      <pc:sldChg chg="del">
        <pc:chgData name="Stephane  Quefelec" userId="fcffc988-bc4d-4b81-a6eb-94c617d18c4c" providerId="ADAL" clId="{14C83A0C-649B-4374-A008-45A5A3112510}" dt="2025-10-06T18:47:52.629" v="47" actId="47"/>
        <pc:sldMkLst>
          <pc:docMk/>
          <pc:sldMk cId="3584360377" sldId="1849"/>
        </pc:sldMkLst>
      </pc:sldChg>
      <pc:sldChg chg="modSp mod modNotesTx">
        <pc:chgData name="Stephane  Quefelec" userId="fcffc988-bc4d-4b81-a6eb-94c617d18c4c" providerId="ADAL" clId="{14C83A0C-649B-4374-A008-45A5A3112510}" dt="2025-10-07T12:37:30.413" v="463" actId="20577"/>
        <pc:sldMkLst>
          <pc:docMk/>
          <pc:sldMk cId="596763656" sldId="1850"/>
        </pc:sldMkLst>
        <pc:spChg chg="mod">
          <ac:chgData name="Stephane  Quefelec" userId="fcffc988-bc4d-4b81-a6eb-94c617d18c4c" providerId="ADAL" clId="{14C83A0C-649B-4374-A008-45A5A3112510}" dt="2025-10-07T12:35:51.728" v="389" actId="1076"/>
          <ac:spMkLst>
            <pc:docMk/>
            <pc:sldMk cId="596763656" sldId="1850"/>
            <ac:spMk id="3" creationId="{6847CC2B-A0A6-B9AC-1822-2B27247BBE39}"/>
          </ac:spMkLst>
        </pc:spChg>
        <pc:spChg chg="mod">
          <ac:chgData name="Stephane  Quefelec" userId="fcffc988-bc4d-4b81-a6eb-94c617d18c4c" providerId="ADAL" clId="{14C83A0C-649B-4374-A008-45A5A3112510}" dt="2025-10-07T12:37:25.853" v="462" actId="115"/>
          <ac:spMkLst>
            <pc:docMk/>
            <pc:sldMk cId="596763656" sldId="1850"/>
            <ac:spMk id="4" creationId="{0F197D9A-90B5-3023-1ABD-1686DC56C6B8}"/>
          </ac:spMkLst>
        </pc:spChg>
        <pc:cxnChg chg="mod">
          <ac:chgData name="Stephane  Quefelec" userId="fcffc988-bc4d-4b81-a6eb-94c617d18c4c" providerId="ADAL" clId="{14C83A0C-649B-4374-A008-45A5A3112510}" dt="2025-10-07T12:35:55.225" v="390" actId="1076"/>
          <ac:cxnSpMkLst>
            <pc:docMk/>
            <pc:sldMk cId="596763656" sldId="1850"/>
            <ac:cxnSpMk id="5" creationId="{371016BA-C0C2-BC4E-325E-846D90617D27}"/>
          </ac:cxnSpMkLst>
        </pc:cxnChg>
      </pc:sldChg>
      <pc:sldChg chg="addSp modSp mod">
        <pc:chgData name="Stephane  Quefelec" userId="fcffc988-bc4d-4b81-a6eb-94c617d18c4c" providerId="ADAL" clId="{14C83A0C-649B-4374-A008-45A5A3112510}" dt="2025-10-07T08:32:20.345" v="183" actId="1582"/>
        <pc:sldMkLst>
          <pc:docMk/>
          <pc:sldMk cId="1067064732" sldId="1851"/>
        </pc:sldMkLst>
        <pc:spChg chg="add mod">
          <ac:chgData name="Stephane  Quefelec" userId="fcffc988-bc4d-4b81-a6eb-94c617d18c4c" providerId="ADAL" clId="{14C83A0C-649B-4374-A008-45A5A3112510}" dt="2025-10-07T08:32:20.345" v="183" actId="1582"/>
          <ac:spMkLst>
            <pc:docMk/>
            <pc:sldMk cId="1067064732" sldId="1851"/>
            <ac:spMk id="4" creationId="{F6CF7F68-E7D7-3FB5-7979-2AA48D34D331}"/>
          </ac:spMkLst>
        </pc:spChg>
      </pc:sldChg>
      <pc:sldChg chg="addSp delSp modSp mod">
        <pc:chgData name="Stephane  Quefelec" userId="fcffc988-bc4d-4b81-a6eb-94c617d18c4c" providerId="ADAL" clId="{14C83A0C-649B-4374-A008-45A5A3112510}" dt="2025-10-07T09:39:40.614" v="216" actId="21"/>
        <pc:sldMkLst>
          <pc:docMk/>
          <pc:sldMk cId="3028770575" sldId="1853"/>
        </pc:sldMkLst>
        <pc:spChg chg="add del mod">
          <ac:chgData name="Stephane  Quefelec" userId="fcffc988-bc4d-4b81-a6eb-94c617d18c4c" providerId="ADAL" clId="{14C83A0C-649B-4374-A008-45A5A3112510}" dt="2025-10-07T09:39:40.614" v="216" actId="21"/>
          <ac:spMkLst>
            <pc:docMk/>
            <pc:sldMk cId="3028770575" sldId="1853"/>
            <ac:spMk id="7" creationId="{F774B39C-21F8-6714-C378-FB64C62F082B}"/>
          </ac:spMkLst>
        </pc:spChg>
      </pc:sldChg>
      <pc:sldChg chg="del">
        <pc:chgData name="Stephane  Quefelec" userId="fcffc988-bc4d-4b81-a6eb-94c617d18c4c" providerId="ADAL" clId="{14C83A0C-649B-4374-A008-45A5A3112510}" dt="2025-10-07T12:00:18.266" v="339" actId="2696"/>
        <pc:sldMkLst>
          <pc:docMk/>
          <pc:sldMk cId="1299377937" sldId="1854"/>
        </pc:sldMkLst>
      </pc:sldChg>
      <pc:sldChg chg="add">
        <pc:chgData name="Stephane  Quefelec" userId="fcffc988-bc4d-4b81-a6eb-94c617d18c4c" providerId="ADAL" clId="{14C83A0C-649B-4374-A008-45A5A3112510}" dt="2025-10-07T12:00:35.533" v="340"/>
        <pc:sldMkLst>
          <pc:docMk/>
          <pc:sldMk cId="1730953717" sldId="1854"/>
        </pc:sldMkLst>
      </pc:sldChg>
      <pc:sldChg chg="modSp mod">
        <pc:chgData name="Stephane  Quefelec" userId="fcffc988-bc4d-4b81-a6eb-94c617d18c4c" providerId="ADAL" clId="{14C83A0C-649B-4374-A008-45A5A3112510}" dt="2025-10-07T09:25:00.567" v="210" actId="20577"/>
        <pc:sldMkLst>
          <pc:docMk/>
          <pc:sldMk cId="1045293963" sldId="1855"/>
        </pc:sldMkLst>
        <pc:spChg chg="mod">
          <ac:chgData name="Stephane  Quefelec" userId="fcffc988-bc4d-4b81-a6eb-94c617d18c4c" providerId="ADAL" clId="{14C83A0C-649B-4374-A008-45A5A3112510}" dt="2025-10-07T09:25:00.567" v="210" actId="20577"/>
          <ac:spMkLst>
            <pc:docMk/>
            <pc:sldMk cId="1045293963" sldId="1855"/>
            <ac:spMk id="8" creationId="{27705241-03D0-DF88-7374-A352658B2873}"/>
          </ac:spMkLst>
        </pc:spChg>
      </pc:sldChg>
      <pc:sldChg chg="addSp modSp">
        <pc:chgData name="Stephane  Quefelec" userId="fcffc988-bc4d-4b81-a6eb-94c617d18c4c" providerId="ADAL" clId="{14C83A0C-649B-4374-A008-45A5A3112510}" dt="2025-10-07T09:39:50.142" v="217"/>
        <pc:sldMkLst>
          <pc:docMk/>
          <pc:sldMk cId="342341131" sldId="1856"/>
        </pc:sldMkLst>
        <pc:spChg chg="add mod">
          <ac:chgData name="Stephane  Quefelec" userId="fcffc988-bc4d-4b81-a6eb-94c617d18c4c" providerId="ADAL" clId="{14C83A0C-649B-4374-A008-45A5A3112510}" dt="2025-10-07T09:39:50.142" v="217"/>
          <ac:spMkLst>
            <pc:docMk/>
            <pc:sldMk cId="342341131" sldId="1856"/>
            <ac:spMk id="7" creationId="{F774B39C-21F8-6714-C378-FB64C62F082B}"/>
          </ac:spMkLst>
        </pc:spChg>
      </pc:sldChg>
      <pc:sldChg chg="addSp modSp mod">
        <pc:chgData name="Stephane  Quefelec" userId="fcffc988-bc4d-4b81-a6eb-94c617d18c4c" providerId="ADAL" clId="{14C83A0C-649B-4374-A008-45A5A3112510}" dt="2025-10-07T09:43:17.394" v="228" actId="1582"/>
        <pc:sldMkLst>
          <pc:docMk/>
          <pc:sldMk cId="1085072595" sldId="1858"/>
        </pc:sldMkLst>
        <pc:spChg chg="add mod">
          <ac:chgData name="Stephane  Quefelec" userId="fcffc988-bc4d-4b81-a6eb-94c617d18c4c" providerId="ADAL" clId="{14C83A0C-649B-4374-A008-45A5A3112510}" dt="2025-10-07T09:43:17.394" v="228" actId="1582"/>
          <ac:spMkLst>
            <pc:docMk/>
            <pc:sldMk cId="1085072595" sldId="1858"/>
            <ac:spMk id="3" creationId="{4211D3DF-4835-E280-5419-D14C1F929F73}"/>
          </ac:spMkLst>
        </pc:spChg>
      </pc:sldChg>
      <pc:sldChg chg="addSp delSp modSp mod modNotesTx">
        <pc:chgData name="Stephane  Quefelec" userId="fcffc988-bc4d-4b81-a6eb-94c617d18c4c" providerId="ADAL" clId="{14C83A0C-649B-4374-A008-45A5A3112510}" dt="2025-10-07T09:41:41.617" v="225" actId="1582"/>
        <pc:sldMkLst>
          <pc:docMk/>
          <pc:sldMk cId="2756627282" sldId="1859"/>
        </pc:sldMkLst>
        <pc:spChg chg="add del mod">
          <ac:chgData name="Stephane  Quefelec" userId="fcffc988-bc4d-4b81-a6eb-94c617d18c4c" providerId="ADAL" clId="{14C83A0C-649B-4374-A008-45A5A3112510}" dt="2025-10-07T09:41:19.637" v="221" actId="478"/>
          <ac:spMkLst>
            <pc:docMk/>
            <pc:sldMk cId="2756627282" sldId="1859"/>
            <ac:spMk id="3" creationId="{E47A289E-2896-8932-6AE5-6A240277A1A6}"/>
          </ac:spMkLst>
        </pc:spChg>
        <pc:spChg chg="add mod">
          <ac:chgData name="Stephane  Quefelec" userId="fcffc988-bc4d-4b81-a6eb-94c617d18c4c" providerId="ADAL" clId="{14C83A0C-649B-4374-A008-45A5A3112510}" dt="2025-10-07T09:41:41.617" v="225" actId="1582"/>
          <ac:spMkLst>
            <pc:docMk/>
            <pc:sldMk cId="2756627282" sldId="1859"/>
            <ac:spMk id="5" creationId="{5A2BBFE1-964C-FD02-7553-DA9EA4043271}"/>
          </ac:spMkLst>
        </pc:spChg>
      </pc:sldChg>
      <pc:sldChg chg="modSp mod">
        <pc:chgData name="Stephane  Quefelec" userId="fcffc988-bc4d-4b81-a6eb-94c617d18c4c" providerId="ADAL" clId="{14C83A0C-649B-4374-A008-45A5A3112510}" dt="2025-10-07T10:09:55.254" v="325" actId="20577"/>
        <pc:sldMkLst>
          <pc:docMk/>
          <pc:sldMk cId="3159469372" sldId="1860"/>
        </pc:sldMkLst>
        <pc:spChg chg="mod">
          <ac:chgData name="Stephane  Quefelec" userId="fcffc988-bc4d-4b81-a6eb-94c617d18c4c" providerId="ADAL" clId="{14C83A0C-649B-4374-A008-45A5A3112510}" dt="2025-10-07T10:09:55.254" v="325" actId="20577"/>
          <ac:spMkLst>
            <pc:docMk/>
            <pc:sldMk cId="3159469372" sldId="1860"/>
            <ac:spMk id="8" creationId="{27705241-03D0-DF88-7374-A352658B2873}"/>
          </ac:spMkLst>
        </pc:spChg>
      </pc:sldChg>
      <pc:sldChg chg="addSp delSp modSp mod">
        <pc:chgData name="Stephane  Quefelec" userId="fcffc988-bc4d-4b81-a6eb-94c617d18c4c" providerId="ADAL" clId="{14C83A0C-649B-4374-A008-45A5A3112510}" dt="2025-10-07T08:35:38.507" v="191" actId="1582"/>
        <pc:sldMkLst>
          <pc:docMk/>
          <pc:sldMk cId="3919113842" sldId="1944"/>
        </pc:sldMkLst>
        <pc:spChg chg="add del mod">
          <ac:chgData name="Stephane  Quefelec" userId="fcffc988-bc4d-4b81-a6eb-94c617d18c4c" providerId="ADAL" clId="{14C83A0C-649B-4374-A008-45A5A3112510}" dt="2025-10-07T08:33:07.252" v="186" actId="478"/>
          <ac:spMkLst>
            <pc:docMk/>
            <pc:sldMk cId="3919113842" sldId="1944"/>
            <ac:spMk id="3" creationId="{AA4B1E6E-7CA4-DE18-509D-802838185737}"/>
          </ac:spMkLst>
        </pc:spChg>
        <pc:spChg chg="add mod">
          <ac:chgData name="Stephane  Quefelec" userId="fcffc988-bc4d-4b81-a6eb-94c617d18c4c" providerId="ADAL" clId="{14C83A0C-649B-4374-A008-45A5A3112510}" dt="2025-10-07T08:35:38.507" v="191" actId="1582"/>
          <ac:spMkLst>
            <pc:docMk/>
            <pc:sldMk cId="3919113842" sldId="1944"/>
            <ac:spMk id="4" creationId="{48935F71-AF35-E3DF-10FA-6789DAC62B8A}"/>
          </ac:spMkLst>
        </pc:spChg>
      </pc:sldChg>
      <pc:sldChg chg="modSp mod modNotesTx">
        <pc:chgData name="Stephane  Quefelec" userId="fcffc988-bc4d-4b81-a6eb-94c617d18c4c" providerId="ADAL" clId="{14C83A0C-649B-4374-A008-45A5A3112510}" dt="2025-10-07T10:08:10.671" v="304" actId="20577"/>
        <pc:sldMkLst>
          <pc:docMk/>
          <pc:sldMk cId="1181237539" sldId="1947"/>
        </pc:sldMkLst>
        <pc:spChg chg="mod">
          <ac:chgData name="Stephane  Quefelec" userId="fcffc988-bc4d-4b81-a6eb-94c617d18c4c" providerId="ADAL" clId="{14C83A0C-649B-4374-A008-45A5A3112510}" dt="2025-10-07T09:58:29.774" v="264" actId="20577"/>
          <ac:spMkLst>
            <pc:docMk/>
            <pc:sldMk cId="1181237539" sldId="1947"/>
            <ac:spMk id="6" creationId="{0470EFB4-4021-87BB-3BF8-BB8088768CC0}"/>
          </ac:spMkLst>
        </pc:spChg>
        <pc:spChg chg="mod">
          <ac:chgData name="Stephane  Quefelec" userId="fcffc988-bc4d-4b81-a6eb-94c617d18c4c" providerId="ADAL" clId="{14C83A0C-649B-4374-A008-45A5A3112510}" dt="2025-10-07T10:08:10.671" v="304" actId="20577"/>
          <ac:spMkLst>
            <pc:docMk/>
            <pc:sldMk cId="1181237539" sldId="1947"/>
            <ac:spMk id="8" creationId="{27705241-03D0-DF88-7374-A352658B2873}"/>
          </ac:spMkLst>
        </pc:spChg>
      </pc:sldChg>
      <pc:sldChg chg="modSp mod modNotesTx">
        <pc:chgData name="Stephane  Quefelec" userId="fcffc988-bc4d-4b81-a6eb-94c617d18c4c" providerId="ADAL" clId="{14C83A0C-649B-4374-A008-45A5A3112510}" dt="2025-10-07T10:01:05.653" v="295" actId="20577"/>
        <pc:sldMkLst>
          <pc:docMk/>
          <pc:sldMk cId="2425275235" sldId="1950"/>
        </pc:sldMkLst>
        <pc:spChg chg="mod">
          <ac:chgData name="Stephane  Quefelec" userId="fcffc988-bc4d-4b81-a6eb-94c617d18c4c" providerId="ADAL" clId="{14C83A0C-649B-4374-A008-45A5A3112510}" dt="2025-10-07T09:57:31.654" v="262" actId="20577"/>
          <ac:spMkLst>
            <pc:docMk/>
            <pc:sldMk cId="2425275235" sldId="1950"/>
            <ac:spMk id="5" creationId="{0B9CAD13-1027-D045-0E00-42BE800E9FE8}"/>
          </ac:spMkLst>
        </pc:spChg>
      </pc:sldChg>
      <pc:sldChg chg="modNotesTx">
        <pc:chgData name="Stephane  Quefelec" userId="fcffc988-bc4d-4b81-a6eb-94c617d18c4c" providerId="ADAL" clId="{14C83A0C-649B-4374-A008-45A5A3112510}" dt="2025-10-07T09:49:22.631" v="242" actId="20577"/>
        <pc:sldMkLst>
          <pc:docMk/>
          <pc:sldMk cId="2051874801" sldId="1951"/>
        </pc:sldMkLst>
      </pc:sldChg>
      <pc:sldChg chg="del">
        <pc:chgData name="Stephane  Quefelec" userId="fcffc988-bc4d-4b81-a6eb-94c617d18c4c" providerId="ADAL" clId="{14C83A0C-649B-4374-A008-45A5A3112510}" dt="2025-10-07T12:00:18.266" v="339" actId="2696"/>
        <pc:sldMkLst>
          <pc:docMk/>
          <pc:sldMk cId="765366439" sldId="1961"/>
        </pc:sldMkLst>
      </pc:sldChg>
      <pc:sldChg chg="add mod modShow">
        <pc:chgData name="Stephane  Quefelec" userId="fcffc988-bc4d-4b81-a6eb-94c617d18c4c" providerId="ADAL" clId="{14C83A0C-649B-4374-A008-45A5A3112510}" dt="2025-10-07T12:07:57.714" v="357" actId="729"/>
        <pc:sldMkLst>
          <pc:docMk/>
          <pc:sldMk cId="4212263004" sldId="1961"/>
        </pc:sldMkLst>
      </pc:sldChg>
      <pc:sldChg chg="add">
        <pc:chgData name="Stephane  Quefelec" userId="fcffc988-bc4d-4b81-a6eb-94c617d18c4c" providerId="ADAL" clId="{14C83A0C-649B-4374-A008-45A5A3112510}" dt="2025-10-07T12:00:35.533" v="340"/>
        <pc:sldMkLst>
          <pc:docMk/>
          <pc:sldMk cId="2810616826" sldId="1962"/>
        </pc:sldMkLst>
      </pc:sldChg>
      <pc:sldChg chg="del">
        <pc:chgData name="Stephane  Quefelec" userId="fcffc988-bc4d-4b81-a6eb-94c617d18c4c" providerId="ADAL" clId="{14C83A0C-649B-4374-A008-45A5A3112510}" dt="2025-10-07T12:00:18.266" v="339" actId="2696"/>
        <pc:sldMkLst>
          <pc:docMk/>
          <pc:sldMk cId="4205837044" sldId="1962"/>
        </pc:sldMkLst>
      </pc:sldChg>
      <pc:sldChg chg="add">
        <pc:chgData name="Stephane  Quefelec" userId="fcffc988-bc4d-4b81-a6eb-94c617d18c4c" providerId="ADAL" clId="{14C83A0C-649B-4374-A008-45A5A3112510}" dt="2025-10-07T12:00:35.533" v="340"/>
        <pc:sldMkLst>
          <pc:docMk/>
          <pc:sldMk cId="1883397860" sldId="1963"/>
        </pc:sldMkLst>
      </pc:sldChg>
      <pc:sldChg chg="del">
        <pc:chgData name="Stephane  Quefelec" userId="fcffc988-bc4d-4b81-a6eb-94c617d18c4c" providerId="ADAL" clId="{14C83A0C-649B-4374-A008-45A5A3112510}" dt="2025-10-07T12:00:18.266" v="339" actId="2696"/>
        <pc:sldMkLst>
          <pc:docMk/>
          <pc:sldMk cId="4286617900" sldId="1963"/>
        </pc:sldMkLst>
      </pc:sldChg>
      <pc:sldChg chg="del">
        <pc:chgData name="Stephane  Quefelec" userId="fcffc988-bc4d-4b81-a6eb-94c617d18c4c" providerId="ADAL" clId="{14C83A0C-649B-4374-A008-45A5A3112510}" dt="2025-10-07T12:00:18.266" v="339" actId="2696"/>
        <pc:sldMkLst>
          <pc:docMk/>
          <pc:sldMk cId="3123944938" sldId="1964"/>
        </pc:sldMkLst>
      </pc:sldChg>
      <pc:sldChg chg="add">
        <pc:chgData name="Stephane  Quefelec" userId="fcffc988-bc4d-4b81-a6eb-94c617d18c4c" providerId="ADAL" clId="{14C83A0C-649B-4374-A008-45A5A3112510}" dt="2025-10-07T12:00:35.533" v="340"/>
        <pc:sldMkLst>
          <pc:docMk/>
          <pc:sldMk cId="3145449340" sldId="1964"/>
        </pc:sldMkLst>
      </pc:sldChg>
      <pc:sldChg chg="modSp mod">
        <pc:chgData name="Stephane  Quefelec" userId="fcffc988-bc4d-4b81-a6eb-94c617d18c4c" providerId="ADAL" clId="{14C83A0C-649B-4374-A008-45A5A3112510}" dt="2025-10-07T13:23:30.293" v="503" actId="6549"/>
        <pc:sldMkLst>
          <pc:docMk/>
          <pc:sldMk cId="935401531" sldId="1969"/>
        </pc:sldMkLst>
        <pc:spChg chg="mod">
          <ac:chgData name="Stephane  Quefelec" userId="fcffc988-bc4d-4b81-a6eb-94c617d18c4c" providerId="ADAL" clId="{14C83A0C-649B-4374-A008-45A5A3112510}" dt="2025-10-07T13:23:30.293" v="503" actId="6549"/>
          <ac:spMkLst>
            <pc:docMk/>
            <pc:sldMk cId="935401531" sldId="1969"/>
            <ac:spMk id="2" creationId="{B53A1235-AED4-51B6-D805-0389A32C7AE9}"/>
          </ac:spMkLst>
        </pc:spChg>
      </pc:sldChg>
      <pc:sldChg chg="add mod modShow">
        <pc:chgData name="Stephane  Quefelec" userId="fcffc988-bc4d-4b81-a6eb-94c617d18c4c" providerId="ADAL" clId="{14C83A0C-649B-4374-A008-45A5A3112510}" dt="2025-10-07T13:38:26.383" v="504" actId="729"/>
        <pc:sldMkLst>
          <pc:docMk/>
          <pc:sldMk cId="2180135834" sldId="1983"/>
        </pc:sldMkLst>
      </pc:sldChg>
      <pc:sldChg chg="add del mod modShow">
        <pc:chgData name="Stephane  Quefelec" userId="fcffc988-bc4d-4b81-a6eb-94c617d18c4c" providerId="ADAL" clId="{14C83A0C-649B-4374-A008-45A5A3112510}" dt="2025-10-07T13:21:38.574" v="470" actId="2696"/>
        <pc:sldMkLst>
          <pc:docMk/>
          <pc:sldMk cId="2655632413" sldId="1983"/>
        </pc:sldMkLst>
      </pc:sldChg>
      <pc:sldChg chg="del">
        <pc:chgData name="Stephane  Quefelec" userId="fcffc988-bc4d-4b81-a6eb-94c617d18c4c" providerId="ADAL" clId="{14C83A0C-649B-4374-A008-45A5A3112510}" dt="2025-10-07T12:00:18.266" v="339" actId="2696"/>
        <pc:sldMkLst>
          <pc:docMk/>
          <pc:sldMk cId="3571262285" sldId="1983"/>
        </pc:sldMkLst>
      </pc:sldChg>
      <pc:sldChg chg="mod modShow">
        <pc:chgData name="Stephane  Quefelec" userId="fcffc988-bc4d-4b81-a6eb-94c617d18c4c" providerId="ADAL" clId="{14C83A0C-649B-4374-A008-45A5A3112510}" dt="2025-10-07T14:00:58.358" v="564" actId="729"/>
        <pc:sldMkLst>
          <pc:docMk/>
          <pc:sldMk cId="1979290979" sldId="1985"/>
        </pc:sldMkLst>
      </pc:sldChg>
      <pc:sldChg chg="addSp modSp mod">
        <pc:chgData name="Stephane  Quefelec" userId="fcffc988-bc4d-4b81-a6eb-94c617d18c4c" providerId="ADAL" clId="{14C83A0C-649B-4374-A008-45A5A3112510}" dt="2025-10-07T12:29:10.142" v="374" actId="20577"/>
        <pc:sldMkLst>
          <pc:docMk/>
          <pc:sldMk cId="787437524" sldId="1993"/>
        </pc:sldMkLst>
        <pc:spChg chg="mod">
          <ac:chgData name="Stephane  Quefelec" userId="fcffc988-bc4d-4b81-a6eb-94c617d18c4c" providerId="ADAL" clId="{14C83A0C-649B-4374-A008-45A5A3112510}" dt="2025-10-07T12:29:10.142" v="374" actId="20577"/>
          <ac:spMkLst>
            <pc:docMk/>
            <pc:sldMk cId="787437524" sldId="1993"/>
            <ac:spMk id="8" creationId="{4D7E68BC-FA71-E7E8-D056-3301B1D1BABD}"/>
          </ac:spMkLst>
        </pc:spChg>
        <pc:picChg chg="add mod">
          <ac:chgData name="Stephane  Quefelec" userId="fcffc988-bc4d-4b81-a6eb-94c617d18c4c" providerId="ADAL" clId="{14C83A0C-649B-4374-A008-45A5A3112510}" dt="2025-10-07T12:28:44.458" v="361" actId="1076"/>
          <ac:picMkLst>
            <pc:docMk/>
            <pc:sldMk cId="787437524" sldId="1993"/>
            <ac:picMk id="3" creationId="{C0C6C0B7-739C-1D68-A878-8B9F47C09D1B}"/>
          </ac:picMkLst>
        </pc:picChg>
      </pc:sldChg>
      <pc:sldChg chg="addSp delSp modSp mod">
        <pc:chgData name="Stephane  Quefelec" userId="fcffc988-bc4d-4b81-a6eb-94c617d18c4c" providerId="ADAL" clId="{14C83A0C-649B-4374-A008-45A5A3112510}" dt="2025-10-07T12:29:39.953" v="376" actId="478"/>
        <pc:sldMkLst>
          <pc:docMk/>
          <pc:sldMk cId="2074017868" sldId="1994"/>
        </pc:sldMkLst>
        <pc:spChg chg="add mod">
          <ac:chgData name="Stephane  Quefelec" userId="fcffc988-bc4d-4b81-a6eb-94c617d18c4c" providerId="ADAL" clId="{14C83A0C-649B-4374-A008-45A5A3112510}" dt="2025-10-07T12:29:37.134" v="375"/>
          <ac:spMkLst>
            <pc:docMk/>
            <pc:sldMk cId="2074017868" sldId="1994"/>
            <ac:spMk id="3" creationId="{72299BEF-2EAA-C729-3E37-B73C26C0A77B}"/>
          </ac:spMkLst>
        </pc:spChg>
        <pc:spChg chg="del">
          <ac:chgData name="Stephane  Quefelec" userId="fcffc988-bc4d-4b81-a6eb-94c617d18c4c" providerId="ADAL" clId="{14C83A0C-649B-4374-A008-45A5A3112510}" dt="2025-10-07T12:29:39.953" v="376" actId="478"/>
          <ac:spMkLst>
            <pc:docMk/>
            <pc:sldMk cId="2074017868" sldId="1994"/>
            <ac:spMk id="5" creationId="{37F9E66A-385C-442C-BE1C-BCDD28E1E77A}"/>
          </ac:spMkLst>
        </pc:spChg>
      </pc:sldChg>
      <pc:sldChg chg="modSp mod">
        <pc:chgData name="Stephane  Quefelec" userId="fcffc988-bc4d-4b81-a6eb-94c617d18c4c" providerId="ADAL" clId="{14C83A0C-649B-4374-A008-45A5A3112510}" dt="2025-10-07T12:41:13.187" v="467" actId="20577"/>
        <pc:sldMkLst>
          <pc:docMk/>
          <pc:sldMk cId="2347366309" sldId="1995"/>
        </pc:sldMkLst>
        <pc:spChg chg="mod">
          <ac:chgData name="Stephane  Quefelec" userId="fcffc988-bc4d-4b81-a6eb-94c617d18c4c" providerId="ADAL" clId="{14C83A0C-649B-4374-A008-45A5A3112510}" dt="2025-10-06T17:03:29.465" v="16" actId="20577"/>
          <ac:spMkLst>
            <pc:docMk/>
            <pc:sldMk cId="2347366309" sldId="1995"/>
            <ac:spMk id="8" creationId="{F96ECC34-C9C5-86CF-6D14-957EDDF105AD}"/>
          </ac:spMkLst>
        </pc:spChg>
        <pc:spChg chg="mod">
          <ac:chgData name="Stephane  Quefelec" userId="fcffc988-bc4d-4b81-a6eb-94c617d18c4c" providerId="ADAL" clId="{14C83A0C-649B-4374-A008-45A5A3112510}" dt="2025-10-07T12:41:13.187" v="467" actId="20577"/>
          <ac:spMkLst>
            <pc:docMk/>
            <pc:sldMk cId="2347366309" sldId="1995"/>
            <ac:spMk id="10" creationId="{B126FB8B-9852-4422-E867-6DD071109011}"/>
          </ac:spMkLst>
        </pc:spChg>
      </pc:sldChg>
      <pc:sldChg chg="add">
        <pc:chgData name="Stephane  Quefelec" userId="fcffc988-bc4d-4b81-a6eb-94c617d18c4c" providerId="ADAL" clId="{14C83A0C-649B-4374-A008-45A5A3112510}" dt="2025-10-07T12:00:35.533" v="340"/>
        <pc:sldMkLst>
          <pc:docMk/>
          <pc:sldMk cId="3069974741" sldId="2007"/>
        </pc:sldMkLst>
      </pc:sldChg>
      <pc:sldChg chg="del">
        <pc:chgData name="Stephane  Quefelec" userId="fcffc988-bc4d-4b81-a6eb-94c617d18c4c" providerId="ADAL" clId="{14C83A0C-649B-4374-A008-45A5A3112510}" dt="2025-10-07T12:00:18.266" v="339" actId="2696"/>
        <pc:sldMkLst>
          <pc:docMk/>
          <pc:sldMk cId="3444765556" sldId="2007"/>
        </pc:sldMkLst>
      </pc:sldChg>
      <pc:sldChg chg="add">
        <pc:chgData name="Stephane  Quefelec" userId="fcffc988-bc4d-4b81-a6eb-94c617d18c4c" providerId="ADAL" clId="{14C83A0C-649B-4374-A008-45A5A3112510}" dt="2025-10-07T12:00:35.533" v="340"/>
        <pc:sldMkLst>
          <pc:docMk/>
          <pc:sldMk cId="2273081931" sldId="2015"/>
        </pc:sldMkLst>
      </pc:sldChg>
      <pc:sldChg chg="del">
        <pc:chgData name="Stephane  Quefelec" userId="fcffc988-bc4d-4b81-a6eb-94c617d18c4c" providerId="ADAL" clId="{14C83A0C-649B-4374-A008-45A5A3112510}" dt="2025-10-07T12:00:18.266" v="339" actId="2696"/>
        <pc:sldMkLst>
          <pc:docMk/>
          <pc:sldMk cId="2282010507" sldId="2015"/>
        </pc:sldMkLst>
      </pc:sldChg>
      <pc:sldChg chg="del">
        <pc:chgData name="Stephane  Quefelec" userId="fcffc988-bc4d-4b81-a6eb-94c617d18c4c" providerId="ADAL" clId="{14C83A0C-649B-4374-A008-45A5A3112510}" dt="2025-10-07T12:00:18.266" v="339" actId="2696"/>
        <pc:sldMkLst>
          <pc:docMk/>
          <pc:sldMk cId="775600191" sldId="2016"/>
        </pc:sldMkLst>
      </pc:sldChg>
      <pc:sldChg chg="add">
        <pc:chgData name="Stephane  Quefelec" userId="fcffc988-bc4d-4b81-a6eb-94c617d18c4c" providerId="ADAL" clId="{14C83A0C-649B-4374-A008-45A5A3112510}" dt="2025-10-07T12:00:35.533" v="340"/>
        <pc:sldMkLst>
          <pc:docMk/>
          <pc:sldMk cId="3883902034" sldId="2016"/>
        </pc:sldMkLst>
      </pc:sldChg>
      <pc:sldChg chg="add mod modShow">
        <pc:chgData name="Stephane  Quefelec" userId="fcffc988-bc4d-4b81-a6eb-94c617d18c4c" providerId="ADAL" clId="{14C83A0C-649B-4374-A008-45A5A3112510}" dt="2025-10-07T12:07:44.602" v="354" actId="729"/>
        <pc:sldMkLst>
          <pc:docMk/>
          <pc:sldMk cId="1186411308" sldId="2017"/>
        </pc:sldMkLst>
      </pc:sldChg>
      <pc:sldChg chg="del">
        <pc:chgData name="Stephane  Quefelec" userId="fcffc988-bc4d-4b81-a6eb-94c617d18c4c" providerId="ADAL" clId="{14C83A0C-649B-4374-A008-45A5A3112510}" dt="2025-10-07T12:00:18.266" v="339" actId="2696"/>
        <pc:sldMkLst>
          <pc:docMk/>
          <pc:sldMk cId="3765195755" sldId="2017"/>
        </pc:sldMkLst>
      </pc:sldChg>
      <pc:sldChg chg="add mod modShow">
        <pc:chgData name="Stephane  Quefelec" userId="fcffc988-bc4d-4b81-a6eb-94c617d18c4c" providerId="ADAL" clId="{14C83A0C-649B-4374-A008-45A5A3112510}" dt="2025-10-07T12:07:48.546" v="355" actId="729"/>
        <pc:sldMkLst>
          <pc:docMk/>
          <pc:sldMk cId="2855616233" sldId="2019"/>
        </pc:sldMkLst>
      </pc:sldChg>
      <pc:sldChg chg="del">
        <pc:chgData name="Stephane  Quefelec" userId="fcffc988-bc4d-4b81-a6eb-94c617d18c4c" providerId="ADAL" clId="{14C83A0C-649B-4374-A008-45A5A3112510}" dt="2025-10-07T12:00:18.266" v="339" actId="2696"/>
        <pc:sldMkLst>
          <pc:docMk/>
          <pc:sldMk cId="4046752784" sldId="2019"/>
        </pc:sldMkLst>
      </pc:sldChg>
      <pc:sldChg chg="del">
        <pc:chgData name="Stephane  Quefelec" userId="fcffc988-bc4d-4b81-a6eb-94c617d18c4c" providerId="ADAL" clId="{14C83A0C-649B-4374-A008-45A5A3112510}" dt="2025-10-07T12:00:18.266" v="339" actId="2696"/>
        <pc:sldMkLst>
          <pc:docMk/>
          <pc:sldMk cId="3171049455" sldId="2020"/>
        </pc:sldMkLst>
      </pc:sldChg>
      <pc:sldChg chg="add mod modShow">
        <pc:chgData name="Stephane  Quefelec" userId="fcffc988-bc4d-4b81-a6eb-94c617d18c4c" providerId="ADAL" clId="{14C83A0C-649B-4374-A008-45A5A3112510}" dt="2025-10-07T12:07:52.983" v="356" actId="729"/>
        <pc:sldMkLst>
          <pc:docMk/>
          <pc:sldMk cId="3898604589" sldId="2020"/>
        </pc:sldMkLst>
      </pc:sldChg>
      <pc:sldChg chg="mod modShow">
        <pc:chgData name="Stephane  Quefelec" userId="fcffc988-bc4d-4b81-a6eb-94c617d18c4c" providerId="ADAL" clId="{14C83A0C-649B-4374-A008-45A5A3112510}" dt="2025-10-07T14:00:49.195" v="562" actId="729"/>
        <pc:sldMkLst>
          <pc:docMk/>
          <pc:sldMk cId="3471459737" sldId="2025"/>
        </pc:sldMkLst>
      </pc:sldChg>
      <pc:sldChg chg="del">
        <pc:chgData name="Stephane  Quefelec" userId="fcffc988-bc4d-4b81-a6eb-94c617d18c4c" providerId="ADAL" clId="{14C83A0C-649B-4374-A008-45A5A3112510}" dt="2025-10-07T12:00:18.266" v="339" actId="2696"/>
        <pc:sldMkLst>
          <pc:docMk/>
          <pc:sldMk cId="2709541373" sldId="2026"/>
        </pc:sldMkLst>
      </pc:sldChg>
      <pc:sldChg chg="add mod modShow">
        <pc:chgData name="Stephane  Quefelec" userId="fcffc988-bc4d-4b81-a6eb-94c617d18c4c" providerId="ADAL" clId="{14C83A0C-649B-4374-A008-45A5A3112510}" dt="2025-10-07T12:00:56.961" v="341" actId="729"/>
        <pc:sldMkLst>
          <pc:docMk/>
          <pc:sldMk cId="3397603362" sldId="2026"/>
        </pc:sldMkLst>
      </pc:sldChg>
      <pc:sldChg chg="del">
        <pc:chgData name="Stephane  Quefelec" userId="fcffc988-bc4d-4b81-a6eb-94c617d18c4c" providerId="ADAL" clId="{14C83A0C-649B-4374-A008-45A5A3112510}" dt="2025-10-07T12:00:18.266" v="339" actId="2696"/>
        <pc:sldMkLst>
          <pc:docMk/>
          <pc:sldMk cId="137612193" sldId="2043"/>
        </pc:sldMkLst>
      </pc:sldChg>
      <pc:sldChg chg="add mod modShow">
        <pc:chgData name="Stephane  Quefelec" userId="fcffc988-bc4d-4b81-a6eb-94c617d18c4c" providerId="ADAL" clId="{14C83A0C-649B-4374-A008-45A5A3112510}" dt="2025-10-07T12:01:04.432" v="342" actId="729"/>
        <pc:sldMkLst>
          <pc:docMk/>
          <pc:sldMk cId="3179947800" sldId="2043"/>
        </pc:sldMkLst>
      </pc:sldChg>
      <pc:sldChg chg="del">
        <pc:chgData name="Stephane  Quefelec" userId="fcffc988-bc4d-4b81-a6eb-94c617d18c4c" providerId="ADAL" clId="{14C83A0C-649B-4374-A008-45A5A3112510}" dt="2025-10-07T12:00:18.266" v="339" actId="2696"/>
        <pc:sldMkLst>
          <pc:docMk/>
          <pc:sldMk cId="3327310811" sldId="2044"/>
        </pc:sldMkLst>
      </pc:sldChg>
      <pc:sldChg chg="add">
        <pc:chgData name="Stephane  Quefelec" userId="fcffc988-bc4d-4b81-a6eb-94c617d18c4c" providerId="ADAL" clId="{14C83A0C-649B-4374-A008-45A5A3112510}" dt="2025-10-07T12:00:35.533" v="340"/>
        <pc:sldMkLst>
          <pc:docMk/>
          <pc:sldMk cId="4176315484" sldId="2044"/>
        </pc:sldMkLst>
      </pc:sldChg>
      <pc:sldChg chg="del">
        <pc:chgData name="Stephane  Quefelec" userId="fcffc988-bc4d-4b81-a6eb-94c617d18c4c" providerId="ADAL" clId="{14C83A0C-649B-4374-A008-45A5A3112510}" dt="2025-10-07T12:00:18.266" v="339" actId="2696"/>
        <pc:sldMkLst>
          <pc:docMk/>
          <pc:sldMk cId="3943695830" sldId="2046"/>
        </pc:sldMkLst>
      </pc:sldChg>
      <pc:sldChg chg="add">
        <pc:chgData name="Stephane  Quefelec" userId="fcffc988-bc4d-4b81-a6eb-94c617d18c4c" providerId="ADAL" clId="{14C83A0C-649B-4374-A008-45A5A3112510}" dt="2025-10-07T12:00:35.533" v="340"/>
        <pc:sldMkLst>
          <pc:docMk/>
          <pc:sldMk cId="4039470387" sldId="2046"/>
        </pc:sldMkLst>
      </pc:sldChg>
      <pc:sldChg chg="del">
        <pc:chgData name="Stephane  Quefelec" userId="fcffc988-bc4d-4b81-a6eb-94c617d18c4c" providerId="ADAL" clId="{14C83A0C-649B-4374-A008-45A5A3112510}" dt="2025-10-07T12:00:18.266" v="339" actId="2696"/>
        <pc:sldMkLst>
          <pc:docMk/>
          <pc:sldMk cId="87239844" sldId="2049"/>
        </pc:sldMkLst>
      </pc:sldChg>
      <pc:sldChg chg="add del">
        <pc:chgData name="Stephane  Quefelec" userId="fcffc988-bc4d-4b81-a6eb-94c617d18c4c" providerId="ADAL" clId="{14C83A0C-649B-4374-A008-45A5A3112510}" dt="2025-10-07T13:45:08.577" v="557" actId="47"/>
        <pc:sldMkLst>
          <pc:docMk/>
          <pc:sldMk cId="3764671465" sldId="2049"/>
        </pc:sldMkLst>
      </pc:sldChg>
      <pc:sldChg chg="del">
        <pc:chgData name="Stephane  Quefelec" userId="fcffc988-bc4d-4b81-a6eb-94c617d18c4c" providerId="ADAL" clId="{14C83A0C-649B-4374-A008-45A5A3112510}" dt="2025-10-07T12:00:18.266" v="339" actId="2696"/>
        <pc:sldMkLst>
          <pc:docMk/>
          <pc:sldMk cId="976825147" sldId="2050"/>
        </pc:sldMkLst>
      </pc:sldChg>
      <pc:sldChg chg="add del">
        <pc:chgData name="Stephane  Quefelec" userId="fcffc988-bc4d-4b81-a6eb-94c617d18c4c" providerId="ADAL" clId="{14C83A0C-649B-4374-A008-45A5A3112510}" dt="2025-10-07T13:44:57.453" v="556" actId="47"/>
        <pc:sldMkLst>
          <pc:docMk/>
          <pc:sldMk cId="1462196102" sldId="2050"/>
        </pc:sldMkLst>
      </pc:sldChg>
      <pc:sldChg chg="del">
        <pc:chgData name="Stephane  Quefelec" userId="fcffc988-bc4d-4b81-a6eb-94c617d18c4c" providerId="ADAL" clId="{14C83A0C-649B-4374-A008-45A5A3112510}" dt="2025-10-07T12:00:18.266" v="339" actId="2696"/>
        <pc:sldMkLst>
          <pc:docMk/>
          <pc:sldMk cId="508856547" sldId="2051"/>
        </pc:sldMkLst>
      </pc:sldChg>
      <pc:sldChg chg="modSp add mod">
        <pc:chgData name="Stephane  Quefelec" userId="fcffc988-bc4d-4b81-a6eb-94c617d18c4c" providerId="ADAL" clId="{14C83A0C-649B-4374-A008-45A5A3112510}" dt="2025-10-07T13:43:55.523" v="553" actId="20577"/>
        <pc:sldMkLst>
          <pc:docMk/>
          <pc:sldMk cId="2370535945" sldId="2051"/>
        </pc:sldMkLst>
        <pc:spChg chg="mod">
          <ac:chgData name="Stephane  Quefelec" userId="fcffc988-bc4d-4b81-a6eb-94c617d18c4c" providerId="ADAL" clId="{14C83A0C-649B-4374-A008-45A5A3112510}" dt="2025-10-07T13:43:55.523" v="553" actId="20577"/>
          <ac:spMkLst>
            <pc:docMk/>
            <pc:sldMk cId="2370535945" sldId="2051"/>
            <ac:spMk id="9" creationId="{232E17AC-2D41-7387-1A24-E649D608AD68}"/>
          </ac:spMkLst>
        </pc:spChg>
      </pc:sldChg>
      <pc:sldChg chg="modSp add del mod">
        <pc:chgData name="Stephane  Quefelec" userId="fcffc988-bc4d-4b81-a6eb-94c617d18c4c" providerId="ADAL" clId="{14C83A0C-649B-4374-A008-45A5A3112510}" dt="2025-10-07T12:02:46.067" v="345" actId="2696"/>
        <pc:sldMkLst>
          <pc:docMk/>
          <pc:sldMk cId="3401467599" sldId="2051"/>
        </pc:sldMkLst>
        <pc:spChg chg="mod">
          <ac:chgData name="Stephane  Quefelec" userId="fcffc988-bc4d-4b81-a6eb-94c617d18c4c" providerId="ADAL" clId="{14C83A0C-649B-4374-A008-45A5A3112510}" dt="2025-10-07T12:01:28.341" v="344" actId="20577"/>
          <ac:spMkLst>
            <pc:docMk/>
            <pc:sldMk cId="3401467599" sldId="2051"/>
            <ac:spMk id="9" creationId="{232E17AC-2D41-7387-1A24-E649D608AD68}"/>
          </ac:spMkLst>
        </pc:spChg>
      </pc:sldChg>
      <pc:sldChg chg="addSp modSp add mod">
        <pc:chgData name="Stephane  Quefelec" userId="fcffc988-bc4d-4b81-a6eb-94c617d18c4c" providerId="ADAL" clId="{14C83A0C-649B-4374-A008-45A5A3112510}" dt="2025-10-07T12:05:16.871" v="352" actId="1582"/>
        <pc:sldMkLst>
          <pc:docMk/>
          <pc:sldMk cId="701339928" sldId="2052"/>
        </pc:sldMkLst>
        <pc:spChg chg="add mod">
          <ac:chgData name="Stephane  Quefelec" userId="fcffc988-bc4d-4b81-a6eb-94c617d18c4c" providerId="ADAL" clId="{14C83A0C-649B-4374-A008-45A5A3112510}" dt="2025-10-07T12:05:16.871" v="352" actId="1582"/>
          <ac:spMkLst>
            <pc:docMk/>
            <pc:sldMk cId="701339928" sldId="2052"/>
            <ac:spMk id="2" creationId="{8E59AD29-98AF-475E-6A52-18D030BA0736}"/>
          </ac:spMkLst>
        </pc:spChg>
      </pc:sldChg>
      <pc:sldChg chg="add del">
        <pc:chgData name="Stephane  Quefelec" userId="fcffc988-bc4d-4b81-a6eb-94c617d18c4c" providerId="ADAL" clId="{14C83A0C-649B-4374-A008-45A5A3112510}" dt="2025-10-07T12:04:26.824" v="348" actId="47"/>
        <pc:sldMkLst>
          <pc:docMk/>
          <pc:sldMk cId="2202645812" sldId="2052"/>
        </pc:sldMkLst>
      </pc:sldChg>
      <pc:sldChg chg="new del">
        <pc:chgData name="Stephane  Quefelec" userId="fcffc988-bc4d-4b81-a6eb-94c617d18c4c" providerId="ADAL" clId="{14C83A0C-649B-4374-A008-45A5A3112510}" dt="2025-10-07T14:00:38.087" v="561" actId="47"/>
        <pc:sldMkLst>
          <pc:docMk/>
          <pc:sldMk cId="247928709" sldId="2053"/>
        </pc:sldMkLst>
      </pc:sldChg>
    </pc:docChg>
  </pc:docChgLst>
  <pc:docChgLst>
    <pc:chgData name="Marta Giulia Baldi" userId="6dc62c41-b90b-4b5d-9f07-096888b693de" providerId="ADAL" clId="{80D782AE-F1E8-4E7F-936A-A9F888A6D9D3}"/>
    <pc:docChg chg="modSld sldOrd">
      <pc:chgData name="Marta Giulia Baldi" userId="6dc62c41-b90b-4b5d-9f07-096888b693de" providerId="ADAL" clId="{80D782AE-F1E8-4E7F-936A-A9F888A6D9D3}" dt="2025-03-10T21:21:19.668" v="2" actId="729"/>
      <pc:docMkLst>
        <pc:docMk/>
      </pc:docMkLst>
      <pc:sldChg chg="modNotesTx">
        <pc:chgData name="Marta Giulia Baldi" userId="6dc62c41-b90b-4b5d-9f07-096888b693de" providerId="ADAL" clId="{80D782AE-F1E8-4E7F-936A-A9F888A6D9D3}" dt="2025-03-10T15:16:33.419" v="0" actId="20577"/>
        <pc:sldMkLst>
          <pc:docMk/>
          <pc:sldMk cId="1366438685" sldId="1732"/>
        </pc:sldMkLst>
      </pc:sldChg>
      <pc:sldChg chg="mod modShow">
        <pc:chgData name="Marta Giulia Baldi" userId="6dc62c41-b90b-4b5d-9f07-096888b693de" providerId="ADAL" clId="{80D782AE-F1E8-4E7F-936A-A9F888A6D9D3}" dt="2025-03-10T21:21:19.668" v="2" actId="729"/>
        <pc:sldMkLst>
          <pc:docMk/>
          <pc:sldMk cId="3764713000" sldId="1825"/>
        </pc:sldMkLst>
      </pc:sldChg>
      <pc:sldChg chg="mod modShow">
        <pc:chgData name="Marta Giulia Baldi" userId="6dc62c41-b90b-4b5d-9f07-096888b693de" providerId="ADAL" clId="{80D782AE-F1E8-4E7F-936A-A9F888A6D9D3}" dt="2025-03-10T21:21:19.668" v="2" actId="729"/>
        <pc:sldMkLst>
          <pc:docMk/>
          <pc:sldMk cId="3064922872" sldId="1899"/>
        </pc:sldMkLst>
      </pc:sldChg>
      <pc:sldChg chg="mod modShow">
        <pc:chgData name="Marta Giulia Baldi" userId="6dc62c41-b90b-4b5d-9f07-096888b693de" providerId="ADAL" clId="{80D782AE-F1E8-4E7F-936A-A9F888A6D9D3}" dt="2025-03-10T21:21:19.668" v="2" actId="729"/>
        <pc:sldMkLst>
          <pc:docMk/>
          <pc:sldMk cId="1688175002" sldId="1923"/>
        </pc:sldMkLst>
      </pc:sldChg>
      <pc:sldChg chg="mod modShow">
        <pc:chgData name="Marta Giulia Baldi" userId="6dc62c41-b90b-4b5d-9f07-096888b693de" providerId="ADAL" clId="{80D782AE-F1E8-4E7F-936A-A9F888A6D9D3}" dt="2025-03-10T21:21:19.668" v="2" actId="729"/>
        <pc:sldMkLst>
          <pc:docMk/>
          <pc:sldMk cId="2792247814" sldId="1954"/>
        </pc:sldMkLst>
      </pc:sldChg>
      <pc:sldChg chg="mod modShow">
        <pc:chgData name="Marta Giulia Baldi" userId="6dc62c41-b90b-4b5d-9f07-096888b693de" providerId="ADAL" clId="{80D782AE-F1E8-4E7F-936A-A9F888A6D9D3}" dt="2025-03-10T21:21:19.668" v="2" actId="729"/>
        <pc:sldMkLst>
          <pc:docMk/>
          <pc:sldMk cId="4276975831" sldId="1955"/>
        </pc:sldMkLst>
      </pc:sldChg>
      <pc:sldChg chg="mod modShow">
        <pc:chgData name="Marta Giulia Baldi" userId="6dc62c41-b90b-4b5d-9f07-096888b693de" providerId="ADAL" clId="{80D782AE-F1E8-4E7F-936A-A9F888A6D9D3}" dt="2025-03-10T21:21:19.668" v="2" actId="729"/>
        <pc:sldMkLst>
          <pc:docMk/>
          <pc:sldMk cId="551734926" sldId="1956"/>
        </pc:sldMkLst>
      </pc:sldChg>
      <pc:sldChg chg="mod modShow">
        <pc:chgData name="Marta Giulia Baldi" userId="6dc62c41-b90b-4b5d-9f07-096888b693de" providerId="ADAL" clId="{80D782AE-F1E8-4E7F-936A-A9F888A6D9D3}" dt="2025-03-10T21:21:19.668" v="2" actId="729"/>
        <pc:sldMkLst>
          <pc:docMk/>
          <pc:sldMk cId="241987144" sldId="1957"/>
        </pc:sldMkLst>
      </pc:sldChg>
      <pc:sldChg chg="mod modShow">
        <pc:chgData name="Marta Giulia Baldi" userId="6dc62c41-b90b-4b5d-9f07-096888b693de" providerId="ADAL" clId="{80D782AE-F1E8-4E7F-936A-A9F888A6D9D3}" dt="2025-03-10T21:21:19.668" v="2" actId="729"/>
        <pc:sldMkLst>
          <pc:docMk/>
          <pc:sldMk cId="3307924941" sldId="1958"/>
        </pc:sldMkLst>
      </pc:sldChg>
      <pc:sldChg chg="ord">
        <pc:chgData name="Marta Giulia Baldi" userId="6dc62c41-b90b-4b5d-9f07-096888b693de" providerId="ADAL" clId="{80D782AE-F1E8-4E7F-936A-A9F888A6D9D3}" dt="2025-03-10T16:08:15.645" v="1" actId="20578"/>
        <pc:sldMkLst>
          <pc:docMk/>
          <pc:sldMk cId="3327310811" sldId="2044"/>
        </pc:sldMkLst>
      </pc:sldChg>
    </pc:docChg>
  </pc:docChgLst>
  <pc:docChgLst>
    <pc:chgData name="Marta Giulia Baldi" userId="6dc62c41-b90b-4b5d-9f07-096888b693de" providerId="ADAL" clId="{201A7811-443D-4B16-821C-B01EA26A7221}"/>
    <pc:docChg chg="custSel addSld delSld modSld sldOrd">
      <pc:chgData name="Marta Giulia Baldi" userId="6dc62c41-b90b-4b5d-9f07-096888b693de" providerId="ADAL" clId="{201A7811-443D-4B16-821C-B01EA26A7221}" dt="2025-02-19T12:38:37.151" v="529" actId="729"/>
      <pc:docMkLst>
        <pc:docMk/>
      </pc:docMkLst>
      <pc:sldChg chg="add">
        <pc:chgData name="Marta Giulia Baldi" userId="6dc62c41-b90b-4b5d-9f07-096888b693de" providerId="ADAL" clId="{201A7811-443D-4B16-821C-B01EA26A7221}" dt="2025-02-07T14:25:28.075" v="218"/>
        <pc:sldMkLst>
          <pc:docMk/>
          <pc:sldMk cId="3576472269" sldId="306"/>
        </pc:sldMkLst>
      </pc:sldChg>
      <pc:sldChg chg="add">
        <pc:chgData name="Marta Giulia Baldi" userId="6dc62c41-b90b-4b5d-9f07-096888b693de" providerId="ADAL" clId="{201A7811-443D-4B16-821C-B01EA26A7221}" dt="2025-02-07T14:24:01.243" v="213"/>
        <pc:sldMkLst>
          <pc:docMk/>
          <pc:sldMk cId="1366438685" sldId="1732"/>
        </pc:sldMkLst>
      </pc:sldChg>
      <pc:sldChg chg="add">
        <pc:chgData name="Marta Giulia Baldi" userId="6dc62c41-b90b-4b5d-9f07-096888b693de" providerId="ADAL" clId="{201A7811-443D-4B16-821C-B01EA26A7221}" dt="2025-02-07T14:30:26.969" v="225"/>
        <pc:sldMkLst>
          <pc:docMk/>
          <pc:sldMk cId="1579452293" sldId="1774"/>
        </pc:sldMkLst>
      </pc:sldChg>
      <pc:sldChg chg="add">
        <pc:chgData name="Marta Giulia Baldi" userId="6dc62c41-b90b-4b5d-9f07-096888b693de" providerId="ADAL" clId="{201A7811-443D-4B16-821C-B01EA26A7221}" dt="2025-02-07T14:30:26.969" v="225"/>
        <pc:sldMkLst>
          <pc:docMk/>
          <pc:sldMk cId="4238687091" sldId="1775"/>
        </pc:sldMkLst>
      </pc:sldChg>
      <pc:sldChg chg="add">
        <pc:chgData name="Marta Giulia Baldi" userId="6dc62c41-b90b-4b5d-9f07-096888b693de" providerId="ADAL" clId="{201A7811-443D-4B16-821C-B01EA26A7221}" dt="2025-02-07T14:25:28.075" v="218"/>
        <pc:sldMkLst>
          <pc:docMk/>
          <pc:sldMk cId="142683159" sldId="1782"/>
        </pc:sldMkLst>
      </pc:sldChg>
      <pc:sldChg chg="add">
        <pc:chgData name="Marta Giulia Baldi" userId="6dc62c41-b90b-4b5d-9f07-096888b693de" providerId="ADAL" clId="{201A7811-443D-4B16-821C-B01EA26A7221}" dt="2025-02-07T14:25:28.075" v="218"/>
        <pc:sldMkLst>
          <pc:docMk/>
          <pc:sldMk cId="2789154994" sldId="1783"/>
        </pc:sldMkLst>
      </pc:sldChg>
      <pc:sldChg chg="add">
        <pc:chgData name="Marta Giulia Baldi" userId="6dc62c41-b90b-4b5d-9f07-096888b693de" providerId="ADAL" clId="{201A7811-443D-4B16-821C-B01EA26A7221}" dt="2025-02-07T14:30:26.969" v="225"/>
        <pc:sldMkLst>
          <pc:docMk/>
          <pc:sldMk cId="1706660465" sldId="1784"/>
        </pc:sldMkLst>
      </pc:sldChg>
      <pc:sldChg chg="add">
        <pc:chgData name="Marta Giulia Baldi" userId="6dc62c41-b90b-4b5d-9f07-096888b693de" providerId="ADAL" clId="{201A7811-443D-4B16-821C-B01EA26A7221}" dt="2025-02-07T14:30:26.969" v="225"/>
        <pc:sldMkLst>
          <pc:docMk/>
          <pc:sldMk cId="566942422" sldId="1787"/>
        </pc:sldMkLst>
      </pc:sldChg>
      <pc:sldChg chg="add del">
        <pc:chgData name="Marta Giulia Baldi" userId="6dc62c41-b90b-4b5d-9f07-096888b693de" providerId="ADAL" clId="{201A7811-443D-4B16-821C-B01EA26A7221}" dt="2025-02-11T22:54:50.881" v="516" actId="47"/>
        <pc:sldMkLst>
          <pc:docMk/>
          <pc:sldMk cId="4011194787" sldId="1790"/>
        </pc:sldMkLst>
      </pc:sldChg>
      <pc:sldChg chg="add">
        <pc:chgData name="Marta Giulia Baldi" userId="6dc62c41-b90b-4b5d-9f07-096888b693de" providerId="ADAL" clId="{201A7811-443D-4B16-821C-B01EA26A7221}" dt="2025-02-07T14:30:26.969" v="225"/>
        <pc:sldMkLst>
          <pc:docMk/>
          <pc:sldMk cId="3188239985" sldId="1798"/>
        </pc:sldMkLst>
      </pc:sldChg>
      <pc:sldChg chg="add">
        <pc:chgData name="Marta Giulia Baldi" userId="6dc62c41-b90b-4b5d-9f07-096888b693de" providerId="ADAL" clId="{201A7811-443D-4B16-821C-B01EA26A7221}" dt="2025-02-07T14:30:26.969" v="225"/>
        <pc:sldMkLst>
          <pc:docMk/>
          <pc:sldMk cId="322708229" sldId="1799"/>
        </pc:sldMkLst>
      </pc:sldChg>
      <pc:sldChg chg="add">
        <pc:chgData name="Marta Giulia Baldi" userId="6dc62c41-b90b-4b5d-9f07-096888b693de" providerId="ADAL" clId="{201A7811-443D-4B16-821C-B01EA26A7221}" dt="2025-02-07T14:30:26.969" v="225"/>
        <pc:sldMkLst>
          <pc:docMk/>
          <pc:sldMk cId="3370507577" sldId="1800"/>
        </pc:sldMkLst>
      </pc:sldChg>
      <pc:sldChg chg="add">
        <pc:chgData name="Marta Giulia Baldi" userId="6dc62c41-b90b-4b5d-9f07-096888b693de" providerId="ADAL" clId="{201A7811-443D-4B16-821C-B01EA26A7221}" dt="2025-02-07T14:49:45.429" v="501"/>
        <pc:sldMkLst>
          <pc:docMk/>
          <pc:sldMk cId="1252492" sldId="1809"/>
        </pc:sldMkLst>
      </pc:sldChg>
      <pc:sldChg chg="modSp add mod modCm">
        <pc:chgData name="Marta Giulia Baldi" userId="6dc62c41-b90b-4b5d-9f07-096888b693de" providerId="ADAL" clId="{201A7811-443D-4B16-821C-B01EA26A7221}" dt="2025-02-07T14:20:17.615" v="163" actId="20577"/>
        <pc:sldMkLst>
          <pc:docMk/>
          <pc:sldMk cId="4230210892" sldId="1812"/>
        </pc:sldMkLst>
        <pc:extLst>
          <p:ext xmlns:p="http://schemas.openxmlformats.org/presentationml/2006/main" uri="{D6D511B9-2390-475A-947B-AFAB55BFBCF1}">
            <pc226:cmChg xmlns:pc226="http://schemas.microsoft.com/office/powerpoint/2022/06/main/command" chg="mod">
              <pc226:chgData name="Marta Giulia Baldi" userId="6dc62c41-b90b-4b5d-9f07-096888b693de" providerId="ADAL" clId="{201A7811-443D-4B16-821C-B01EA26A7221}" dt="2025-02-07T14:20:17.615" v="163" actId="20577"/>
              <pc2:cmMkLst xmlns:pc2="http://schemas.microsoft.com/office/powerpoint/2019/9/main/command">
                <pc:docMk/>
                <pc:sldMk cId="4230210892" sldId="1812"/>
                <pc2:cmMk id="{ABB9CA3D-9743-449D-9CAA-973C6C999B93}"/>
              </pc2:cmMkLst>
            </pc226:cmChg>
            <pc226:cmChg xmlns:pc226="http://schemas.microsoft.com/office/powerpoint/2022/06/main/command" chg="mod">
              <pc226:chgData name="Marta Giulia Baldi" userId="6dc62c41-b90b-4b5d-9f07-096888b693de" providerId="ADAL" clId="{201A7811-443D-4B16-821C-B01EA26A7221}" dt="2025-02-07T14:20:17.615" v="163" actId="20577"/>
              <pc2:cmMkLst xmlns:pc2="http://schemas.microsoft.com/office/powerpoint/2019/9/main/command">
                <pc:docMk/>
                <pc:sldMk cId="4230210892" sldId="1812"/>
                <pc2:cmMk id="{1A321ED4-8970-42D0-8D17-4838AFDA0D3C}"/>
              </pc2:cmMkLst>
            </pc226:cmChg>
          </p:ext>
        </pc:extLst>
      </pc:sldChg>
      <pc:sldChg chg="modSp add mod">
        <pc:chgData name="Marta Giulia Baldi" userId="6dc62c41-b90b-4b5d-9f07-096888b693de" providerId="ADAL" clId="{201A7811-443D-4B16-821C-B01EA26A7221}" dt="2025-02-07T14:16:44.294" v="52" actId="2711"/>
        <pc:sldMkLst>
          <pc:docMk/>
          <pc:sldMk cId="830147961" sldId="1813"/>
        </pc:sldMkLst>
      </pc:sldChg>
      <pc:sldChg chg="add">
        <pc:chgData name="Marta Giulia Baldi" userId="6dc62c41-b90b-4b5d-9f07-096888b693de" providerId="ADAL" clId="{201A7811-443D-4B16-821C-B01EA26A7221}" dt="2025-02-07T14:25:28.075" v="218"/>
        <pc:sldMkLst>
          <pc:docMk/>
          <pc:sldMk cId="449314662" sldId="1814"/>
        </pc:sldMkLst>
      </pc:sldChg>
      <pc:sldChg chg="add">
        <pc:chgData name="Marta Giulia Baldi" userId="6dc62c41-b90b-4b5d-9f07-096888b693de" providerId="ADAL" clId="{201A7811-443D-4B16-821C-B01EA26A7221}" dt="2025-02-07T14:30:26.969" v="225"/>
        <pc:sldMkLst>
          <pc:docMk/>
          <pc:sldMk cId="2878481660" sldId="1821"/>
        </pc:sldMkLst>
      </pc:sldChg>
      <pc:sldChg chg="modSp add mod">
        <pc:chgData name="Marta Giulia Baldi" userId="6dc62c41-b90b-4b5d-9f07-096888b693de" providerId="ADAL" clId="{201A7811-443D-4B16-821C-B01EA26A7221}" dt="2025-02-07T14:21:15.454" v="164" actId="2711"/>
        <pc:sldMkLst>
          <pc:docMk/>
          <pc:sldMk cId="3287330286" sldId="1822"/>
        </pc:sldMkLst>
      </pc:sldChg>
      <pc:sldChg chg="modSp add mod">
        <pc:chgData name="Marta Giulia Baldi" userId="6dc62c41-b90b-4b5d-9f07-096888b693de" providerId="ADAL" clId="{201A7811-443D-4B16-821C-B01EA26A7221}" dt="2025-02-07T14:33:03.378" v="305" actId="20577"/>
        <pc:sldMkLst>
          <pc:docMk/>
          <pc:sldMk cId="1012789262" sldId="1824"/>
        </pc:sldMkLst>
      </pc:sldChg>
      <pc:sldChg chg="add modNotesTx">
        <pc:chgData name="Marta Giulia Baldi" userId="6dc62c41-b90b-4b5d-9f07-096888b693de" providerId="ADAL" clId="{201A7811-443D-4B16-821C-B01EA26A7221}" dt="2025-02-07T14:46:28.826" v="494" actId="20577"/>
        <pc:sldMkLst>
          <pc:docMk/>
          <pc:sldMk cId="250092643" sldId="1831"/>
        </pc:sldMkLst>
      </pc:sldChg>
      <pc:sldChg chg="add modNotesTx">
        <pc:chgData name="Marta Giulia Baldi" userId="6dc62c41-b90b-4b5d-9f07-096888b693de" providerId="ADAL" clId="{201A7811-443D-4B16-821C-B01EA26A7221}" dt="2025-02-07T14:46:26.177" v="493" actId="20577"/>
        <pc:sldMkLst>
          <pc:docMk/>
          <pc:sldMk cId="2782108213" sldId="1832"/>
        </pc:sldMkLst>
      </pc:sldChg>
      <pc:sldChg chg="add modNotesTx">
        <pc:chgData name="Marta Giulia Baldi" userId="6dc62c41-b90b-4b5d-9f07-096888b693de" providerId="ADAL" clId="{201A7811-443D-4B16-821C-B01EA26A7221}" dt="2025-02-07T14:46:21.968" v="492" actId="20577"/>
        <pc:sldMkLst>
          <pc:docMk/>
          <pc:sldMk cId="542203077" sldId="1833"/>
        </pc:sldMkLst>
      </pc:sldChg>
      <pc:sldChg chg="add modNotesTx">
        <pc:chgData name="Marta Giulia Baldi" userId="6dc62c41-b90b-4b5d-9f07-096888b693de" providerId="ADAL" clId="{201A7811-443D-4B16-821C-B01EA26A7221}" dt="2025-02-07T14:46:18.349" v="491" actId="20577"/>
        <pc:sldMkLst>
          <pc:docMk/>
          <pc:sldMk cId="921317547" sldId="1834"/>
        </pc:sldMkLst>
      </pc:sldChg>
      <pc:sldChg chg="add">
        <pc:chgData name="Marta Giulia Baldi" userId="6dc62c41-b90b-4b5d-9f07-096888b693de" providerId="ADAL" clId="{201A7811-443D-4B16-821C-B01EA26A7221}" dt="2025-02-07T14:45:53.163" v="489"/>
        <pc:sldMkLst>
          <pc:docMk/>
          <pc:sldMk cId="327712370" sldId="1835"/>
        </pc:sldMkLst>
      </pc:sldChg>
      <pc:sldChg chg="add modNotesTx">
        <pc:chgData name="Marta Giulia Baldi" userId="6dc62c41-b90b-4b5d-9f07-096888b693de" providerId="ADAL" clId="{201A7811-443D-4B16-821C-B01EA26A7221}" dt="2025-02-07T14:46:34.519" v="497" actId="20577"/>
        <pc:sldMkLst>
          <pc:docMk/>
          <pc:sldMk cId="3864018951" sldId="1836"/>
        </pc:sldMkLst>
      </pc:sldChg>
      <pc:sldChg chg="add modNotesTx">
        <pc:chgData name="Marta Giulia Baldi" userId="6dc62c41-b90b-4b5d-9f07-096888b693de" providerId="ADAL" clId="{201A7811-443D-4B16-821C-B01EA26A7221}" dt="2025-02-07T14:46:32.606" v="496" actId="20577"/>
        <pc:sldMkLst>
          <pc:docMk/>
          <pc:sldMk cId="460765910" sldId="1837"/>
        </pc:sldMkLst>
      </pc:sldChg>
      <pc:sldChg chg="add modNotesTx">
        <pc:chgData name="Marta Giulia Baldi" userId="6dc62c41-b90b-4b5d-9f07-096888b693de" providerId="ADAL" clId="{201A7811-443D-4B16-821C-B01EA26A7221}" dt="2025-02-07T14:46:30.812" v="495" actId="20577"/>
        <pc:sldMkLst>
          <pc:docMk/>
          <pc:sldMk cId="2532339761" sldId="1838"/>
        </pc:sldMkLst>
      </pc:sldChg>
      <pc:sldChg chg="add">
        <pc:chgData name="Marta Giulia Baldi" userId="6dc62c41-b90b-4b5d-9f07-096888b693de" providerId="ADAL" clId="{201A7811-443D-4B16-821C-B01EA26A7221}" dt="2025-02-07T14:45:53.163" v="489"/>
        <pc:sldMkLst>
          <pc:docMk/>
          <pc:sldMk cId="1321489780" sldId="1839"/>
        </pc:sldMkLst>
      </pc:sldChg>
      <pc:sldChg chg="add">
        <pc:chgData name="Marta Giulia Baldi" userId="6dc62c41-b90b-4b5d-9f07-096888b693de" providerId="ADAL" clId="{201A7811-443D-4B16-821C-B01EA26A7221}" dt="2025-02-07T14:45:53.163" v="489"/>
        <pc:sldMkLst>
          <pc:docMk/>
          <pc:sldMk cId="2428879790" sldId="1840"/>
        </pc:sldMkLst>
      </pc:sldChg>
      <pc:sldChg chg="add">
        <pc:chgData name="Marta Giulia Baldi" userId="6dc62c41-b90b-4b5d-9f07-096888b693de" providerId="ADAL" clId="{201A7811-443D-4B16-821C-B01EA26A7221}" dt="2025-02-07T14:45:53.163" v="489"/>
        <pc:sldMkLst>
          <pc:docMk/>
          <pc:sldMk cId="830569146" sldId="1841"/>
        </pc:sldMkLst>
      </pc:sldChg>
      <pc:sldChg chg="add mod modShow">
        <pc:chgData name="Marta Giulia Baldi" userId="6dc62c41-b90b-4b5d-9f07-096888b693de" providerId="ADAL" clId="{201A7811-443D-4B16-821C-B01EA26A7221}" dt="2025-02-07T14:47:19.093" v="499" actId="729"/>
        <pc:sldMkLst>
          <pc:docMk/>
          <pc:sldMk cId="4264081337" sldId="1842"/>
        </pc:sldMkLst>
      </pc:sldChg>
      <pc:sldChg chg="add">
        <pc:chgData name="Marta Giulia Baldi" userId="6dc62c41-b90b-4b5d-9f07-096888b693de" providerId="ADAL" clId="{201A7811-443D-4B16-821C-B01EA26A7221}" dt="2025-02-07T14:30:26.969" v="225"/>
        <pc:sldMkLst>
          <pc:docMk/>
          <pc:sldMk cId="3448819667" sldId="1844"/>
        </pc:sldMkLst>
      </pc:sldChg>
      <pc:sldChg chg="add">
        <pc:chgData name="Marta Giulia Baldi" userId="6dc62c41-b90b-4b5d-9f07-096888b693de" providerId="ADAL" clId="{201A7811-443D-4B16-821C-B01EA26A7221}" dt="2025-02-07T14:30:26.969" v="225"/>
        <pc:sldMkLst>
          <pc:docMk/>
          <pc:sldMk cId="1276767966" sldId="1845"/>
        </pc:sldMkLst>
      </pc:sldChg>
      <pc:sldChg chg="add mod modShow">
        <pc:chgData name="Marta Giulia Baldi" userId="6dc62c41-b90b-4b5d-9f07-096888b693de" providerId="ADAL" clId="{201A7811-443D-4B16-821C-B01EA26A7221}" dt="2025-02-07T14:47:04.990" v="498" actId="729"/>
        <pc:sldMkLst>
          <pc:docMk/>
          <pc:sldMk cId="3069480389" sldId="1848"/>
        </pc:sldMkLst>
      </pc:sldChg>
      <pc:sldChg chg="add mod modShow">
        <pc:chgData name="Marta Giulia Baldi" userId="6dc62c41-b90b-4b5d-9f07-096888b693de" providerId="ADAL" clId="{201A7811-443D-4B16-821C-B01EA26A7221}" dt="2025-02-07T14:16:04.990" v="28" actId="729"/>
        <pc:sldMkLst>
          <pc:docMk/>
          <pc:sldMk cId="3584360377" sldId="1849"/>
        </pc:sldMkLst>
      </pc:sldChg>
      <pc:sldChg chg="addSp modSp add mod modAnim">
        <pc:chgData name="Marta Giulia Baldi" userId="6dc62c41-b90b-4b5d-9f07-096888b693de" providerId="ADAL" clId="{201A7811-443D-4B16-821C-B01EA26A7221}" dt="2025-02-11T22:58:49.465" v="527" actId="13822"/>
        <pc:sldMkLst>
          <pc:docMk/>
          <pc:sldMk cId="596763656" sldId="1850"/>
        </pc:sldMkLst>
      </pc:sldChg>
      <pc:sldChg chg="modSp add mod">
        <pc:chgData name="Marta Giulia Baldi" userId="6dc62c41-b90b-4b5d-9f07-096888b693de" providerId="ADAL" clId="{201A7811-443D-4B16-821C-B01EA26A7221}" dt="2025-02-07T14:40:31.668" v="488" actId="20577"/>
        <pc:sldMkLst>
          <pc:docMk/>
          <pc:sldMk cId="1299377937" sldId="1854"/>
        </pc:sldMkLst>
      </pc:sldChg>
      <pc:sldChg chg="del">
        <pc:chgData name="Marta Giulia Baldi" userId="6dc62c41-b90b-4b5d-9f07-096888b693de" providerId="ADAL" clId="{201A7811-443D-4B16-821C-B01EA26A7221}" dt="2025-02-07T14:26:05.804" v="220" actId="2696"/>
        <pc:sldMkLst>
          <pc:docMk/>
          <pc:sldMk cId="2156722923" sldId="1854"/>
        </pc:sldMkLst>
      </pc:sldChg>
      <pc:sldChg chg="del">
        <pc:chgData name="Marta Giulia Baldi" userId="6dc62c41-b90b-4b5d-9f07-096888b693de" providerId="ADAL" clId="{201A7811-443D-4B16-821C-B01EA26A7221}" dt="2025-02-07T14:26:05.804" v="220" actId="2696"/>
        <pc:sldMkLst>
          <pc:docMk/>
          <pc:sldMk cId="2107313138" sldId="1876"/>
        </pc:sldMkLst>
      </pc:sldChg>
      <pc:sldChg chg="del">
        <pc:chgData name="Marta Giulia Baldi" userId="6dc62c41-b90b-4b5d-9f07-096888b693de" providerId="ADAL" clId="{201A7811-443D-4B16-821C-B01EA26A7221}" dt="2025-02-07T14:26:46.537" v="222" actId="2696"/>
        <pc:sldMkLst>
          <pc:docMk/>
          <pc:sldMk cId="3286057478" sldId="1877"/>
        </pc:sldMkLst>
      </pc:sldChg>
      <pc:sldChg chg="del">
        <pc:chgData name="Marta Giulia Baldi" userId="6dc62c41-b90b-4b5d-9f07-096888b693de" providerId="ADAL" clId="{201A7811-443D-4B16-821C-B01EA26A7221}" dt="2025-02-07T14:26:05.804" v="220" actId="2696"/>
        <pc:sldMkLst>
          <pc:docMk/>
          <pc:sldMk cId="4221505068" sldId="1894"/>
        </pc:sldMkLst>
      </pc:sldChg>
      <pc:sldChg chg="del">
        <pc:chgData name="Marta Giulia Baldi" userId="6dc62c41-b90b-4b5d-9f07-096888b693de" providerId="ADAL" clId="{201A7811-443D-4B16-821C-B01EA26A7221}" dt="2025-02-07T14:28:17.684" v="223" actId="2696"/>
        <pc:sldMkLst>
          <pc:docMk/>
          <pc:sldMk cId="744120571" sldId="1916"/>
        </pc:sldMkLst>
      </pc:sldChg>
      <pc:sldChg chg="del">
        <pc:chgData name="Marta Giulia Baldi" userId="6dc62c41-b90b-4b5d-9f07-096888b693de" providerId="ADAL" clId="{201A7811-443D-4B16-821C-B01EA26A7221}" dt="2025-02-07T14:28:17.684" v="223" actId="2696"/>
        <pc:sldMkLst>
          <pc:docMk/>
          <pc:sldMk cId="1544083530" sldId="1918"/>
        </pc:sldMkLst>
      </pc:sldChg>
      <pc:sldChg chg="del">
        <pc:chgData name="Marta Giulia Baldi" userId="6dc62c41-b90b-4b5d-9f07-096888b693de" providerId="ADAL" clId="{201A7811-443D-4B16-821C-B01EA26A7221}" dt="2025-02-07T14:26:05.804" v="220" actId="2696"/>
        <pc:sldMkLst>
          <pc:docMk/>
          <pc:sldMk cId="1271372210" sldId="1919"/>
        </pc:sldMkLst>
      </pc:sldChg>
      <pc:sldChg chg="del">
        <pc:chgData name="Marta Giulia Baldi" userId="6dc62c41-b90b-4b5d-9f07-096888b693de" providerId="ADAL" clId="{201A7811-443D-4B16-821C-B01EA26A7221}" dt="2025-02-07T14:28:17.684" v="223" actId="2696"/>
        <pc:sldMkLst>
          <pc:docMk/>
          <pc:sldMk cId="2689947097" sldId="1920"/>
        </pc:sldMkLst>
      </pc:sldChg>
      <pc:sldChg chg="del">
        <pc:chgData name="Marta Giulia Baldi" userId="6dc62c41-b90b-4b5d-9f07-096888b693de" providerId="ADAL" clId="{201A7811-443D-4B16-821C-B01EA26A7221}" dt="2025-02-07T14:26:05.804" v="220" actId="2696"/>
        <pc:sldMkLst>
          <pc:docMk/>
          <pc:sldMk cId="3131540843" sldId="1926"/>
        </pc:sldMkLst>
      </pc:sldChg>
      <pc:sldChg chg="del">
        <pc:chgData name="Marta Giulia Baldi" userId="6dc62c41-b90b-4b5d-9f07-096888b693de" providerId="ADAL" clId="{201A7811-443D-4B16-821C-B01EA26A7221}" dt="2025-02-07T14:26:05.804" v="220" actId="2696"/>
        <pc:sldMkLst>
          <pc:docMk/>
          <pc:sldMk cId="847385627" sldId="1927"/>
        </pc:sldMkLst>
      </pc:sldChg>
      <pc:sldChg chg="del">
        <pc:chgData name="Marta Giulia Baldi" userId="6dc62c41-b90b-4b5d-9f07-096888b693de" providerId="ADAL" clId="{201A7811-443D-4B16-821C-B01EA26A7221}" dt="2025-02-07T14:26:05.804" v="220" actId="2696"/>
        <pc:sldMkLst>
          <pc:docMk/>
          <pc:sldMk cId="2150545955" sldId="1928"/>
        </pc:sldMkLst>
      </pc:sldChg>
      <pc:sldChg chg="del">
        <pc:chgData name="Marta Giulia Baldi" userId="6dc62c41-b90b-4b5d-9f07-096888b693de" providerId="ADAL" clId="{201A7811-443D-4B16-821C-B01EA26A7221}" dt="2025-02-07T14:26:05.804" v="220" actId="2696"/>
        <pc:sldMkLst>
          <pc:docMk/>
          <pc:sldMk cId="3874079208" sldId="1929"/>
        </pc:sldMkLst>
      </pc:sldChg>
      <pc:sldChg chg="del">
        <pc:chgData name="Marta Giulia Baldi" userId="6dc62c41-b90b-4b5d-9f07-096888b693de" providerId="ADAL" clId="{201A7811-443D-4B16-821C-B01EA26A7221}" dt="2025-02-07T14:26:05.804" v="220" actId="2696"/>
        <pc:sldMkLst>
          <pc:docMk/>
          <pc:sldMk cId="2888432973" sldId="1937"/>
        </pc:sldMkLst>
      </pc:sldChg>
      <pc:sldChg chg="del">
        <pc:chgData name="Marta Giulia Baldi" userId="6dc62c41-b90b-4b5d-9f07-096888b693de" providerId="ADAL" clId="{201A7811-443D-4B16-821C-B01EA26A7221}" dt="2025-02-07T14:26:05.804" v="220" actId="2696"/>
        <pc:sldMkLst>
          <pc:docMk/>
          <pc:sldMk cId="1177799390" sldId="1938"/>
        </pc:sldMkLst>
      </pc:sldChg>
      <pc:sldChg chg="del">
        <pc:chgData name="Marta Giulia Baldi" userId="6dc62c41-b90b-4b5d-9f07-096888b693de" providerId="ADAL" clId="{201A7811-443D-4B16-821C-B01EA26A7221}" dt="2025-02-07T14:55:04.318" v="506" actId="47"/>
        <pc:sldMkLst>
          <pc:docMk/>
          <pc:sldMk cId="2067970663" sldId="1939"/>
        </pc:sldMkLst>
      </pc:sldChg>
      <pc:sldChg chg="del">
        <pc:chgData name="Marta Giulia Baldi" userId="6dc62c41-b90b-4b5d-9f07-096888b693de" providerId="ADAL" clId="{201A7811-443D-4B16-821C-B01EA26A7221}" dt="2025-02-07T14:26:05.804" v="220" actId="2696"/>
        <pc:sldMkLst>
          <pc:docMk/>
          <pc:sldMk cId="1312486266" sldId="1940"/>
        </pc:sldMkLst>
      </pc:sldChg>
      <pc:sldChg chg="del">
        <pc:chgData name="Marta Giulia Baldi" userId="6dc62c41-b90b-4b5d-9f07-096888b693de" providerId="ADAL" clId="{201A7811-443D-4B16-821C-B01EA26A7221}" dt="2025-02-07T14:26:46.537" v="222" actId="2696"/>
        <pc:sldMkLst>
          <pc:docMk/>
          <pc:sldMk cId="2485267265" sldId="1941"/>
        </pc:sldMkLst>
      </pc:sldChg>
      <pc:sldChg chg="del">
        <pc:chgData name="Marta Giulia Baldi" userId="6dc62c41-b90b-4b5d-9f07-096888b693de" providerId="ADAL" clId="{201A7811-443D-4B16-821C-B01EA26A7221}" dt="2025-02-07T14:54:46.911" v="503" actId="47"/>
        <pc:sldMkLst>
          <pc:docMk/>
          <pc:sldMk cId="1110065848" sldId="1943"/>
        </pc:sldMkLst>
      </pc:sldChg>
      <pc:sldChg chg="del">
        <pc:chgData name="Marta Giulia Baldi" userId="6dc62c41-b90b-4b5d-9f07-096888b693de" providerId="ADAL" clId="{201A7811-443D-4B16-821C-B01EA26A7221}" dt="2025-02-07T14:28:17.684" v="223" actId="2696"/>
        <pc:sldMkLst>
          <pc:docMk/>
          <pc:sldMk cId="805534209" sldId="1959"/>
        </pc:sldMkLst>
      </pc:sldChg>
      <pc:sldChg chg="del">
        <pc:chgData name="Marta Giulia Baldi" userId="6dc62c41-b90b-4b5d-9f07-096888b693de" providerId="ADAL" clId="{201A7811-443D-4B16-821C-B01EA26A7221}" dt="2025-02-07T14:26:46.537" v="222" actId="2696"/>
        <pc:sldMkLst>
          <pc:docMk/>
          <pc:sldMk cId="2678989047" sldId="1960"/>
        </pc:sldMkLst>
      </pc:sldChg>
      <pc:sldChg chg="del">
        <pc:chgData name="Marta Giulia Baldi" userId="6dc62c41-b90b-4b5d-9f07-096888b693de" providerId="ADAL" clId="{201A7811-443D-4B16-821C-B01EA26A7221}" dt="2025-02-07T14:26:46.537" v="222" actId="2696"/>
        <pc:sldMkLst>
          <pc:docMk/>
          <pc:sldMk cId="366428035" sldId="1961"/>
        </pc:sldMkLst>
      </pc:sldChg>
      <pc:sldChg chg="modSp add mod ord">
        <pc:chgData name="Marta Giulia Baldi" userId="6dc62c41-b90b-4b5d-9f07-096888b693de" providerId="ADAL" clId="{201A7811-443D-4B16-821C-B01EA26A7221}" dt="2025-02-11T22:56:43.497" v="518"/>
        <pc:sldMkLst>
          <pc:docMk/>
          <pc:sldMk cId="765366439" sldId="1961"/>
        </pc:sldMkLst>
      </pc:sldChg>
      <pc:sldChg chg="add del ord">
        <pc:chgData name="Marta Giulia Baldi" userId="6dc62c41-b90b-4b5d-9f07-096888b693de" providerId="ADAL" clId="{201A7811-443D-4B16-821C-B01EA26A7221}" dt="2025-02-11T22:57:02.916" v="521" actId="47"/>
        <pc:sldMkLst>
          <pc:docMk/>
          <pc:sldMk cId="1036417373" sldId="1962"/>
        </pc:sldMkLst>
      </pc:sldChg>
      <pc:sldChg chg="del">
        <pc:chgData name="Marta Giulia Baldi" userId="6dc62c41-b90b-4b5d-9f07-096888b693de" providerId="ADAL" clId="{201A7811-443D-4B16-821C-B01EA26A7221}" dt="2025-02-07T14:26:46.537" v="222" actId="2696"/>
        <pc:sldMkLst>
          <pc:docMk/>
          <pc:sldMk cId="1745080450" sldId="1962"/>
        </pc:sldMkLst>
      </pc:sldChg>
      <pc:sldChg chg="add">
        <pc:chgData name="Marta Giulia Baldi" userId="6dc62c41-b90b-4b5d-9f07-096888b693de" providerId="ADAL" clId="{201A7811-443D-4B16-821C-B01EA26A7221}" dt="2025-02-11T22:57:06.350" v="522"/>
        <pc:sldMkLst>
          <pc:docMk/>
          <pc:sldMk cId="4205837044" sldId="1962"/>
        </pc:sldMkLst>
      </pc:sldChg>
      <pc:sldChg chg="del">
        <pc:chgData name="Marta Giulia Baldi" userId="6dc62c41-b90b-4b5d-9f07-096888b693de" providerId="ADAL" clId="{201A7811-443D-4B16-821C-B01EA26A7221}" dt="2025-02-07T14:26:46.537" v="222" actId="2696"/>
        <pc:sldMkLst>
          <pc:docMk/>
          <pc:sldMk cId="1974605693" sldId="1963"/>
        </pc:sldMkLst>
      </pc:sldChg>
      <pc:sldChg chg="add">
        <pc:chgData name="Marta Giulia Baldi" userId="6dc62c41-b90b-4b5d-9f07-096888b693de" providerId="ADAL" clId="{201A7811-443D-4B16-821C-B01EA26A7221}" dt="2025-02-07T14:30:26.969" v="225"/>
        <pc:sldMkLst>
          <pc:docMk/>
          <pc:sldMk cId="4286617900" sldId="1963"/>
        </pc:sldMkLst>
      </pc:sldChg>
      <pc:sldChg chg="del">
        <pc:chgData name="Marta Giulia Baldi" userId="6dc62c41-b90b-4b5d-9f07-096888b693de" providerId="ADAL" clId="{201A7811-443D-4B16-821C-B01EA26A7221}" dt="2025-02-07T14:26:46.537" v="222" actId="2696"/>
        <pc:sldMkLst>
          <pc:docMk/>
          <pc:sldMk cId="2752666794" sldId="1964"/>
        </pc:sldMkLst>
      </pc:sldChg>
      <pc:sldChg chg="add">
        <pc:chgData name="Marta Giulia Baldi" userId="6dc62c41-b90b-4b5d-9f07-096888b693de" providerId="ADAL" clId="{201A7811-443D-4B16-821C-B01EA26A7221}" dt="2025-02-07T14:30:26.969" v="225"/>
        <pc:sldMkLst>
          <pc:docMk/>
          <pc:sldMk cId="3123944938" sldId="1964"/>
        </pc:sldMkLst>
      </pc:sldChg>
      <pc:sldChg chg="add del ord">
        <pc:chgData name="Marta Giulia Baldi" userId="6dc62c41-b90b-4b5d-9f07-096888b693de" providerId="ADAL" clId="{201A7811-443D-4B16-821C-B01EA26A7221}" dt="2025-02-07T14:55:02.214" v="505"/>
        <pc:sldMkLst>
          <pc:docMk/>
          <pc:sldMk cId="1097037182" sldId="1965"/>
        </pc:sldMkLst>
      </pc:sldChg>
      <pc:sldChg chg="del">
        <pc:chgData name="Marta Giulia Baldi" userId="6dc62c41-b90b-4b5d-9f07-096888b693de" providerId="ADAL" clId="{201A7811-443D-4B16-821C-B01EA26A7221}" dt="2025-02-07T14:26:46.537" v="222" actId="2696"/>
        <pc:sldMkLst>
          <pc:docMk/>
          <pc:sldMk cId="3098896223" sldId="1965"/>
        </pc:sldMkLst>
      </pc:sldChg>
      <pc:sldChg chg="del">
        <pc:chgData name="Marta Giulia Baldi" userId="6dc62c41-b90b-4b5d-9f07-096888b693de" providerId="ADAL" clId="{201A7811-443D-4B16-821C-B01EA26A7221}" dt="2025-02-07T14:26:46.537" v="222" actId="2696"/>
        <pc:sldMkLst>
          <pc:docMk/>
          <pc:sldMk cId="540827869" sldId="1966"/>
        </pc:sldMkLst>
      </pc:sldChg>
      <pc:sldChg chg="add del ord">
        <pc:chgData name="Marta Giulia Baldi" userId="6dc62c41-b90b-4b5d-9f07-096888b693de" providerId="ADAL" clId="{201A7811-443D-4B16-821C-B01EA26A7221}" dt="2025-02-07T14:55:32.134" v="513"/>
        <pc:sldMkLst>
          <pc:docMk/>
          <pc:sldMk cId="1310816466" sldId="1966"/>
        </pc:sldMkLst>
      </pc:sldChg>
      <pc:sldChg chg="del">
        <pc:chgData name="Marta Giulia Baldi" userId="6dc62c41-b90b-4b5d-9f07-096888b693de" providerId="ADAL" clId="{201A7811-443D-4B16-821C-B01EA26A7221}" dt="2025-02-07T14:26:46.537" v="222" actId="2696"/>
        <pc:sldMkLst>
          <pc:docMk/>
          <pc:sldMk cId="495383085" sldId="1967"/>
        </pc:sldMkLst>
      </pc:sldChg>
      <pc:sldChg chg="del">
        <pc:chgData name="Marta Giulia Baldi" userId="6dc62c41-b90b-4b5d-9f07-096888b693de" providerId="ADAL" clId="{201A7811-443D-4B16-821C-B01EA26A7221}" dt="2025-02-07T14:26:46.537" v="222" actId="2696"/>
        <pc:sldMkLst>
          <pc:docMk/>
          <pc:sldMk cId="3826395279" sldId="1968"/>
        </pc:sldMkLst>
      </pc:sldChg>
      <pc:sldChg chg="modSp add mod">
        <pc:chgData name="Marta Giulia Baldi" userId="6dc62c41-b90b-4b5d-9f07-096888b693de" providerId="ADAL" clId="{201A7811-443D-4B16-821C-B01EA26A7221}" dt="2025-02-07T14:23:35.083" v="210" actId="20577"/>
        <pc:sldMkLst>
          <pc:docMk/>
          <pc:sldMk cId="935401531" sldId="1969"/>
        </pc:sldMkLst>
      </pc:sldChg>
      <pc:sldChg chg="del">
        <pc:chgData name="Marta Giulia Baldi" userId="6dc62c41-b90b-4b5d-9f07-096888b693de" providerId="ADAL" clId="{201A7811-443D-4B16-821C-B01EA26A7221}" dt="2025-02-07T14:28:17.684" v="223" actId="2696"/>
        <pc:sldMkLst>
          <pc:docMk/>
          <pc:sldMk cId="1572102536" sldId="1970"/>
        </pc:sldMkLst>
      </pc:sldChg>
      <pc:sldChg chg="del">
        <pc:chgData name="Marta Giulia Baldi" userId="6dc62c41-b90b-4b5d-9f07-096888b693de" providerId="ADAL" clId="{201A7811-443D-4B16-821C-B01EA26A7221}" dt="2025-02-07T14:28:17.684" v="223" actId="2696"/>
        <pc:sldMkLst>
          <pc:docMk/>
          <pc:sldMk cId="2254321785" sldId="1971"/>
        </pc:sldMkLst>
      </pc:sldChg>
      <pc:sldChg chg="del">
        <pc:chgData name="Marta Giulia Baldi" userId="6dc62c41-b90b-4b5d-9f07-096888b693de" providerId="ADAL" clId="{201A7811-443D-4B16-821C-B01EA26A7221}" dt="2025-02-07T14:28:17.684" v="223" actId="2696"/>
        <pc:sldMkLst>
          <pc:docMk/>
          <pc:sldMk cId="90930602" sldId="1973"/>
        </pc:sldMkLst>
      </pc:sldChg>
      <pc:sldChg chg="del">
        <pc:chgData name="Marta Giulia Baldi" userId="6dc62c41-b90b-4b5d-9f07-096888b693de" providerId="ADAL" clId="{201A7811-443D-4B16-821C-B01EA26A7221}" dt="2025-02-07T14:28:17.684" v="223" actId="2696"/>
        <pc:sldMkLst>
          <pc:docMk/>
          <pc:sldMk cId="2071549338" sldId="1974"/>
        </pc:sldMkLst>
      </pc:sldChg>
      <pc:sldChg chg="del">
        <pc:chgData name="Marta Giulia Baldi" userId="6dc62c41-b90b-4b5d-9f07-096888b693de" providerId="ADAL" clId="{201A7811-443D-4B16-821C-B01EA26A7221}" dt="2025-02-07T14:28:17.684" v="223" actId="2696"/>
        <pc:sldMkLst>
          <pc:docMk/>
          <pc:sldMk cId="2296537108" sldId="1975"/>
        </pc:sldMkLst>
      </pc:sldChg>
      <pc:sldChg chg="del">
        <pc:chgData name="Marta Giulia Baldi" userId="6dc62c41-b90b-4b5d-9f07-096888b693de" providerId="ADAL" clId="{201A7811-443D-4B16-821C-B01EA26A7221}" dt="2025-02-07T14:28:17.684" v="223" actId="2696"/>
        <pc:sldMkLst>
          <pc:docMk/>
          <pc:sldMk cId="3517240860" sldId="1976"/>
        </pc:sldMkLst>
      </pc:sldChg>
      <pc:sldChg chg="del">
        <pc:chgData name="Marta Giulia Baldi" userId="6dc62c41-b90b-4b5d-9f07-096888b693de" providerId="ADAL" clId="{201A7811-443D-4B16-821C-B01EA26A7221}" dt="2025-02-07T14:28:17.684" v="223" actId="2696"/>
        <pc:sldMkLst>
          <pc:docMk/>
          <pc:sldMk cId="4272293645" sldId="1978"/>
        </pc:sldMkLst>
      </pc:sldChg>
      <pc:sldChg chg="del">
        <pc:chgData name="Marta Giulia Baldi" userId="6dc62c41-b90b-4b5d-9f07-096888b693de" providerId="ADAL" clId="{201A7811-443D-4B16-821C-B01EA26A7221}" dt="2025-02-07T14:28:17.684" v="223" actId="2696"/>
        <pc:sldMkLst>
          <pc:docMk/>
          <pc:sldMk cId="2489206716" sldId="1979"/>
        </pc:sldMkLst>
      </pc:sldChg>
      <pc:sldChg chg="del">
        <pc:chgData name="Marta Giulia Baldi" userId="6dc62c41-b90b-4b5d-9f07-096888b693de" providerId="ADAL" clId="{201A7811-443D-4B16-821C-B01EA26A7221}" dt="2025-02-07T14:28:17.684" v="223" actId="2696"/>
        <pc:sldMkLst>
          <pc:docMk/>
          <pc:sldMk cId="1684579539" sldId="1980"/>
        </pc:sldMkLst>
      </pc:sldChg>
      <pc:sldChg chg="del">
        <pc:chgData name="Marta Giulia Baldi" userId="6dc62c41-b90b-4b5d-9f07-096888b693de" providerId="ADAL" clId="{201A7811-443D-4B16-821C-B01EA26A7221}" dt="2025-02-07T14:28:17.684" v="223" actId="2696"/>
        <pc:sldMkLst>
          <pc:docMk/>
          <pc:sldMk cId="4218346458" sldId="1981"/>
        </pc:sldMkLst>
      </pc:sldChg>
      <pc:sldChg chg="del">
        <pc:chgData name="Marta Giulia Baldi" userId="6dc62c41-b90b-4b5d-9f07-096888b693de" providerId="ADAL" clId="{201A7811-443D-4B16-821C-B01EA26A7221}" dt="2025-02-07T14:26:05.804" v="220" actId="2696"/>
        <pc:sldMkLst>
          <pc:docMk/>
          <pc:sldMk cId="1484331460" sldId="1985"/>
        </pc:sldMkLst>
      </pc:sldChg>
      <pc:sldChg chg="mod modShow">
        <pc:chgData name="Marta Giulia Baldi" userId="6dc62c41-b90b-4b5d-9f07-096888b693de" providerId="ADAL" clId="{201A7811-443D-4B16-821C-B01EA26A7221}" dt="2025-02-19T12:38:37.151" v="529" actId="729"/>
        <pc:sldMkLst>
          <pc:docMk/>
          <pc:sldMk cId="3149309958" sldId="1986"/>
        </pc:sldMkLst>
      </pc:sldChg>
      <pc:sldChg chg="del">
        <pc:chgData name="Marta Giulia Baldi" userId="6dc62c41-b90b-4b5d-9f07-096888b693de" providerId="ADAL" clId="{201A7811-443D-4B16-821C-B01EA26A7221}" dt="2025-02-07T14:26:14.534" v="221" actId="2696"/>
        <pc:sldMkLst>
          <pc:docMk/>
          <pc:sldMk cId="3040452374" sldId="1987"/>
        </pc:sldMkLst>
      </pc:sldChg>
      <pc:sldChg chg="del">
        <pc:chgData name="Marta Giulia Baldi" userId="6dc62c41-b90b-4b5d-9f07-096888b693de" providerId="ADAL" clId="{201A7811-443D-4B16-821C-B01EA26A7221}" dt="2025-02-07T14:26:05.804" v="220" actId="2696"/>
        <pc:sldMkLst>
          <pc:docMk/>
          <pc:sldMk cId="3986875411" sldId="1989"/>
        </pc:sldMkLst>
      </pc:sldChg>
      <pc:sldChg chg="del">
        <pc:chgData name="Marta Giulia Baldi" userId="6dc62c41-b90b-4b5d-9f07-096888b693de" providerId="ADAL" clId="{201A7811-443D-4B16-821C-B01EA26A7221}" dt="2025-02-07T14:26:14.534" v="221" actId="2696"/>
        <pc:sldMkLst>
          <pc:docMk/>
          <pc:sldMk cId="1107668298" sldId="1990"/>
        </pc:sldMkLst>
      </pc:sldChg>
      <pc:sldChg chg="mod modShow">
        <pc:chgData name="Marta Giulia Baldi" userId="6dc62c41-b90b-4b5d-9f07-096888b693de" providerId="ADAL" clId="{201A7811-443D-4B16-821C-B01EA26A7221}" dt="2025-02-07T14:29:31.342" v="224" actId="729"/>
        <pc:sldMkLst>
          <pc:docMk/>
          <pc:sldMk cId="787437524" sldId="1993"/>
        </pc:sldMkLst>
      </pc:sldChg>
      <pc:sldChg chg="mod modShow">
        <pc:chgData name="Marta Giulia Baldi" userId="6dc62c41-b90b-4b5d-9f07-096888b693de" providerId="ADAL" clId="{201A7811-443D-4B16-821C-B01EA26A7221}" dt="2025-02-07T14:29:31.342" v="224" actId="729"/>
        <pc:sldMkLst>
          <pc:docMk/>
          <pc:sldMk cId="2074017868" sldId="1994"/>
        </pc:sldMkLst>
      </pc:sldChg>
      <pc:sldChg chg="addSp delSp modSp mod">
        <pc:chgData name="Marta Giulia Baldi" userId="6dc62c41-b90b-4b5d-9f07-096888b693de" providerId="ADAL" clId="{201A7811-443D-4B16-821C-B01EA26A7221}" dt="2025-02-07T14:15:14.399" v="25"/>
        <pc:sldMkLst>
          <pc:docMk/>
          <pc:sldMk cId="2347366309" sldId="1995"/>
        </pc:sldMkLst>
      </pc:sldChg>
      <pc:sldChg chg="del">
        <pc:chgData name="Marta Giulia Baldi" userId="6dc62c41-b90b-4b5d-9f07-096888b693de" providerId="ADAL" clId="{201A7811-443D-4B16-821C-B01EA26A7221}" dt="2025-02-07T14:24:43.181" v="216" actId="47"/>
        <pc:sldMkLst>
          <pc:docMk/>
          <pc:sldMk cId="2825358248" sldId="1996"/>
        </pc:sldMkLst>
      </pc:sldChg>
      <pc:sldChg chg="ord">
        <pc:chgData name="Marta Giulia Baldi" userId="6dc62c41-b90b-4b5d-9f07-096888b693de" providerId="ADAL" clId="{201A7811-443D-4B16-821C-B01EA26A7221}" dt="2025-02-07T14:24:36.965" v="215"/>
        <pc:sldMkLst>
          <pc:docMk/>
          <pc:sldMk cId="561390410" sldId="1997"/>
        </pc:sldMkLst>
      </pc:sldChg>
      <pc:sldChg chg="del">
        <pc:chgData name="Marta Giulia Baldi" userId="6dc62c41-b90b-4b5d-9f07-096888b693de" providerId="ADAL" clId="{201A7811-443D-4B16-821C-B01EA26A7221}" dt="2025-02-07T14:23:49.792" v="211" actId="47"/>
        <pc:sldMkLst>
          <pc:docMk/>
          <pc:sldMk cId="788756374" sldId="1998"/>
        </pc:sldMkLst>
      </pc:sldChg>
      <pc:sldChg chg="del">
        <pc:chgData name="Marta Giulia Baldi" userId="6dc62c41-b90b-4b5d-9f07-096888b693de" providerId="ADAL" clId="{201A7811-443D-4B16-821C-B01EA26A7221}" dt="2025-02-07T14:23:52.100" v="212" actId="47"/>
        <pc:sldMkLst>
          <pc:docMk/>
          <pc:sldMk cId="485163453" sldId="1999"/>
        </pc:sldMkLst>
      </pc:sldChg>
      <pc:sldChg chg="del">
        <pc:chgData name="Marta Giulia Baldi" userId="6dc62c41-b90b-4b5d-9f07-096888b693de" providerId="ADAL" clId="{201A7811-443D-4B16-821C-B01EA26A7221}" dt="2025-02-07T14:25:38.548" v="219" actId="2696"/>
        <pc:sldMkLst>
          <pc:docMk/>
          <pc:sldMk cId="805463336" sldId="2008"/>
        </pc:sldMkLst>
      </pc:sldChg>
      <pc:sldChg chg="del">
        <pc:chgData name="Marta Giulia Baldi" userId="6dc62c41-b90b-4b5d-9f07-096888b693de" providerId="ADAL" clId="{201A7811-443D-4B16-821C-B01EA26A7221}" dt="2025-02-07T14:25:38.548" v="219" actId="2696"/>
        <pc:sldMkLst>
          <pc:docMk/>
          <pc:sldMk cId="3964098613" sldId="2009"/>
        </pc:sldMkLst>
      </pc:sldChg>
      <pc:sldChg chg="del">
        <pc:chgData name="Marta Giulia Baldi" userId="6dc62c41-b90b-4b5d-9f07-096888b693de" providerId="ADAL" clId="{201A7811-443D-4B16-821C-B01EA26A7221}" dt="2025-02-07T14:25:38.548" v="219" actId="2696"/>
        <pc:sldMkLst>
          <pc:docMk/>
          <pc:sldMk cId="1067940674" sldId="2010"/>
        </pc:sldMkLst>
      </pc:sldChg>
      <pc:sldChg chg="del">
        <pc:chgData name="Marta Giulia Baldi" userId="6dc62c41-b90b-4b5d-9f07-096888b693de" providerId="ADAL" clId="{201A7811-443D-4B16-821C-B01EA26A7221}" dt="2025-02-07T14:25:38.548" v="219" actId="2696"/>
        <pc:sldMkLst>
          <pc:docMk/>
          <pc:sldMk cId="4220201501" sldId="2011"/>
        </pc:sldMkLst>
      </pc:sldChg>
      <pc:sldChg chg="del">
        <pc:chgData name="Marta Giulia Baldi" userId="6dc62c41-b90b-4b5d-9f07-096888b693de" providerId="ADAL" clId="{201A7811-443D-4B16-821C-B01EA26A7221}" dt="2025-02-07T14:26:05.804" v="220" actId="2696"/>
        <pc:sldMkLst>
          <pc:docMk/>
          <pc:sldMk cId="71199970" sldId="2012"/>
        </pc:sldMkLst>
      </pc:sldChg>
      <pc:sldChg chg="del">
        <pc:chgData name="Marta Giulia Baldi" userId="6dc62c41-b90b-4b5d-9f07-096888b693de" providerId="ADAL" clId="{201A7811-443D-4B16-821C-B01EA26A7221}" dt="2025-02-07T14:26:05.804" v="220" actId="2696"/>
        <pc:sldMkLst>
          <pc:docMk/>
          <pc:sldMk cId="3669530480" sldId="2013"/>
        </pc:sldMkLst>
      </pc:sldChg>
      <pc:sldChg chg="del">
        <pc:chgData name="Marta Giulia Baldi" userId="6dc62c41-b90b-4b5d-9f07-096888b693de" providerId="ADAL" clId="{201A7811-443D-4B16-821C-B01EA26A7221}" dt="2025-02-07T14:28:17.684" v="223" actId="2696"/>
        <pc:sldMkLst>
          <pc:docMk/>
          <pc:sldMk cId="317024901" sldId="2014"/>
        </pc:sldMkLst>
      </pc:sldChg>
      <pc:sldChg chg="add">
        <pc:chgData name="Marta Giulia Baldi" userId="6dc62c41-b90b-4b5d-9f07-096888b693de" providerId="ADAL" clId="{201A7811-443D-4B16-821C-B01EA26A7221}" dt="2025-02-07T14:25:05.004" v="217"/>
        <pc:sldMkLst>
          <pc:docMk/>
          <pc:sldMk cId="2282010507" sldId="2015"/>
        </pc:sldMkLst>
      </pc:sldChg>
      <pc:sldChg chg="add">
        <pc:chgData name="Marta Giulia Baldi" userId="6dc62c41-b90b-4b5d-9f07-096888b693de" providerId="ADAL" clId="{201A7811-443D-4B16-821C-B01EA26A7221}" dt="2025-02-07T14:30:26.969" v="225"/>
        <pc:sldMkLst>
          <pc:docMk/>
          <pc:sldMk cId="775600191" sldId="2016"/>
        </pc:sldMkLst>
      </pc:sldChg>
      <pc:sldChg chg="add ord">
        <pc:chgData name="Marta Giulia Baldi" userId="6dc62c41-b90b-4b5d-9f07-096888b693de" providerId="ADAL" clId="{201A7811-443D-4B16-821C-B01EA26A7221}" dt="2025-02-11T22:56:43.497" v="518"/>
        <pc:sldMkLst>
          <pc:docMk/>
          <pc:sldMk cId="3765195755" sldId="2017"/>
        </pc:sldMkLst>
      </pc:sldChg>
      <pc:sldChg chg="addSp modSp new mod">
        <pc:chgData name="Marta Giulia Baldi" userId="6dc62c41-b90b-4b5d-9f07-096888b693de" providerId="ADAL" clId="{201A7811-443D-4B16-821C-B01EA26A7221}" dt="2025-02-07T14:38:39.096" v="484" actId="20577"/>
        <pc:sldMkLst>
          <pc:docMk/>
          <pc:sldMk cId="230215138" sldId="2018"/>
        </pc:sldMkLst>
      </pc:sldChg>
      <pc:sldChg chg="add del">
        <pc:chgData name="Marta Giulia Baldi" userId="6dc62c41-b90b-4b5d-9f07-096888b693de" providerId="ADAL" clId="{201A7811-443D-4B16-821C-B01EA26A7221}" dt="2025-02-07T14:22:17.658" v="169" actId="2696"/>
        <pc:sldMkLst>
          <pc:docMk/>
          <pc:sldMk cId="259196670" sldId="2018"/>
        </pc:sldMkLst>
      </pc:sldChg>
      <pc:sldChg chg="ord">
        <pc:chgData name="Marta Giulia Baldi" userId="6dc62c41-b90b-4b5d-9f07-096888b693de" providerId="ADAL" clId="{201A7811-443D-4B16-821C-B01EA26A7221}" dt="2025-02-11T22:56:43.497" v="518"/>
        <pc:sldMkLst>
          <pc:docMk/>
          <pc:sldMk cId="4046752784" sldId="2019"/>
        </pc:sldMkLst>
      </pc:sldChg>
      <pc:sldChg chg="ord">
        <pc:chgData name="Marta Giulia Baldi" userId="6dc62c41-b90b-4b5d-9f07-096888b693de" providerId="ADAL" clId="{201A7811-443D-4B16-821C-B01EA26A7221}" dt="2025-02-11T22:56:43.497" v="518"/>
        <pc:sldMkLst>
          <pc:docMk/>
          <pc:sldMk cId="3171049455" sldId="2020"/>
        </pc:sldMkLst>
      </pc:sldChg>
      <pc:sldChg chg="add modNotesTx">
        <pc:chgData name="Marta Giulia Baldi" userId="6dc62c41-b90b-4b5d-9f07-096888b693de" providerId="ADAL" clId="{201A7811-443D-4B16-821C-B01EA26A7221}" dt="2025-02-11T22:54:48.534" v="515"/>
        <pc:sldMkLst>
          <pc:docMk/>
          <pc:sldMk cId="508856547" sldId="2051"/>
        </pc:sldMkLst>
      </pc:sldChg>
    </pc:docChg>
  </pc:docChgLst>
</pc:chgInfo>
</file>

<file path=ppt/comments/modernComment_7A2_A66E5206.xml><?xml version="1.0" encoding="utf-8"?>
<p188:cmLst xmlns:a="http://schemas.openxmlformats.org/drawingml/2006/main" xmlns:r="http://schemas.openxmlformats.org/officeDocument/2006/relationships" xmlns:p188="http://schemas.microsoft.com/office/powerpoint/2018/8/main">
  <p188:cm id="{5124666C-F24D-43C6-B506-35433E6A43AD}" authorId="{6F018823-1834-2C18-11F0-6F8E01AD1C51}" created="2024-09-28T10:27:51.168">
    <ac:txMkLst xmlns:ac="http://schemas.microsoft.com/office/drawing/2013/main/command">
      <pc:docMk xmlns:pc="http://schemas.microsoft.com/office/powerpoint/2013/main/command"/>
      <pc:sldMk xmlns:pc="http://schemas.microsoft.com/office/powerpoint/2013/main/command" cId="2792247814" sldId="1954"/>
      <ac:spMk id="10" creationId="{41411E87-9D91-B567-4D18-0BF5B237E982}"/>
      <ac:txMk cp="206" len="98">
        <ac:context len="305" hash="533809112"/>
      </ac:txMk>
    </ac:txMkLst>
    <p188:pos x="10184819" y="981610"/>
    <p188:replyLst>
      <p188:reply id="{DAA963F2-71BD-4DE2-8035-EA92C7615546}" authorId="{6F018823-1834-2C18-11F0-6F8E01AD1C51}" created="2024-09-30T11:04:41.671">
        <p188:txBody>
          <a:bodyPr/>
          <a:lstStyle/>
          <a:p>
            <a:r>
              <a:rPr lang="en-DK"/>
              <a:t>ok</a:t>
            </a:r>
          </a:p>
        </p188:txBody>
      </p188:reply>
    </p188:replyLst>
    <p188:txBody>
      <a:bodyPr/>
      <a:lstStyle/>
      <a:p>
        <a:r>
          <a:rPr lang="en-DK"/>
          <a:t>Will what is the meaning ? </a:t>
        </a:r>
      </a:p>
    </p188:txBody>
  </p188:cm>
</p188:cmLst>
</file>

<file path=ppt/comments/modernComment_798_E998EE72.xml><?xml version="1.0" encoding="utf-8"?>
<p188:cmLst xmlns:a="http://schemas.openxmlformats.org/drawingml/2006/main" xmlns:r="http://schemas.openxmlformats.org/officeDocument/2006/relationships" xmlns:p188="http://schemas.microsoft.com/office/powerpoint/2018/8/main">
  <p188:cm id="{1E4686CD-ED7B-4684-AD59-2EA4F086E7A8}" authorId="{6F018823-1834-2C18-11F0-6F8E01AD1C51}" created="2024-09-27T19:48:41.271">
    <ac:deMkLst xmlns:ac="http://schemas.microsoft.com/office/drawing/2013/main/command">
      <pc:docMk xmlns:pc="http://schemas.microsoft.com/office/powerpoint/2013/main/command"/>
      <pc:sldMk xmlns:pc="http://schemas.microsoft.com/office/powerpoint/2013/main/command" cId="3919113842" sldId="1944"/>
      <ac:grpSpMk id="12" creationId="{E72C59EC-D8B0-0214-9A6D-329956051CD8}"/>
    </ac:deMkLst>
    <p188:txBody>
      <a:bodyPr/>
      <a:lstStyle/>
      <a:p>
        <a:r>
          <a:rPr lang="en-DK"/>
          <a:t>2016b ??Check with Per in the 2 nd impl reg.</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96B3C6-A3F5-4537-BA96-AA3EDD514642}" type="datetimeFigureOut">
              <a:rPr lang="en-DK" smtClean="0"/>
              <a:t>07/10/2025</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1BC6E5-9301-43B9-A908-14619FC78ED8}" type="slidenum">
              <a:rPr lang="en-DK" smtClean="0"/>
              <a:t>‹#›</a:t>
            </a:fld>
            <a:endParaRPr lang="en-DK"/>
          </a:p>
        </p:txBody>
      </p:sp>
    </p:spTree>
    <p:extLst>
      <p:ext uri="{BB962C8B-B14F-4D97-AF65-F5344CB8AC3E}">
        <p14:creationId xmlns:p14="http://schemas.microsoft.com/office/powerpoint/2010/main" val="3486207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this image as a provocation, as an incorrect example.</a:t>
            </a:r>
          </a:p>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1</a:t>
            </a:fld>
            <a:endParaRPr lang="en-DK"/>
          </a:p>
        </p:txBody>
      </p:sp>
    </p:spTree>
    <p:extLst>
      <p:ext uri="{BB962C8B-B14F-4D97-AF65-F5344CB8AC3E}">
        <p14:creationId xmlns:p14="http://schemas.microsoft.com/office/powerpoint/2010/main" val="4158058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cs typeface="Calibri" panose="020F0502020204030204" pitchFamily="34" charset="0"/>
              </a:rPr>
              <a:t>To provide an interactive demo of reporting on Annex IV and XVII through the reporting platform Reportnet 3.0</a:t>
            </a:r>
          </a:p>
          <a:p>
            <a:endParaRPr lang="en-US"/>
          </a:p>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2</a:t>
            </a:fld>
            <a:endParaRPr lang="en-DK"/>
          </a:p>
        </p:txBody>
      </p:sp>
    </p:spTree>
    <p:extLst>
      <p:ext uri="{BB962C8B-B14F-4D97-AF65-F5344CB8AC3E}">
        <p14:creationId xmlns:p14="http://schemas.microsoft.com/office/powerpoint/2010/main" val="40848493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3</a:t>
            </a:fld>
            <a:endParaRPr lang="en-DK"/>
          </a:p>
        </p:txBody>
      </p:sp>
    </p:spTree>
    <p:extLst>
      <p:ext uri="{BB962C8B-B14F-4D97-AF65-F5344CB8AC3E}">
        <p14:creationId xmlns:p14="http://schemas.microsoft.com/office/powerpoint/2010/main" val="1069369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t>Stéphane QUEFELEC</a:t>
            </a:r>
          </a:p>
          <a:p>
            <a:r>
              <a:rPr lang="fr-FR" sz="1200" dirty="0"/>
              <a:t>Ils </a:t>
            </a:r>
            <a:r>
              <a:rPr lang="fr-FR" sz="1200" dirty="0" err="1"/>
              <a:t>will</a:t>
            </a:r>
            <a:r>
              <a:rPr lang="fr-FR" sz="1200" dirty="0"/>
              <a:t> </a:t>
            </a:r>
            <a:r>
              <a:rPr lang="fr-FR" sz="1200" dirty="0" err="1"/>
              <a:t>present</a:t>
            </a:r>
            <a:r>
              <a:rPr lang="fr-FR" sz="1200" dirty="0"/>
              <a:t> MS </a:t>
            </a:r>
            <a:r>
              <a:rPr lang="fr-FR" sz="1200" dirty="0" err="1"/>
              <a:t>expereince</a:t>
            </a:r>
            <a:r>
              <a:rPr lang="fr-FR" sz="1200" dirty="0"/>
              <a:t> in </a:t>
            </a:r>
            <a:r>
              <a:rPr lang="fr-FR" sz="1200" dirty="0" err="1"/>
              <a:t>these</a:t>
            </a:r>
            <a:r>
              <a:rPr lang="fr-FR" sz="1200" dirty="0"/>
              <a:t> annexes </a:t>
            </a:r>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4</a:t>
            </a:fld>
            <a:endParaRPr lang="en-DK"/>
          </a:p>
        </p:txBody>
      </p:sp>
    </p:spTree>
    <p:extLst>
      <p:ext uri="{BB962C8B-B14F-4D97-AF65-F5344CB8AC3E}">
        <p14:creationId xmlns:p14="http://schemas.microsoft.com/office/powerpoint/2010/main" val="234035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5</a:t>
            </a:fld>
            <a:endParaRPr lang="en-DK"/>
          </a:p>
        </p:txBody>
      </p:sp>
    </p:spTree>
    <p:extLst>
      <p:ext uri="{BB962C8B-B14F-4D97-AF65-F5344CB8AC3E}">
        <p14:creationId xmlns:p14="http://schemas.microsoft.com/office/powerpoint/2010/main" val="1066741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70783294-E9FF-4F24-AF23-19B98F36DF0D}" type="slidenum">
              <a:rPr lang="en-DK" smtClean="0"/>
              <a:t>6</a:t>
            </a:fld>
            <a:endParaRPr lang="en-DK"/>
          </a:p>
        </p:txBody>
      </p:sp>
    </p:spTree>
    <p:extLst>
      <p:ext uri="{BB962C8B-B14F-4D97-AF65-F5344CB8AC3E}">
        <p14:creationId xmlns:p14="http://schemas.microsoft.com/office/powerpoint/2010/main" val="2903090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70783294-E9FF-4F24-AF23-19B98F36DF0D}" type="slidenum">
              <a:rPr lang="en-DK" smtClean="0"/>
              <a:t>7</a:t>
            </a:fld>
            <a:endParaRPr lang="en-DK"/>
          </a:p>
        </p:txBody>
      </p:sp>
    </p:spTree>
    <p:extLst>
      <p:ext uri="{BB962C8B-B14F-4D97-AF65-F5344CB8AC3E}">
        <p14:creationId xmlns:p14="http://schemas.microsoft.com/office/powerpoint/2010/main" val="601853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783294-E9FF-4F24-AF23-19B98F36DF0D}"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92457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9</a:t>
            </a:fld>
            <a:endParaRPr lang="en-DK"/>
          </a:p>
        </p:txBody>
      </p:sp>
    </p:spTree>
    <p:extLst>
      <p:ext uri="{BB962C8B-B14F-4D97-AF65-F5344CB8AC3E}">
        <p14:creationId xmlns:p14="http://schemas.microsoft.com/office/powerpoint/2010/main" val="3625084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Odysseas PLATSAKIS</a:t>
            </a:r>
            <a:endParaRPr lang="en-US"/>
          </a:p>
          <a:p>
            <a:endParaRPr lang="en-US"/>
          </a:p>
        </p:txBody>
      </p:sp>
      <p:sp>
        <p:nvSpPr>
          <p:cNvPr id="4" name="Slide Number Placeholder 3"/>
          <p:cNvSpPr>
            <a:spLocks noGrp="1"/>
          </p:cNvSpPr>
          <p:nvPr>
            <p:ph type="sldNum" sz="quarter" idx="5"/>
          </p:nvPr>
        </p:nvSpPr>
        <p:spPr/>
        <p:txBody>
          <a:bodyPr/>
          <a:lstStyle/>
          <a:p>
            <a:fld id="{70783294-E9FF-4F24-AF23-19B98F36DF0D}" type="slidenum">
              <a:rPr lang="en-DK" smtClean="0"/>
              <a:t>10</a:t>
            </a:fld>
            <a:endParaRPr lang="en-DK"/>
          </a:p>
        </p:txBody>
      </p:sp>
    </p:spTree>
    <p:extLst>
      <p:ext uri="{BB962C8B-B14F-4D97-AF65-F5344CB8AC3E}">
        <p14:creationId xmlns:p14="http://schemas.microsoft.com/office/powerpoint/2010/main" val="2358561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tables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Annex IV, Table 1: National contribution and indicative trajectory for primary and final energy consumption</a:t>
            </a:r>
          </a:p>
          <a:p>
            <a:r>
              <a:rPr lang="en-US" dirty="0"/>
              <a:t>Annex IV, Table 2_Other: Other milestones and progress indicators of the long-term strategy (LTRS) for the renovation of the national stock of residential and non-residential buildings – building stock</a:t>
            </a:r>
          </a:p>
          <a:p>
            <a:endParaRPr lang="en-US" dirty="0"/>
          </a:p>
          <a:p>
            <a:r>
              <a:rPr lang="en-US" dirty="0"/>
              <a:t>Annex IV, Table 3: Milestones and progress indicators of the long-term strategy for the renovation of the national stock of residential and nonresidential buildings – renovation rates</a:t>
            </a:r>
          </a:p>
          <a:p>
            <a:endParaRPr lang="en-US" dirty="0"/>
          </a:p>
          <a:p>
            <a:r>
              <a:rPr lang="en-US" dirty="0"/>
              <a:t>Annex IV, Table 5: Milestones and progress indicators of the long-term strategy for the renovation of the national stock of residential and nonresidential buildings - the contributions to the CPs energy efficiency targets </a:t>
            </a:r>
          </a:p>
          <a:p>
            <a:endParaRPr lang="en-US" dirty="0"/>
          </a:p>
          <a:p>
            <a:r>
              <a:rPr lang="en-US" dirty="0"/>
              <a:t>Annex IV, Table 4: Milestones and progress indicators of the long-term strategy for the renovation of the national stock of residential and nonresidential buildings – other indicators</a:t>
            </a:r>
            <a:r>
              <a:rPr lang="en-US" sz="1800" b="0" i="0" dirty="0">
                <a:solidFill>
                  <a:srgbClr val="000000"/>
                </a:solidFill>
                <a:effectLst/>
                <a:latin typeface="Cambria" panose="02040503050406030204" pitchFamily="18" charset="0"/>
              </a:rPr>
              <a:t> </a:t>
            </a:r>
            <a:endParaRPr lang="en-US" b="0" i="0" dirty="0">
              <a:solidFill>
                <a:srgbClr val="000000"/>
              </a:solidFill>
              <a:effectLst/>
              <a:latin typeface="Segoe UI" panose="020B0502040204020203" pitchFamily="34" charset="0"/>
            </a:endParaRPr>
          </a:p>
          <a:p>
            <a:endParaRPr lang="en-US" dirty="0"/>
          </a:p>
          <a:p>
            <a:r>
              <a:rPr lang="en-US" dirty="0"/>
              <a:t>Annex IV, Table 6: Update of other national objectives on energy efficiency as reported in the integrated national energy and climate plan</a:t>
            </a:r>
          </a:p>
          <a:p>
            <a:endParaRPr lang="en-US" dirty="0"/>
          </a:p>
        </p:txBody>
      </p:sp>
      <p:sp>
        <p:nvSpPr>
          <p:cNvPr id="4" name="Slide Number Placeholder 3"/>
          <p:cNvSpPr>
            <a:spLocks noGrp="1"/>
          </p:cNvSpPr>
          <p:nvPr>
            <p:ph type="sldNum" sz="quarter" idx="5"/>
          </p:nvPr>
        </p:nvSpPr>
        <p:spPr/>
        <p:txBody>
          <a:bodyPr/>
          <a:lstStyle/>
          <a:p>
            <a:fld id="{E81BC6E5-9301-43B9-A908-14619FC78ED8}" type="slidenum">
              <a:rPr lang="en-DK" smtClean="0"/>
              <a:t>11</a:t>
            </a:fld>
            <a:endParaRPr lang="en-DK"/>
          </a:p>
        </p:txBody>
      </p:sp>
    </p:spTree>
    <p:extLst>
      <p:ext uri="{BB962C8B-B14F-4D97-AF65-F5344CB8AC3E}">
        <p14:creationId xmlns:p14="http://schemas.microsoft.com/office/powerpoint/2010/main" val="2325234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Note: X is the reporting year</a:t>
            </a:r>
            <a:endParaRPr lang="en-DK" sz="1200" dirty="0"/>
          </a:p>
          <a:p>
            <a:r>
              <a:rPr lang="en-US" dirty="0"/>
              <a:t>, Good examples FIELD 3 later</a:t>
            </a:r>
          </a:p>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13</a:t>
            </a:fld>
            <a:endParaRPr lang="en-DK"/>
          </a:p>
        </p:txBody>
      </p:sp>
    </p:spTree>
    <p:extLst>
      <p:ext uri="{BB962C8B-B14F-4D97-AF65-F5344CB8AC3E}">
        <p14:creationId xmlns:p14="http://schemas.microsoft.com/office/powerpoint/2010/main" val="543916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14</a:t>
            </a:fld>
            <a:endParaRPr lang="en-DK"/>
          </a:p>
        </p:txBody>
      </p:sp>
    </p:spTree>
    <p:extLst>
      <p:ext uri="{BB962C8B-B14F-4D97-AF65-F5344CB8AC3E}">
        <p14:creationId xmlns:p14="http://schemas.microsoft.com/office/powerpoint/2010/main" val="565479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 PRIMES2020 what is it?</a:t>
            </a:r>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15</a:t>
            </a:fld>
            <a:endParaRPr lang="en-DK"/>
          </a:p>
        </p:txBody>
      </p:sp>
    </p:spTree>
    <p:extLst>
      <p:ext uri="{BB962C8B-B14F-4D97-AF65-F5344CB8AC3E}">
        <p14:creationId xmlns:p14="http://schemas.microsoft.com/office/powerpoint/2010/main" val="27782731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16</a:t>
            </a:fld>
            <a:endParaRPr lang="en-DK"/>
          </a:p>
        </p:txBody>
      </p:sp>
    </p:spTree>
    <p:extLst>
      <p:ext uri="{BB962C8B-B14F-4D97-AF65-F5344CB8AC3E}">
        <p14:creationId xmlns:p14="http://schemas.microsoft.com/office/powerpoint/2010/main" val="7964918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definition above mostly refers to an individual building for the scope of the EPBD. However, it is important to clarify that the data needed for Table 2 should reflect the building stock covered by energy legislation at CPs level. </a:t>
            </a:r>
          </a:p>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17</a:t>
            </a:fld>
            <a:endParaRPr lang="en-DK"/>
          </a:p>
        </p:txBody>
      </p:sp>
    </p:spTree>
    <p:extLst>
      <p:ext uri="{BB962C8B-B14F-4D97-AF65-F5344CB8AC3E}">
        <p14:creationId xmlns:p14="http://schemas.microsoft.com/office/powerpoint/2010/main" val="20288632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energy use/consumption of the building stock is already reported in most of the national LTRSs and </a:t>
            </a:r>
            <a:r>
              <a:rPr lang="en-US" dirty="0" err="1"/>
              <a:t>CPss</a:t>
            </a:r>
            <a:r>
              <a:rPr lang="en-US" dirty="0"/>
              <a:t> could use these data. </a:t>
            </a:r>
          </a:p>
          <a:p>
            <a:r>
              <a:rPr lang="en-US" dirty="0"/>
              <a:t>Primary energy use of the building sector should be based on national sources and relevant estimates and take into consideration the Eurostat statistics approximating energy use in buildings. </a:t>
            </a:r>
          </a:p>
          <a:p>
            <a:r>
              <a:rPr lang="en-US" dirty="0"/>
              <a:t>As an example, at Eurostat is available the disaggregated final energy consumption in households by end-use type (8 ) (heating, domestic hot water, cooling etc.), including by type of fuel per type of end-use. A fair proxy is to translate this final energy consumption in primary by applying the corresponding primary energy factors as defined at national level such as for the cost optimal calculation methodology on which the </a:t>
            </a:r>
            <a:r>
              <a:rPr lang="en-US" dirty="0" err="1"/>
              <a:t>CPss</a:t>
            </a:r>
            <a:r>
              <a:rPr lang="en-US" dirty="0"/>
              <a:t> have to report periodically to the Commission (under the Energy Performance of Buildings Directive 2010/31/EU). </a:t>
            </a:r>
          </a:p>
          <a:p>
            <a:r>
              <a:rPr lang="en-US" dirty="0"/>
              <a:t>Another possible approach is to extrapolate the average primary energy consumption from the Energy Performance Certificates which are available in national databases. This approach may be more appropriate especially in countries where the Energy Performance Certificates are issued for a significant part of the building stock. </a:t>
            </a:r>
            <a:r>
              <a:rPr lang="en-US" dirty="0" err="1"/>
              <a:t>CPss</a:t>
            </a:r>
            <a:r>
              <a:rPr lang="en-US" dirty="0"/>
              <a:t> may complement this data, with information from the cost-optimal calculation reports. </a:t>
            </a:r>
          </a:p>
          <a:p>
            <a:endParaRPr lang="en-US" dirty="0"/>
          </a:p>
          <a:p>
            <a:r>
              <a:rPr lang="en-US" dirty="0"/>
              <a:t>Renewable energy generated onsite and exported to the grid may be discounted based on a clear and transparent methodology. </a:t>
            </a:r>
          </a:p>
          <a:p>
            <a:r>
              <a:rPr lang="en-US" dirty="0"/>
              <a:t>With regards to worst-performing buildings </a:t>
            </a:r>
            <a:r>
              <a:rPr lang="en-US" dirty="0" err="1"/>
              <a:t>CPss</a:t>
            </a:r>
            <a:r>
              <a:rPr lang="en-US" dirty="0"/>
              <a:t> may rely on data and statistics from the Energy Performance Certificates (EPCs) databases, which could also provide the relevant data for the average energy use and potentially the GHG emissions. Based on average figures, extrapolation for the total consumption could be calculated based on statistics from EPCs. Data on public buildings owned and occupied by central administration and public bodies should be already available from the implementing and reporting process under Article 5 of Directive 2012/27/EU and from the energy performance certificates for public buildings, which are required by Article 12 of Directive 2010/31/EU. </a:t>
            </a:r>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18</a:t>
            </a:fld>
            <a:endParaRPr lang="en-DK"/>
          </a:p>
        </p:txBody>
      </p:sp>
    </p:spTree>
    <p:extLst>
      <p:ext uri="{BB962C8B-B14F-4D97-AF65-F5344CB8AC3E}">
        <p14:creationId xmlns:p14="http://schemas.microsoft.com/office/powerpoint/2010/main" val="4085060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Definitions: Direct GHG emissions in buildings In the context of the NECP reporting GHG emissions (direct and total) relate to operational GHG (linked to energy use, direct and indirect), not to embodied carbon</a:t>
            </a:r>
            <a:r>
              <a:rPr lang="en-US" dirty="0"/>
              <a:t>. </a:t>
            </a:r>
          </a:p>
          <a:p>
            <a:r>
              <a:rPr lang="en-US" dirty="0"/>
              <a:t>Once the </a:t>
            </a:r>
            <a:r>
              <a:rPr lang="en-US" dirty="0" err="1"/>
              <a:t>CPss</a:t>
            </a:r>
            <a:r>
              <a:rPr lang="en-US" dirty="0"/>
              <a:t> estimate the final (FEC) and primary (PEC) energy consumption, the GHG emissions are easy to be calculated: the direct GHG emissions are the FEC for direct use of fossil fuels multiplied by the default emission factors related to net calorific values (in t CO2/TJ) for each fuel as from Commission Regulation (EU) No 601/2012, annex VI (that largely mirrors the amended 2006 IPCC Guidelines for National Greenhouse Gas Inventories, Volume 2, Energy, chapter 2: stationary combustion). The direct emissions of the residential/households and services sectors (hence the building stock) are reported annually to EEA as part of the GHG inventory (11). This reflects well the direct emissions of buildings since energy use outside the scope of the Energy Performance of Buildings Directive is generally electricity from the grid for the ICT and appliances. As an example, the emissions related to gas demand (e.g. from a boiler) will be the equivalent of the annual energy consumption multiplied by the corresponding fuel emission factor</a:t>
            </a:r>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19</a:t>
            </a:fld>
            <a:endParaRPr lang="en-DK"/>
          </a:p>
        </p:txBody>
      </p:sp>
    </p:spTree>
    <p:extLst>
      <p:ext uri="{BB962C8B-B14F-4D97-AF65-F5344CB8AC3E}">
        <p14:creationId xmlns:p14="http://schemas.microsoft.com/office/powerpoint/2010/main" val="25516822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few ways to estimate these GHG intensities based on the energy mix and in principle they should be available at country levels from the GHG emission inventories or from other reporting processes. A simple way is to take the emission intensity of electricity generation updated annually by EEA (12) and IEA. For heat generation, it is also possible to calculate and use the emissions intensities of the district heating deserving each part of the considered building stock.</a:t>
            </a:r>
            <a:endParaRPr lang="en-DK" dirty="0"/>
          </a:p>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20</a:t>
            </a:fld>
            <a:endParaRPr lang="en-DK"/>
          </a:p>
        </p:txBody>
      </p:sp>
    </p:spTree>
    <p:extLst>
      <p:ext uri="{BB962C8B-B14F-4D97-AF65-F5344CB8AC3E}">
        <p14:creationId xmlns:p14="http://schemas.microsoft.com/office/powerpoint/2010/main" val="30094708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2029 or 2030 in the guidance !!!</a:t>
            </a:r>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21</a:t>
            </a:fld>
            <a:endParaRPr lang="en-DK"/>
          </a:p>
        </p:txBody>
      </p:sp>
    </p:spTree>
    <p:extLst>
      <p:ext uri="{BB962C8B-B14F-4D97-AF65-F5344CB8AC3E}">
        <p14:creationId xmlns:p14="http://schemas.microsoft.com/office/powerpoint/2010/main" val="10932389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national and EU funded renovation </a:t>
            </a:r>
            <a:r>
              <a:rPr lang="en-US" dirty="0" err="1"/>
              <a:t>programmes</a:t>
            </a:r>
            <a:r>
              <a:rPr lang="en-US" dirty="0"/>
              <a:t> (e.g. from Cohesion Funds, ERDF, RRP, national </a:t>
            </a:r>
            <a:r>
              <a:rPr lang="en-US" dirty="0" err="1"/>
              <a:t>programmes</a:t>
            </a:r>
            <a:r>
              <a:rPr lang="en-US" dirty="0"/>
              <a:t> and financing schemes), the energy savings should be estimated. </a:t>
            </a:r>
          </a:p>
          <a:p>
            <a:r>
              <a:rPr lang="en-US" dirty="0"/>
              <a:t>CPs may collect all these info and sum-up savings under each type of renovation depth. All ‘energy renovations’ should be included, not only those related to the use of financial support schemes. Data on the number of buildings renovated can also be derived from administrative databases (e.g. on renovation permits or changes in EPC databases), information on the economic activity of the building sector, sampling, etc.</a:t>
            </a:r>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22</a:t>
            </a:fld>
            <a:endParaRPr lang="en-DK"/>
          </a:p>
        </p:txBody>
      </p:sp>
    </p:spTree>
    <p:extLst>
      <p:ext uri="{BB962C8B-B14F-4D97-AF65-F5344CB8AC3E}">
        <p14:creationId xmlns:p14="http://schemas.microsoft.com/office/powerpoint/2010/main" val="14547070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They are defined on the basis of primary energy savings: </a:t>
            </a:r>
          </a:p>
          <a:p>
            <a:r>
              <a:rPr lang="en-US" dirty="0"/>
              <a:t>– light (3% ≤ x ≤ 30% savings); </a:t>
            </a:r>
          </a:p>
          <a:p>
            <a:r>
              <a:rPr lang="en-US" dirty="0"/>
              <a:t>– medium (30% &lt; x ≤ 60% savings); and </a:t>
            </a:r>
          </a:p>
          <a:p>
            <a:r>
              <a:rPr lang="en-US" dirty="0"/>
              <a:t>– deep - a renovation which transforms a building or building unit (a) before 1 January 2030, into a nearly zero-energy building (b) as of 1 January 2030, into a zero-emission building. </a:t>
            </a:r>
          </a:p>
          <a:p>
            <a:r>
              <a:rPr lang="en-US" dirty="0"/>
              <a:t>To determine the renovation rates specific figures are needed for the average energy savings of each renovation depth in order to have consistent data on the deep renovation equivalent rate. The above definition for deep renovation cannot always be easily applied for the reporting and therefore deep renovation may be considered as a renovation that generates savings&gt; 60%. </a:t>
            </a:r>
          </a:p>
          <a:p>
            <a:r>
              <a:rPr lang="en-US" dirty="0"/>
              <a:t>In the absence of adequate data, </a:t>
            </a:r>
            <a:r>
              <a:rPr lang="en-US" dirty="0" err="1"/>
              <a:t>CPss</a:t>
            </a:r>
            <a:r>
              <a:rPr lang="en-US" dirty="0"/>
              <a:t> may also use the methodology and data of the European Commission’s “Comprehensive study of building energy renovation activities and the uptake of nearly zero-energy buildings in the EU (2019)” (13), which provides the average energy savings for each renovation depth per CPs</a:t>
            </a:r>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23</a:t>
            </a:fld>
            <a:endParaRPr lang="en-DK"/>
          </a:p>
        </p:txBody>
      </p:sp>
    </p:spTree>
    <p:extLst>
      <p:ext uri="{BB962C8B-B14F-4D97-AF65-F5344CB8AC3E}">
        <p14:creationId xmlns:p14="http://schemas.microsoft.com/office/powerpoint/2010/main" val="17279655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3- Renovation rate refers to the cumulated affected building floor area [m2] of all buildings that underwent an energy renovation in historic calendar years X-3 or X-2, for different renovation depths, divided by the total floor area [m2] of the building stock in the same period. </a:t>
            </a:r>
          </a:p>
          <a:p>
            <a:r>
              <a:rPr lang="en-US" dirty="0"/>
              <a:t>Field 4 : This metric is to be recorded for the Total of renovation depths only. Deep renovation equivalent rate </a:t>
            </a:r>
            <a:r>
              <a:rPr lang="en-US" dirty="0" err="1"/>
              <a:t>equalises</a:t>
            </a:r>
            <a:r>
              <a:rPr lang="en-US" dirty="0"/>
              <a:t>/weights the renovation rates at deep renovation depth and can be calculated by the following formula: Equivalent deep renovation rate = [(light renovation depth)*(light renovation rate) + (medium renovation depth)*(medium renovation rate) + (deep renovation depth)*(deep renovation rate)] / (deep renovation depth)] - all factors in %. The light/medium/deep renovation depths are the average ratios between primary energy saved and total primary energy before renovation of the respective part of the stock - all factors in %. As mentioned above, for the purpose of NECP reporting the different renovation depths refer to: – light: 3% ≤ x ≤ 30% savings – medium: 30% &lt; x ≤ 60% savings – deep: &gt; 60% savings The figures on renovation depth can be derived from various sources. Financial support schemes (e.g. Cohesion Funds, ERDF, RRP or national </a:t>
            </a:r>
            <a:r>
              <a:rPr lang="en-US" dirty="0" err="1"/>
              <a:t>programmes</a:t>
            </a:r>
            <a:r>
              <a:rPr lang="en-US" dirty="0"/>
              <a:t>) are a good source of information, although it is necessary to account for, that they often lead to more 38 ambitious renovations due to the financial support provided, compared to renovations not supported by financing schemes. Information on economic activity in the building sector, changes in EPC databases, administrative data on renovation permits, energy figures from Eurostat can provide additional elements for the analysis. </a:t>
            </a:r>
            <a:r>
              <a:rPr lang="en-US" dirty="0" err="1"/>
              <a:t>CPss</a:t>
            </a:r>
            <a:r>
              <a:rPr lang="en-US" dirty="0"/>
              <a:t> may consult the methodology and data of the European Commission’s “Comprehensive study of building energy renovation activities and the uptake of nearly zero-energy buildings in the EU (2019)”.</a:t>
            </a:r>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24</a:t>
            </a:fld>
            <a:endParaRPr lang="en-DK"/>
          </a:p>
        </p:txBody>
      </p:sp>
    </p:spTree>
    <p:extLst>
      <p:ext uri="{BB962C8B-B14F-4D97-AF65-F5344CB8AC3E}">
        <p14:creationId xmlns:p14="http://schemas.microsoft.com/office/powerpoint/2010/main" val="30273489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25</a:t>
            </a:fld>
            <a:endParaRPr lang="en-DK"/>
          </a:p>
        </p:txBody>
      </p:sp>
    </p:spTree>
    <p:extLst>
      <p:ext uri="{BB962C8B-B14F-4D97-AF65-F5344CB8AC3E}">
        <p14:creationId xmlns:p14="http://schemas.microsoft.com/office/powerpoint/2010/main" val="2084511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26</a:t>
            </a:fld>
            <a:endParaRPr lang="en-DK"/>
          </a:p>
        </p:txBody>
      </p:sp>
    </p:spTree>
    <p:extLst>
      <p:ext uri="{BB962C8B-B14F-4D97-AF65-F5344CB8AC3E}">
        <p14:creationId xmlns:p14="http://schemas.microsoft.com/office/powerpoint/2010/main" val="14174262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field shall include a description of the progress in a comprehensive way. </a:t>
            </a:r>
          </a:p>
          <a:p>
            <a:r>
              <a:rPr lang="en-US" dirty="0"/>
              <a:t>Please describe how progress towards the milestones in the long-term renovation strategy contributed to achieving the Union’s energy efficiency targets in accordance with Directive 2012/27/EU. </a:t>
            </a:r>
          </a:p>
          <a:p>
            <a:r>
              <a:rPr lang="en-US" dirty="0"/>
              <a:t>Here reference should be made to the contribution of the building sector in achieving a reduction of PEC and FEC in accordance with the national target established under Article 3 of the Energy Efficiency Directive. </a:t>
            </a:r>
          </a:p>
          <a:p>
            <a:r>
              <a:rPr lang="en-US" dirty="0"/>
              <a:t>Each CP can determine the share of the energy consumed in buildings as well as their absolute values (FEC and PEC). </a:t>
            </a:r>
          </a:p>
          <a:p>
            <a:endParaRPr lang="en-US" dirty="0"/>
          </a:p>
          <a:p>
            <a:r>
              <a:rPr lang="en-US" dirty="0"/>
              <a:t>CPs should report on its evolution over time and how the building stock’s renovation and the improvement of its overall energy performance contribute to the achievement of the targets established under Article 3 of the Energy Efficiency Directive. </a:t>
            </a:r>
          </a:p>
          <a:p>
            <a:r>
              <a:rPr lang="en-US" dirty="0"/>
              <a:t>The calculation of the contribution of the building sector should focus on the reductions in energy consumption (both final and primary) which can be attributed to energy renovations. Therefore, the energy consumption which relates to new constructions or energy uses outside the scope of the EPBD (e.g. for appliances) should not be included. Energy decomposition exercises could help in such analysis. For example: a CPs has a baseline of FEC 125 </a:t>
            </a:r>
            <a:r>
              <a:rPr lang="en-US" dirty="0" err="1"/>
              <a:t>ktoe</a:t>
            </a:r>
            <a:r>
              <a:rPr lang="en-US" dirty="0"/>
              <a:t> and an objective of 100 </a:t>
            </a:r>
            <a:r>
              <a:rPr lang="en-US" dirty="0" err="1"/>
              <a:t>ktoe</a:t>
            </a:r>
            <a:r>
              <a:rPr lang="en-US" dirty="0"/>
              <a:t>, resulting in a reduction of 25 </a:t>
            </a:r>
            <a:r>
              <a:rPr lang="en-US" dirty="0" err="1"/>
              <a:t>ktoe</a:t>
            </a:r>
            <a:r>
              <a:rPr lang="en-US" dirty="0"/>
              <a:t>. If the FEC for existing buildings is reduced by 10 </a:t>
            </a:r>
            <a:r>
              <a:rPr lang="en-US" dirty="0" err="1"/>
              <a:t>ktoe</a:t>
            </a:r>
            <a:r>
              <a:rPr lang="en-US" dirty="0"/>
              <a:t>, then the contribution of the LTRS to the EED target is 40% (10 / 25 </a:t>
            </a:r>
            <a:r>
              <a:rPr lang="en-US" dirty="0" err="1"/>
              <a:t>ktoe</a:t>
            </a:r>
            <a:r>
              <a:rPr lang="en-US" dirty="0"/>
              <a:t>). The methodology followed should be briefly described. Together with the description, please make appropriate use of the references/links to direct users to documents and websites with more detailed information, if available. Reporters can also upload supporting documentation to the Attachments schema.</a:t>
            </a:r>
            <a:endParaRPr lang="en-DK" dirty="0"/>
          </a:p>
        </p:txBody>
      </p:sp>
      <p:sp>
        <p:nvSpPr>
          <p:cNvPr id="4" name="Slide Number Placeholder 3"/>
          <p:cNvSpPr>
            <a:spLocks noGrp="1"/>
          </p:cNvSpPr>
          <p:nvPr>
            <p:ph type="sldNum" sz="quarter" idx="5"/>
          </p:nvPr>
        </p:nvSpPr>
        <p:spPr/>
        <p:txBody>
          <a:bodyPr/>
          <a:lstStyle/>
          <a:p>
            <a:fld id="{21E0F3C7-EF41-4749-8D80-5F0119961675}" type="slidenum">
              <a:rPr lang="en-DK" smtClean="0"/>
              <a:t>27</a:t>
            </a:fld>
            <a:endParaRPr lang="en-DK"/>
          </a:p>
        </p:txBody>
      </p:sp>
    </p:spTree>
    <p:extLst>
      <p:ext uri="{BB962C8B-B14F-4D97-AF65-F5344CB8AC3E}">
        <p14:creationId xmlns:p14="http://schemas.microsoft.com/office/powerpoint/2010/main" val="9132427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If targets were set, an overview of the main actions and achieved milestones should be given. If targets were not set, then an update on whether targets have since been set and a description of the targets should be provided. Progress made towards a national target/objective can be reported by providing an update on the progress made towards a specific indicator or by explaining which policies or actions have been put in place which will support the achievement of the target and how these policies and actions are performing against set milestones.</a:t>
            </a: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28</a:t>
            </a:fld>
            <a:endParaRPr lang="en-DK"/>
          </a:p>
        </p:txBody>
      </p:sp>
    </p:spTree>
    <p:extLst>
      <p:ext uri="{BB962C8B-B14F-4D97-AF65-F5344CB8AC3E}">
        <p14:creationId xmlns:p14="http://schemas.microsoft.com/office/powerpoint/2010/main" val="34633424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Odysseas PLATSAKIS</a:t>
            </a:r>
            <a:endParaRPr lang="en-US"/>
          </a:p>
          <a:p>
            <a:endParaRPr lang="en-US"/>
          </a:p>
        </p:txBody>
      </p:sp>
      <p:sp>
        <p:nvSpPr>
          <p:cNvPr id="4" name="Slide Number Placeholder 3"/>
          <p:cNvSpPr>
            <a:spLocks noGrp="1"/>
          </p:cNvSpPr>
          <p:nvPr>
            <p:ph type="sldNum" sz="quarter" idx="5"/>
          </p:nvPr>
        </p:nvSpPr>
        <p:spPr/>
        <p:txBody>
          <a:bodyPr/>
          <a:lstStyle/>
          <a:p>
            <a:fld id="{70783294-E9FF-4F24-AF23-19B98F36DF0D}" type="slidenum">
              <a:rPr lang="en-DK" smtClean="0"/>
              <a:t>29</a:t>
            </a:fld>
            <a:endParaRPr lang="en-DK"/>
          </a:p>
        </p:txBody>
      </p:sp>
    </p:spTree>
    <p:extLst>
      <p:ext uri="{BB962C8B-B14F-4D97-AF65-F5344CB8AC3E}">
        <p14:creationId xmlns:p14="http://schemas.microsoft.com/office/powerpoint/2010/main" val="286669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30</a:t>
            </a:fld>
            <a:endParaRPr lang="en-DK"/>
          </a:p>
        </p:txBody>
      </p:sp>
    </p:spTree>
    <p:extLst>
      <p:ext uri="{BB962C8B-B14F-4D97-AF65-F5344CB8AC3E}">
        <p14:creationId xmlns:p14="http://schemas.microsoft.com/office/powerpoint/2010/main" val="32556241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31</a:t>
            </a:fld>
            <a:endParaRPr lang="en-DK"/>
          </a:p>
        </p:txBody>
      </p:sp>
    </p:spTree>
    <p:extLst>
      <p:ext uri="{BB962C8B-B14F-4D97-AF65-F5344CB8AC3E}">
        <p14:creationId xmlns:p14="http://schemas.microsoft.com/office/powerpoint/2010/main" val="30277582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32</a:t>
            </a:fld>
            <a:endParaRPr lang="en-DK"/>
          </a:p>
        </p:txBody>
      </p:sp>
    </p:spTree>
    <p:extLst>
      <p:ext uri="{BB962C8B-B14F-4D97-AF65-F5344CB8AC3E}">
        <p14:creationId xmlns:p14="http://schemas.microsoft.com/office/powerpoint/2010/main" val="28491364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energy audit is a systematic procedure with the purpose of obtaining adequate knowledge of the energy consumption profile of a building or group of buildings, an industrial or commercial operation or installation, or a private or public service, identifying and quantifying cost-effective energy saving opportunities, and reporting the findings. Energy audits have to be carried out at least every four years and be base</a:t>
            </a:r>
          </a:p>
          <a:p>
            <a:endParaRPr lang="en-US" dirty="0"/>
          </a:p>
          <a:p>
            <a:r>
              <a:rPr lang="en-US" dirty="0"/>
              <a:t>According to Article 8(4), </a:t>
            </a:r>
            <a:r>
              <a:rPr lang="en-US" dirty="0" err="1"/>
              <a:t>CPss</a:t>
            </a:r>
            <a:r>
              <a:rPr lang="en-US" dirty="0"/>
              <a:t> shall ensure that enterprises that are not SMEs are subject to an energy audit carried out in an independent and cost-effective manner by qualified and/or accredited experts or implemented and supervised by 1. 2. 3. 52 independent authorities under national legislation. Energy audits need to be performed at least every four years</a:t>
            </a:r>
          </a:p>
          <a:p>
            <a:endParaRPr lang="en-US" dirty="0"/>
          </a:p>
          <a:p>
            <a:r>
              <a:rPr lang="en-US" dirty="0"/>
              <a:t>The definition for the enterprises in scope of Article 8(4) of the EED follows the European Commission’s definition for small and medium-sized enterprises (SMEs), as included in Commission Recommendation 2003/361/EC. Whether an enterprise is an SME or non-SME is in first stance based on three criteria: staff headcount, annual turnover and annual balance sheet total (Commission Recommendation 2003/361/EC). Non-SMEs are those that employ 250 or more persons (headcount) and have either annual turnover more than EUR 50 million or total assets of more than EUR 43 million. But the definition also takes the dependence of the enterprise on other enterprises into account as well.</a:t>
            </a: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33</a:t>
            </a:fld>
            <a:endParaRPr lang="en-DK"/>
          </a:p>
        </p:txBody>
      </p:sp>
    </p:spTree>
    <p:extLst>
      <p:ext uri="{BB962C8B-B14F-4D97-AF65-F5344CB8AC3E}">
        <p14:creationId xmlns:p14="http://schemas.microsoft.com/office/powerpoint/2010/main" val="10392992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energy savings are calculated in primary energy terms using a bottom-up approach based on final energy consumption, </a:t>
            </a:r>
            <a:r>
              <a:rPr lang="en-US" dirty="0" err="1"/>
              <a:t>CPss</a:t>
            </a:r>
            <a:r>
              <a:rPr lang="en-US" dirty="0"/>
              <a:t> have to apply a coefficient established through a transparent methodology on the basis of national circumstances affecting primary energy consumption, in order to ensure a precise calculation of real savings. Those circumstances have to be substantiated, verifiable and based on objective and non-discriminatory criteria. For savings in kWh electricity, </a:t>
            </a:r>
            <a:r>
              <a:rPr lang="en-US" dirty="0" err="1"/>
              <a:t>CPss</a:t>
            </a:r>
            <a:r>
              <a:rPr lang="en-US" dirty="0"/>
              <a:t> may apply a default coefficient of 2,1 or use the discretion to define a different coefficient, provided that they can justify it. When doing so, </a:t>
            </a:r>
            <a:r>
              <a:rPr lang="en-US" dirty="0" err="1"/>
              <a:t>CPss</a:t>
            </a:r>
            <a:r>
              <a:rPr lang="en-US" dirty="0"/>
              <a:t> has to take into account the energy mix included in their integrated national energy and climate plans.</a:t>
            </a:r>
          </a:p>
          <a:p>
            <a:endParaRPr lang="en-US" dirty="0"/>
          </a:p>
          <a:p>
            <a:r>
              <a:rPr lang="en-US" dirty="0"/>
              <a:t>Footnote (3) of Annex IV to the Energy Efficiency Directive stipulates that the default coefficient is applicable when energy savings are calculated in primary energy terms using a bottom-up approach based on final energy consumption. For savings in kWh 1. 2. 54 electricity </a:t>
            </a:r>
            <a:r>
              <a:rPr lang="en-US" dirty="0" err="1"/>
              <a:t>CPss</a:t>
            </a:r>
            <a:r>
              <a:rPr lang="en-US" dirty="0"/>
              <a:t> may apply a default coefficient of 2,1. </a:t>
            </a:r>
            <a:r>
              <a:rPr lang="en-US" dirty="0" err="1"/>
              <a:t>CPss</a:t>
            </a:r>
            <a:r>
              <a:rPr lang="en-US" dirty="0"/>
              <a:t> may apply a different coefficient provided they can justify it.</a:t>
            </a: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34</a:t>
            </a:fld>
            <a:endParaRPr lang="en-DK"/>
          </a:p>
        </p:txBody>
      </p:sp>
    </p:spTree>
    <p:extLst>
      <p:ext uri="{BB962C8B-B14F-4D97-AF65-F5344CB8AC3E}">
        <p14:creationId xmlns:p14="http://schemas.microsoft.com/office/powerpoint/2010/main" val="1642231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Definitions: NZEB buildings are not defined in terms of a specific primary energy saving threshold, but according to official national NZEB definitions transposing Article 9 of the EBPD. These national transpositions are according to the framework definition of Article 2 of the EPBD, namely “Nearly zero-energy building means a building that has a very high energy performance, as determined in accordance with Annex I of the EPBD. The nearly zero or very low amount of energy required should be covered to a very significant extent by energy from renewable sources, including energy from renewable sources produced on-site or nearby”.</a:t>
            </a: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35</a:t>
            </a:fld>
            <a:endParaRPr lang="en-DK"/>
          </a:p>
        </p:txBody>
      </p:sp>
    </p:spTree>
    <p:extLst>
      <p:ext uri="{BB962C8B-B14F-4D97-AF65-F5344CB8AC3E}">
        <p14:creationId xmlns:p14="http://schemas.microsoft.com/office/powerpoint/2010/main" val="10105988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36</a:t>
            </a:fld>
            <a:endParaRPr lang="en-DK"/>
          </a:p>
        </p:txBody>
      </p:sp>
    </p:spTree>
    <p:extLst>
      <p:ext uri="{BB962C8B-B14F-4D97-AF65-F5344CB8AC3E}">
        <p14:creationId xmlns:p14="http://schemas.microsoft.com/office/powerpoint/2010/main" val="3705034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37</a:t>
            </a:fld>
            <a:endParaRPr lang="en-DK"/>
          </a:p>
        </p:txBody>
      </p:sp>
    </p:spTree>
    <p:extLst>
      <p:ext uri="{BB962C8B-B14F-4D97-AF65-F5344CB8AC3E}">
        <p14:creationId xmlns:p14="http://schemas.microsoft.com/office/powerpoint/2010/main" val="289192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a:p>
            <a:endParaRPr lang="en-DK" dirty="0"/>
          </a:p>
        </p:txBody>
      </p:sp>
      <p:sp>
        <p:nvSpPr>
          <p:cNvPr id="4" name="Slide Number Placeholder 3"/>
          <p:cNvSpPr>
            <a:spLocks noGrp="1"/>
          </p:cNvSpPr>
          <p:nvPr>
            <p:ph type="sldNum" sz="quarter" idx="5"/>
          </p:nvPr>
        </p:nvSpPr>
        <p:spPr/>
        <p:txBody>
          <a:bodyPr/>
          <a:lstStyle/>
          <a:p>
            <a:fld id="{70783294-E9FF-4F24-AF23-19B98F36DF0D}" type="slidenum">
              <a:rPr lang="en-DK" smtClean="0"/>
              <a:t>38</a:t>
            </a:fld>
            <a:endParaRPr lang="en-DK"/>
          </a:p>
        </p:txBody>
      </p:sp>
    </p:spTree>
    <p:extLst>
      <p:ext uri="{BB962C8B-B14F-4D97-AF65-F5344CB8AC3E}">
        <p14:creationId xmlns:p14="http://schemas.microsoft.com/office/powerpoint/2010/main" val="13341980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40</a:t>
            </a:fld>
            <a:endParaRPr lang="en-DK"/>
          </a:p>
        </p:txBody>
      </p:sp>
    </p:spTree>
    <p:extLst>
      <p:ext uri="{BB962C8B-B14F-4D97-AF65-F5344CB8AC3E}">
        <p14:creationId xmlns:p14="http://schemas.microsoft.com/office/powerpoint/2010/main" val="38073141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41</a:t>
            </a:fld>
            <a:endParaRPr lang="en-DK"/>
          </a:p>
        </p:txBody>
      </p:sp>
    </p:spTree>
    <p:extLst>
      <p:ext uri="{BB962C8B-B14F-4D97-AF65-F5344CB8AC3E}">
        <p14:creationId xmlns:p14="http://schemas.microsoft.com/office/powerpoint/2010/main" val="8533149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Rodrigo PEREZ</a:t>
            </a:r>
            <a:endParaRPr lang="en-US"/>
          </a:p>
          <a:p>
            <a:endParaRPr lang="en-US"/>
          </a:p>
        </p:txBody>
      </p:sp>
      <p:sp>
        <p:nvSpPr>
          <p:cNvPr id="4" name="Slide Number Placeholder 3"/>
          <p:cNvSpPr>
            <a:spLocks noGrp="1"/>
          </p:cNvSpPr>
          <p:nvPr>
            <p:ph type="sldNum" sz="quarter" idx="5"/>
          </p:nvPr>
        </p:nvSpPr>
        <p:spPr/>
        <p:txBody>
          <a:bodyPr/>
          <a:lstStyle/>
          <a:p>
            <a:fld id="{70783294-E9FF-4F24-AF23-19B98F36DF0D}" type="slidenum">
              <a:rPr lang="en-DK" smtClean="0"/>
              <a:t>42</a:t>
            </a:fld>
            <a:endParaRPr lang="en-DK"/>
          </a:p>
        </p:txBody>
      </p:sp>
    </p:spTree>
    <p:extLst>
      <p:ext uri="{BB962C8B-B14F-4D97-AF65-F5344CB8AC3E}">
        <p14:creationId xmlns:p14="http://schemas.microsoft.com/office/powerpoint/2010/main" val="18638223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Rodrigo PEREZ</a:t>
            </a:r>
            <a:endParaRPr lang="en-US"/>
          </a:p>
          <a:p>
            <a:endParaRPr lang="en-US"/>
          </a:p>
        </p:txBody>
      </p:sp>
      <p:sp>
        <p:nvSpPr>
          <p:cNvPr id="4" name="Slide Number Placeholder 3"/>
          <p:cNvSpPr>
            <a:spLocks noGrp="1"/>
          </p:cNvSpPr>
          <p:nvPr>
            <p:ph type="sldNum" sz="quarter" idx="5"/>
          </p:nvPr>
        </p:nvSpPr>
        <p:spPr/>
        <p:txBody>
          <a:bodyPr/>
          <a:lstStyle/>
          <a:p>
            <a:fld id="{70783294-E9FF-4F24-AF23-19B98F36DF0D}" type="slidenum">
              <a:rPr lang="en-DK" smtClean="0"/>
              <a:t>43</a:t>
            </a:fld>
            <a:endParaRPr lang="en-DK"/>
          </a:p>
        </p:txBody>
      </p:sp>
    </p:spTree>
    <p:extLst>
      <p:ext uri="{BB962C8B-B14F-4D97-AF65-F5344CB8AC3E}">
        <p14:creationId xmlns:p14="http://schemas.microsoft.com/office/powerpoint/2010/main" val="36291365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Rodrigo PEREZ</a:t>
            </a:r>
            <a:endParaRPr lang="en-US" dirty="0"/>
          </a:p>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44</a:t>
            </a:fld>
            <a:endParaRPr lang="en-DK"/>
          </a:p>
        </p:txBody>
      </p:sp>
    </p:spTree>
    <p:extLst>
      <p:ext uri="{BB962C8B-B14F-4D97-AF65-F5344CB8AC3E}">
        <p14:creationId xmlns:p14="http://schemas.microsoft.com/office/powerpoint/2010/main" val="39335396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Stephane</a:t>
            </a:r>
            <a:endParaRPr lang="en-US" dirty="0"/>
          </a:p>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45</a:t>
            </a:fld>
            <a:endParaRPr lang="en-DK"/>
          </a:p>
        </p:txBody>
      </p:sp>
    </p:spTree>
    <p:extLst>
      <p:ext uri="{BB962C8B-B14F-4D97-AF65-F5344CB8AC3E}">
        <p14:creationId xmlns:p14="http://schemas.microsoft.com/office/powerpoint/2010/main" val="8187731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F557C-CC32-C39E-1797-DAF684D13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C6B56-6467-D16E-72EC-E3604856E1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555B3-FBF7-B897-FA58-3281F873416B}"/>
              </a:ext>
            </a:extLst>
          </p:cNvPr>
          <p:cNvSpPr>
            <a:spLocks noGrp="1"/>
          </p:cNvSpPr>
          <p:nvPr>
            <p:ph type="body" idx="1"/>
          </p:nvPr>
        </p:nvSpPr>
        <p:spPr/>
        <p:txBody>
          <a:bodyPr/>
          <a:lstStyle/>
          <a:p>
            <a:r>
              <a:rPr lang="en-US" dirty="0"/>
              <a:t> </a:t>
            </a:r>
          </a:p>
          <a:p>
            <a:endParaRPr lang="en-DK" dirty="0"/>
          </a:p>
        </p:txBody>
      </p:sp>
      <p:sp>
        <p:nvSpPr>
          <p:cNvPr id="4" name="Slide Number Placeholder 3">
            <a:extLst>
              <a:ext uri="{FF2B5EF4-FFF2-40B4-BE49-F238E27FC236}">
                <a16:creationId xmlns:a16="http://schemas.microsoft.com/office/drawing/2014/main" id="{70238798-5C4D-FF09-0BAF-A8DB864E2A1F}"/>
              </a:ext>
            </a:extLst>
          </p:cNvPr>
          <p:cNvSpPr>
            <a:spLocks noGrp="1"/>
          </p:cNvSpPr>
          <p:nvPr>
            <p:ph type="sldNum" sz="quarter" idx="5"/>
          </p:nvPr>
        </p:nvSpPr>
        <p:spPr/>
        <p:txBody>
          <a:bodyPr/>
          <a:lstStyle/>
          <a:p>
            <a:fld id="{70783294-E9FF-4F24-AF23-19B98F36DF0D}" type="slidenum">
              <a:rPr lang="en-DK" smtClean="0"/>
              <a:t>46</a:t>
            </a:fld>
            <a:endParaRPr lang="en-DK"/>
          </a:p>
        </p:txBody>
      </p:sp>
    </p:spTree>
    <p:extLst>
      <p:ext uri="{BB962C8B-B14F-4D97-AF65-F5344CB8AC3E}">
        <p14:creationId xmlns:p14="http://schemas.microsoft.com/office/powerpoint/2010/main" val="289872358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a:p>
        </p:txBody>
      </p:sp>
      <p:sp>
        <p:nvSpPr>
          <p:cNvPr id="4" name="Slide Number Placeholder 3"/>
          <p:cNvSpPr>
            <a:spLocks noGrp="1"/>
          </p:cNvSpPr>
          <p:nvPr>
            <p:ph type="sldNum" sz="quarter" idx="5"/>
          </p:nvPr>
        </p:nvSpPr>
        <p:spPr/>
        <p:txBody>
          <a:bodyPr/>
          <a:lstStyle/>
          <a:p>
            <a:fld id="{70783294-E9FF-4F24-AF23-19B98F36DF0D}" type="slidenum">
              <a:rPr lang="en-DK" smtClean="0"/>
              <a:t>47</a:t>
            </a:fld>
            <a:endParaRPr lang="en-DK"/>
          </a:p>
        </p:txBody>
      </p:sp>
    </p:spTree>
    <p:extLst>
      <p:ext uri="{BB962C8B-B14F-4D97-AF65-F5344CB8AC3E}">
        <p14:creationId xmlns:p14="http://schemas.microsoft.com/office/powerpoint/2010/main" val="11380707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48</a:t>
            </a:fld>
            <a:endParaRPr lang="en-DK"/>
          </a:p>
        </p:txBody>
      </p:sp>
    </p:spTree>
    <p:extLst>
      <p:ext uri="{BB962C8B-B14F-4D97-AF65-F5344CB8AC3E}">
        <p14:creationId xmlns:p14="http://schemas.microsoft.com/office/powerpoint/2010/main" val="12244965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50</a:t>
            </a:fld>
            <a:endParaRPr lang="en-DK"/>
          </a:p>
        </p:txBody>
      </p:sp>
    </p:spTree>
    <p:extLst>
      <p:ext uri="{BB962C8B-B14F-4D97-AF65-F5344CB8AC3E}">
        <p14:creationId xmlns:p14="http://schemas.microsoft.com/office/powerpoint/2010/main" val="923019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treat this Excel template as a well-structured and delicate framework</a:t>
            </a: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51</a:t>
            </a:fld>
            <a:endParaRPr lang="en-DK"/>
          </a:p>
        </p:txBody>
      </p:sp>
    </p:spTree>
    <p:extLst>
      <p:ext uri="{BB962C8B-B14F-4D97-AF65-F5344CB8AC3E}">
        <p14:creationId xmlns:p14="http://schemas.microsoft.com/office/powerpoint/2010/main" val="28090915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52</a:t>
            </a:fld>
            <a:endParaRPr lang="en-DK"/>
          </a:p>
        </p:txBody>
      </p:sp>
    </p:spTree>
    <p:extLst>
      <p:ext uri="{BB962C8B-B14F-4D97-AF65-F5344CB8AC3E}">
        <p14:creationId xmlns:p14="http://schemas.microsoft.com/office/powerpoint/2010/main" val="30267486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is also a few minor improvements here and there, of which clarifications in footnotes that were found not clear enough in previous data collection round</a:t>
            </a:r>
          </a:p>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53</a:t>
            </a:fld>
            <a:endParaRPr lang="en-DK"/>
          </a:p>
        </p:txBody>
      </p:sp>
    </p:spTree>
    <p:extLst>
      <p:ext uri="{BB962C8B-B14F-4D97-AF65-F5344CB8AC3E}">
        <p14:creationId xmlns:p14="http://schemas.microsoft.com/office/powerpoint/2010/main" val="413430722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Rodrigo PEREZ</a:t>
            </a:r>
            <a:endParaRPr lang="en-US"/>
          </a:p>
          <a:p>
            <a:endParaRPr lang="en-US"/>
          </a:p>
        </p:txBody>
      </p:sp>
      <p:sp>
        <p:nvSpPr>
          <p:cNvPr id="4" name="Slide Number Placeholder 3"/>
          <p:cNvSpPr>
            <a:spLocks noGrp="1"/>
          </p:cNvSpPr>
          <p:nvPr>
            <p:ph type="sldNum" sz="quarter" idx="5"/>
          </p:nvPr>
        </p:nvSpPr>
        <p:spPr/>
        <p:txBody>
          <a:bodyPr/>
          <a:lstStyle/>
          <a:p>
            <a:fld id="{70783294-E9FF-4F24-AF23-19B98F36DF0D}" type="slidenum">
              <a:rPr lang="en-DK" smtClean="0"/>
              <a:t>54</a:t>
            </a:fld>
            <a:endParaRPr lang="en-DK"/>
          </a:p>
        </p:txBody>
      </p:sp>
    </p:spTree>
    <p:extLst>
      <p:ext uri="{BB962C8B-B14F-4D97-AF65-F5344CB8AC3E}">
        <p14:creationId xmlns:p14="http://schemas.microsoft.com/office/powerpoint/2010/main" val="20888295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REPLACE DATA AND REFRESH</a:t>
            </a:r>
            <a:endParaRPr lang="en-US" dirty="0"/>
          </a:p>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55</a:t>
            </a:fld>
            <a:endParaRPr lang="en-DK"/>
          </a:p>
        </p:txBody>
      </p:sp>
    </p:spTree>
    <p:extLst>
      <p:ext uri="{BB962C8B-B14F-4D97-AF65-F5344CB8AC3E}">
        <p14:creationId xmlns:p14="http://schemas.microsoft.com/office/powerpoint/2010/main" val="28602002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some time</a:t>
            </a:r>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56</a:t>
            </a:fld>
            <a:endParaRPr lang="en-DK"/>
          </a:p>
        </p:txBody>
      </p:sp>
    </p:spTree>
    <p:extLst>
      <p:ext uri="{BB962C8B-B14F-4D97-AF65-F5344CB8AC3E}">
        <p14:creationId xmlns:p14="http://schemas.microsoft.com/office/powerpoint/2010/main" val="201543137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Rodrigo PEREZ</a:t>
            </a:r>
            <a:endParaRPr lang="en-US"/>
          </a:p>
          <a:p>
            <a:endParaRPr lang="en-US"/>
          </a:p>
        </p:txBody>
      </p:sp>
      <p:sp>
        <p:nvSpPr>
          <p:cNvPr id="4" name="Slide Number Placeholder 3"/>
          <p:cNvSpPr>
            <a:spLocks noGrp="1"/>
          </p:cNvSpPr>
          <p:nvPr>
            <p:ph type="sldNum" sz="quarter" idx="5"/>
          </p:nvPr>
        </p:nvSpPr>
        <p:spPr/>
        <p:txBody>
          <a:bodyPr/>
          <a:lstStyle/>
          <a:p>
            <a:fld id="{70783294-E9FF-4F24-AF23-19B98F36DF0D}" type="slidenum">
              <a:rPr lang="en-DK" smtClean="0"/>
              <a:t>57</a:t>
            </a:fld>
            <a:endParaRPr lang="en-DK"/>
          </a:p>
        </p:txBody>
      </p:sp>
    </p:spTree>
    <p:extLst>
      <p:ext uri="{BB962C8B-B14F-4D97-AF65-F5344CB8AC3E}">
        <p14:creationId xmlns:p14="http://schemas.microsoft.com/office/powerpoint/2010/main" val="37082581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Green - reported data - data to be reported by MS (in Reportnet or </a:t>
            </a:r>
            <a:r>
              <a:rPr lang="en-US" dirty="0" err="1"/>
              <a:t>ReportENER</a:t>
            </a:r>
            <a:r>
              <a:rPr lang="en-US" dirty="0"/>
              <a:t>).</a:t>
            </a:r>
          </a:p>
          <a:p>
            <a:pPr>
              <a:buFont typeface="Arial" panose="020B0604020202020204" pitchFamily="34" charset="0"/>
              <a:buChar char="•"/>
            </a:pPr>
            <a:r>
              <a:rPr lang="en-US" dirty="0"/>
              <a:t>Yellow - prefilling - data that comes from external sources prior to the reporting deadline therefore MS do not need to re-report (i.e., from ESTAT or EC consultants).</a:t>
            </a:r>
          </a:p>
          <a:p>
            <a:pPr>
              <a:buFont typeface="Arial" panose="020B0604020202020204" pitchFamily="34" charset="0"/>
              <a:buChar char="•"/>
            </a:pPr>
            <a:r>
              <a:rPr lang="en-US" dirty="0"/>
              <a:t>Orange - </a:t>
            </a:r>
            <a:r>
              <a:rPr lang="en-US" dirty="0" err="1"/>
              <a:t>postfilled</a:t>
            </a:r>
            <a:r>
              <a:rPr lang="en-US" dirty="0"/>
              <a:t> - data that comes from external sources submitted at the same time as this reporting obligation and therefore will be added to the data source after the fact (i.e. data from GHG inventory or GHG projections).</a:t>
            </a:r>
          </a:p>
          <a:p>
            <a:pPr>
              <a:buFont typeface="Arial" panose="020B0604020202020204" pitchFamily="34" charset="0"/>
              <a:buChar char="•"/>
            </a:pPr>
            <a:r>
              <a:rPr lang="en-US" dirty="0"/>
              <a:t>Blue - calculated fields - no need for reporting as the values will be automatically calculated in the final dataset based on methods clearly defined in the footnotes of the legislation. </a:t>
            </a:r>
          </a:p>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60</a:t>
            </a:fld>
            <a:endParaRPr lang="en-DK"/>
          </a:p>
        </p:txBody>
      </p:sp>
    </p:spTree>
    <p:extLst>
      <p:ext uri="{BB962C8B-B14F-4D97-AF65-F5344CB8AC3E}">
        <p14:creationId xmlns:p14="http://schemas.microsoft.com/office/powerpoint/2010/main" val="25591031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1A8B0-8CE0-CCCA-7B38-5ACD4B9E29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528CF-8CC8-50B4-A087-282829634D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143B54-E879-9CE2-358F-407CFF56FC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AA41F3-0B4B-E83E-E210-298F3C52B020}"/>
              </a:ext>
            </a:extLst>
          </p:cNvPr>
          <p:cNvSpPr>
            <a:spLocks noGrp="1"/>
          </p:cNvSpPr>
          <p:nvPr>
            <p:ph type="sldNum" sz="quarter" idx="5"/>
          </p:nvPr>
        </p:nvSpPr>
        <p:spPr/>
        <p:txBody>
          <a:bodyPr/>
          <a:lstStyle/>
          <a:p>
            <a:fld id="{70783294-E9FF-4F24-AF23-19B98F36DF0D}" type="slidenum">
              <a:rPr lang="en-DK" smtClean="0"/>
              <a:t>61</a:t>
            </a:fld>
            <a:endParaRPr lang="en-DK"/>
          </a:p>
        </p:txBody>
      </p:sp>
    </p:spTree>
    <p:extLst>
      <p:ext uri="{BB962C8B-B14F-4D97-AF65-F5344CB8AC3E}">
        <p14:creationId xmlns:p14="http://schemas.microsoft.com/office/powerpoint/2010/main" val="2591639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Rodrigo PEREZ</a:t>
            </a:r>
            <a:endParaRPr lang="en-US"/>
          </a:p>
          <a:p>
            <a:endParaRPr lang="en-US"/>
          </a:p>
        </p:txBody>
      </p:sp>
      <p:sp>
        <p:nvSpPr>
          <p:cNvPr id="4" name="Slide Number Placeholder 3"/>
          <p:cNvSpPr>
            <a:spLocks noGrp="1"/>
          </p:cNvSpPr>
          <p:nvPr>
            <p:ph type="sldNum" sz="quarter" idx="5"/>
          </p:nvPr>
        </p:nvSpPr>
        <p:spPr/>
        <p:txBody>
          <a:bodyPr/>
          <a:lstStyle/>
          <a:p>
            <a:fld id="{70783294-E9FF-4F24-AF23-19B98F36DF0D}" type="slidenum">
              <a:rPr lang="en-DK" smtClean="0"/>
              <a:t>62</a:t>
            </a:fld>
            <a:endParaRPr lang="en-DK"/>
          </a:p>
        </p:txBody>
      </p:sp>
    </p:spTree>
    <p:extLst>
      <p:ext uri="{BB962C8B-B14F-4D97-AF65-F5344CB8AC3E}">
        <p14:creationId xmlns:p14="http://schemas.microsoft.com/office/powerpoint/2010/main" val="12900638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63</a:t>
            </a:fld>
            <a:endParaRPr lang="en-DK"/>
          </a:p>
        </p:txBody>
      </p:sp>
    </p:spTree>
    <p:extLst>
      <p:ext uri="{BB962C8B-B14F-4D97-AF65-F5344CB8AC3E}">
        <p14:creationId xmlns:p14="http://schemas.microsoft.com/office/powerpoint/2010/main" val="229123263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64</a:t>
            </a:fld>
            <a:endParaRPr lang="en-DK"/>
          </a:p>
        </p:txBody>
      </p:sp>
    </p:spTree>
    <p:extLst>
      <p:ext uri="{BB962C8B-B14F-4D97-AF65-F5344CB8AC3E}">
        <p14:creationId xmlns:p14="http://schemas.microsoft.com/office/powerpoint/2010/main" val="251310311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65</a:t>
            </a:fld>
            <a:endParaRPr lang="en-DK"/>
          </a:p>
        </p:txBody>
      </p:sp>
    </p:spTree>
    <p:extLst>
      <p:ext uri="{BB962C8B-B14F-4D97-AF65-F5344CB8AC3E}">
        <p14:creationId xmlns:p14="http://schemas.microsoft.com/office/powerpoint/2010/main" val="1378728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Rodrigo PEREZ</a:t>
            </a:r>
            <a:endParaRPr lang="en-US"/>
          </a:p>
          <a:p>
            <a:endParaRPr lang="en-US"/>
          </a:p>
        </p:txBody>
      </p:sp>
      <p:sp>
        <p:nvSpPr>
          <p:cNvPr id="4" name="Slide Number Placeholder 3"/>
          <p:cNvSpPr>
            <a:spLocks noGrp="1"/>
          </p:cNvSpPr>
          <p:nvPr>
            <p:ph type="sldNum" sz="quarter" idx="5"/>
          </p:nvPr>
        </p:nvSpPr>
        <p:spPr/>
        <p:txBody>
          <a:bodyPr/>
          <a:lstStyle/>
          <a:p>
            <a:fld id="{70783294-E9FF-4F24-AF23-19B98F36DF0D}" type="slidenum">
              <a:rPr lang="en-DK" smtClean="0"/>
              <a:t>66</a:t>
            </a:fld>
            <a:endParaRPr lang="en-DK"/>
          </a:p>
        </p:txBody>
      </p:sp>
    </p:spTree>
    <p:extLst>
      <p:ext uri="{BB962C8B-B14F-4D97-AF65-F5344CB8AC3E}">
        <p14:creationId xmlns:p14="http://schemas.microsoft.com/office/powerpoint/2010/main" val="359670713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Rodrigo PEREZ</a:t>
            </a:r>
            <a:endParaRPr lang="en-US"/>
          </a:p>
          <a:p>
            <a:endParaRPr lang="en-US"/>
          </a:p>
        </p:txBody>
      </p:sp>
      <p:sp>
        <p:nvSpPr>
          <p:cNvPr id="4" name="Slide Number Placeholder 3"/>
          <p:cNvSpPr>
            <a:spLocks noGrp="1"/>
          </p:cNvSpPr>
          <p:nvPr>
            <p:ph type="sldNum" sz="quarter" idx="5"/>
          </p:nvPr>
        </p:nvSpPr>
        <p:spPr/>
        <p:txBody>
          <a:bodyPr/>
          <a:lstStyle/>
          <a:p>
            <a:fld id="{70783294-E9FF-4F24-AF23-19B98F36DF0D}" type="slidenum">
              <a:rPr lang="en-DK" smtClean="0"/>
              <a:t>67</a:t>
            </a:fld>
            <a:endParaRPr lang="en-DK"/>
          </a:p>
        </p:txBody>
      </p:sp>
    </p:spTree>
    <p:extLst>
      <p:ext uri="{BB962C8B-B14F-4D97-AF65-F5344CB8AC3E}">
        <p14:creationId xmlns:p14="http://schemas.microsoft.com/office/powerpoint/2010/main" val="11480145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69</a:t>
            </a:fld>
            <a:endParaRPr lang="en-DK"/>
          </a:p>
        </p:txBody>
      </p:sp>
    </p:spTree>
    <p:extLst>
      <p:ext uri="{BB962C8B-B14F-4D97-AF65-F5344CB8AC3E}">
        <p14:creationId xmlns:p14="http://schemas.microsoft.com/office/powerpoint/2010/main" val="118127976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ea typeface="Calibri" panose="020F0502020204030204" pitchFamily="34" charset="0"/>
                <a:cs typeface="Calibri" panose="020F0502020204030204" pitchFamily="34" charset="0"/>
              </a:rPr>
              <a:t>If you have any issues with the platform, questions, or would like to request any form of assistance from us, please do not hesitate to contact us. We will be happy to support you. I am sharing our emails here on this slide. You can reach out to me if you have any questions regarding reporting, and you can reach out to my colleague Marc if you have any technical issues.</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71</a:t>
            </a:fld>
            <a:endParaRPr lang="en-DK"/>
          </a:p>
        </p:txBody>
      </p:sp>
    </p:spTree>
    <p:extLst>
      <p:ext uri="{BB962C8B-B14F-4D97-AF65-F5344CB8AC3E}">
        <p14:creationId xmlns:p14="http://schemas.microsoft.com/office/powerpoint/2010/main" val="235158369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Closing slide: you may want to use the same image as in the opening slide and thank your listeners. </a:t>
            </a:r>
            <a:endParaRPr lang="en-DK"/>
          </a:p>
        </p:txBody>
      </p:sp>
      <p:sp>
        <p:nvSpPr>
          <p:cNvPr id="4" name="Slide Number Placeholder 3"/>
          <p:cNvSpPr>
            <a:spLocks noGrp="1"/>
          </p:cNvSpPr>
          <p:nvPr>
            <p:ph type="sldNum" sz="quarter" idx="5"/>
          </p:nvPr>
        </p:nvSpPr>
        <p:spPr/>
        <p:txBody>
          <a:bodyPr/>
          <a:lstStyle/>
          <a:p>
            <a:fld id="{70783294-E9FF-4F24-AF23-19B98F36DF0D}" type="slidenum">
              <a:rPr lang="en-DK" smtClean="0"/>
              <a:t>72</a:t>
            </a:fld>
            <a:endParaRPr lang="en-DK"/>
          </a:p>
        </p:txBody>
      </p:sp>
    </p:spTree>
    <p:extLst>
      <p:ext uri="{BB962C8B-B14F-4D97-AF65-F5344CB8AC3E}">
        <p14:creationId xmlns:p14="http://schemas.microsoft.com/office/powerpoint/2010/main" val="15301899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81BC6E5-9301-43B9-A908-14619FC78ED8}" type="slidenum">
              <a:rPr lang="en-DK" smtClean="0"/>
              <a:t>74</a:t>
            </a:fld>
            <a:endParaRPr lang="en-DK"/>
          </a:p>
        </p:txBody>
      </p:sp>
    </p:spTree>
    <p:extLst>
      <p:ext uri="{BB962C8B-B14F-4D97-AF65-F5344CB8AC3E}">
        <p14:creationId xmlns:p14="http://schemas.microsoft.com/office/powerpoint/2010/main" val="183482393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Calibri" panose="020F0502020204030204" pitchFamily="34" charset="0"/>
              </a:rPr>
              <a:t>If you have any issues with the platform, questions, or would like to request any form of assistance from us, please do not hesitate to contact us. We will be happy to support you. I am sharing our emails here on this slide. You can reach out to me if you have any questions regarding reporting on climate adaptation, and you can reach out to my colleague Marc if you have any technical issues.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70783294-E9FF-4F24-AF23-19B98F36DF0D}" type="slidenum">
              <a:rPr lang="en-DK" smtClean="0"/>
              <a:t>75</a:t>
            </a:fld>
            <a:endParaRPr lang="en-DK"/>
          </a:p>
        </p:txBody>
      </p:sp>
    </p:spTree>
    <p:extLst>
      <p:ext uri="{BB962C8B-B14F-4D97-AF65-F5344CB8AC3E}">
        <p14:creationId xmlns:p14="http://schemas.microsoft.com/office/powerpoint/2010/main" val="4191349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62DD0-C5DC-88A2-8DD6-BA0FF7F23E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K"/>
          </a:p>
        </p:txBody>
      </p:sp>
      <p:sp>
        <p:nvSpPr>
          <p:cNvPr id="3" name="Subtitle 2">
            <a:extLst>
              <a:ext uri="{FF2B5EF4-FFF2-40B4-BE49-F238E27FC236}">
                <a16:creationId xmlns:a16="http://schemas.microsoft.com/office/drawing/2014/main" id="{F7170ECA-95A9-F96E-E451-5254D5A1E9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K"/>
          </a:p>
        </p:txBody>
      </p:sp>
      <p:sp>
        <p:nvSpPr>
          <p:cNvPr id="4" name="Date Placeholder 3">
            <a:extLst>
              <a:ext uri="{FF2B5EF4-FFF2-40B4-BE49-F238E27FC236}">
                <a16:creationId xmlns:a16="http://schemas.microsoft.com/office/drawing/2014/main" id="{80FCFEB9-5D2A-126A-7FDB-82B033E4F4FA}"/>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16349648-3547-E4D7-A86E-A374DA45A98E}"/>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604172E3-CAB0-8838-D225-F2275F2D0A04}"/>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244937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84BE-BF78-E688-2ADE-976D17113B71}"/>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3366D5A3-1B7F-420A-AFD5-3CBB324A85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C68C310F-C70E-D8A3-2D2A-818D34128FCB}"/>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9F02C333-E84B-6B06-A054-7713E26E02EA}"/>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78A16DF8-2601-7934-0A30-001684A569AD}"/>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63029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D5106-A24B-8D43-28F2-03B7D02D22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K"/>
          </a:p>
        </p:txBody>
      </p:sp>
      <p:sp>
        <p:nvSpPr>
          <p:cNvPr id="3" name="Text Placeholder 2">
            <a:extLst>
              <a:ext uri="{FF2B5EF4-FFF2-40B4-BE49-F238E27FC236}">
                <a16:creationId xmlns:a16="http://schemas.microsoft.com/office/drawing/2014/main" id="{041F93D2-B2A6-DABC-6B2E-809A8EDD992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1CD7AB-B6EB-573C-0F38-C85171B6D5C3}"/>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21E90584-4652-0A9E-14B8-9EDD0018DD4D}"/>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1948C05A-CE98-3517-CC06-8F41AD00A21D}"/>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938838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03BCF-D6D3-034C-D858-790B8405412E}"/>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B6B0ACCB-AB5D-3F5C-1029-82DCD53309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Content Placeholder 3">
            <a:extLst>
              <a:ext uri="{FF2B5EF4-FFF2-40B4-BE49-F238E27FC236}">
                <a16:creationId xmlns:a16="http://schemas.microsoft.com/office/drawing/2014/main" id="{6FBDE309-68A2-F95D-996D-7994991972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Date Placeholder 4">
            <a:extLst>
              <a:ext uri="{FF2B5EF4-FFF2-40B4-BE49-F238E27FC236}">
                <a16:creationId xmlns:a16="http://schemas.microsoft.com/office/drawing/2014/main" id="{02F97CA6-DA7A-014D-8EC1-7E4C4491110F}"/>
              </a:ext>
            </a:extLst>
          </p:cNvPr>
          <p:cNvSpPr>
            <a:spLocks noGrp="1"/>
          </p:cNvSpPr>
          <p:nvPr>
            <p:ph type="dt" sz="half" idx="10"/>
          </p:nvPr>
        </p:nvSpPr>
        <p:spPr/>
        <p:txBody>
          <a:bodyPr/>
          <a:lstStyle/>
          <a:p>
            <a:endParaRPr lang="en-DK"/>
          </a:p>
        </p:txBody>
      </p:sp>
      <p:sp>
        <p:nvSpPr>
          <p:cNvPr id="6" name="Footer Placeholder 5">
            <a:extLst>
              <a:ext uri="{FF2B5EF4-FFF2-40B4-BE49-F238E27FC236}">
                <a16:creationId xmlns:a16="http://schemas.microsoft.com/office/drawing/2014/main" id="{36FB7E1D-0AEF-0AF5-918B-DC0BF858DB26}"/>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09E5BF64-0071-370B-4095-F7AADD06A73A}"/>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1741737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B3CD7-8C5E-55F6-5B9D-044CEEF08182}"/>
              </a:ext>
            </a:extLst>
          </p:cNvPr>
          <p:cNvSpPr>
            <a:spLocks noGrp="1"/>
          </p:cNvSpPr>
          <p:nvPr>
            <p:ph type="title"/>
          </p:nvPr>
        </p:nvSpPr>
        <p:spPr>
          <a:xfrm>
            <a:off x="839788" y="365125"/>
            <a:ext cx="10515600" cy="1325563"/>
          </a:xfrm>
        </p:spPr>
        <p:txBody>
          <a:bodyPr/>
          <a:lstStyle/>
          <a:p>
            <a:r>
              <a:rPr lang="en-US"/>
              <a:t>Click to edit Master title style</a:t>
            </a:r>
            <a:endParaRPr lang="en-DK"/>
          </a:p>
        </p:txBody>
      </p:sp>
      <p:sp>
        <p:nvSpPr>
          <p:cNvPr id="3" name="Text Placeholder 2">
            <a:extLst>
              <a:ext uri="{FF2B5EF4-FFF2-40B4-BE49-F238E27FC236}">
                <a16:creationId xmlns:a16="http://schemas.microsoft.com/office/drawing/2014/main" id="{C229BD58-E342-E82A-47AB-B5BB210888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0E5085-8F9D-63E5-2971-AB6B9DB81D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Text Placeholder 4">
            <a:extLst>
              <a:ext uri="{FF2B5EF4-FFF2-40B4-BE49-F238E27FC236}">
                <a16:creationId xmlns:a16="http://schemas.microsoft.com/office/drawing/2014/main" id="{02C513AD-10A2-D41F-2653-BE68AB722A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98C68D-B2FB-5B1D-A44B-D1ED2D69D4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7" name="Date Placeholder 6">
            <a:extLst>
              <a:ext uri="{FF2B5EF4-FFF2-40B4-BE49-F238E27FC236}">
                <a16:creationId xmlns:a16="http://schemas.microsoft.com/office/drawing/2014/main" id="{A32F890A-1DD5-FD31-737E-45F287229A69}"/>
              </a:ext>
            </a:extLst>
          </p:cNvPr>
          <p:cNvSpPr>
            <a:spLocks noGrp="1"/>
          </p:cNvSpPr>
          <p:nvPr>
            <p:ph type="dt" sz="half" idx="10"/>
          </p:nvPr>
        </p:nvSpPr>
        <p:spPr/>
        <p:txBody>
          <a:bodyPr/>
          <a:lstStyle/>
          <a:p>
            <a:endParaRPr lang="en-DK"/>
          </a:p>
        </p:txBody>
      </p:sp>
      <p:sp>
        <p:nvSpPr>
          <p:cNvPr id="8" name="Footer Placeholder 7">
            <a:extLst>
              <a:ext uri="{FF2B5EF4-FFF2-40B4-BE49-F238E27FC236}">
                <a16:creationId xmlns:a16="http://schemas.microsoft.com/office/drawing/2014/main" id="{915FBE75-074B-8C4F-044A-AAADE1E523CF}"/>
              </a:ext>
            </a:extLst>
          </p:cNvPr>
          <p:cNvSpPr>
            <a:spLocks noGrp="1"/>
          </p:cNvSpPr>
          <p:nvPr>
            <p:ph type="ftr" sz="quarter" idx="11"/>
          </p:nvPr>
        </p:nvSpPr>
        <p:spPr/>
        <p:txBody>
          <a:bodyPr/>
          <a:lstStyle/>
          <a:p>
            <a:endParaRPr lang="en-DK"/>
          </a:p>
        </p:txBody>
      </p:sp>
      <p:sp>
        <p:nvSpPr>
          <p:cNvPr id="9" name="Slide Number Placeholder 8">
            <a:extLst>
              <a:ext uri="{FF2B5EF4-FFF2-40B4-BE49-F238E27FC236}">
                <a16:creationId xmlns:a16="http://schemas.microsoft.com/office/drawing/2014/main" id="{FA8E1DE9-148C-585A-EB49-6397C95AD1A5}"/>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898682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7D930-0A4F-EBBE-73CF-B0EDA15160AD}"/>
              </a:ext>
            </a:extLst>
          </p:cNvPr>
          <p:cNvSpPr>
            <a:spLocks noGrp="1"/>
          </p:cNvSpPr>
          <p:nvPr>
            <p:ph type="title"/>
          </p:nvPr>
        </p:nvSpPr>
        <p:spPr/>
        <p:txBody>
          <a:bodyPr/>
          <a:lstStyle/>
          <a:p>
            <a:r>
              <a:rPr lang="en-US"/>
              <a:t>Click to edit Master title style</a:t>
            </a:r>
            <a:endParaRPr lang="en-DK"/>
          </a:p>
        </p:txBody>
      </p:sp>
      <p:sp>
        <p:nvSpPr>
          <p:cNvPr id="3" name="Date Placeholder 2">
            <a:extLst>
              <a:ext uri="{FF2B5EF4-FFF2-40B4-BE49-F238E27FC236}">
                <a16:creationId xmlns:a16="http://schemas.microsoft.com/office/drawing/2014/main" id="{EAD1E07D-308F-9879-B709-3123A28C67B1}"/>
              </a:ext>
            </a:extLst>
          </p:cNvPr>
          <p:cNvSpPr>
            <a:spLocks noGrp="1"/>
          </p:cNvSpPr>
          <p:nvPr>
            <p:ph type="dt" sz="half" idx="10"/>
          </p:nvPr>
        </p:nvSpPr>
        <p:spPr/>
        <p:txBody>
          <a:bodyPr/>
          <a:lstStyle/>
          <a:p>
            <a:endParaRPr lang="en-DK"/>
          </a:p>
        </p:txBody>
      </p:sp>
      <p:sp>
        <p:nvSpPr>
          <p:cNvPr id="4" name="Footer Placeholder 3">
            <a:extLst>
              <a:ext uri="{FF2B5EF4-FFF2-40B4-BE49-F238E27FC236}">
                <a16:creationId xmlns:a16="http://schemas.microsoft.com/office/drawing/2014/main" id="{59EBEFA7-FC3B-64F8-96AA-626865748973}"/>
              </a:ext>
            </a:extLst>
          </p:cNvPr>
          <p:cNvSpPr>
            <a:spLocks noGrp="1"/>
          </p:cNvSpPr>
          <p:nvPr>
            <p:ph type="ftr" sz="quarter" idx="11"/>
          </p:nvPr>
        </p:nvSpPr>
        <p:spPr/>
        <p:txBody>
          <a:bodyPr/>
          <a:lstStyle/>
          <a:p>
            <a:endParaRPr lang="en-DK"/>
          </a:p>
        </p:txBody>
      </p:sp>
      <p:sp>
        <p:nvSpPr>
          <p:cNvPr id="5" name="Slide Number Placeholder 4">
            <a:extLst>
              <a:ext uri="{FF2B5EF4-FFF2-40B4-BE49-F238E27FC236}">
                <a16:creationId xmlns:a16="http://schemas.microsoft.com/office/drawing/2014/main" id="{71212795-682B-7938-FE47-679AFD2B1EBF}"/>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2809766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4D9487-B30E-7D18-2DFB-D100FD28B97E}"/>
              </a:ext>
            </a:extLst>
          </p:cNvPr>
          <p:cNvSpPr>
            <a:spLocks noGrp="1"/>
          </p:cNvSpPr>
          <p:nvPr>
            <p:ph type="dt" sz="half" idx="10"/>
          </p:nvPr>
        </p:nvSpPr>
        <p:spPr/>
        <p:txBody>
          <a:bodyPr/>
          <a:lstStyle/>
          <a:p>
            <a:endParaRPr lang="en-DK"/>
          </a:p>
        </p:txBody>
      </p:sp>
      <p:sp>
        <p:nvSpPr>
          <p:cNvPr id="3" name="Footer Placeholder 2">
            <a:extLst>
              <a:ext uri="{FF2B5EF4-FFF2-40B4-BE49-F238E27FC236}">
                <a16:creationId xmlns:a16="http://schemas.microsoft.com/office/drawing/2014/main" id="{EA6E9AD3-C86D-BD60-91F4-742654C19C7C}"/>
              </a:ext>
            </a:extLst>
          </p:cNvPr>
          <p:cNvSpPr>
            <a:spLocks noGrp="1"/>
          </p:cNvSpPr>
          <p:nvPr>
            <p:ph type="ftr" sz="quarter" idx="11"/>
          </p:nvPr>
        </p:nvSpPr>
        <p:spPr/>
        <p:txBody>
          <a:bodyPr/>
          <a:lstStyle/>
          <a:p>
            <a:endParaRPr lang="en-DK"/>
          </a:p>
        </p:txBody>
      </p:sp>
      <p:sp>
        <p:nvSpPr>
          <p:cNvPr id="4" name="Slide Number Placeholder 3">
            <a:extLst>
              <a:ext uri="{FF2B5EF4-FFF2-40B4-BE49-F238E27FC236}">
                <a16:creationId xmlns:a16="http://schemas.microsoft.com/office/drawing/2014/main" id="{235E71EF-A352-E7AA-CED6-88CCC78B9B09}"/>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1735296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43841-BFD5-2BB8-7ED7-73C6530ACE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Content Placeholder 2">
            <a:extLst>
              <a:ext uri="{FF2B5EF4-FFF2-40B4-BE49-F238E27FC236}">
                <a16:creationId xmlns:a16="http://schemas.microsoft.com/office/drawing/2014/main" id="{75CA06AF-411A-677F-A5AD-D420B48011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Text Placeholder 3">
            <a:extLst>
              <a:ext uri="{FF2B5EF4-FFF2-40B4-BE49-F238E27FC236}">
                <a16:creationId xmlns:a16="http://schemas.microsoft.com/office/drawing/2014/main" id="{2FB69A09-87A4-54F7-24DD-9D4AF7C897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864E5-595F-27B7-9FF6-169C48C8A692}"/>
              </a:ext>
            </a:extLst>
          </p:cNvPr>
          <p:cNvSpPr>
            <a:spLocks noGrp="1"/>
          </p:cNvSpPr>
          <p:nvPr>
            <p:ph type="dt" sz="half" idx="10"/>
          </p:nvPr>
        </p:nvSpPr>
        <p:spPr/>
        <p:txBody>
          <a:bodyPr/>
          <a:lstStyle/>
          <a:p>
            <a:endParaRPr lang="en-DK"/>
          </a:p>
        </p:txBody>
      </p:sp>
      <p:sp>
        <p:nvSpPr>
          <p:cNvPr id="6" name="Footer Placeholder 5">
            <a:extLst>
              <a:ext uri="{FF2B5EF4-FFF2-40B4-BE49-F238E27FC236}">
                <a16:creationId xmlns:a16="http://schemas.microsoft.com/office/drawing/2014/main" id="{FBB46663-CEC3-0C08-C8D2-8ECE4D1E9D85}"/>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BB29CED0-AD28-7067-F54B-8019EF035183}"/>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660702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F16CA-A3FA-914B-3AC4-7907E487EC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Picture Placeholder 2">
            <a:extLst>
              <a:ext uri="{FF2B5EF4-FFF2-40B4-BE49-F238E27FC236}">
                <a16:creationId xmlns:a16="http://schemas.microsoft.com/office/drawing/2014/main" id="{6DF6CA86-E853-3A23-E029-FBEA520257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K"/>
          </a:p>
        </p:txBody>
      </p:sp>
      <p:sp>
        <p:nvSpPr>
          <p:cNvPr id="4" name="Text Placeholder 3">
            <a:extLst>
              <a:ext uri="{FF2B5EF4-FFF2-40B4-BE49-F238E27FC236}">
                <a16:creationId xmlns:a16="http://schemas.microsoft.com/office/drawing/2014/main" id="{8EDE6E34-CCCB-44F1-740A-5270712E99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E489F9-3489-F20C-347E-900CB7510691}"/>
              </a:ext>
            </a:extLst>
          </p:cNvPr>
          <p:cNvSpPr>
            <a:spLocks noGrp="1"/>
          </p:cNvSpPr>
          <p:nvPr>
            <p:ph type="dt" sz="half" idx="10"/>
          </p:nvPr>
        </p:nvSpPr>
        <p:spPr/>
        <p:txBody>
          <a:bodyPr/>
          <a:lstStyle/>
          <a:p>
            <a:endParaRPr lang="en-DK"/>
          </a:p>
        </p:txBody>
      </p:sp>
      <p:sp>
        <p:nvSpPr>
          <p:cNvPr id="6" name="Footer Placeholder 5">
            <a:extLst>
              <a:ext uri="{FF2B5EF4-FFF2-40B4-BE49-F238E27FC236}">
                <a16:creationId xmlns:a16="http://schemas.microsoft.com/office/drawing/2014/main" id="{B2A5D9C3-3DD0-7C49-7C68-3ED4C6FBC6E7}"/>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33B25455-DB6C-FB3F-323F-42C0B2114B9A}"/>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194567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00178-9067-A5F1-B47F-62C9B0C74319}"/>
              </a:ext>
            </a:extLst>
          </p:cNvPr>
          <p:cNvSpPr>
            <a:spLocks noGrp="1"/>
          </p:cNvSpPr>
          <p:nvPr>
            <p:ph type="title"/>
          </p:nvPr>
        </p:nvSpPr>
        <p:spPr/>
        <p:txBody>
          <a:bodyPr/>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C4AF1BF6-F4C2-12AE-D62E-8EC6821B37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093217D2-7AC3-94EF-D8DF-67D4BDB77261}"/>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E58EF233-BAA0-CEDD-4DED-BC4815E9F194}"/>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BD339179-A308-372A-A01B-AF2503F8CC9E}"/>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46778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9A0DDD-306D-6CE0-B0BC-95EE8088C9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D5B83538-0317-1D9A-219D-2119A747CA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57DAAF87-0994-7BB5-56D7-BAA35FDD5FEE}"/>
              </a:ext>
            </a:extLst>
          </p:cNvPr>
          <p:cNvSpPr>
            <a:spLocks noGrp="1"/>
          </p:cNvSpPr>
          <p:nvPr>
            <p:ph type="dt" sz="half" idx="10"/>
          </p:nvPr>
        </p:nvSpPr>
        <p:spPr/>
        <p:txBody>
          <a:bodyPr/>
          <a:lstStyle/>
          <a:p>
            <a:endParaRPr lang="en-DK"/>
          </a:p>
        </p:txBody>
      </p:sp>
      <p:sp>
        <p:nvSpPr>
          <p:cNvPr id="5" name="Footer Placeholder 4">
            <a:extLst>
              <a:ext uri="{FF2B5EF4-FFF2-40B4-BE49-F238E27FC236}">
                <a16:creationId xmlns:a16="http://schemas.microsoft.com/office/drawing/2014/main" id="{D4CD6CE6-7FDF-78C8-EA4B-649ACA6A8BD6}"/>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75167D42-A120-46AE-DA9E-1CF86B168935}"/>
              </a:ext>
            </a:extLst>
          </p:cNvPr>
          <p:cNvSpPr>
            <a:spLocks noGrp="1"/>
          </p:cNvSpPr>
          <p:nvPr>
            <p:ph type="sldNum" sz="quarter" idx="12"/>
          </p:nvPr>
        </p:nvSpPr>
        <p:spPr/>
        <p:txBody>
          <a:bodyPr/>
          <a:lstStyle/>
          <a:p>
            <a:fld id="{1A424DB6-78F0-4ADD-B66A-AFD80B81666A}" type="slidenum">
              <a:rPr lang="en-DK" smtClean="0"/>
              <a:t>‹#›</a:t>
            </a:fld>
            <a:endParaRPr lang="en-DK"/>
          </a:p>
        </p:txBody>
      </p:sp>
    </p:spTree>
    <p:extLst>
      <p:ext uri="{BB962C8B-B14F-4D97-AF65-F5344CB8AC3E}">
        <p14:creationId xmlns:p14="http://schemas.microsoft.com/office/powerpoint/2010/main" val="3438790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Negative bla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BA9E58F-F0E4-446A-9BDE-731A333E6E3D}"/>
              </a:ext>
            </a:extLst>
          </p:cNvPr>
          <p:cNvSpPr/>
          <p:nvPr userDrawn="1"/>
        </p:nvSpPr>
        <p:spPr>
          <a:xfrm>
            <a:off x="0" y="0"/>
            <a:ext cx="12192000" cy="6858000"/>
          </a:xfrm>
          <a:prstGeom prst="rect">
            <a:avLst/>
          </a:prstGeom>
          <a:solidFill>
            <a:srgbClr val="004B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3" name="Picture 2" descr="Text&#10;&#10;Description automatically generated">
            <a:extLst>
              <a:ext uri="{FF2B5EF4-FFF2-40B4-BE49-F238E27FC236}">
                <a16:creationId xmlns:a16="http://schemas.microsoft.com/office/drawing/2014/main" id="{EECD597F-8AA8-4E51-9146-C063CEB955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10754" y="6019900"/>
            <a:ext cx="3057655" cy="576000"/>
          </a:xfrm>
          <a:prstGeom prst="rect">
            <a:avLst/>
          </a:prstGeom>
        </p:spPr>
      </p:pic>
    </p:spTree>
    <p:extLst>
      <p:ext uri="{BB962C8B-B14F-4D97-AF65-F5344CB8AC3E}">
        <p14:creationId xmlns:p14="http://schemas.microsoft.com/office/powerpoint/2010/main" val="9979759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903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562068" y="390871"/>
            <a:ext cx="3642894" cy="265834"/>
          </a:xfrm>
          <a:prstGeom prst="rect">
            <a:avLst/>
          </a:prstGeom>
        </p:spPr>
        <p:txBody>
          <a:bodyPr/>
          <a:lstStyle>
            <a:lvl1pPr marL="0" indent="0">
              <a:buNone/>
              <a:defRPr sz="1100" b="1">
                <a:solidFill>
                  <a:schemeClr val="bg1"/>
                </a:solidFill>
                <a:latin typeface="Calibri" panose="020F0502020204030204" pitchFamily="34" charset="0"/>
                <a:cs typeface="Calibri" panose="020F0502020204030204" pitchFamily="34" charset="0"/>
              </a:defRPr>
            </a:lvl1pPr>
          </a:lstStyle>
          <a:p>
            <a:pPr lvl="0"/>
            <a:r>
              <a:rPr lang="en-US"/>
              <a:t>Speaker I Date I Venue</a:t>
            </a:r>
            <a:endParaRPr lang="en-GB"/>
          </a:p>
        </p:txBody>
      </p:sp>
      <p:sp>
        <p:nvSpPr>
          <p:cNvPr id="4" name="Text Placeholder 3"/>
          <p:cNvSpPr>
            <a:spLocks noGrp="1"/>
          </p:cNvSpPr>
          <p:nvPr>
            <p:ph type="body" sz="quarter" idx="11" hasCustomPrompt="1"/>
          </p:nvPr>
        </p:nvSpPr>
        <p:spPr>
          <a:xfrm>
            <a:off x="562068" y="914400"/>
            <a:ext cx="11049559" cy="1463040"/>
          </a:xfrm>
          <a:prstGeom prst="rect">
            <a:avLst/>
          </a:prstGeom>
        </p:spPr>
        <p:txBody>
          <a:bodyPr/>
          <a:lstStyle>
            <a:lvl1pPr marL="0" indent="0" algn="r">
              <a:buNone/>
              <a:defRPr sz="40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title goes here</a:t>
            </a:r>
          </a:p>
          <a:p>
            <a:pPr lvl="0"/>
            <a:r>
              <a:rPr lang="en-US"/>
              <a:t>Max two lines</a:t>
            </a:r>
            <a:endParaRPr lang="en-GB"/>
          </a:p>
        </p:txBody>
      </p:sp>
    </p:spTree>
    <p:extLst>
      <p:ext uri="{BB962C8B-B14F-4D97-AF65-F5344CB8AC3E}">
        <p14:creationId xmlns:p14="http://schemas.microsoft.com/office/powerpoint/2010/main" val="19045066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7650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338F2D-64B1-7DE0-E06A-0255EA1068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K"/>
          </a:p>
        </p:txBody>
      </p:sp>
      <p:sp>
        <p:nvSpPr>
          <p:cNvPr id="3" name="Text Placeholder 2">
            <a:extLst>
              <a:ext uri="{FF2B5EF4-FFF2-40B4-BE49-F238E27FC236}">
                <a16:creationId xmlns:a16="http://schemas.microsoft.com/office/drawing/2014/main" id="{474BF234-12BB-9872-048D-91979AFAA6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B926C628-0371-0724-8D39-BDE1C629EE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DK"/>
          </a:p>
        </p:txBody>
      </p:sp>
      <p:sp>
        <p:nvSpPr>
          <p:cNvPr id="5" name="Footer Placeholder 4">
            <a:extLst>
              <a:ext uri="{FF2B5EF4-FFF2-40B4-BE49-F238E27FC236}">
                <a16:creationId xmlns:a16="http://schemas.microsoft.com/office/drawing/2014/main" id="{A967519F-7B8F-E46E-B9CE-5D13BB2CE8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K"/>
          </a:p>
        </p:txBody>
      </p:sp>
      <p:sp>
        <p:nvSpPr>
          <p:cNvPr id="6" name="Slide Number Placeholder 5">
            <a:extLst>
              <a:ext uri="{FF2B5EF4-FFF2-40B4-BE49-F238E27FC236}">
                <a16:creationId xmlns:a16="http://schemas.microsoft.com/office/drawing/2014/main" id="{9577E2C1-F5A2-7F5C-70C0-3D1AB52B04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424DB6-78F0-4ADD-B66A-AFD80B81666A}" type="slidenum">
              <a:rPr lang="en-DK" smtClean="0"/>
              <a:t>‹#›</a:t>
            </a:fld>
            <a:endParaRPr lang="en-DK"/>
          </a:p>
        </p:txBody>
      </p:sp>
    </p:spTree>
    <p:extLst>
      <p:ext uri="{BB962C8B-B14F-4D97-AF65-F5344CB8AC3E}">
        <p14:creationId xmlns:p14="http://schemas.microsoft.com/office/powerpoint/2010/main" val="3725570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hyperlink" Target="https://reportnet.europa.eu/"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798_E998EE72.xml"/><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15.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18/10/relationships/comments" Target="../comments/modernComment_7A2_A66E5206.xm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4.svg"/></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hyperlink" Target="https://www.eionet.europa.eu/reportnet/docs/prod/mfa-for-eu-login.pdf/" TargetMode="External"/><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hyperlink" Target="https://www.eionet.europa.eu/reportnet/docs/prod/howto_login_reportnet3"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43.svg"/></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9.png"/><Relationship Id="rId7" Type="http://schemas.openxmlformats.org/officeDocument/2006/relationships/image" Target="../media/image47.svg"/><Relationship Id="rId2" Type="http://schemas.openxmlformats.org/officeDocument/2006/relationships/notesSlide" Target="../notesSlides/notesSlide45.xml"/><Relationship Id="rId1" Type="http://schemas.openxmlformats.org/officeDocument/2006/relationships/slideLayout" Target="../slideLayouts/slideLayout13.xml"/><Relationship Id="rId6" Type="http://schemas.openxmlformats.org/officeDocument/2006/relationships/image" Target="../media/image46.png"/><Relationship Id="rId11" Type="http://schemas.openxmlformats.org/officeDocument/2006/relationships/image" Target="../media/image51.svg"/><Relationship Id="rId5" Type="http://schemas.openxmlformats.org/officeDocument/2006/relationships/image" Target="../media/image45.sv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svg"/></Relationships>
</file>

<file path=ppt/slides/_rels/slide48.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slides/_rels/slide49.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Layout" Target="../slideLayouts/slideLayout13.xml"/><Relationship Id="rId4" Type="http://schemas.openxmlformats.org/officeDocument/2006/relationships/image" Target="../media/image62.png"/></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svg"/></Relationships>
</file>

<file path=ppt/slides/_rels/slide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8.xml"/><Relationship Id="rId1" Type="http://schemas.openxmlformats.org/officeDocument/2006/relationships/slideLayout" Target="../slideLayouts/slideLayout13.xml"/><Relationship Id="rId5" Type="http://schemas.openxmlformats.org/officeDocument/2006/relationships/image" Target="../media/image69.png"/><Relationship Id="rId4" Type="http://schemas.openxmlformats.org/officeDocument/2006/relationships/image" Target="../media/image68.svg"/></Relationships>
</file>

<file path=ppt/slides/_rels/slide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openxmlformats.org/officeDocument/2006/relationships/image" Target="../media/image7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notesSlide" Target="../notesSlides/notesSlide53.xml"/><Relationship Id="rId1" Type="http://schemas.openxmlformats.org/officeDocument/2006/relationships/slideLayout" Target="../slideLayouts/slideLayout13.xml"/><Relationship Id="rId6" Type="http://schemas.openxmlformats.org/officeDocument/2006/relationships/image" Target="../media/image77.svg"/><Relationship Id="rId5" Type="http://schemas.openxmlformats.org/officeDocument/2006/relationships/image" Target="../media/image76.png"/><Relationship Id="rId4" Type="http://schemas.openxmlformats.org/officeDocument/2006/relationships/image" Target="../media/image75.svg"/></Relationships>
</file>

<file path=ppt/slides/_rels/slide5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4.xml"/><Relationship Id="rId1"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svg"/></Relationships>
</file>

<file path=ppt/slides/_rels/slide5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6.xml"/><Relationship Id="rId1" Type="http://schemas.openxmlformats.org/officeDocument/2006/relationships/slideLayout" Target="../slideLayouts/slideLayout12.xml"/><Relationship Id="rId4" Type="http://schemas.openxmlformats.org/officeDocument/2006/relationships/image" Target="../media/image84.svg"/></Relationships>
</file>

<file path=ppt/slides/_rels/slide6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8" Type="http://schemas.openxmlformats.org/officeDocument/2006/relationships/image" Target="../media/image91.sv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58.xml"/><Relationship Id="rId1" Type="http://schemas.openxmlformats.org/officeDocument/2006/relationships/slideLayout" Target="../slideLayouts/slideLayout13.xml"/><Relationship Id="rId6" Type="http://schemas.openxmlformats.org/officeDocument/2006/relationships/image" Target="../media/image89.svg"/><Relationship Id="rId5" Type="http://schemas.openxmlformats.org/officeDocument/2006/relationships/image" Target="../media/image88.png"/><Relationship Id="rId4" Type="http://schemas.openxmlformats.org/officeDocument/2006/relationships/image" Target="../media/image87.svg"/></Relationships>
</file>

<file path=ppt/slides/_rels/slide6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1.xml"/><Relationship Id="rId1" Type="http://schemas.openxmlformats.org/officeDocument/2006/relationships/slideLayout" Target="../slideLayouts/slideLayout12.xml"/><Relationship Id="rId4" Type="http://schemas.openxmlformats.org/officeDocument/2006/relationships/image" Target="../media/image95.svg"/></Relationships>
</file>

<file path=ppt/slides/_rels/slide6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62.xml"/><Relationship Id="rId1" Type="http://schemas.openxmlformats.org/officeDocument/2006/relationships/slideLayout" Target="../slideLayouts/slideLayout13.xml"/><Relationship Id="rId5" Type="http://schemas.openxmlformats.org/officeDocument/2006/relationships/image" Target="../media/image98.png"/><Relationship Id="rId4" Type="http://schemas.openxmlformats.org/officeDocument/2006/relationships/image" Target="../media/image97.png"/></Relationships>
</file>

<file path=ppt/slides/_rels/slide68.xml.rels><?xml version="1.0" encoding="UTF-8" standalone="yes"?>
<Relationships xmlns="http://schemas.openxmlformats.org/package/2006/relationships"><Relationship Id="rId3" Type="http://schemas.openxmlformats.org/officeDocument/2006/relationships/image" Target="../media/image100.svg"/><Relationship Id="rId2" Type="http://schemas.openxmlformats.org/officeDocument/2006/relationships/image" Target="../media/image99.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8" Type="http://schemas.openxmlformats.org/officeDocument/2006/relationships/image" Target="../media/image104.svg"/><Relationship Id="rId3" Type="http://schemas.openxmlformats.org/officeDocument/2006/relationships/image" Target="../media/image101.png"/><Relationship Id="rId7" Type="http://schemas.openxmlformats.org/officeDocument/2006/relationships/image" Target="../media/image103.png"/><Relationship Id="rId2" Type="http://schemas.openxmlformats.org/officeDocument/2006/relationships/notesSlide" Target="../notesSlides/notesSlide63.xml"/><Relationship Id="rId1" Type="http://schemas.openxmlformats.org/officeDocument/2006/relationships/slideLayout" Target="../slideLayouts/slideLayout13.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06.svg"/><Relationship Id="rId4" Type="http://schemas.openxmlformats.org/officeDocument/2006/relationships/image" Target="../media/image102.svg"/><Relationship Id="rId9" Type="http://schemas.openxmlformats.org/officeDocument/2006/relationships/image" Target="../media/image105.png"/></Relationships>
</file>

<file path=ppt/slides/_rels/slide70.xml.rels><?xml version="1.0" encoding="UTF-8" standalone="yes"?>
<Relationships xmlns="http://schemas.openxmlformats.org/package/2006/relationships"><Relationship Id="rId2" Type="http://schemas.openxmlformats.org/officeDocument/2006/relationships/image" Target="../media/image107.emf"/><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64.xml"/><Relationship Id="rId1" Type="http://schemas.openxmlformats.org/officeDocument/2006/relationships/slideLayout" Target="../slideLayouts/slideLayout13.xml"/><Relationship Id="rId4" Type="http://schemas.openxmlformats.org/officeDocument/2006/relationships/image" Target="../media/image109.sv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111.svg"/><Relationship Id="rId2" Type="http://schemas.openxmlformats.org/officeDocument/2006/relationships/image" Target="../media/image110.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7.xml"/><Relationship Id="rId1" Type="http://schemas.openxmlformats.org/officeDocument/2006/relationships/slideLayout" Target="../slideLayouts/slideLayout15.xml"/><Relationship Id="rId4" Type="http://schemas.openxmlformats.org/officeDocument/2006/relationships/image" Target="../media/image1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F8DADB-2704-493C-1EFC-F0B8CEE23CEA}"/>
              </a:ext>
            </a:extLst>
          </p:cNvPr>
          <p:cNvPicPr>
            <a:picLocks noChangeAspect="1"/>
          </p:cNvPicPr>
          <p:nvPr/>
        </p:nvPicPr>
        <p:blipFill>
          <a:blip r:embed="rId3">
            <a:extLst>
              <a:ext uri="{28A0092B-C50C-407E-A947-70E740481C1C}">
                <a14:useLocalDpi xmlns:a14="http://schemas.microsoft.com/office/drawing/2010/main" val="0"/>
              </a:ext>
            </a:extLst>
          </a:blip>
          <a:srcRect t="7770" b="7770"/>
          <a:stretch/>
        </p:blipFill>
        <p:spPr>
          <a:xfrm>
            <a:off x="0" y="0"/>
            <a:ext cx="12192000" cy="6858000"/>
          </a:xfrm>
          <a:prstGeom prst="rect">
            <a:avLst/>
          </a:prstGeom>
        </p:spPr>
      </p:pic>
      <p:sp>
        <p:nvSpPr>
          <p:cNvPr id="5" name="Text Placeholder 3">
            <a:extLst>
              <a:ext uri="{FF2B5EF4-FFF2-40B4-BE49-F238E27FC236}">
                <a16:creationId xmlns:a16="http://schemas.microsoft.com/office/drawing/2014/main" id="{793595B9-DB62-B8FC-1A47-8E588A3810B9}"/>
              </a:ext>
            </a:extLst>
          </p:cNvPr>
          <p:cNvSpPr txBox="1">
            <a:spLocks/>
          </p:cNvSpPr>
          <p:nvPr/>
        </p:nvSpPr>
        <p:spPr>
          <a:xfrm>
            <a:off x="6280958" y="2992395"/>
            <a:ext cx="6480441" cy="265834"/>
          </a:xfrm>
          <a:prstGeom prst="rect">
            <a:avLst/>
          </a:prstGeom>
        </p:spPr>
        <p:txBody>
          <a:bodyPr/>
          <a:lstStyle>
            <a:lvl1pPr marL="0" indent="0" algn="l" defTabSz="1125472" rtl="0" eaLnBrk="1" latinLnBrk="0" hangingPunct="1">
              <a:spcBef>
                <a:spcPct val="20000"/>
              </a:spcBef>
              <a:buFont typeface="Arial" pitchFamily="34" charset="0"/>
              <a:buNone/>
              <a:defRPr sz="1100" b="1" kern="1200">
                <a:solidFill>
                  <a:schemeClr val="bg1"/>
                </a:solidFill>
                <a:latin typeface="Calibri" panose="020F0502020204030204" pitchFamily="34" charset="0"/>
                <a:ea typeface="+mn-ea"/>
                <a:cs typeface="Calibri" panose="020F0502020204030204" pitchFamily="34" charset="0"/>
              </a:defRPr>
            </a:lvl1pPr>
            <a:lvl2pPr marL="914446" indent="-351710" algn="l" defTabSz="1125472" rtl="0" eaLnBrk="1" latinLnBrk="0" hangingPunct="1">
              <a:spcBef>
                <a:spcPct val="20000"/>
              </a:spcBef>
              <a:buFont typeface="Arial" pitchFamily="34" charset="0"/>
              <a:buChar char="–"/>
              <a:defRPr sz="3446" kern="1200">
                <a:solidFill>
                  <a:schemeClr val="tx1"/>
                </a:solidFill>
                <a:latin typeface="+mn-lt"/>
                <a:ea typeface="+mn-ea"/>
                <a:cs typeface="+mn-cs"/>
              </a:defRPr>
            </a:lvl2pPr>
            <a:lvl3pPr marL="1406839" indent="-281368" algn="l" defTabSz="1125472" rtl="0" eaLnBrk="1" latinLnBrk="0" hangingPunct="1">
              <a:spcBef>
                <a:spcPct val="20000"/>
              </a:spcBef>
              <a:buFont typeface="Arial" pitchFamily="34" charset="0"/>
              <a:buChar char="•"/>
              <a:defRPr sz="2954" kern="1200">
                <a:solidFill>
                  <a:schemeClr val="tx1"/>
                </a:solidFill>
                <a:latin typeface="+mn-lt"/>
                <a:ea typeface="+mn-ea"/>
                <a:cs typeface="+mn-cs"/>
              </a:defRPr>
            </a:lvl3pPr>
            <a:lvl4pPr marL="1969575"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4pPr>
            <a:lvl5pPr marL="2532312"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5pPr>
            <a:lvl6pPr marL="3095047"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783"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519"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254"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endParaRPr lang="en-GB" sz="1400"/>
          </a:p>
        </p:txBody>
      </p:sp>
      <p:pic>
        <p:nvPicPr>
          <p:cNvPr id="6" name="Picture 4" descr="Text&#10;&#10;Description automatically generated">
            <a:extLst>
              <a:ext uri="{FF2B5EF4-FFF2-40B4-BE49-F238E27FC236}">
                <a16:creationId xmlns:a16="http://schemas.microsoft.com/office/drawing/2014/main" id="{4A56B853-524A-A71B-C24E-880A57633606}"/>
              </a:ext>
            </a:extLst>
          </p:cNvPr>
          <p:cNvPicPr>
            <a:picLocks noChangeAspect="1"/>
          </p:cNvPicPr>
          <p:nvPr/>
        </p:nvPicPr>
        <p:blipFill>
          <a:blip r:embed="rId4"/>
          <a:stretch>
            <a:fillRect/>
          </a:stretch>
        </p:blipFill>
        <p:spPr>
          <a:xfrm>
            <a:off x="9635478" y="6257780"/>
            <a:ext cx="2484335" cy="468000"/>
          </a:xfrm>
          <a:prstGeom prst="rect">
            <a:avLst/>
          </a:prstGeom>
        </p:spPr>
      </p:pic>
      <p:sp>
        <p:nvSpPr>
          <p:cNvPr id="7" name="TextBox 6">
            <a:extLst>
              <a:ext uri="{FF2B5EF4-FFF2-40B4-BE49-F238E27FC236}">
                <a16:creationId xmlns:a16="http://schemas.microsoft.com/office/drawing/2014/main" id="{8DE23F50-A075-9D5E-847E-4CFD887D9067}"/>
              </a:ext>
            </a:extLst>
          </p:cNvPr>
          <p:cNvSpPr txBox="1"/>
          <p:nvPr/>
        </p:nvSpPr>
        <p:spPr>
          <a:xfrm>
            <a:off x="1" y="892455"/>
            <a:ext cx="12191999" cy="1200329"/>
          </a:xfrm>
          <a:prstGeom prst="rect">
            <a:avLst/>
          </a:prstGeom>
          <a:solidFill>
            <a:srgbClr val="0D3512">
              <a:alpha val="80000"/>
            </a:srgbClr>
          </a:solidFill>
          <a:ln>
            <a:noFill/>
          </a:ln>
        </p:spPr>
        <p:txBody>
          <a:bodyPr wrap="square" rtlCol="0">
            <a:spAutoFit/>
          </a:bodyPr>
          <a:lstStyle/>
          <a:p>
            <a:pPr algn="r"/>
            <a:r>
              <a:rPr lang="en-US" sz="3600" dirty="0">
                <a:solidFill>
                  <a:schemeClr val="bg1"/>
                </a:solidFill>
              </a:rPr>
              <a:t>Training on Integrated Progress Report</a:t>
            </a:r>
          </a:p>
          <a:p>
            <a:pPr algn="r"/>
            <a:r>
              <a:rPr lang="da-DK" sz="3600" b="1" dirty="0">
                <a:solidFill>
                  <a:schemeClr val="bg1"/>
                </a:solidFill>
              </a:rPr>
              <a:t>Energy Efficiency – Annex IV &amp; XVII</a:t>
            </a:r>
          </a:p>
        </p:txBody>
      </p:sp>
      <p:sp>
        <p:nvSpPr>
          <p:cNvPr id="8" name="TextBox 7">
            <a:extLst>
              <a:ext uri="{FF2B5EF4-FFF2-40B4-BE49-F238E27FC236}">
                <a16:creationId xmlns:a16="http://schemas.microsoft.com/office/drawing/2014/main" id="{F96ECC34-C9C5-86CF-6D14-957EDDF105AD}"/>
              </a:ext>
            </a:extLst>
          </p:cNvPr>
          <p:cNvSpPr txBox="1"/>
          <p:nvPr/>
        </p:nvSpPr>
        <p:spPr>
          <a:xfrm>
            <a:off x="6681534" y="4592833"/>
            <a:ext cx="5510466" cy="707886"/>
          </a:xfrm>
          <a:prstGeom prst="rect">
            <a:avLst/>
          </a:prstGeom>
          <a:solidFill>
            <a:srgbClr val="0D3512">
              <a:alpha val="80000"/>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000" b="1" i="1" dirty="0">
                <a:solidFill>
                  <a:schemeClr val="bg1"/>
                </a:solidFill>
              </a:rPr>
              <a:t>Ph.D. Stephane Quefelec</a:t>
            </a:r>
            <a:br>
              <a:rPr lang="en-SE" sz="2000" b="1" i="1" dirty="0">
                <a:solidFill>
                  <a:schemeClr val="bg1"/>
                </a:solidFill>
              </a:rPr>
            </a:br>
            <a:r>
              <a:rPr lang="en-SE" sz="2000" b="1" i="1" dirty="0">
                <a:solidFill>
                  <a:schemeClr val="bg1"/>
                </a:solidFill>
              </a:rPr>
              <a:t>European Environment Agency</a:t>
            </a:r>
            <a:endParaRPr lang="en-US" sz="2000" b="1" i="1" dirty="0">
              <a:solidFill>
                <a:schemeClr val="bg1"/>
              </a:solidFill>
              <a:ea typeface="Calibri"/>
              <a:cs typeface="Calibri"/>
            </a:endParaRPr>
          </a:p>
        </p:txBody>
      </p:sp>
      <p:sp>
        <p:nvSpPr>
          <p:cNvPr id="10" name="TextBox 9">
            <a:extLst>
              <a:ext uri="{FF2B5EF4-FFF2-40B4-BE49-F238E27FC236}">
                <a16:creationId xmlns:a16="http://schemas.microsoft.com/office/drawing/2014/main" id="{B126FB8B-9852-4422-E867-6DD071109011}"/>
              </a:ext>
            </a:extLst>
          </p:cNvPr>
          <p:cNvSpPr txBox="1"/>
          <p:nvPr/>
        </p:nvSpPr>
        <p:spPr>
          <a:xfrm>
            <a:off x="6681534" y="5725450"/>
            <a:ext cx="5510465" cy="400110"/>
          </a:xfrm>
          <a:prstGeom prst="rect">
            <a:avLst/>
          </a:prstGeom>
          <a:solidFill>
            <a:srgbClr val="0D3512">
              <a:alpha val="80000"/>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000" b="1" dirty="0">
                <a:solidFill>
                  <a:schemeClr val="bg1"/>
                </a:solidFill>
              </a:rPr>
              <a:t>8 October 2025 Sarajevo</a:t>
            </a:r>
          </a:p>
        </p:txBody>
      </p:sp>
    </p:spTree>
    <p:extLst>
      <p:ext uri="{BB962C8B-B14F-4D97-AF65-F5344CB8AC3E}">
        <p14:creationId xmlns:p14="http://schemas.microsoft.com/office/powerpoint/2010/main" val="23473663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60B441-62EA-4975-3BE0-22F9CCC84255}"/>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a:t>Agenda</a:t>
            </a:r>
            <a:endParaRPr lang="en-GB" dirty="0"/>
          </a:p>
        </p:txBody>
      </p:sp>
      <p:sp>
        <p:nvSpPr>
          <p:cNvPr id="4" name="TextBox 3">
            <a:extLst>
              <a:ext uri="{FF2B5EF4-FFF2-40B4-BE49-F238E27FC236}">
                <a16:creationId xmlns:a16="http://schemas.microsoft.com/office/drawing/2014/main" id="{0F197D9A-90B5-3023-1ABD-1686DC56C6B8}"/>
              </a:ext>
            </a:extLst>
          </p:cNvPr>
          <p:cNvSpPr txBox="1"/>
          <p:nvPr/>
        </p:nvSpPr>
        <p:spPr>
          <a:xfrm>
            <a:off x="1262864" y="1536155"/>
            <a:ext cx="10526366" cy="1477328"/>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400" u="sng" dirty="0"/>
              <a:t>What to report on energy efficiency</a:t>
            </a:r>
            <a:r>
              <a:rPr lang="en-GB" sz="2400" dirty="0"/>
              <a:t>:</a:t>
            </a:r>
          </a:p>
          <a:p>
            <a:pPr>
              <a:buFontTx/>
              <a:buChar char="-"/>
            </a:pPr>
            <a:r>
              <a:rPr lang="en-GB" sz="2400" dirty="0"/>
              <a:t>Thematic aspects: </a:t>
            </a:r>
            <a:r>
              <a:rPr lang="en-US" sz="2400" dirty="0"/>
              <a:t>Annex IV – EEA</a:t>
            </a:r>
            <a:endParaRPr lang="en-GB" sz="2400" dirty="0"/>
          </a:p>
          <a:p>
            <a:pPr>
              <a:buFontTx/>
              <a:buChar char="-"/>
            </a:pPr>
            <a:r>
              <a:rPr lang="en-GB" sz="2400" dirty="0"/>
              <a:t>Thematic aspects: </a:t>
            </a:r>
            <a:r>
              <a:rPr lang="en-US" sz="2400" dirty="0"/>
              <a:t>Annex XVII </a:t>
            </a:r>
            <a:r>
              <a:rPr lang="en-GB" sz="2400" dirty="0"/>
              <a:t>– EEA</a:t>
            </a:r>
          </a:p>
          <a:p>
            <a:endParaRPr lang="en-GB" sz="2400" dirty="0">
              <a:solidFill>
                <a:schemeClr val="bg1">
                  <a:lumMod val="50000"/>
                </a:schemeClr>
              </a:solidFill>
            </a:endParaRPr>
          </a:p>
          <a:p>
            <a:r>
              <a:rPr lang="en-GB" sz="2400" dirty="0"/>
              <a:t>Real life experience: insight from Spain</a:t>
            </a:r>
          </a:p>
          <a:p>
            <a:pPr marL="0" indent="0">
              <a:buNone/>
            </a:pPr>
            <a:endParaRPr lang="en-GB" sz="2400" dirty="0"/>
          </a:p>
          <a:p>
            <a:pPr marL="0" indent="0">
              <a:buNone/>
            </a:pPr>
            <a:r>
              <a:rPr lang="en-GB" sz="2400" u="sng" dirty="0"/>
              <a:t>How to report</a:t>
            </a:r>
            <a:r>
              <a:rPr lang="en-GB" sz="2400" dirty="0"/>
              <a:t>:</a:t>
            </a:r>
          </a:p>
          <a:p>
            <a:r>
              <a:rPr lang="en-GB" sz="2400" dirty="0"/>
              <a:t>Reportnet 3 – EEA – General intro</a:t>
            </a:r>
            <a:endParaRPr lang="en-GB" sz="2400" dirty="0">
              <a:solidFill>
                <a:schemeClr val="bg1">
                  <a:lumMod val="50000"/>
                </a:schemeClr>
              </a:solidFill>
            </a:endParaRPr>
          </a:p>
          <a:p>
            <a:r>
              <a:rPr lang="en-GB" sz="2400" dirty="0"/>
              <a:t>Exercise - EEA</a:t>
            </a:r>
          </a:p>
        </p:txBody>
      </p:sp>
      <p:sp>
        <p:nvSpPr>
          <p:cNvPr id="3" name="TextBox 2">
            <a:extLst>
              <a:ext uri="{FF2B5EF4-FFF2-40B4-BE49-F238E27FC236}">
                <a16:creationId xmlns:a16="http://schemas.microsoft.com/office/drawing/2014/main" id="{6847CC2B-A0A6-B9AC-1822-2B27247BBE39}"/>
              </a:ext>
            </a:extLst>
          </p:cNvPr>
          <p:cNvSpPr txBox="1"/>
          <p:nvPr/>
        </p:nvSpPr>
        <p:spPr>
          <a:xfrm>
            <a:off x="7212676" y="4495388"/>
            <a:ext cx="4979324" cy="2308324"/>
          </a:xfrm>
          <a:prstGeom prst="rect">
            <a:avLst/>
          </a:prstGeom>
          <a:solidFill>
            <a:schemeClr val="accent6">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Logging in &amp; set-up</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Data input – overview</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Data input – excel import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Data input – excel export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Quality assurance – validations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i="1" dirty="0"/>
              <a:t>Release of data - submission</a:t>
            </a:r>
          </a:p>
        </p:txBody>
      </p:sp>
      <p:cxnSp>
        <p:nvCxnSpPr>
          <p:cNvPr id="5" name="Straight Arrow Connector 4">
            <a:extLst>
              <a:ext uri="{FF2B5EF4-FFF2-40B4-BE49-F238E27FC236}">
                <a16:creationId xmlns:a16="http://schemas.microsoft.com/office/drawing/2014/main" id="{371016BA-C0C2-BC4E-325E-846D90617D27}"/>
              </a:ext>
            </a:extLst>
          </p:cNvPr>
          <p:cNvCxnSpPr>
            <a:cxnSpLocks/>
          </p:cNvCxnSpPr>
          <p:nvPr/>
        </p:nvCxnSpPr>
        <p:spPr>
          <a:xfrm>
            <a:off x="5243848" y="5627868"/>
            <a:ext cx="170430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96763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ADE1CD-0857-0CBF-A83E-94FD911F3DA0}"/>
              </a:ext>
            </a:extLst>
          </p:cNvPr>
          <p:cNvSpPr txBox="1"/>
          <p:nvPr/>
        </p:nvSpPr>
        <p:spPr>
          <a:xfrm>
            <a:off x="434187" y="58968"/>
            <a:ext cx="8582527"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Objective and expected result</a:t>
            </a:r>
            <a:endParaRPr lang="en-DK" dirty="0"/>
          </a:p>
        </p:txBody>
      </p:sp>
      <p:sp>
        <p:nvSpPr>
          <p:cNvPr id="3" name="Content Placeholder 2">
            <a:extLst>
              <a:ext uri="{FF2B5EF4-FFF2-40B4-BE49-F238E27FC236}">
                <a16:creationId xmlns:a16="http://schemas.microsoft.com/office/drawing/2014/main" id="{CE6870DC-F20D-D2C9-CBC4-6E11D9FD83B5}"/>
              </a:ext>
            </a:extLst>
          </p:cNvPr>
          <p:cNvSpPr txBox="1">
            <a:spLocks/>
          </p:cNvSpPr>
          <p:nvPr/>
        </p:nvSpPr>
        <p:spPr>
          <a:xfrm>
            <a:off x="691356" y="1634532"/>
            <a:ext cx="10809287" cy="5223468"/>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4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US" sz="24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US" sz="2400" dirty="0">
              <a:latin typeface="Calibri" panose="020F0502020204030204" pitchFamily="34" charset="0"/>
              <a:cs typeface="Calibri" panose="020F0502020204030204" pitchFamily="34" charset="0"/>
            </a:endParaRPr>
          </a:p>
          <a:p>
            <a:pPr marL="0" indent="0">
              <a:buFont typeface="Arial" panose="020B0604020202020204" pitchFamily="34" charset="0"/>
              <a:buNone/>
            </a:pPr>
            <a:r>
              <a:rPr lang="en-US" sz="2400" dirty="0">
                <a:latin typeface="Calibri" panose="020F0502020204030204" pitchFamily="34" charset="0"/>
                <a:cs typeface="Calibri" panose="020F0502020204030204" pitchFamily="34" charset="0"/>
              </a:rPr>
              <a:t>=&gt; At the end of the session, you will know </a:t>
            </a:r>
            <a:r>
              <a:rPr lang="en-US" sz="2400" b="1" u="sng" dirty="0">
                <a:latin typeface="Calibri" panose="020F0502020204030204" pitchFamily="34" charset="0"/>
                <a:cs typeface="Calibri" panose="020F0502020204030204" pitchFamily="34" charset="0"/>
              </a:rPr>
              <a:t>WHAT</a:t>
            </a:r>
            <a:r>
              <a:rPr lang="en-US" sz="2400" dirty="0">
                <a:latin typeface="Calibri" panose="020F0502020204030204" pitchFamily="34" charset="0"/>
                <a:cs typeface="Calibri" panose="020F0502020204030204" pitchFamily="34" charset="0"/>
              </a:rPr>
              <a:t> to report and </a:t>
            </a:r>
            <a:r>
              <a:rPr lang="en-US" sz="2400" b="1" u="sng" dirty="0">
                <a:latin typeface="Calibri" panose="020F0502020204030204" pitchFamily="34" charset="0"/>
                <a:cs typeface="Calibri" panose="020F0502020204030204" pitchFamily="34" charset="0"/>
              </a:rPr>
              <a:t>HOW</a:t>
            </a:r>
            <a:r>
              <a:rPr lang="en-US" sz="2400" dirty="0">
                <a:latin typeface="Calibri" panose="020F0502020204030204" pitchFamily="34" charset="0"/>
                <a:cs typeface="Calibri" panose="020F0502020204030204" pitchFamily="34" charset="0"/>
              </a:rPr>
              <a:t> to use the templates and the Reportnet 3 platform to report the data on Annex IV and XVII.</a:t>
            </a:r>
            <a:endParaRPr lang="en-GB"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30147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41A2936B-584E-D5BB-A91B-217134D19BE1}"/>
              </a:ext>
            </a:extLst>
          </p:cNvPr>
          <p:cNvSpPr txBox="1">
            <a:spLocks/>
          </p:cNvSpPr>
          <p:nvPr/>
        </p:nvSpPr>
        <p:spPr>
          <a:xfrm>
            <a:off x="598714" y="1431923"/>
            <a:ext cx="10905027" cy="4818641"/>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latin typeface="Calibri" panose="020F0502020204030204" pitchFamily="34" charset="0"/>
                <a:cs typeface="Calibri" panose="020F0502020204030204" pitchFamily="34" charset="0"/>
              </a:rPr>
              <a:t>Your speakers for this meeting:</a:t>
            </a:r>
          </a:p>
          <a:p>
            <a:endParaRPr lang="fr-FR" sz="2400" dirty="0">
              <a:latin typeface="Calibri" panose="020F0502020204030204" pitchFamily="34" charset="0"/>
              <a:cs typeface="Calibri" panose="020F0502020204030204" pitchFamily="34" charset="0"/>
            </a:endParaRPr>
          </a:p>
          <a:p>
            <a:r>
              <a:rPr lang="fr-FR" sz="2400" dirty="0">
                <a:latin typeface="Calibri" panose="020F0502020204030204" pitchFamily="34" charset="0"/>
                <a:cs typeface="Calibri" panose="020F0502020204030204" pitchFamily="34" charset="0"/>
              </a:rPr>
              <a:t>Stéphane QUEFELEC – EEA – Climate </a:t>
            </a:r>
            <a:r>
              <a:rPr lang="fr-FR" sz="2400" dirty="0" err="1">
                <a:latin typeface="Calibri" panose="020F0502020204030204" pitchFamily="34" charset="0"/>
                <a:cs typeface="Calibri" panose="020F0502020204030204" pitchFamily="34" charset="0"/>
              </a:rPr>
              <a:t>Neutrality</a:t>
            </a:r>
            <a:r>
              <a:rPr lang="fr-FR" sz="2400" dirty="0">
                <a:latin typeface="Calibri" panose="020F0502020204030204" pitchFamily="34" charset="0"/>
                <a:cs typeface="Calibri" panose="020F0502020204030204" pitchFamily="34" charset="0"/>
              </a:rPr>
              <a:t>, Energy and </a:t>
            </a:r>
            <a:r>
              <a:rPr lang="fr-FR" sz="2400" dirty="0" err="1">
                <a:latin typeface="Calibri" panose="020F0502020204030204" pitchFamily="34" charset="0"/>
                <a:cs typeface="Calibri" panose="020F0502020204030204" pitchFamily="34" charset="0"/>
              </a:rPr>
              <a:t>Mobility</a:t>
            </a:r>
            <a:r>
              <a:rPr lang="fr-FR" sz="2400" dirty="0">
                <a:latin typeface="Calibri" panose="020F0502020204030204" pitchFamily="34" charset="0"/>
                <a:cs typeface="Calibri" panose="020F0502020204030204" pitchFamily="34" charset="0"/>
              </a:rPr>
              <a:t> (EEA/CMT 1)</a:t>
            </a:r>
          </a:p>
          <a:p>
            <a:r>
              <a:rPr lang="en-US" sz="2400" dirty="0"/>
              <a:t>Sofía Rodríguez Pita – Spain – Lead Reporter – Annex IV and XVII</a:t>
            </a:r>
            <a:endParaRPr lang="fr-FR" sz="2400" dirty="0">
              <a:latin typeface="Calibri" panose="020F0502020204030204" pitchFamily="34" charset="0"/>
              <a:cs typeface="Calibri" panose="020F0502020204030204" pitchFamily="34" charset="0"/>
            </a:endParaRPr>
          </a:p>
          <a:p>
            <a:pPr marL="0" indent="0">
              <a:buNone/>
            </a:pPr>
            <a:endParaRPr lang="fr-FR" sz="2400" dirty="0">
              <a:latin typeface="Calibri" panose="020F0502020204030204" pitchFamily="34" charset="0"/>
              <a:cs typeface="Calibri" panose="020F0502020204030204" pitchFamily="34" charset="0"/>
            </a:endParaRPr>
          </a:p>
          <a:p>
            <a:endParaRPr lang="fr-FR" sz="2400" dirty="0">
              <a:latin typeface="Calibri" panose="020F0502020204030204" pitchFamily="34" charset="0"/>
              <a:cs typeface="Calibri" panose="020F0502020204030204" pitchFamily="34" charset="0"/>
            </a:endParaRPr>
          </a:p>
          <a:p>
            <a:endParaRPr lang="fr-FR" sz="2400" dirty="0">
              <a:latin typeface="Calibri" panose="020F0502020204030204" pitchFamily="34" charset="0"/>
              <a:cs typeface="Calibri" panose="020F0502020204030204" pitchFamily="34" charset="0"/>
            </a:endParaRPr>
          </a:p>
          <a:p>
            <a:endParaRPr lang="fr-FR" sz="24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GB" sz="2400" dirty="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GB" sz="2400" dirty="0">
              <a:latin typeface="Calibri" panose="020F0502020204030204" pitchFamily="34" charset="0"/>
              <a:cs typeface="Calibri" panose="020F0502020204030204" pitchFamily="34" charset="0"/>
            </a:endParaRPr>
          </a:p>
        </p:txBody>
      </p:sp>
      <p:sp>
        <p:nvSpPr>
          <p:cNvPr id="3" name="Text Placeholder 1">
            <a:extLst>
              <a:ext uri="{FF2B5EF4-FFF2-40B4-BE49-F238E27FC236}">
                <a16:creationId xmlns:a16="http://schemas.microsoft.com/office/drawing/2014/main" id="{4F1EA2F5-C47E-B592-C170-DA6B5525ECBA}"/>
              </a:ext>
            </a:extLst>
          </p:cNvPr>
          <p:cNvSpPr txBox="1">
            <a:spLocks/>
          </p:cNvSpPr>
          <p:nvPr/>
        </p:nvSpPr>
        <p:spPr>
          <a:xfrm>
            <a:off x="468000" y="36000"/>
            <a:ext cx="11246369" cy="676111"/>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fr-FR" dirty="0" err="1"/>
              <a:t>Welcome</a:t>
            </a:r>
            <a:endParaRPr lang="en-GB" dirty="0"/>
          </a:p>
        </p:txBody>
      </p:sp>
    </p:spTree>
    <p:extLst>
      <p:ext uri="{BB962C8B-B14F-4D97-AF65-F5344CB8AC3E}">
        <p14:creationId xmlns:p14="http://schemas.microsoft.com/office/powerpoint/2010/main" val="4230210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C9A36-EBA6-B280-5B2D-E0B4FF6E29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BEF9EF-3BCB-B6A0-1F53-09427CF8B916}"/>
              </a:ext>
            </a:extLst>
          </p:cNvPr>
          <p:cNvSpPr txBox="1"/>
          <p:nvPr/>
        </p:nvSpPr>
        <p:spPr>
          <a:xfrm>
            <a:off x="2659071" y="3429000"/>
            <a:ext cx="6873868" cy="830997"/>
          </a:xfrm>
          <a:prstGeom prst="rect">
            <a:avLst/>
          </a:prstGeom>
          <a:noFill/>
        </p:spPr>
        <p:txBody>
          <a:bodyPr wrap="none" rtlCol="0">
            <a:spAutoFit/>
          </a:bodyPr>
          <a:lstStyle/>
          <a:p>
            <a:pPr algn="ctr"/>
            <a:r>
              <a:rPr lang="en-US" sz="2400" b="1" dirty="0">
                <a:solidFill>
                  <a:schemeClr val="bg1"/>
                </a:solidFill>
              </a:rPr>
              <a:t>National Energy and Climate Progress Reporting</a:t>
            </a:r>
          </a:p>
          <a:p>
            <a:pPr algn="ctr"/>
            <a:r>
              <a:rPr lang="en-GB" sz="2400" b="1" dirty="0">
                <a:solidFill>
                  <a:schemeClr val="bg1"/>
                </a:solidFill>
              </a:rPr>
              <a:t> </a:t>
            </a:r>
            <a:r>
              <a:rPr lang="en-GB" b="1" i="1" dirty="0">
                <a:solidFill>
                  <a:schemeClr val="bg1"/>
                </a:solidFill>
              </a:rPr>
              <a:t>Context</a:t>
            </a:r>
          </a:p>
        </p:txBody>
      </p:sp>
      <p:pic>
        <p:nvPicPr>
          <p:cNvPr id="5" name="Graphic 4" descr="Door Open with solid fill">
            <a:extLst>
              <a:ext uri="{FF2B5EF4-FFF2-40B4-BE49-F238E27FC236}">
                <a16:creationId xmlns:a16="http://schemas.microsoft.com/office/drawing/2014/main" id="{6DB8942D-3190-BB96-7A69-6B9A9E8150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4849" y="1546698"/>
            <a:ext cx="1882302" cy="1882302"/>
          </a:xfrm>
          <a:prstGeom prst="rect">
            <a:avLst/>
          </a:prstGeom>
        </p:spPr>
      </p:pic>
    </p:spTree>
    <p:extLst>
      <p:ext uri="{BB962C8B-B14F-4D97-AF65-F5344CB8AC3E}">
        <p14:creationId xmlns:p14="http://schemas.microsoft.com/office/powerpoint/2010/main" val="906000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80E14E01-CE70-4529-921B-AF8CEA6D63CD}"/>
              </a:ext>
            </a:extLst>
          </p:cNvPr>
          <p:cNvSpPr txBox="1"/>
          <p:nvPr/>
        </p:nvSpPr>
        <p:spPr>
          <a:xfrm>
            <a:off x="103746" y="88288"/>
            <a:ext cx="12088253" cy="584775"/>
          </a:xfrm>
          <a:prstGeom prst="rect">
            <a:avLst/>
          </a:prstGeom>
          <a:noFill/>
        </p:spPr>
        <p:txBody>
          <a:bodyPr wrap="square" rtlCol="0">
            <a:spAutoFit/>
          </a:bodyPr>
          <a:lstStyle/>
          <a:p>
            <a:r>
              <a:rPr lang="en-GB" sz="3200" b="1" dirty="0">
                <a:solidFill>
                  <a:srgbClr val="002060"/>
                </a:solidFill>
                <a:latin typeface="Calibri" panose="020F0502020204030204"/>
              </a:rPr>
              <a:t>The Adapted Governance Regulation: </a:t>
            </a:r>
            <a:r>
              <a:rPr lang="en-GB" sz="3200" dirty="0">
                <a:solidFill>
                  <a:srgbClr val="002060"/>
                </a:solidFill>
                <a:latin typeface="Calibri" panose="020F0502020204030204"/>
              </a:rPr>
              <a:t>planning &amp; reporting</a:t>
            </a:r>
            <a:endParaRPr lang="en-DK" sz="3200" dirty="0">
              <a:solidFill>
                <a:srgbClr val="002060"/>
              </a:solidFill>
              <a:latin typeface="Calibri" panose="020F0502020204030204"/>
            </a:endParaRPr>
          </a:p>
        </p:txBody>
      </p:sp>
      <p:sp>
        <p:nvSpPr>
          <p:cNvPr id="20" name="TextBox 19">
            <a:extLst>
              <a:ext uri="{FF2B5EF4-FFF2-40B4-BE49-F238E27FC236}">
                <a16:creationId xmlns:a16="http://schemas.microsoft.com/office/drawing/2014/main" id="{15D1C6FB-A66C-B430-0693-DFC447FD2A2E}"/>
              </a:ext>
            </a:extLst>
          </p:cNvPr>
          <p:cNvSpPr txBox="1"/>
          <p:nvPr/>
        </p:nvSpPr>
        <p:spPr>
          <a:xfrm>
            <a:off x="1345732" y="3348574"/>
            <a:ext cx="4468254" cy="1938992"/>
          </a:xfrm>
          <a:prstGeom prst="rect">
            <a:avLst/>
          </a:prstGeom>
          <a:noFill/>
        </p:spPr>
        <p:txBody>
          <a:bodyPr wrap="square" rtlCol="0">
            <a:spAutoFit/>
          </a:bodyPr>
          <a:lstStyle/>
          <a:p>
            <a:pPr algn="ctr"/>
            <a:r>
              <a:rPr lang="en-GB" sz="2400" i="1" dirty="0"/>
              <a:t>National Energy and Climate Plans</a:t>
            </a:r>
          </a:p>
          <a:p>
            <a:pPr algn="ctr"/>
            <a:r>
              <a:rPr lang="en-GB" sz="2400" b="1" i="1" dirty="0">
                <a:solidFill>
                  <a:schemeClr val="accent1"/>
                </a:solidFill>
              </a:rPr>
              <a:t>(NECP)</a:t>
            </a:r>
          </a:p>
          <a:p>
            <a:pPr algn="ctr"/>
            <a:r>
              <a:rPr lang="en-GB" sz="2400" dirty="0">
                <a:solidFill>
                  <a:schemeClr val="accent1"/>
                </a:solidFill>
              </a:rPr>
              <a:t>2018/9 &amp; 2023/4 (+10yr)</a:t>
            </a:r>
          </a:p>
          <a:p>
            <a:pPr algn="ctr"/>
            <a:r>
              <a:rPr lang="en-GB" sz="2400" dirty="0">
                <a:solidFill>
                  <a:schemeClr val="accent1"/>
                </a:solidFill>
              </a:rPr>
              <a:t>(………….+5 yr)</a:t>
            </a:r>
          </a:p>
        </p:txBody>
      </p:sp>
      <p:sp>
        <p:nvSpPr>
          <p:cNvPr id="2" name="TextBox 1">
            <a:extLst>
              <a:ext uri="{FF2B5EF4-FFF2-40B4-BE49-F238E27FC236}">
                <a16:creationId xmlns:a16="http://schemas.microsoft.com/office/drawing/2014/main" id="{3FACE587-274D-DD47-FB88-C2FFC91EEE33}"/>
              </a:ext>
            </a:extLst>
          </p:cNvPr>
          <p:cNvSpPr txBox="1"/>
          <p:nvPr/>
        </p:nvSpPr>
        <p:spPr>
          <a:xfrm>
            <a:off x="838330" y="6192137"/>
            <a:ext cx="5644109" cy="338554"/>
          </a:xfrm>
          <a:prstGeom prst="rect">
            <a:avLst/>
          </a:prstGeom>
          <a:noFill/>
        </p:spPr>
        <p:txBody>
          <a:bodyPr wrap="none" rtlCol="0">
            <a:spAutoFit/>
          </a:bodyPr>
          <a:lstStyle/>
          <a:p>
            <a:r>
              <a:rPr lang="en-US" sz="1600" dirty="0"/>
              <a:t>Adapted Governance Regulation 2018/1999: Article 3, 9, 14, 17</a:t>
            </a:r>
            <a:endParaRPr lang="LID4096" sz="1600" dirty="0"/>
          </a:p>
        </p:txBody>
      </p:sp>
      <p:pic>
        <p:nvPicPr>
          <p:cNvPr id="4" name="Graphic 3" descr="Clipboard Partially Checked with solid fill">
            <a:extLst>
              <a:ext uri="{FF2B5EF4-FFF2-40B4-BE49-F238E27FC236}">
                <a16:creationId xmlns:a16="http://schemas.microsoft.com/office/drawing/2014/main" id="{064B5A0F-DD7A-151F-9AEC-A9EF17AFB8C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63094" y="1996133"/>
            <a:ext cx="1298584" cy="1298584"/>
          </a:xfrm>
          <a:prstGeom prst="rect">
            <a:avLst/>
          </a:prstGeom>
        </p:spPr>
      </p:pic>
      <p:pic>
        <p:nvPicPr>
          <p:cNvPr id="6" name="Graphic 5" descr="Playbook with solid fill">
            <a:extLst>
              <a:ext uri="{FF2B5EF4-FFF2-40B4-BE49-F238E27FC236}">
                <a16:creationId xmlns:a16="http://schemas.microsoft.com/office/drawing/2014/main" id="{25D9C1E6-811F-85FF-5A51-9504D3CB12C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30322" y="2049990"/>
            <a:ext cx="1298584" cy="1298584"/>
          </a:xfrm>
          <a:prstGeom prst="rect">
            <a:avLst/>
          </a:prstGeom>
        </p:spPr>
      </p:pic>
      <p:sp>
        <p:nvSpPr>
          <p:cNvPr id="7" name="TextBox 6">
            <a:extLst>
              <a:ext uri="{FF2B5EF4-FFF2-40B4-BE49-F238E27FC236}">
                <a16:creationId xmlns:a16="http://schemas.microsoft.com/office/drawing/2014/main" id="{08CAF7A7-0962-A543-2025-0EA1C48ABF17}"/>
              </a:ext>
            </a:extLst>
          </p:cNvPr>
          <p:cNvSpPr txBox="1"/>
          <p:nvPr/>
        </p:nvSpPr>
        <p:spPr>
          <a:xfrm>
            <a:off x="6247634" y="3372206"/>
            <a:ext cx="4991496" cy="1569660"/>
          </a:xfrm>
          <a:prstGeom prst="rect">
            <a:avLst/>
          </a:prstGeom>
          <a:noFill/>
        </p:spPr>
        <p:txBody>
          <a:bodyPr wrap="square" rtlCol="0">
            <a:spAutoFit/>
          </a:bodyPr>
          <a:lstStyle/>
          <a:p>
            <a:pPr algn="ctr"/>
            <a:r>
              <a:rPr lang="en-GB" sz="2400" i="1" dirty="0"/>
              <a:t>National Energy and Climate Progress Report</a:t>
            </a:r>
          </a:p>
          <a:p>
            <a:pPr algn="ctr"/>
            <a:r>
              <a:rPr lang="en-GB" sz="2400" b="1" i="1" dirty="0">
                <a:solidFill>
                  <a:schemeClr val="accent2"/>
                </a:solidFill>
              </a:rPr>
              <a:t>(NECPR)</a:t>
            </a:r>
          </a:p>
          <a:p>
            <a:pPr algn="ctr"/>
            <a:r>
              <a:rPr lang="en-GB" sz="2400" dirty="0">
                <a:solidFill>
                  <a:schemeClr val="accent2"/>
                </a:solidFill>
              </a:rPr>
              <a:t>15 Mar. 2025 (+2yrs)</a:t>
            </a:r>
          </a:p>
        </p:txBody>
      </p:sp>
      <p:pic>
        <p:nvPicPr>
          <p:cNvPr id="9" name="Graphic 8" descr="Research with solid fill">
            <a:extLst>
              <a:ext uri="{FF2B5EF4-FFF2-40B4-BE49-F238E27FC236}">
                <a16:creationId xmlns:a16="http://schemas.microsoft.com/office/drawing/2014/main" id="{A76E5EF0-6151-E8D3-227B-FF85B3D72C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20139" y="1538933"/>
            <a:ext cx="914400" cy="914400"/>
          </a:xfrm>
          <a:prstGeom prst="rect">
            <a:avLst/>
          </a:prstGeom>
        </p:spPr>
      </p:pic>
      <p:sp>
        <p:nvSpPr>
          <p:cNvPr id="10" name="Arrow: Curved Left 9">
            <a:extLst>
              <a:ext uri="{FF2B5EF4-FFF2-40B4-BE49-F238E27FC236}">
                <a16:creationId xmlns:a16="http://schemas.microsoft.com/office/drawing/2014/main" id="{83DD22BE-949D-BF97-88F5-05C70286F11B}"/>
              </a:ext>
            </a:extLst>
          </p:cNvPr>
          <p:cNvSpPr/>
          <p:nvPr/>
        </p:nvSpPr>
        <p:spPr>
          <a:xfrm rot="16200000" flipV="1">
            <a:off x="5290745" y="396937"/>
            <a:ext cx="865870" cy="2401376"/>
          </a:xfrm>
          <a:prstGeom prst="curvedLeftArrow">
            <a:avLst>
              <a:gd name="adj1" fmla="val 12574"/>
              <a:gd name="adj2" fmla="val 45224"/>
              <a:gd name="adj3" fmla="val 25000"/>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solidFill>
                <a:schemeClr val="tx1"/>
              </a:solidFill>
            </a:endParaRPr>
          </a:p>
        </p:txBody>
      </p:sp>
    </p:spTree>
    <p:extLst>
      <p:ext uri="{BB962C8B-B14F-4D97-AF65-F5344CB8AC3E}">
        <p14:creationId xmlns:p14="http://schemas.microsoft.com/office/powerpoint/2010/main" val="561390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ACE587-274D-DD47-FB88-C2FFC91EEE33}"/>
              </a:ext>
            </a:extLst>
          </p:cNvPr>
          <p:cNvSpPr txBox="1"/>
          <p:nvPr/>
        </p:nvSpPr>
        <p:spPr>
          <a:xfrm>
            <a:off x="838330" y="6192137"/>
            <a:ext cx="1228350" cy="338554"/>
          </a:xfrm>
          <a:prstGeom prst="rect">
            <a:avLst/>
          </a:prstGeom>
          <a:noFill/>
        </p:spPr>
        <p:txBody>
          <a:bodyPr wrap="none" rtlCol="0">
            <a:spAutoFit/>
          </a:bodyPr>
          <a:lstStyle/>
          <a:p>
            <a:r>
              <a:rPr lang="en-US" sz="1600" dirty="0">
                <a:hlinkClick r:id="rId3"/>
              </a:rPr>
              <a:t>Reportnet 3</a:t>
            </a:r>
            <a:endParaRPr lang="LID4096" sz="1600" dirty="0"/>
          </a:p>
        </p:txBody>
      </p:sp>
      <p:sp>
        <p:nvSpPr>
          <p:cNvPr id="32" name="Rectangle 31">
            <a:extLst>
              <a:ext uri="{FF2B5EF4-FFF2-40B4-BE49-F238E27FC236}">
                <a16:creationId xmlns:a16="http://schemas.microsoft.com/office/drawing/2014/main" id="{8B23EA60-874E-8EE6-A5E7-FE6C349AFF77}"/>
              </a:ext>
            </a:extLst>
          </p:cNvPr>
          <p:cNvSpPr/>
          <p:nvPr/>
        </p:nvSpPr>
        <p:spPr>
          <a:xfrm>
            <a:off x="1294756" y="3000823"/>
            <a:ext cx="2195457" cy="835159"/>
          </a:xfrm>
          <a:prstGeom prst="rect">
            <a:avLst/>
          </a:prstGeom>
          <a:solidFill>
            <a:schemeClr val="accent1">
              <a:lumMod val="60000"/>
              <a:lumOff val="40000"/>
            </a:schemeClr>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GHG progress to targets</a:t>
            </a:r>
          </a:p>
          <a:p>
            <a:pPr algn="ctr"/>
            <a:r>
              <a:rPr lang="en-US" sz="1600" dirty="0">
                <a:solidFill>
                  <a:schemeClr val="tx1"/>
                </a:solidFill>
              </a:rPr>
              <a:t>Annex I</a:t>
            </a:r>
            <a:endParaRPr lang="en-DK" sz="1600" dirty="0">
              <a:solidFill>
                <a:schemeClr val="tx1"/>
              </a:solidFill>
            </a:endParaRPr>
          </a:p>
        </p:txBody>
      </p:sp>
      <p:sp>
        <p:nvSpPr>
          <p:cNvPr id="34" name="Rectangle 33">
            <a:extLst>
              <a:ext uri="{FF2B5EF4-FFF2-40B4-BE49-F238E27FC236}">
                <a16:creationId xmlns:a16="http://schemas.microsoft.com/office/drawing/2014/main" id="{FA614E64-3860-3140-BF60-4DEF487CC587}"/>
              </a:ext>
            </a:extLst>
          </p:cNvPr>
          <p:cNvSpPr/>
          <p:nvPr/>
        </p:nvSpPr>
        <p:spPr>
          <a:xfrm>
            <a:off x="3732630" y="3000822"/>
            <a:ext cx="2195457" cy="835159"/>
          </a:xfrm>
          <a:prstGeom prst="rect">
            <a:avLst/>
          </a:prstGeom>
          <a:solidFill>
            <a:schemeClr val="accent1">
              <a:lumMod val="60000"/>
              <a:lumOff val="40000"/>
            </a:schemeClr>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Renewables progress to targets</a:t>
            </a:r>
          </a:p>
          <a:p>
            <a:pPr algn="ctr"/>
            <a:r>
              <a:rPr lang="en-US" sz="1600" dirty="0">
                <a:solidFill>
                  <a:schemeClr val="tx1"/>
                </a:solidFill>
              </a:rPr>
              <a:t>Annex II</a:t>
            </a:r>
            <a:endParaRPr lang="en-DK" sz="1600" dirty="0">
              <a:solidFill>
                <a:schemeClr val="tx1"/>
              </a:solidFill>
            </a:endParaRPr>
          </a:p>
        </p:txBody>
      </p:sp>
      <p:sp>
        <p:nvSpPr>
          <p:cNvPr id="35" name="Rectangle 34">
            <a:extLst>
              <a:ext uri="{FF2B5EF4-FFF2-40B4-BE49-F238E27FC236}">
                <a16:creationId xmlns:a16="http://schemas.microsoft.com/office/drawing/2014/main" id="{F845D640-FA65-863E-EC1E-BADA68659DA8}"/>
              </a:ext>
            </a:extLst>
          </p:cNvPr>
          <p:cNvSpPr/>
          <p:nvPr/>
        </p:nvSpPr>
        <p:spPr>
          <a:xfrm>
            <a:off x="6170504" y="3026631"/>
            <a:ext cx="2195457" cy="835159"/>
          </a:xfrm>
          <a:prstGeom prst="rect">
            <a:avLst/>
          </a:prstGeom>
          <a:solidFill>
            <a:schemeClr val="accent1">
              <a:lumMod val="60000"/>
              <a:lumOff val="40000"/>
            </a:schemeClr>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Energy efficiency progress to targets</a:t>
            </a:r>
          </a:p>
          <a:p>
            <a:pPr algn="ctr"/>
            <a:r>
              <a:rPr lang="en-US" sz="1600" dirty="0">
                <a:solidFill>
                  <a:schemeClr val="tx1"/>
                </a:solidFill>
              </a:rPr>
              <a:t>Annex IV</a:t>
            </a:r>
            <a:endParaRPr lang="en-DK" sz="1600" dirty="0">
              <a:solidFill>
                <a:schemeClr val="tx1"/>
              </a:solidFill>
            </a:endParaRPr>
          </a:p>
        </p:txBody>
      </p:sp>
      <p:sp>
        <p:nvSpPr>
          <p:cNvPr id="36" name="Rectangle 35">
            <a:extLst>
              <a:ext uri="{FF2B5EF4-FFF2-40B4-BE49-F238E27FC236}">
                <a16:creationId xmlns:a16="http://schemas.microsoft.com/office/drawing/2014/main" id="{C3C9F5A5-A7DD-5EDE-7317-A7D9A7265803}"/>
              </a:ext>
            </a:extLst>
          </p:cNvPr>
          <p:cNvSpPr/>
          <p:nvPr/>
        </p:nvSpPr>
        <p:spPr>
          <a:xfrm>
            <a:off x="3732630" y="4166900"/>
            <a:ext cx="2195457" cy="835159"/>
          </a:xfrm>
          <a:prstGeom prst="rect">
            <a:avLst/>
          </a:prstGeom>
          <a:solidFill>
            <a:schemeClr val="accent1">
              <a:lumMod val="60000"/>
              <a:lumOff val="40000"/>
            </a:schemeClr>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Renewables additional obligations</a:t>
            </a:r>
          </a:p>
          <a:p>
            <a:pPr algn="ctr"/>
            <a:r>
              <a:rPr lang="en-US" sz="1600" dirty="0">
                <a:solidFill>
                  <a:schemeClr val="tx1"/>
                </a:solidFill>
              </a:rPr>
              <a:t>Annex XVI</a:t>
            </a:r>
            <a:endParaRPr lang="en-DK" sz="1600" dirty="0">
              <a:solidFill>
                <a:schemeClr val="tx1"/>
              </a:solidFill>
            </a:endParaRPr>
          </a:p>
        </p:txBody>
      </p:sp>
      <p:sp>
        <p:nvSpPr>
          <p:cNvPr id="37" name="Rectangle 36">
            <a:extLst>
              <a:ext uri="{FF2B5EF4-FFF2-40B4-BE49-F238E27FC236}">
                <a16:creationId xmlns:a16="http://schemas.microsoft.com/office/drawing/2014/main" id="{71A597C4-012A-580B-1C6B-E7C3A7DE14AF}"/>
              </a:ext>
            </a:extLst>
          </p:cNvPr>
          <p:cNvSpPr/>
          <p:nvPr/>
        </p:nvSpPr>
        <p:spPr>
          <a:xfrm>
            <a:off x="6170504" y="4166899"/>
            <a:ext cx="2195457" cy="835159"/>
          </a:xfrm>
          <a:prstGeom prst="rect">
            <a:avLst/>
          </a:prstGeom>
          <a:solidFill>
            <a:schemeClr val="accent1">
              <a:lumMod val="60000"/>
              <a:lumOff val="40000"/>
            </a:schemeClr>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Energy efficiency additional obligations</a:t>
            </a:r>
          </a:p>
          <a:p>
            <a:pPr algn="ctr"/>
            <a:r>
              <a:rPr lang="en-US" sz="1600" dirty="0">
                <a:solidFill>
                  <a:schemeClr val="tx1"/>
                </a:solidFill>
              </a:rPr>
              <a:t>Annex XVII</a:t>
            </a:r>
            <a:endParaRPr lang="en-DK" sz="1600" dirty="0">
              <a:solidFill>
                <a:schemeClr val="tx1"/>
              </a:solidFill>
            </a:endParaRPr>
          </a:p>
        </p:txBody>
      </p:sp>
      <p:pic>
        <p:nvPicPr>
          <p:cNvPr id="42" name="Picture 41">
            <a:extLst>
              <a:ext uri="{FF2B5EF4-FFF2-40B4-BE49-F238E27FC236}">
                <a16:creationId xmlns:a16="http://schemas.microsoft.com/office/drawing/2014/main" id="{8E91CD0C-9AFA-193D-7374-BE95AB08EE84}"/>
              </a:ext>
            </a:extLst>
          </p:cNvPr>
          <p:cNvPicPr>
            <a:picLocks noChangeAspect="1"/>
          </p:cNvPicPr>
          <p:nvPr/>
        </p:nvPicPr>
        <p:blipFill>
          <a:blip r:embed="rId4"/>
          <a:stretch>
            <a:fillRect/>
          </a:stretch>
        </p:blipFill>
        <p:spPr>
          <a:xfrm>
            <a:off x="0" y="861658"/>
            <a:ext cx="11355385" cy="533474"/>
          </a:xfrm>
          <a:prstGeom prst="rect">
            <a:avLst/>
          </a:prstGeom>
        </p:spPr>
      </p:pic>
      <p:pic>
        <p:nvPicPr>
          <p:cNvPr id="43" name="Picture 42">
            <a:extLst>
              <a:ext uri="{FF2B5EF4-FFF2-40B4-BE49-F238E27FC236}">
                <a16:creationId xmlns:a16="http://schemas.microsoft.com/office/drawing/2014/main" id="{9EF95DEA-0AF5-1339-A956-67004E87DD74}"/>
              </a:ext>
            </a:extLst>
          </p:cNvPr>
          <p:cNvPicPr>
            <a:picLocks noChangeAspect="1"/>
          </p:cNvPicPr>
          <p:nvPr/>
        </p:nvPicPr>
        <p:blipFill rotWithShape="1">
          <a:blip r:embed="rId4"/>
          <a:srcRect l="79853" r="7922"/>
          <a:stretch/>
        </p:blipFill>
        <p:spPr>
          <a:xfrm>
            <a:off x="10803835" y="861658"/>
            <a:ext cx="1388165" cy="533474"/>
          </a:xfrm>
          <a:prstGeom prst="rect">
            <a:avLst/>
          </a:prstGeom>
        </p:spPr>
      </p:pic>
      <p:sp>
        <p:nvSpPr>
          <p:cNvPr id="44" name="Rectangle 43">
            <a:extLst>
              <a:ext uri="{FF2B5EF4-FFF2-40B4-BE49-F238E27FC236}">
                <a16:creationId xmlns:a16="http://schemas.microsoft.com/office/drawing/2014/main" id="{0232D766-9288-F75D-C9E3-3962F73D265E}"/>
              </a:ext>
            </a:extLst>
          </p:cNvPr>
          <p:cNvSpPr/>
          <p:nvPr/>
        </p:nvSpPr>
        <p:spPr>
          <a:xfrm>
            <a:off x="1294755" y="1726051"/>
            <a:ext cx="9509080" cy="976510"/>
          </a:xfrm>
          <a:prstGeom prst="rect">
            <a:avLst/>
          </a:prstGeom>
          <a:solidFill>
            <a:schemeClr val="accent3">
              <a:lumMod val="20000"/>
              <a:lumOff val="80000"/>
            </a:schemeClr>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u="sng" dirty="0">
                <a:solidFill>
                  <a:schemeClr val="tx1"/>
                </a:solidFill>
              </a:rPr>
              <a:t>Dataflow</a:t>
            </a:r>
            <a:r>
              <a:rPr lang="en-US" sz="2000" b="1" dirty="0">
                <a:solidFill>
                  <a:schemeClr val="tx1"/>
                </a:solidFill>
              </a:rPr>
              <a:t> </a:t>
            </a:r>
            <a:r>
              <a:rPr lang="en-US" sz="2000" dirty="0">
                <a:solidFill>
                  <a:schemeClr val="tx1"/>
                </a:solidFill>
              </a:rPr>
              <a:t>= </a:t>
            </a:r>
            <a:r>
              <a:rPr lang="en-US" sz="2000" i="1" dirty="0">
                <a:solidFill>
                  <a:schemeClr val="tx1"/>
                </a:solidFill>
              </a:rPr>
              <a:t>a </a:t>
            </a:r>
            <a:r>
              <a:rPr lang="en-US" sz="2000" b="1" i="1" dirty="0">
                <a:solidFill>
                  <a:schemeClr val="tx1"/>
                </a:solidFill>
              </a:rPr>
              <a:t>survey within the reporting platform </a:t>
            </a:r>
            <a:r>
              <a:rPr lang="en-US" sz="2000" i="1" dirty="0">
                <a:solidFill>
                  <a:schemeClr val="tx1"/>
                </a:solidFill>
              </a:rPr>
              <a:t>containing information from particular reporting obligation(s) </a:t>
            </a:r>
            <a:r>
              <a:rPr lang="en-US" sz="2000" b="1" i="1" dirty="0">
                <a:solidFill>
                  <a:schemeClr val="tx1"/>
                </a:solidFill>
              </a:rPr>
              <a:t>which can be submitted independently</a:t>
            </a:r>
            <a:r>
              <a:rPr lang="en-US" sz="2000" i="1" dirty="0">
                <a:solidFill>
                  <a:schemeClr val="tx1"/>
                </a:solidFill>
              </a:rPr>
              <a:t> from other obligations</a:t>
            </a:r>
            <a:r>
              <a:rPr lang="en-US" sz="2000" dirty="0">
                <a:solidFill>
                  <a:schemeClr val="tx1"/>
                </a:solidFill>
              </a:rPr>
              <a:t>.</a:t>
            </a:r>
            <a:endParaRPr lang="en-DK" sz="2000" b="1" dirty="0">
              <a:solidFill>
                <a:schemeClr val="tx1"/>
              </a:solidFill>
            </a:endParaRPr>
          </a:p>
        </p:txBody>
      </p:sp>
      <p:pic>
        <p:nvPicPr>
          <p:cNvPr id="46" name="Picture 45">
            <a:extLst>
              <a:ext uri="{FF2B5EF4-FFF2-40B4-BE49-F238E27FC236}">
                <a16:creationId xmlns:a16="http://schemas.microsoft.com/office/drawing/2014/main" id="{B85F63D1-24D3-54B8-65B5-59711CA35633}"/>
              </a:ext>
            </a:extLst>
          </p:cNvPr>
          <p:cNvPicPr>
            <a:picLocks noChangeAspect="1"/>
          </p:cNvPicPr>
          <p:nvPr/>
        </p:nvPicPr>
        <p:blipFill>
          <a:blip r:embed="rId5"/>
          <a:stretch>
            <a:fillRect/>
          </a:stretch>
        </p:blipFill>
        <p:spPr>
          <a:xfrm>
            <a:off x="1698397" y="2975899"/>
            <a:ext cx="4229690" cy="3267531"/>
          </a:xfrm>
          <a:prstGeom prst="rect">
            <a:avLst/>
          </a:prstGeom>
        </p:spPr>
      </p:pic>
      <p:pic>
        <p:nvPicPr>
          <p:cNvPr id="48" name="Picture 47">
            <a:extLst>
              <a:ext uri="{FF2B5EF4-FFF2-40B4-BE49-F238E27FC236}">
                <a16:creationId xmlns:a16="http://schemas.microsoft.com/office/drawing/2014/main" id="{3C12AB99-A6B8-4726-54E0-2A95F24C2D76}"/>
              </a:ext>
            </a:extLst>
          </p:cNvPr>
          <p:cNvPicPr>
            <a:picLocks noChangeAspect="1"/>
          </p:cNvPicPr>
          <p:nvPr/>
        </p:nvPicPr>
        <p:blipFill>
          <a:blip r:embed="rId6"/>
          <a:stretch>
            <a:fillRect/>
          </a:stretch>
        </p:blipFill>
        <p:spPr>
          <a:xfrm>
            <a:off x="6170504" y="3000822"/>
            <a:ext cx="4248743" cy="3258005"/>
          </a:xfrm>
          <a:prstGeom prst="rect">
            <a:avLst/>
          </a:prstGeom>
        </p:spPr>
      </p:pic>
      <p:sp>
        <p:nvSpPr>
          <p:cNvPr id="3" name="TextBox 2">
            <a:extLst>
              <a:ext uri="{FF2B5EF4-FFF2-40B4-BE49-F238E27FC236}">
                <a16:creationId xmlns:a16="http://schemas.microsoft.com/office/drawing/2014/main" id="{23FDD192-5592-8BC4-056B-8E50428C0A39}"/>
              </a:ext>
            </a:extLst>
          </p:cNvPr>
          <p:cNvSpPr txBox="1"/>
          <p:nvPr/>
        </p:nvSpPr>
        <p:spPr>
          <a:xfrm>
            <a:off x="103747" y="88288"/>
            <a:ext cx="11192774" cy="584775"/>
          </a:xfrm>
          <a:prstGeom prst="rect">
            <a:avLst/>
          </a:prstGeom>
          <a:noFill/>
        </p:spPr>
        <p:txBody>
          <a:bodyPr wrap="square" rtlCol="0">
            <a:spAutoFit/>
          </a:bodyPr>
          <a:lstStyle/>
          <a:p>
            <a:r>
              <a:rPr lang="en-GB" sz="3200" b="1" dirty="0">
                <a:solidFill>
                  <a:srgbClr val="002060"/>
                </a:solidFill>
                <a:latin typeface="Calibri" panose="020F0502020204030204"/>
              </a:rPr>
              <a:t>Energy Communities NECPR</a:t>
            </a:r>
            <a:r>
              <a:rPr lang="en-GB" sz="3200" dirty="0">
                <a:solidFill>
                  <a:srgbClr val="002060"/>
                </a:solidFill>
                <a:latin typeface="Calibri" panose="020F0502020204030204"/>
              </a:rPr>
              <a:t>: EEA</a:t>
            </a:r>
            <a:r>
              <a:rPr lang="en-GB" sz="3200" b="1" dirty="0">
                <a:solidFill>
                  <a:srgbClr val="002060"/>
                </a:solidFill>
                <a:latin typeface="Calibri" panose="020F0502020204030204"/>
              </a:rPr>
              <a:t> </a:t>
            </a:r>
            <a:r>
              <a:rPr lang="en-GB" sz="3200" dirty="0">
                <a:solidFill>
                  <a:srgbClr val="002060"/>
                </a:solidFill>
                <a:latin typeface="Calibri" panose="020F0502020204030204"/>
              </a:rPr>
              <a:t>dataflow overview</a:t>
            </a:r>
            <a:endParaRPr lang="en-DK" sz="3200" dirty="0">
              <a:solidFill>
                <a:srgbClr val="002060"/>
              </a:solidFill>
              <a:latin typeface="Calibri" panose="020F0502020204030204"/>
            </a:endParaRPr>
          </a:p>
        </p:txBody>
      </p:sp>
    </p:spTree>
    <p:extLst>
      <p:ext uri="{BB962C8B-B14F-4D97-AF65-F5344CB8AC3E}">
        <p14:creationId xmlns:p14="http://schemas.microsoft.com/office/powerpoint/2010/main" val="138509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500"/>
                                        <p:tgtEl>
                                          <p:spTgt spid="3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fade">
                                      <p:cBhvr>
                                        <p:cTn id="24" dur="500"/>
                                        <p:tgtEl>
                                          <p:spTgt spid="46"/>
                                        </p:tgtEl>
                                      </p:cBhvr>
                                    </p:animEffect>
                                  </p:childTnLst>
                                </p:cTn>
                              </p:par>
                              <p:par>
                                <p:cTn id="25" presetID="10"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fade">
                                      <p:cBhvr>
                                        <p:cTn id="2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4" grpId="0" animBg="1"/>
      <p:bldP spid="35" grpId="0" animBg="1"/>
      <p:bldP spid="36" grpId="0" animBg="1"/>
      <p:bldP spid="3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 Placeholder 1">
            <a:extLst>
              <a:ext uri="{FF2B5EF4-FFF2-40B4-BE49-F238E27FC236}">
                <a16:creationId xmlns:a16="http://schemas.microsoft.com/office/drawing/2014/main" id="{E65CE029-7A10-7408-973F-BFF687A6F96E}"/>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a:t>Dataflows in Reportnet 3: what are we focusing on today?</a:t>
            </a:r>
          </a:p>
        </p:txBody>
      </p:sp>
      <p:sp>
        <p:nvSpPr>
          <p:cNvPr id="2" name="TextBox 1">
            <a:extLst>
              <a:ext uri="{FF2B5EF4-FFF2-40B4-BE49-F238E27FC236}">
                <a16:creationId xmlns:a16="http://schemas.microsoft.com/office/drawing/2014/main" id="{B53A1235-AED4-51B6-D805-0389A32C7AE9}"/>
              </a:ext>
            </a:extLst>
          </p:cNvPr>
          <p:cNvSpPr txBox="1"/>
          <p:nvPr/>
        </p:nvSpPr>
        <p:spPr>
          <a:xfrm>
            <a:off x="500863" y="1220469"/>
            <a:ext cx="11424307" cy="961416"/>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800" dirty="0"/>
              <a:t>List of dataflows in Reportnet 3:</a:t>
            </a:r>
          </a:p>
        </p:txBody>
      </p:sp>
      <p:sp>
        <p:nvSpPr>
          <p:cNvPr id="3" name="Rectangle 2">
            <a:extLst>
              <a:ext uri="{FF2B5EF4-FFF2-40B4-BE49-F238E27FC236}">
                <a16:creationId xmlns:a16="http://schemas.microsoft.com/office/drawing/2014/main" id="{233B315D-B5FF-4E86-7FB9-A20028FF081A}"/>
              </a:ext>
            </a:extLst>
          </p:cNvPr>
          <p:cNvSpPr/>
          <p:nvPr/>
        </p:nvSpPr>
        <p:spPr>
          <a:xfrm>
            <a:off x="582341" y="2381062"/>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NECPR – Progress to targets (GHG)</a:t>
            </a:r>
            <a:endParaRPr lang="LID4096"/>
          </a:p>
        </p:txBody>
      </p:sp>
      <p:sp>
        <p:nvSpPr>
          <p:cNvPr id="4" name="Rectangle 3">
            <a:extLst>
              <a:ext uri="{FF2B5EF4-FFF2-40B4-BE49-F238E27FC236}">
                <a16:creationId xmlns:a16="http://schemas.microsoft.com/office/drawing/2014/main" id="{EA2FFF37-3DA7-6487-71DE-C698A748EA5F}"/>
              </a:ext>
            </a:extLst>
          </p:cNvPr>
          <p:cNvSpPr/>
          <p:nvPr/>
        </p:nvSpPr>
        <p:spPr>
          <a:xfrm>
            <a:off x="3342139" y="2381062"/>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NECPR – Progress to targets (RES)</a:t>
            </a:r>
            <a:endParaRPr lang="LID4096"/>
          </a:p>
        </p:txBody>
      </p:sp>
      <p:sp>
        <p:nvSpPr>
          <p:cNvPr id="5" name="Rectangle 4">
            <a:extLst>
              <a:ext uri="{FF2B5EF4-FFF2-40B4-BE49-F238E27FC236}">
                <a16:creationId xmlns:a16="http://schemas.microsoft.com/office/drawing/2014/main" id="{0EE64071-421E-165C-851F-FEEA9CD5E154}"/>
              </a:ext>
            </a:extLst>
          </p:cNvPr>
          <p:cNvSpPr/>
          <p:nvPr/>
        </p:nvSpPr>
        <p:spPr>
          <a:xfrm>
            <a:off x="6101937" y="2381063"/>
            <a:ext cx="2477727" cy="914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NECPR – Progress to targets (EE)</a:t>
            </a:r>
            <a:endParaRPr lang="LID4096" dirty="0"/>
          </a:p>
        </p:txBody>
      </p:sp>
      <p:sp>
        <p:nvSpPr>
          <p:cNvPr id="6" name="Rectangle 5">
            <a:extLst>
              <a:ext uri="{FF2B5EF4-FFF2-40B4-BE49-F238E27FC236}">
                <a16:creationId xmlns:a16="http://schemas.microsoft.com/office/drawing/2014/main" id="{63D49CE2-B3AD-35E0-C6C1-8A5DA8298A68}"/>
              </a:ext>
            </a:extLst>
          </p:cNvPr>
          <p:cNvSpPr/>
          <p:nvPr/>
        </p:nvSpPr>
        <p:spPr>
          <a:xfrm>
            <a:off x="8861735" y="2381065"/>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NECPR – Adaptation (Article 17)</a:t>
            </a:r>
            <a:endParaRPr lang="LID4096"/>
          </a:p>
        </p:txBody>
      </p:sp>
      <p:sp>
        <p:nvSpPr>
          <p:cNvPr id="7" name="Rectangle 6">
            <a:extLst>
              <a:ext uri="{FF2B5EF4-FFF2-40B4-BE49-F238E27FC236}">
                <a16:creationId xmlns:a16="http://schemas.microsoft.com/office/drawing/2014/main" id="{77395626-F4DD-BF94-5C2C-4508E3EF1A9F}"/>
              </a:ext>
            </a:extLst>
          </p:cNvPr>
          <p:cNvSpPr/>
          <p:nvPr/>
        </p:nvSpPr>
        <p:spPr>
          <a:xfrm>
            <a:off x="6096000" y="3490111"/>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Integrated National Policies and Measures (PaMs)</a:t>
            </a:r>
            <a:endParaRPr lang="LID4096"/>
          </a:p>
        </p:txBody>
      </p:sp>
      <p:sp>
        <p:nvSpPr>
          <p:cNvPr id="8" name="Rectangle 7">
            <a:extLst>
              <a:ext uri="{FF2B5EF4-FFF2-40B4-BE49-F238E27FC236}">
                <a16:creationId xmlns:a16="http://schemas.microsoft.com/office/drawing/2014/main" id="{67A51201-30D4-B0F6-D89C-997E02B93F2A}"/>
              </a:ext>
            </a:extLst>
          </p:cNvPr>
          <p:cNvSpPr/>
          <p:nvPr/>
        </p:nvSpPr>
        <p:spPr>
          <a:xfrm>
            <a:off x="582341" y="4599160"/>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National GHG projections</a:t>
            </a:r>
            <a:endParaRPr lang="LID4096"/>
          </a:p>
        </p:txBody>
      </p:sp>
      <p:sp>
        <p:nvSpPr>
          <p:cNvPr id="9" name="Rectangle 8">
            <a:extLst>
              <a:ext uri="{FF2B5EF4-FFF2-40B4-BE49-F238E27FC236}">
                <a16:creationId xmlns:a16="http://schemas.microsoft.com/office/drawing/2014/main" id="{5B7597E0-4F89-23DF-E8D1-D14BC03CDDCE}"/>
              </a:ext>
            </a:extLst>
          </p:cNvPr>
          <p:cNvSpPr/>
          <p:nvPr/>
        </p:nvSpPr>
        <p:spPr>
          <a:xfrm>
            <a:off x="3336204" y="4599160"/>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Adaptation planning and strategies (Article 19)</a:t>
            </a:r>
            <a:endParaRPr lang="LID4096"/>
          </a:p>
        </p:txBody>
      </p:sp>
      <p:sp>
        <p:nvSpPr>
          <p:cNvPr id="10" name="Rectangle 9">
            <a:extLst>
              <a:ext uri="{FF2B5EF4-FFF2-40B4-BE49-F238E27FC236}">
                <a16:creationId xmlns:a16="http://schemas.microsoft.com/office/drawing/2014/main" id="{FB41F115-5AE2-A9D4-5700-A8787EDE5198}"/>
              </a:ext>
            </a:extLst>
          </p:cNvPr>
          <p:cNvSpPr/>
          <p:nvPr/>
        </p:nvSpPr>
        <p:spPr>
          <a:xfrm>
            <a:off x="6096002" y="4599160"/>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European Climate Law Recommendations (*)</a:t>
            </a:r>
            <a:endParaRPr lang="LID4096"/>
          </a:p>
        </p:txBody>
      </p:sp>
      <p:sp>
        <p:nvSpPr>
          <p:cNvPr id="11" name="Rectangle 10">
            <a:extLst>
              <a:ext uri="{FF2B5EF4-FFF2-40B4-BE49-F238E27FC236}">
                <a16:creationId xmlns:a16="http://schemas.microsoft.com/office/drawing/2014/main" id="{3E0C3597-DB19-CFAC-5791-36A58C66DA21}"/>
              </a:ext>
            </a:extLst>
          </p:cNvPr>
          <p:cNvSpPr/>
          <p:nvPr/>
        </p:nvSpPr>
        <p:spPr>
          <a:xfrm>
            <a:off x="8855797" y="3490111"/>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National systems for reporting on PaMs and projections</a:t>
            </a:r>
            <a:endParaRPr lang="LID4096"/>
          </a:p>
        </p:txBody>
      </p:sp>
      <p:sp>
        <p:nvSpPr>
          <p:cNvPr id="13" name="TextBox 12">
            <a:extLst>
              <a:ext uri="{FF2B5EF4-FFF2-40B4-BE49-F238E27FC236}">
                <a16:creationId xmlns:a16="http://schemas.microsoft.com/office/drawing/2014/main" id="{46B643A8-FFB8-136B-2DE0-3140E5894FC7}"/>
              </a:ext>
            </a:extLst>
          </p:cNvPr>
          <p:cNvSpPr txBox="1"/>
          <p:nvPr/>
        </p:nvSpPr>
        <p:spPr>
          <a:xfrm>
            <a:off x="500863" y="6416504"/>
            <a:ext cx="8143063" cy="307777"/>
          </a:xfrm>
          <a:prstGeom prst="rect">
            <a:avLst/>
          </a:prstGeom>
          <a:noFill/>
        </p:spPr>
        <p:txBody>
          <a:bodyPr wrap="none" rtlCol="0">
            <a:spAutoFit/>
          </a:bodyPr>
          <a:lstStyle/>
          <a:p>
            <a:r>
              <a:rPr lang="en-GB" sz="1400"/>
              <a:t>* This dataflow is aligned with NECPR but is voluntarily provided under the European Climate Law 2021/1119</a:t>
            </a:r>
            <a:endParaRPr lang="LID4096" sz="1400"/>
          </a:p>
        </p:txBody>
      </p:sp>
      <p:sp>
        <p:nvSpPr>
          <p:cNvPr id="14" name="Rectangle 13">
            <a:extLst>
              <a:ext uri="{FF2B5EF4-FFF2-40B4-BE49-F238E27FC236}">
                <a16:creationId xmlns:a16="http://schemas.microsoft.com/office/drawing/2014/main" id="{48BA5E73-144F-E8E0-729A-B954F0222445}"/>
              </a:ext>
            </a:extLst>
          </p:cNvPr>
          <p:cNvSpPr/>
          <p:nvPr/>
        </p:nvSpPr>
        <p:spPr>
          <a:xfrm>
            <a:off x="3333530" y="3484383"/>
            <a:ext cx="2477727" cy="9144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NECPR – Additional reporting (EE)</a:t>
            </a:r>
            <a:endParaRPr lang="LID4096" dirty="0"/>
          </a:p>
        </p:txBody>
      </p:sp>
      <p:sp>
        <p:nvSpPr>
          <p:cNvPr id="15" name="Rectangle 14">
            <a:extLst>
              <a:ext uri="{FF2B5EF4-FFF2-40B4-BE49-F238E27FC236}">
                <a16:creationId xmlns:a16="http://schemas.microsoft.com/office/drawing/2014/main" id="{8EBA3132-1FCE-0C4C-DCF4-D0ECB92B7883}"/>
              </a:ext>
            </a:extLst>
          </p:cNvPr>
          <p:cNvSpPr/>
          <p:nvPr/>
        </p:nvSpPr>
        <p:spPr>
          <a:xfrm>
            <a:off x="582341" y="3480799"/>
            <a:ext cx="2477727" cy="91440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NECPR – Additional reporting (RES)</a:t>
            </a:r>
            <a:endParaRPr lang="LID4096"/>
          </a:p>
        </p:txBody>
      </p:sp>
    </p:spTree>
    <p:extLst>
      <p:ext uri="{BB962C8B-B14F-4D97-AF65-F5344CB8AC3E}">
        <p14:creationId xmlns:p14="http://schemas.microsoft.com/office/powerpoint/2010/main" val="935401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F145AB6-3365-507B-F14A-BDC3BD71ED6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F562582-4039-E42C-0A7E-9F444C4FA500}"/>
              </a:ext>
            </a:extLst>
          </p:cNvPr>
          <p:cNvSpPr txBox="1"/>
          <p:nvPr/>
        </p:nvSpPr>
        <p:spPr>
          <a:xfrm>
            <a:off x="500863" y="1062359"/>
            <a:ext cx="1038682" cy="369332"/>
          </a:xfrm>
          <a:prstGeom prst="rect">
            <a:avLst/>
          </a:prstGeom>
          <a:noFill/>
        </p:spPr>
        <p:txBody>
          <a:bodyPr wrap="none" rtlCol="0">
            <a:spAutoFit/>
          </a:bodyPr>
          <a:lstStyle/>
          <a:p>
            <a:r>
              <a:rPr lang="en-GB" b="1"/>
              <a:t>Annex IV</a:t>
            </a:r>
          </a:p>
        </p:txBody>
      </p:sp>
      <p:sp>
        <p:nvSpPr>
          <p:cNvPr id="10" name="Text Placeholder 1">
            <a:extLst>
              <a:ext uri="{FF2B5EF4-FFF2-40B4-BE49-F238E27FC236}">
                <a16:creationId xmlns:a16="http://schemas.microsoft.com/office/drawing/2014/main" id="{9100F181-FFDE-8A20-C985-4A96DC8B9A7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dirty="0"/>
              <a:t>Overview of prefilled / post-filled data in this dataflow</a:t>
            </a:r>
          </a:p>
        </p:txBody>
      </p:sp>
      <p:sp>
        <p:nvSpPr>
          <p:cNvPr id="12" name="Rectangle 11">
            <a:extLst>
              <a:ext uri="{FF2B5EF4-FFF2-40B4-BE49-F238E27FC236}">
                <a16:creationId xmlns:a16="http://schemas.microsoft.com/office/drawing/2014/main" id="{B64CA3AF-EDC4-F097-9584-A4C6F8295D2C}"/>
              </a:ext>
            </a:extLst>
          </p:cNvPr>
          <p:cNvSpPr/>
          <p:nvPr/>
        </p:nvSpPr>
        <p:spPr>
          <a:xfrm>
            <a:off x="8859395" y="1450470"/>
            <a:ext cx="655276" cy="2995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4" name="Rectangle 13">
            <a:extLst>
              <a:ext uri="{FF2B5EF4-FFF2-40B4-BE49-F238E27FC236}">
                <a16:creationId xmlns:a16="http://schemas.microsoft.com/office/drawing/2014/main" id="{37FD87CC-92A6-29F3-D309-AA2705DF2AB5}"/>
              </a:ext>
            </a:extLst>
          </p:cNvPr>
          <p:cNvSpPr/>
          <p:nvPr/>
        </p:nvSpPr>
        <p:spPr>
          <a:xfrm>
            <a:off x="8859395" y="1865629"/>
            <a:ext cx="655276" cy="29954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6" name="Rectangle 15">
            <a:extLst>
              <a:ext uri="{FF2B5EF4-FFF2-40B4-BE49-F238E27FC236}">
                <a16:creationId xmlns:a16="http://schemas.microsoft.com/office/drawing/2014/main" id="{944FA452-34D8-C917-4B70-13A43CF3A894}"/>
              </a:ext>
            </a:extLst>
          </p:cNvPr>
          <p:cNvSpPr/>
          <p:nvPr/>
        </p:nvSpPr>
        <p:spPr>
          <a:xfrm>
            <a:off x="8859395" y="2310426"/>
            <a:ext cx="655276" cy="29954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7" name="Rectangle 16">
            <a:extLst>
              <a:ext uri="{FF2B5EF4-FFF2-40B4-BE49-F238E27FC236}">
                <a16:creationId xmlns:a16="http://schemas.microsoft.com/office/drawing/2014/main" id="{1E6A9A04-2B4C-EFC5-C315-553528B1C6AE}"/>
              </a:ext>
            </a:extLst>
          </p:cNvPr>
          <p:cNvSpPr/>
          <p:nvPr/>
        </p:nvSpPr>
        <p:spPr>
          <a:xfrm>
            <a:off x="8859395" y="2725585"/>
            <a:ext cx="655276" cy="29954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22" name="TextBox 21">
            <a:extLst>
              <a:ext uri="{FF2B5EF4-FFF2-40B4-BE49-F238E27FC236}">
                <a16:creationId xmlns:a16="http://schemas.microsoft.com/office/drawing/2014/main" id="{47C2A5F0-FB19-9581-7F84-E3D7E5FFC901}"/>
              </a:ext>
            </a:extLst>
          </p:cNvPr>
          <p:cNvSpPr txBox="1"/>
          <p:nvPr/>
        </p:nvSpPr>
        <p:spPr>
          <a:xfrm>
            <a:off x="9623944" y="1415577"/>
            <a:ext cx="1700787" cy="369332"/>
          </a:xfrm>
          <a:prstGeom prst="rect">
            <a:avLst/>
          </a:prstGeom>
          <a:noFill/>
        </p:spPr>
        <p:txBody>
          <a:bodyPr wrap="none" rtlCol="0">
            <a:spAutoFit/>
          </a:bodyPr>
          <a:lstStyle/>
          <a:p>
            <a:r>
              <a:rPr lang="en-GB"/>
              <a:t>Reported values</a:t>
            </a:r>
          </a:p>
        </p:txBody>
      </p:sp>
      <p:sp>
        <p:nvSpPr>
          <p:cNvPr id="23" name="TextBox 22">
            <a:extLst>
              <a:ext uri="{FF2B5EF4-FFF2-40B4-BE49-F238E27FC236}">
                <a16:creationId xmlns:a16="http://schemas.microsoft.com/office/drawing/2014/main" id="{4EFED9AE-B5DB-BF37-85C3-C3D71092D2DA}"/>
              </a:ext>
            </a:extLst>
          </p:cNvPr>
          <p:cNvSpPr txBox="1"/>
          <p:nvPr/>
        </p:nvSpPr>
        <p:spPr>
          <a:xfrm>
            <a:off x="9623944" y="1830736"/>
            <a:ext cx="981935" cy="369332"/>
          </a:xfrm>
          <a:prstGeom prst="rect">
            <a:avLst/>
          </a:prstGeom>
          <a:noFill/>
        </p:spPr>
        <p:txBody>
          <a:bodyPr wrap="none" rtlCol="0">
            <a:spAutoFit/>
          </a:bodyPr>
          <a:lstStyle/>
          <a:p>
            <a:r>
              <a:rPr lang="en-GB"/>
              <a:t>Prefilled</a:t>
            </a:r>
          </a:p>
        </p:txBody>
      </p:sp>
      <p:sp>
        <p:nvSpPr>
          <p:cNvPr id="24" name="TextBox 23">
            <a:extLst>
              <a:ext uri="{FF2B5EF4-FFF2-40B4-BE49-F238E27FC236}">
                <a16:creationId xmlns:a16="http://schemas.microsoft.com/office/drawing/2014/main" id="{9094C3A9-73CA-79F6-F1F5-25B1B4B8AC1E}"/>
              </a:ext>
            </a:extLst>
          </p:cNvPr>
          <p:cNvSpPr txBox="1"/>
          <p:nvPr/>
        </p:nvSpPr>
        <p:spPr>
          <a:xfrm>
            <a:off x="9620665" y="2275533"/>
            <a:ext cx="1148199" cy="369332"/>
          </a:xfrm>
          <a:prstGeom prst="rect">
            <a:avLst/>
          </a:prstGeom>
          <a:noFill/>
        </p:spPr>
        <p:txBody>
          <a:bodyPr wrap="none" rtlCol="0">
            <a:spAutoFit/>
          </a:bodyPr>
          <a:lstStyle/>
          <a:p>
            <a:r>
              <a:rPr lang="en-GB"/>
              <a:t>Post-filled</a:t>
            </a:r>
          </a:p>
        </p:txBody>
      </p:sp>
      <p:sp>
        <p:nvSpPr>
          <p:cNvPr id="26" name="TextBox 25">
            <a:extLst>
              <a:ext uri="{FF2B5EF4-FFF2-40B4-BE49-F238E27FC236}">
                <a16:creationId xmlns:a16="http://schemas.microsoft.com/office/drawing/2014/main" id="{F983F7BF-801F-555E-9392-AA94BBD49499}"/>
              </a:ext>
            </a:extLst>
          </p:cNvPr>
          <p:cNvSpPr txBox="1"/>
          <p:nvPr/>
        </p:nvSpPr>
        <p:spPr>
          <a:xfrm>
            <a:off x="9620665" y="2689100"/>
            <a:ext cx="1180003" cy="369332"/>
          </a:xfrm>
          <a:prstGeom prst="rect">
            <a:avLst/>
          </a:prstGeom>
          <a:noFill/>
        </p:spPr>
        <p:txBody>
          <a:bodyPr wrap="none" rtlCol="0">
            <a:spAutoFit/>
          </a:bodyPr>
          <a:lstStyle/>
          <a:p>
            <a:r>
              <a:rPr lang="en-GB"/>
              <a:t>Calculated</a:t>
            </a:r>
          </a:p>
        </p:txBody>
      </p:sp>
      <p:sp>
        <p:nvSpPr>
          <p:cNvPr id="50" name="Rectangle 49">
            <a:extLst>
              <a:ext uri="{FF2B5EF4-FFF2-40B4-BE49-F238E27FC236}">
                <a16:creationId xmlns:a16="http://schemas.microsoft.com/office/drawing/2014/main" id="{823D9EF2-EB53-ABE3-2C21-52F58766309B}"/>
              </a:ext>
            </a:extLst>
          </p:cNvPr>
          <p:cNvSpPr/>
          <p:nvPr/>
        </p:nvSpPr>
        <p:spPr>
          <a:xfrm>
            <a:off x="2075548" y="4078304"/>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1</a:t>
            </a:r>
          </a:p>
          <a:p>
            <a:pPr algn="ctr"/>
            <a:endParaRPr lang="LID4096" b="1"/>
          </a:p>
        </p:txBody>
      </p:sp>
      <p:sp>
        <p:nvSpPr>
          <p:cNvPr id="51" name="Rectangle 50">
            <a:extLst>
              <a:ext uri="{FF2B5EF4-FFF2-40B4-BE49-F238E27FC236}">
                <a16:creationId xmlns:a16="http://schemas.microsoft.com/office/drawing/2014/main" id="{EBF16746-BA52-8A5D-FCF7-05916520D474}"/>
              </a:ext>
            </a:extLst>
          </p:cNvPr>
          <p:cNvSpPr/>
          <p:nvPr/>
        </p:nvSpPr>
        <p:spPr>
          <a:xfrm>
            <a:off x="2117588" y="4603821"/>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57" name="TextBox 56">
            <a:extLst>
              <a:ext uri="{FF2B5EF4-FFF2-40B4-BE49-F238E27FC236}">
                <a16:creationId xmlns:a16="http://schemas.microsoft.com/office/drawing/2014/main" id="{8896A47B-BF58-B564-0736-EC5F0EC2FB0B}"/>
              </a:ext>
            </a:extLst>
          </p:cNvPr>
          <p:cNvSpPr txBox="1"/>
          <p:nvPr/>
        </p:nvSpPr>
        <p:spPr>
          <a:xfrm>
            <a:off x="497070" y="4071836"/>
            <a:ext cx="1226233" cy="369332"/>
          </a:xfrm>
          <a:prstGeom prst="rect">
            <a:avLst/>
          </a:prstGeom>
          <a:noFill/>
        </p:spPr>
        <p:txBody>
          <a:bodyPr wrap="none" rtlCol="0">
            <a:spAutoFit/>
          </a:bodyPr>
          <a:lstStyle/>
          <a:p>
            <a:r>
              <a:rPr lang="en-GB" b="1"/>
              <a:t>Annex XVII</a:t>
            </a:r>
          </a:p>
        </p:txBody>
      </p:sp>
      <p:sp>
        <p:nvSpPr>
          <p:cNvPr id="58" name="Rectangle 57">
            <a:extLst>
              <a:ext uri="{FF2B5EF4-FFF2-40B4-BE49-F238E27FC236}">
                <a16:creationId xmlns:a16="http://schemas.microsoft.com/office/drawing/2014/main" id="{C836370E-F7C1-3E11-3758-9414F7D06866}"/>
              </a:ext>
            </a:extLst>
          </p:cNvPr>
          <p:cNvSpPr/>
          <p:nvPr/>
        </p:nvSpPr>
        <p:spPr>
          <a:xfrm>
            <a:off x="3877348" y="4071836"/>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2</a:t>
            </a:r>
          </a:p>
          <a:p>
            <a:pPr algn="ctr"/>
            <a:endParaRPr lang="LID4096" b="1"/>
          </a:p>
        </p:txBody>
      </p:sp>
      <p:sp>
        <p:nvSpPr>
          <p:cNvPr id="59" name="Rectangle 58">
            <a:extLst>
              <a:ext uri="{FF2B5EF4-FFF2-40B4-BE49-F238E27FC236}">
                <a16:creationId xmlns:a16="http://schemas.microsoft.com/office/drawing/2014/main" id="{D3D9A949-03B4-81CB-099F-774538B494B3}"/>
              </a:ext>
            </a:extLst>
          </p:cNvPr>
          <p:cNvSpPr/>
          <p:nvPr/>
        </p:nvSpPr>
        <p:spPr>
          <a:xfrm>
            <a:off x="3919388" y="4597353"/>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3" name="Rectangle 62">
            <a:extLst>
              <a:ext uri="{FF2B5EF4-FFF2-40B4-BE49-F238E27FC236}">
                <a16:creationId xmlns:a16="http://schemas.microsoft.com/office/drawing/2014/main" id="{71477894-A895-33A7-F046-0ECE850C07CE}"/>
              </a:ext>
            </a:extLst>
          </p:cNvPr>
          <p:cNvSpPr/>
          <p:nvPr/>
        </p:nvSpPr>
        <p:spPr>
          <a:xfrm>
            <a:off x="5643825" y="4072849"/>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3</a:t>
            </a:r>
          </a:p>
          <a:p>
            <a:pPr algn="ctr"/>
            <a:endParaRPr lang="LID4096" b="1"/>
          </a:p>
        </p:txBody>
      </p:sp>
      <p:sp>
        <p:nvSpPr>
          <p:cNvPr id="64" name="Rectangle 63">
            <a:extLst>
              <a:ext uri="{FF2B5EF4-FFF2-40B4-BE49-F238E27FC236}">
                <a16:creationId xmlns:a16="http://schemas.microsoft.com/office/drawing/2014/main" id="{E37F4F1A-8844-6BB8-3B6D-9B287FCF5F12}"/>
              </a:ext>
            </a:extLst>
          </p:cNvPr>
          <p:cNvSpPr/>
          <p:nvPr/>
        </p:nvSpPr>
        <p:spPr>
          <a:xfrm>
            <a:off x="5685865" y="4598366"/>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68" name="Rectangle 67">
            <a:extLst>
              <a:ext uri="{FF2B5EF4-FFF2-40B4-BE49-F238E27FC236}">
                <a16:creationId xmlns:a16="http://schemas.microsoft.com/office/drawing/2014/main" id="{4F92C8CD-92B4-C60C-DFE5-30C9DA1AE7CF}"/>
              </a:ext>
            </a:extLst>
          </p:cNvPr>
          <p:cNvSpPr/>
          <p:nvPr/>
        </p:nvSpPr>
        <p:spPr>
          <a:xfrm>
            <a:off x="2075548" y="5382601"/>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4</a:t>
            </a:r>
          </a:p>
          <a:p>
            <a:pPr algn="ctr"/>
            <a:endParaRPr lang="LID4096" b="1"/>
          </a:p>
        </p:txBody>
      </p:sp>
      <p:sp>
        <p:nvSpPr>
          <p:cNvPr id="69" name="Rectangle 68">
            <a:extLst>
              <a:ext uri="{FF2B5EF4-FFF2-40B4-BE49-F238E27FC236}">
                <a16:creationId xmlns:a16="http://schemas.microsoft.com/office/drawing/2014/main" id="{61F2D26A-4B76-9FCC-1BEC-1392B58C01AB}"/>
              </a:ext>
            </a:extLst>
          </p:cNvPr>
          <p:cNvSpPr/>
          <p:nvPr/>
        </p:nvSpPr>
        <p:spPr>
          <a:xfrm>
            <a:off x="2117588" y="5908118"/>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73" name="Rectangle 72">
            <a:extLst>
              <a:ext uri="{FF2B5EF4-FFF2-40B4-BE49-F238E27FC236}">
                <a16:creationId xmlns:a16="http://schemas.microsoft.com/office/drawing/2014/main" id="{E5A59279-9DEA-1813-BE8E-02D07D06B5D6}"/>
              </a:ext>
            </a:extLst>
          </p:cNvPr>
          <p:cNvSpPr/>
          <p:nvPr/>
        </p:nvSpPr>
        <p:spPr>
          <a:xfrm>
            <a:off x="3877348" y="5389053"/>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5</a:t>
            </a:r>
          </a:p>
          <a:p>
            <a:pPr algn="ctr"/>
            <a:endParaRPr lang="LID4096" b="1"/>
          </a:p>
        </p:txBody>
      </p:sp>
      <p:sp>
        <p:nvSpPr>
          <p:cNvPr id="74" name="Rectangle 73">
            <a:extLst>
              <a:ext uri="{FF2B5EF4-FFF2-40B4-BE49-F238E27FC236}">
                <a16:creationId xmlns:a16="http://schemas.microsoft.com/office/drawing/2014/main" id="{74DC9B9F-2487-FDCF-74C6-78A610342834}"/>
              </a:ext>
            </a:extLst>
          </p:cNvPr>
          <p:cNvSpPr/>
          <p:nvPr/>
        </p:nvSpPr>
        <p:spPr>
          <a:xfrm>
            <a:off x="3919388" y="5914570"/>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78" name="Rectangle 77">
            <a:extLst>
              <a:ext uri="{FF2B5EF4-FFF2-40B4-BE49-F238E27FC236}">
                <a16:creationId xmlns:a16="http://schemas.microsoft.com/office/drawing/2014/main" id="{CF0B5631-1F59-33A9-CC8D-2EFE23E5B9D6}"/>
              </a:ext>
            </a:extLst>
          </p:cNvPr>
          <p:cNvSpPr/>
          <p:nvPr/>
        </p:nvSpPr>
        <p:spPr>
          <a:xfrm>
            <a:off x="5643825" y="5382601"/>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6</a:t>
            </a:r>
          </a:p>
          <a:p>
            <a:pPr algn="ctr"/>
            <a:endParaRPr lang="LID4096" b="1"/>
          </a:p>
        </p:txBody>
      </p:sp>
      <p:sp>
        <p:nvSpPr>
          <p:cNvPr id="79" name="Rectangle 78">
            <a:extLst>
              <a:ext uri="{FF2B5EF4-FFF2-40B4-BE49-F238E27FC236}">
                <a16:creationId xmlns:a16="http://schemas.microsoft.com/office/drawing/2014/main" id="{CE315C48-D3A0-1329-9830-307FDB9C0FBC}"/>
              </a:ext>
            </a:extLst>
          </p:cNvPr>
          <p:cNvSpPr/>
          <p:nvPr/>
        </p:nvSpPr>
        <p:spPr>
          <a:xfrm>
            <a:off x="5685865" y="5908118"/>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1" name="Rectangle 10">
            <a:extLst>
              <a:ext uri="{FF2B5EF4-FFF2-40B4-BE49-F238E27FC236}">
                <a16:creationId xmlns:a16="http://schemas.microsoft.com/office/drawing/2014/main" id="{2365582E-2082-4EB1-DAFD-A5F44AB3E0A4}"/>
              </a:ext>
            </a:extLst>
          </p:cNvPr>
          <p:cNvSpPr/>
          <p:nvPr/>
        </p:nvSpPr>
        <p:spPr>
          <a:xfrm>
            <a:off x="2075548" y="1095697"/>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1</a:t>
            </a:r>
          </a:p>
          <a:p>
            <a:pPr algn="ctr"/>
            <a:endParaRPr lang="LID4096" b="1"/>
          </a:p>
        </p:txBody>
      </p:sp>
      <p:sp>
        <p:nvSpPr>
          <p:cNvPr id="13" name="Rectangle 12">
            <a:extLst>
              <a:ext uri="{FF2B5EF4-FFF2-40B4-BE49-F238E27FC236}">
                <a16:creationId xmlns:a16="http://schemas.microsoft.com/office/drawing/2014/main" id="{6713BFBD-D6E1-7743-FF5D-EA52FA76C99C}"/>
              </a:ext>
            </a:extLst>
          </p:cNvPr>
          <p:cNvSpPr/>
          <p:nvPr/>
        </p:nvSpPr>
        <p:spPr>
          <a:xfrm>
            <a:off x="2117588" y="1621214"/>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5" name="Rectangle 14">
            <a:extLst>
              <a:ext uri="{FF2B5EF4-FFF2-40B4-BE49-F238E27FC236}">
                <a16:creationId xmlns:a16="http://schemas.microsoft.com/office/drawing/2014/main" id="{70E4CF5A-BEB8-7275-C11C-6327C9A4F1A7}"/>
              </a:ext>
            </a:extLst>
          </p:cNvPr>
          <p:cNvSpPr/>
          <p:nvPr/>
        </p:nvSpPr>
        <p:spPr>
          <a:xfrm>
            <a:off x="2522969" y="1621214"/>
            <a:ext cx="348930" cy="35506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18" name="Rectangle 17">
            <a:extLst>
              <a:ext uri="{FF2B5EF4-FFF2-40B4-BE49-F238E27FC236}">
                <a16:creationId xmlns:a16="http://schemas.microsoft.com/office/drawing/2014/main" id="{95BF6EB0-CF39-1EBF-2F2C-F31D3B6C369C}"/>
              </a:ext>
            </a:extLst>
          </p:cNvPr>
          <p:cNvSpPr/>
          <p:nvPr/>
        </p:nvSpPr>
        <p:spPr>
          <a:xfrm>
            <a:off x="3877348" y="1089229"/>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2</a:t>
            </a:r>
          </a:p>
          <a:p>
            <a:pPr algn="ctr"/>
            <a:endParaRPr lang="LID4096" b="1"/>
          </a:p>
        </p:txBody>
      </p:sp>
      <p:sp>
        <p:nvSpPr>
          <p:cNvPr id="19" name="Rectangle 18">
            <a:extLst>
              <a:ext uri="{FF2B5EF4-FFF2-40B4-BE49-F238E27FC236}">
                <a16:creationId xmlns:a16="http://schemas.microsoft.com/office/drawing/2014/main" id="{BABC2EDC-E7E6-3279-B768-66827D97B9C7}"/>
              </a:ext>
            </a:extLst>
          </p:cNvPr>
          <p:cNvSpPr/>
          <p:nvPr/>
        </p:nvSpPr>
        <p:spPr>
          <a:xfrm>
            <a:off x="3919388" y="1614746"/>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21" name="Rectangle 20">
            <a:extLst>
              <a:ext uri="{FF2B5EF4-FFF2-40B4-BE49-F238E27FC236}">
                <a16:creationId xmlns:a16="http://schemas.microsoft.com/office/drawing/2014/main" id="{0B358384-5F3A-B693-9B22-D21E4FE2F3F9}"/>
              </a:ext>
            </a:extLst>
          </p:cNvPr>
          <p:cNvSpPr/>
          <p:nvPr/>
        </p:nvSpPr>
        <p:spPr>
          <a:xfrm>
            <a:off x="5643825" y="1090242"/>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3</a:t>
            </a:r>
          </a:p>
          <a:p>
            <a:pPr algn="ctr"/>
            <a:endParaRPr lang="LID4096" b="1"/>
          </a:p>
        </p:txBody>
      </p:sp>
      <p:sp>
        <p:nvSpPr>
          <p:cNvPr id="25" name="Rectangle 24">
            <a:extLst>
              <a:ext uri="{FF2B5EF4-FFF2-40B4-BE49-F238E27FC236}">
                <a16:creationId xmlns:a16="http://schemas.microsoft.com/office/drawing/2014/main" id="{9C5044DB-3C7E-984A-E77C-75479F01524D}"/>
              </a:ext>
            </a:extLst>
          </p:cNvPr>
          <p:cNvSpPr/>
          <p:nvPr/>
        </p:nvSpPr>
        <p:spPr>
          <a:xfrm>
            <a:off x="5685865" y="1615759"/>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31" name="Rectangle 30">
            <a:extLst>
              <a:ext uri="{FF2B5EF4-FFF2-40B4-BE49-F238E27FC236}">
                <a16:creationId xmlns:a16="http://schemas.microsoft.com/office/drawing/2014/main" id="{082F9413-FBB9-AEE9-319F-B94361AC7415}"/>
              </a:ext>
            </a:extLst>
          </p:cNvPr>
          <p:cNvSpPr/>
          <p:nvPr/>
        </p:nvSpPr>
        <p:spPr>
          <a:xfrm>
            <a:off x="2075548" y="2399994"/>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4</a:t>
            </a:r>
          </a:p>
          <a:p>
            <a:pPr algn="ctr"/>
            <a:endParaRPr lang="LID4096" b="1"/>
          </a:p>
        </p:txBody>
      </p:sp>
      <p:sp>
        <p:nvSpPr>
          <p:cNvPr id="32" name="Rectangle 31">
            <a:extLst>
              <a:ext uri="{FF2B5EF4-FFF2-40B4-BE49-F238E27FC236}">
                <a16:creationId xmlns:a16="http://schemas.microsoft.com/office/drawing/2014/main" id="{7E5FA777-4A33-6470-FB0F-5F4089DC0C9E}"/>
              </a:ext>
            </a:extLst>
          </p:cNvPr>
          <p:cNvSpPr/>
          <p:nvPr/>
        </p:nvSpPr>
        <p:spPr>
          <a:xfrm>
            <a:off x="2117588" y="2925511"/>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35" name="Rectangle 34">
            <a:extLst>
              <a:ext uri="{FF2B5EF4-FFF2-40B4-BE49-F238E27FC236}">
                <a16:creationId xmlns:a16="http://schemas.microsoft.com/office/drawing/2014/main" id="{228F7EBD-57AD-171E-9822-CA2C0C495E4B}"/>
              </a:ext>
            </a:extLst>
          </p:cNvPr>
          <p:cNvSpPr/>
          <p:nvPr/>
        </p:nvSpPr>
        <p:spPr>
          <a:xfrm>
            <a:off x="3877348" y="2406446"/>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5</a:t>
            </a:r>
          </a:p>
          <a:p>
            <a:pPr algn="ctr"/>
            <a:endParaRPr lang="LID4096" b="1"/>
          </a:p>
        </p:txBody>
      </p:sp>
      <p:sp>
        <p:nvSpPr>
          <p:cNvPr id="41" name="Rectangle 40">
            <a:extLst>
              <a:ext uri="{FF2B5EF4-FFF2-40B4-BE49-F238E27FC236}">
                <a16:creationId xmlns:a16="http://schemas.microsoft.com/office/drawing/2014/main" id="{A301CA13-EF0A-527E-2609-9F4865F0818C}"/>
              </a:ext>
            </a:extLst>
          </p:cNvPr>
          <p:cNvSpPr/>
          <p:nvPr/>
        </p:nvSpPr>
        <p:spPr>
          <a:xfrm>
            <a:off x="3919388" y="2931963"/>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46" name="Rectangle 45">
            <a:extLst>
              <a:ext uri="{FF2B5EF4-FFF2-40B4-BE49-F238E27FC236}">
                <a16:creationId xmlns:a16="http://schemas.microsoft.com/office/drawing/2014/main" id="{FF707AC0-A01D-6991-5849-81DE3C54C5E6}"/>
              </a:ext>
            </a:extLst>
          </p:cNvPr>
          <p:cNvSpPr/>
          <p:nvPr/>
        </p:nvSpPr>
        <p:spPr>
          <a:xfrm>
            <a:off x="5643825" y="2399994"/>
            <a:ext cx="1655220" cy="914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Table 6</a:t>
            </a:r>
          </a:p>
          <a:p>
            <a:pPr algn="ctr"/>
            <a:endParaRPr lang="LID4096" b="1"/>
          </a:p>
        </p:txBody>
      </p:sp>
      <p:sp>
        <p:nvSpPr>
          <p:cNvPr id="47" name="Rectangle 46">
            <a:extLst>
              <a:ext uri="{FF2B5EF4-FFF2-40B4-BE49-F238E27FC236}">
                <a16:creationId xmlns:a16="http://schemas.microsoft.com/office/drawing/2014/main" id="{15B2FC62-37F9-D2C7-2199-77AECB0FDDDE}"/>
              </a:ext>
            </a:extLst>
          </p:cNvPr>
          <p:cNvSpPr/>
          <p:nvPr/>
        </p:nvSpPr>
        <p:spPr>
          <a:xfrm>
            <a:off x="5685865" y="2925511"/>
            <a:ext cx="348930" cy="35506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b="1"/>
          </a:p>
        </p:txBody>
      </p:sp>
      <p:sp>
        <p:nvSpPr>
          <p:cNvPr id="53" name="TextBox 52">
            <a:extLst>
              <a:ext uri="{FF2B5EF4-FFF2-40B4-BE49-F238E27FC236}">
                <a16:creationId xmlns:a16="http://schemas.microsoft.com/office/drawing/2014/main" id="{2C346639-8FE7-9B79-1DFF-B9A22C31CD0B}"/>
              </a:ext>
            </a:extLst>
          </p:cNvPr>
          <p:cNvSpPr txBox="1"/>
          <p:nvPr/>
        </p:nvSpPr>
        <p:spPr>
          <a:xfrm>
            <a:off x="2044288" y="2012394"/>
            <a:ext cx="2391077" cy="307777"/>
          </a:xfrm>
          <a:prstGeom prst="rect">
            <a:avLst/>
          </a:prstGeom>
          <a:noFill/>
        </p:spPr>
        <p:txBody>
          <a:bodyPr wrap="square" rtlCol="0">
            <a:spAutoFit/>
          </a:bodyPr>
          <a:lstStyle/>
          <a:p>
            <a:r>
              <a:rPr lang="en-GB" sz="1400" b="1">
                <a:solidFill>
                  <a:schemeClr val="accent4"/>
                </a:solidFill>
              </a:rPr>
              <a:t>Eurostat Energy balance</a:t>
            </a:r>
          </a:p>
        </p:txBody>
      </p:sp>
    </p:spTree>
    <p:extLst>
      <p:ext uri="{BB962C8B-B14F-4D97-AF65-F5344CB8AC3E}">
        <p14:creationId xmlns:p14="http://schemas.microsoft.com/office/powerpoint/2010/main" val="2180135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24907-009B-5CAC-48A8-6DD0CB92614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105D99-ACC1-BBA6-96A6-8D28EA198DBC}"/>
              </a:ext>
            </a:extLst>
          </p:cNvPr>
          <p:cNvSpPr txBox="1"/>
          <p:nvPr/>
        </p:nvSpPr>
        <p:spPr>
          <a:xfrm>
            <a:off x="5070769" y="3429000"/>
            <a:ext cx="2050498" cy="738664"/>
          </a:xfrm>
          <a:prstGeom prst="rect">
            <a:avLst/>
          </a:prstGeom>
          <a:noFill/>
        </p:spPr>
        <p:txBody>
          <a:bodyPr wrap="none" rtlCol="0">
            <a:spAutoFit/>
          </a:bodyPr>
          <a:lstStyle/>
          <a:p>
            <a:pPr algn="ctr"/>
            <a:r>
              <a:rPr lang="en-GB" sz="2400" b="1" dirty="0">
                <a:solidFill>
                  <a:schemeClr val="bg1"/>
                </a:solidFill>
              </a:rPr>
              <a:t>Annex IV</a:t>
            </a:r>
            <a:endParaRPr lang="en-GB" b="1" dirty="0">
              <a:solidFill>
                <a:schemeClr val="bg1"/>
              </a:solidFill>
            </a:endParaRPr>
          </a:p>
          <a:p>
            <a:pPr algn="ctr"/>
            <a:r>
              <a:rPr lang="en-GB" b="1" i="1" dirty="0">
                <a:solidFill>
                  <a:schemeClr val="bg1"/>
                </a:solidFill>
              </a:rPr>
              <a:t>Thematic guidance</a:t>
            </a:r>
          </a:p>
        </p:txBody>
      </p:sp>
      <p:pic>
        <p:nvPicPr>
          <p:cNvPr id="5" name="Graphic 4" descr="Checklist with solid fill">
            <a:extLst>
              <a:ext uri="{FF2B5EF4-FFF2-40B4-BE49-F238E27FC236}">
                <a16:creationId xmlns:a16="http://schemas.microsoft.com/office/drawing/2014/main" id="{60F7A0D3-86E7-C02A-0F5D-A9E216B1FE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4848" y="1546696"/>
            <a:ext cx="1882304" cy="1882304"/>
          </a:xfrm>
          <a:prstGeom prst="rect">
            <a:avLst/>
          </a:prstGeom>
        </p:spPr>
      </p:pic>
    </p:spTree>
    <p:extLst>
      <p:ext uri="{BB962C8B-B14F-4D97-AF65-F5344CB8AC3E}">
        <p14:creationId xmlns:p14="http://schemas.microsoft.com/office/powerpoint/2010/main" val="1097037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45F3257-CAFC-C928-807A-9B3B51622EE8}"/>
              </a:ext>
            </a:extLst>
          </p:cNvPr>
          <p:cNvGraphicFramePr>
            <a:graphicFrameLocks noGrp="1"/>
          </p:cNvGraphicFramePr>
          <p:nvPr>
            <p:extLst>
              <p:ext uri="{D42A27DB-BD31-4B8C-83A1-F6EECF244321}">
                <p14:modId xmlns:p14="http://schemas.microsoft.com/office/powerpoint/2010/main" val="3619403821"/>
              </p:ext>
            </p:extLst>
          </p:nvPr>
        </p:nvGraphicFramePr>
        <p:xfrm>
          <a:off x="449308" y="1073366"/>
          <a:ext cx="11302608" cy="4134087"/>
        </p:xfrm>
        <a:graphic>
          <a:graphicData uri="http://schemas.openxmlformats.org/drawingml/2006/table">
            <a:tbl>
              <a:tblPr firstRow="1" bandRow="1">
                <a:tableStyleId>{5C22544A-7EE6-4342-B048-85BDC9FD1C3A}</a:tableStyleId>
              </a:tblPr>
              <a:tblGrid>
                <a:gridCol w="2205485">
                  <a:extLst>
                    <a:ext uri="{9D8B030D-6E8A-4147-A177-3AD203B41FA5}">
                      <a16:colId xmlns:a16="http://schemas.microsoft.com/office/drawing/2014/main" val="1899690268"/>
                    </a:ext>
                  </a:extLst>
                </a:gridCol>
                <a:gridCol w="9097123">
                  <a:extLst>
                    <a:ext uri="{9D8B030D-6E8A-4147-A177-3AD203B41FA5}">
                      <a16:colId xmlns:a16="http://schemas.microsoft.com/office/drawing/2014/main" val="3978093686"/>
                    </a:ext>
                  </a:extLst>
                </a:gridCol>
              </a:tblGrid>
              <a:tr h="523256">
                <a:tc gridSpan="2">
                  <a:txBody>
                    <a:bodyPr/>
                    <a:lstStyle/>
                    <a:p>
                      <a:r>
                        <a:rPr lang="en-US" sz="2400" b="0" kern="1200" dirty="0">
                          <a:solidFill>
                            <a:schemeClr val="lt1"/>
                          </a:solidFill>
                          <a:latin typeface="Calibri"/>
                          <a:ea typeface="+mn-ea"/>
                          <a:cs typeface="+mn-cs"/>
                        </a:rPr>
                        <a:t>Article 21 (a) – Progress towards objectives, targets, and contributions within energy efficiency</a:t>
                      </a:r>
                      <a:endParaRPr lang="en-US" sz="2400" b="0" kern="1200" noProof="0" dirty="0">
                        <a:solidFill>
                          <a:schemeClr val="lt1"/>
                        </a:solidFill>
                        <a:latin typeface="Calibri"/>
                        <a:ea typeface="+mn-ea"/>
                        <a:cs typeface="+mn-cs"/>
                      </a:endParaRPr>
                    </a:p>
                  </a:txBody>
                  <a:tcPr>
                    <a:solidFill>
                      <a:srgbClr val="007B6C"/>
                    </a:solidFill>
                  </a:tcPr>
                </a:tc>
                <a:tc hMerge="1">
                  <a:txBody>
                    <a:bodyPr/>
                    <a:lstStyle/>
                    <a:p>
                      <a:endParaRPr lang="en-US"/>
                    </a:p>
                  </a:txBody>
                  <a:tcPr/>
                </a:tc>
                <a:extLst>
                  <a:ext uri="{0D108BD9-81ED-4DB2-BD59-A6C34878D82A}">
                    <a16:rowId xmlns:a16="http://schemas.microsoft.com/office/drawing/2014/main" val="3061965936"/>
                  </a:ext>
                </a:extLst>
              </a:tr>
              <a:tr h="722415">
                <a:tc gridSpan="2">
                  <a:txBody>
                    <a:bodyPr/>
                    <a:lstStyle/>
                    <a:p>
                      <a:pPr marL="0" lvl="0" indent="0" algn="l">
                        <a:lnSpc>
                          <a:spcPct val="100000"/>
                        </a:lnSpc>
                        <a:buNone/>
                      </a:pPr>
                      <a:r>
                        <a:rPr lang="en-US" sz="2200" b="0" i="0" u="none" strike="noStrike" baseline="0" noProof="0" dirty="0">
                          <a:solidFill>
                            <a:srgbClr val="0D0D0D"/>
                          </a:solidFill>
                          <a:latin typeface="Aptos"/>
                        </a:rPr>
                        <a:t>By 15 March 2025 and every second year thereafter, CPs shall report to the Energy Community Secretariat their implementation of the following trajectories and objectives within </a:t>
                      </a:r>
                      <a:r>
                        <a:rPr lang="en-US" sz="2200" b="0" i="0" u="none" strike="noStrike" baseline="0" noProof="0" dirty="0">
                          <a:solidFill>
                            <a:srgbClr val="0D0D0D"/>
                          </a:solidFill>
                          <a:latin typeface="+mn-lt"/>
                        </a:rPr>
                        <a:t>energy efficiency:</a:t>
                      </a:r>
                    </a:p>
                    <a:p>
                      <a:pPr marL="457200" lvl="0" indent="-457200" algn="l">
                        <a:lnSpc>
                          <a:spcPct val="100000"/>
                        </a:lnSpc>
                        <a:buAutoNum type="arabicParenBoth"/>
                      </a:pPr>
                      <a:r>
                        <a:rPr lang="en-US" sz="2200" b="0" i="0" u="none" strike="noStrike" baseline="0" noProof="0" dirty="0">
                          <a:solidFill>
                            <a:srgbClr val="0D0D0D"/>
                          </a:solidFill>
                          <a:latin typeface="+mn-lt"/>
                        </a:rPr>
                        <a:t>National contribution for PEC and FEC;</a:t>
                      </a:r>
                    </a:p>
                    <a:p>
                      <a:pPr marL="457200" lvl="0" indent="-457200" algn="l">
                        <a:lnSpc>
                          <a:spcPct val="100000"/>
                        </a:lnSpc>
                        <a:buAutoNum type="arabicParenBoth"/>
                      </a:pPr>
                      <a:r>
                        <a:rPr lang="en-US" sz="2200" b="0" i="0" u="none" strike="noStrike" baseline="0" noProof="0" dirty="0">
                          <a:solidFill>
                            <a:srgbClr val="0D0D0D"/>
                          </a:solidFill>
                          <a:latin typeface="+mn-lt"/>
                        </a:rPr>
                        <a:t>the indicative trajectory PEC and FEC; </a:t>
                      </a:r>
                    </a:p>
                    <a:p>
                      <a:pPr marL="0" lvl="0" indent="0" algn="l">
                        <a:lnSpc>
                          <a:spcPct val="100000"/>
                        </a:lnSpc>
                        <a:buNone/>
                      </a:pPr>
                      <a:r>
                        <a:rPr lang="en-US" sz="2200" b="0" i="0" u="none" strike="noStrike" baseline="0" noProof="0" dirty="0">
                          <a:solidFill>
                            <a:srgbClr val="0D0D0D"/>
                          </a:solidFill>
                          <a:latin typeface="+mn-lt"/>
                        </a:rPr>
                        <a:t>(3)  the indicative milestones and progress indicators of the long-term strategy for the renovation of the national stock of residential and non-residential buildings; </a:t>
                      </a:r>
                    </a:p>
                    <a:p>
                      <a:pPr marL="0" lvl="0" indent="0" algn="l">
                        <a:lnSpc>
                          <a:spcPct val="100000"/>
                        </a:lnSpc>
                        <a:buNone/>
                      </a:pPr>
                      <a:r>
                        <a:rPr lang="en-US" sz="2200" b="0" i="0" u="none" strike="noStrike" baseline="0" noProof="0" dirty="0">
                          <a:solidFill>
                            <a:srgbClr val="0D0D0D"/>
                          </a:solidFill>
                          <a:latin typeface="+mn-lt"/>
                        </a:rPr>
                        <a:t>(4)  where applicable, an update of other national objectives set out in the national plan.</a:t>
                      </a:r>
                    </a:p>
                    <a:p>
                      <a:pPr marL="0" lvl="0" indent="0" algn="l">
                        <a:lnSpc>
                          <a:spcPct val="100000"/>
                        </a:lnSpc>
                        <a:buNone/>
                      </a:pPr>
                      <a:endParaRPr lang="en-US" sz="800" b="0" i="0" u="none" strike="noStrike" baseline="0" noProof="0" dirty="0">
                        <a:solidFill>
                          <a:srgbClr val="0D0D0D"/>
                        </a:solidFill>
                        <a:latin typeface="Aptos"/>
                      </a:endParaRPr>
                    </a:p>
                  </a:txBody>
                  <a:tcPr>
                    <a:solidFill>
                      <a:schemeClr val="bg1">
                        <a:lumMod val="85000"/>
                      </a:schemeClr>
                    </a:solidFill>
                  </a:tcPr>
                </a:tc>
                <a:tc hMerge="1">
                  <a:txBody>
                    <a:bodyPr/>
                    <a:lstStyle/>
                    <a:p>
                      <a:endParaRPr lang="en-US"/>
                    </a:p>
                  </a:txBody>
                  <a:tcPr/>
                </a:tc>
                <a:extLst>
                  <a:ext uri="{0D108BD9-81ED-4DB2-BD59-A6C34878D82A}">
                    <a16:rowId xmlns:a16="http://schemas.microsoft.com/office/drawing/2014/main" val="2979454023"/>
                  </a:ext>
                </a:extLst>
              </a:tr>
              <a:tr h="415527">
                <a:tc>
                  <a:txBody>
                    <a:bodyPr/>
                    <a:lstStyle/>
                    <a:p>
                      <a:r>
                        <a:rPr lang="en-US" u="sng" dirty="0">
                          <a:latin typeface="Calibri"/>
                        </a:rPr>
                        <a:t>Reports due:</a:t>
                      </a:r>
                      <a:endParaRPr lang="en-US" dirty="0">
                        <a:latin typeface="Calibri"/>
                      </a:endParaRPr>
                    </a:p>
                  </a:txBody>
                  <a:tcPr/>
                </a:tc>
                <a:tc>
                  <a:txBody>
                    <a:bodyPr/>
                    <a:lstStyle/>
                    <a:p>
                      <a:pPr lvl="0">
                        <a:buNone/>
                      </a:pPr>
                      <a:r>
                        <a:rPr lang="en-US" sz="1700" b="0" i="0" u="none" strike="noStrike" noProof="0" dirty="0">
                          <a:solidFill>
                            <a:srgbClr val="0D0D0D"/>
                          </a:solidFill>
                          <a:latin typeface="Calibri"/>
                        </a:rPr>
                        <a:t>15 March – Biannually – To start in 2025</a:t>
                      </a:r>
                      <a:endParaRPr lang="en-US" dirty="0"/>
                    </a:p>
                  </a:txBody>
                  <a:tcPr/>
                </a:tc>
                <a:extLst>
                  <a:ext uri="{0D108BD9-81ED-4DB2-BD59-A6C34878D82A}">
                    <a16:rowId xmlns:a16="http://schemas.microsoft.com/office/drawing/2014/main" val="1191654556"/>
                  </a:ext>
                </a:extLst>
              </a:tr>
            </a:tbl>
          </a:graphicData>
        </a:graphic>
      </p:graphicFrame>
      <p:sp>
        <p:nvSpPr>
          <p:cNvPr id="5" name="Slide Number Placeholder 4">
            <a:extLst>
              <a:ext uri="{FF2B5EF4-FFF2-40B4-BE49-F238E27FC236}">
                <a16:creationId xmlns:a16="http://schemas.microsoft.com/office/drawing/2014/main" id="{CD2FD5D6-7751-7FFA-67B8-8D6D15388049}"/>
              </a:ext>
            </a:extLst>
          </p:cNvPr>
          <p:cNvSpPr>
            <a:spLocks noGrp="1"/>
          </p:cNvSpPr>
          <p:nvPr>
            <p:ph type="sldNum" sz="quarter" idx="12"/>
          </p:nvPr>
        </p:nvSpPr>
        <p:spPr/>
        <p:txBody>
          <a:bodyPr/>
          <a:lstStyle/>
          <a:p>
            <a:fld id="{1A424DB6-78F0-4ADD-B66A-AFD80B81666A}" type="slidenum">
              <a:rPr lang="en-DK" smtClean="0"/>
              <a:t>11</a:t>
            </a:fld>
            <a:endParaRPr lang="en-DK"/>
          </a:p>
        </p:txBody>
      </p:sp>
      <p:sp>
        <p:nvSpPr>
          <p:cNvPr id="6" name="Title 1">
            <a:extLst>
              <a:ext uri="{FF2B5EF4-FFF2-40B4-BE49-F238E27FC236}">
                <a16:creationId xmlns:a16="http://schemas.microsoft.com/office/drawing/2014/main" id="{92D80630-EB82-F266-47A4-E8D6E10CD97C}"/>
              </a:ext>
            </a:extLst>
          </p:cNvPr>
          <p:cNvSpPr txBox="1">
            <a:spLocks/>
          </p:cNvSpPr>
          <p:nvPr/>
        </p:nvSpPr>
        <p:spPr>
          <a:xfrm>
            <a:off x="-2781" y="379141"/>
            <a:ext cx="12196629" cy="535531"/>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chemeClr val="accent1"/>
                </a:solidFill>
                <a:latin typeface="Calibri" panose="020F0502020204030204"/>
                <a:ea typeface="+mn-ea"/>
                <a:cs typeface="+mn-cs"/>
              </a:rPr>
              <a:t> PROGRESS TO TARGET - Energy Efficiency</a:t>
            </a:r>
          </a:p>
        </p:txBody>
      </p:sp>
    </p:spTree>
    <p:extLst>
      <p:ext uri="{BB962C8B-B14F-4D97-AF65-F5344CB8AC3E}">
        <p14:creationId xmlns:p14="http://schemas.microsoft.com/office/powerpoint/2010/main" val="1697684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E147FBA-8E55-DC30-1056-57462F61E16E}"/>
              </a:ext>
            </a:extLst>
          </p:cNvPr>
          <p:cNvSpPr/>
          <p:nvPr/>
        </p:nvSpPr>
        <p:spPr>
          <a:xfrm>
            <a:off x="439270" y="1255799"/>
            <a:ext cx="11377135" cy="3621408"/>
          </a:xfrm>
          <a:prstGeom prst="rect">
            <a:avLst/>
          </a:prstGeom>
          <a:solidFill>
            <a:srgbClr val="66B0A7">
              <a:alpha val="2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02A752E0-6364-D742-3F27-0E901A11F4A2}"/>
              </a:ext>
            </a:extLst>
          </p:cNvPr>
          <p:cNvSpPr txBox="1">
            <a:spLocks/>
          </p:cNvSpPr>
          <p:nvPr/>
        </p:nvSpPr>
        <p:spPr>
          <a:xfrm>
            <a:off x="-2781" y="-1031"/>
            <a:ext cx="12196629" cy="1295875"/>
          </a:xfrm>
          <a:prstGeom prst="rect">
            <a:avLst/>
          </a:prstGeom>
          <a:noFill/>
        </p:spPr>
        <p:txBody>
          <a:bodyPr vert="horz" wrap="square" lIns="91440" tIns="45720" rIns="91440" bIns="45720" rtlCol="0" anchor="ctr">
            <a:spAutoFit/>
          </a:bodyPr>
          <a:lstStyle>
            <a:defPPr>
              <a:defRPr lang="en-DK"/>
            </a:defPPr>
            <a:lvl1pPr>
              <a:lnSpc>
                <a:spcPct val="90000"/>
              </a:lnSpc>
              <a:spcBef>
                <a:spcPct val="0"/>
              </a:spcBef>
              <a:buNone/>
              <a:defRPr sz="3200" b="1">
                <a:solidFill>
                  <a:schemeClr val="accent1"/>
                </a:solidFill>
                <a:latin typeface="Calibri" panose="020F0502020204030204"/>
              </a:defRPr>
            </a:lvl1pPr>
          </a:lstStyle>
          <a:p>
            <a:r>
              <a:rPr lang="en-US" dirty="0"/>
              <a:t> PROGRESS TO TARGET - energy efficiency – Tables</a:t>
            </a:r>
          </a:p>
        </p:txBody>
      </p:sp>
      <p:sp>
        <p:nvSpPr>
          <p:cNvPr id="5" name="TextBox 4">
            <a:extLst>
              <a:ext uri="{FF2B5EF4-FFF2-40B4-BE49-F238E27FC236}">
                <a16:creationId xmlns:a16="http://schemas.microsoft.com/office/drawing/2014/main" id="{596DB1D6-8ADD-D3D6-EE79-88FC01CE537F}"/>
              </a:ext>
            </a:extLst>
          </p:cNvPr>
          <p:cNvSpPr txBox="1"/>
          <p:nvPr/>
        </p:nvSpPr>
        <p:spPr>
          <a:xfrm>
            <a:off x="605118" y="1249335"/>
            <a:ext cx="11147612" cy="3293209"/>
          </a:xfrm>
          <a:prstGeom prst="rect">
            <a:avLst/>
          </a:prstGeom>
          <a:noFill/>
        </p:spPr>
        <p:txBody>
          <a:bodyPr wrap="square">
            <a:spAutoFit/>
          </a:bodyPr>
          <a:lstStyle/>
          <a:p>
            <a:pPr marL="285750" indent="-285750">
              <a:buFont typeface="Arial" panose="020B0604020202020204" pitchFamily="34" charset="0"/>
              <a:buChar char="•"/>
            </a:pPr>
            <a:r>
              <a:rPr lang="en-US" sz="1600" dirty="0"/>
              <a:t>Table 1: National contribution and indicative trajectory for primary and final energy consumption, </a:t>
            </a:r>
          </a:p>
          <a:p>
            <a:pPr marL="285750" indent="-285750">
              <a:buFont typeface="Arial" panose="020B0604020202020204" pitchFamily="34" charset="0"/>
              <a:buChar char="•"/>
            </a:pPr>
            <a:r>
              <a:rPr lang="en-US" sz="1600" dirty="0"/>
              <a:t>Table 2: Milestones and progress indicators of the long-term strategy for the renovation (LTRS) of the national stock of residential and non-residential buildings – building stock , </a:t>
            </a:r>
          </a:p>
          <a:p>
            <a:pPr marL="285750" indent="-285750">
              <a:buFont typeface="Arial" panose="020B0604020202020204" pitchFamily="34" charset="0"/>
              <a:buChar char="•"/>
            </a:pPr>
            <a:r>
              <a:rPr lang="en-US" sz="1600" dirty="0"/>
              <a:t>Table 2_Other: Other milestones and progress indicators of the long-term strategy for the renovation (LTRS) of the national stock of residential and non-residential buildings – building stock, </a:t>
            </a:r>
          </a:p>
          <a:p>
            <a:pPr marL="285750" indent="-285750">
              <a:buFont typeface="Arial" panose="020B0604020202020204" pitchFamily="34" charset="0"/>
              <a:buChar char="•"/>
            </a:pPr>
            <a:r>
              <a:rPr lang="en-US" sz="1600" dirty="0"/>
              <a:t>Table 3: Milestones and progress indicators of the long-term strategy for the renovation of the national stock of residential and non-residential buildings – renovation rates, </a:t>
            </a:r>
          </a:p>
          <a:p>
            <a:pPr marL="285750" indent="-285750">
              <a:buFont typeface="Arial" panose="020B0604020202020204" pitchFamily="34" charset="0"/>
              <a:buChar char="•"/>
            </a:pPr>
            <a:r>
              <a:rPr lang="en-US" sz="1600" dirty="0"/>
              <a:t>Table 4: Milestones and progress indicators of the long-term strategy for the renovation of the national stock of residential and non-residential buildings – other indicators, </a:t>
            </a:r>
          </a:p>
          <a:p>
            <a:pPr marL="285750" indent="-285750">
              <a:buFont typeface="Arial" panose="020B0604020202020204" pitchFamily="34" charset="0"/>
              <a:buChar char="•"/>
            </a:pPr>
            <a:r>
              <a:rPr lang="en-US" sz="1600" dirty="0"/>
              <a:t>Table 5: Milestones and progress indicators of the long-term strategy for the renovation of the national stock of residential and non-residential buildings - the contributions to the Union's energy efficiency targets, </a:t>
            </a:r>
          </a:p>
          <a:p>
            <a:pPr marL="285750" indent="-285750">
              <a:buFont typeface="Arial" panose="020B0604020202020204" pitchFamily="34" charset="0"/>
              <a:buChar char="•"/>
            </a:pPr>
            <a:r>
              <a:rPr lang="en-US" sz="1600" dirty="0"/>
              <a:t>Table 6: Update of other national objectives on energy efficiency as reported in the integrated national energy and climate plan. </a:t>
            </a:r>
            <a:endParaRPr lang="en-DK" sz="1600" dirty="0"/>
          </a:p>
        </p:txBody>
      </p:sp>
      <p:sp>
        <p:nvSpPr>
          <p:cNvPr id="2" name="Slide Number Placeholder 1">
            <a:extLst>
              <a:ext uri="{FF2B5EF4-FFF2-40B4-BE49-F238E27FC236}">
                <a16:creationId xmlns:a16="http://schemas.microsoft.com/office/drawing/2014/main" id="{F07FCA04-1FBF-F158-8B08-1DF6EADC3B78}"/>
              </a:ext>
            </a:extLst>
          </p:cNvPr>
          <p:cNvSpPr>
            <a:spLocks noGrp="1"/>
          </p:cNvSpPr>
          <p:nvPr>
            <p:ph type="sldNum" sz="quarter" idx="12"/>
          </p:nvPr>
        </p:nvSpPr>
        <p:spPr/>
        <p:txBody>
          <a:bodyPr/>
          <a:lstStyle/>
          <a:p>
            <a:fld id="{1A424DB6-78F0-4ADD-B66A-AFD80B81666A}" type="slidenum">
              <a:rPr lang="en-DK" smtClean="0"/>
              <a:t>12</a:t>
            </a:fld>
            <a:endParaRPr lang="en-DK"/>
          </a:p>
        </p:txBody>
      </p:sp>
      <p:sp>
        <p:nvSpPr>
          <p:cNvPr id="7" name="Content Placeholder 2">
            <a:extLst>
              <a:ext uri="{FF2B5EF4-FFF2-40B4-BE49-F238E27FC236}">
                <a16:creationId xmlns:a16="http://schemas.microsoft.com/office/drawing/2014/main" id="{15B1A3E2-DD06-E566-7C15-22534429AAB1}"/>
              </a:ext>
            </a:extLst>
          </p:cNvPr>
          <p:cNvSpPr txBox="1">
            <a:spLocks/>
          </p:cNvSpPr>
          <p:nvPr/>
        </p:nvSpPr>
        <p:spPr>
          <a:xfrm>
            <a:off x="432830" y="5374122"/>
            <a:ext cx="1130198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1800" b="1" dirty="0">
                <a:ea typeface="+mn-lt"/>
                <a:cs typeface="Segoe UI"/>
              </a:rPr>
              <a:t>The process for pre-filling:</a:t>
            </a:r>
          </a:p>
          <a:p>
            <a:pPr marL="0" indent="0">
              <a:lnSpc>
                <a:spcPct val="100000"/>
              </a:lnSpc>
              <a:spcBef>
                <a:spcPts val="0"/>
              </a:spcBef>
              <a:buNone/>
            </a:pPr>
            <a:r>
              <a:rPr lang="en-US" sz="1800" dirty="0"/>
              <a:t>Progress towards indicative </a:t>
            </a:r>
          </a:p>
          <a:p>
            <a:pPr marL="0" indent="0">
              <a:lnSpc>
                <a:spcPct val="100000"/>
              </a:lnSpc>
              <a:spcBef>
                <a:spcPts val="0"/>
              </a:spcBef>
              <a:buNone/>
            </a:pPr>
            <a:r>
              <a:rPr lang="en-US" sz="1800" dirty="0"/>
              <a:t>trajectory 2021-2030 in PEC and FEC.</a:t>
            </a:r>
            <a:endParaRPr lang="en-DK" sz="1800" dirty="0"/>
          </a:p>
          <a:p>
            <a:pPr marL="0" indent="0">
              <a:lnSpc>
                <a:spcPct val="100000"/>
              </a:lnSpc>
              <a:spcBef>
                <a:spcPts val="0"/>
              </a:spcBef>
              <a:buNone/>
            </a:pPr>
            <a:endParaRPr lang="en-US" sz="1800" b="1" dirty="0">
              <a:ea typeface="+mn-lt"/>
              <a:cs typeface="Segoe UI"/>
            </a:endParaRPr>
          </a:p>
        </p:txBody>
      </p:sp>
      <p:pic>
        <p:nvPicPr>
          <p:cNvPr id="8" name="Picture 7" descr="A white rectangular object with black text&#10;&#10;Description automatically generated">
            <a:extLst>
              <a:ext uri="{FF2B5EF4-FFF2-40B4-BE49-F238E27FC236}">
                <a16:creationId xmlns:a16="http://schemas.microsoft.com/office/drawing/2014/main" id="{EF777F7B-9884-F5E0-D293-7B9D1D3BC4BA}"/>
              </a:ext>
            </a:extLst>
          </p:cNvPr>
          <p:cNvPicPr>
            <a:picLocks noChangeAspect="1"/>
          </p:cNvPicPr>
          <p:nvPr/>
        </p:nvPicPr>
        <p:blipFill>
          <a:blip r:embed="rId2"/>
          <a:stretch>
            <a:fillRect/>
          </a:stretch>
        </p:blipFill>
        <p:spPr>
          <a:xfrm>
            <a:off x="4509419" y="5179017"/>
            <a:ext cx="6624109" cy="1118306"/>
          </a:xfrm>
          <a:prstGeom prst="rect">
            <a:avLst/>
          </a:prstGeom>
          <a:ln>
            <a:noFill/>
          </a:ln>
        </p:spPr>
      </p:pic>
    </p:spTree>
    <p:extLst>
      <p:ext uri="{BB962C8B-B14F-4D97-AF65-F5344CB8AC3E}">
        <p14:creationId xmlns:p14="http://schemas.microsoft.com/office/powerpoint/2010/main" val="2098585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326533" y="900113"/>
            <a:ext cx="11375731" cy="369332"/>
          </a:xfrm>
          <a:prstGeom prst="rect">
            <a:avLst/>
          </a:prstGeom>
          <a:noFill/>
        </p:spPr>
        <p:txBody>
          <a:bodyPr wrap="square">
            <a:spAutoFit/>
          </a:bodyPr>
          <a:lstStyle/>
          <a:p>
            <a:r>
              <a:rPr lang="en-US" b="1" dirty="0"/>
              <a:t>National contribution and indicative trajectory for primary and final energy consumption</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1</a:t>
            </a:r>
            <a:endParaRPr lang="en-GB" sz="3200" b="1" dirty="0">
              <a:solidFill>
                <a:srgbClr val="113A60"/>
              </a:solidFill>
            </a:endParaRPr>
          </a:p>
        </p:txBody>
      </p:sp>
      <p:sp>
        <p:nvSpPr>
          <p:cNvPr id="10" name="TextBox 9">
            <a:extLst>
              <a:ext uri="{FF2B5EF4-FFF2-40B4-BE49-F238E27FC236}">
                <a16:creationId xmlns:a16="http://schemas.microsoft.com/office/drawing/2014/main" id="{281CD08A-7EA1-46F7-1D7C-5F6725F1E96B}"/>
              </a:ext>
            </a:extLst>
          </p:cNvPr>
          <p:cNvSpPr txBox="1"/>
          <p:nvPr/>
        </p:nvSpPr>
        <p:spPr>
          <a:xfrm>
            <a:off x="8562344" y="1533960"/>
            <a:ext cx="3702121" cy="276999"/>
          </a:xfrm>
          <a:prstGeom prst="rect">
            <a:avLst/>
          </a:prstGeom>
          <a:noFill/>
        </p:spPr>
        <p:txBody>
          <a:bodyPr wrap="square">
            <a:spAutoFit/>
          </a:bodyPr>
          <a:lstStyle/>
          <a:p>
            <a:r>
              <a:rPr lang="it-IT" sz="1200" dirty="0"/>
              <a:t>Data format: drop-down menu </a:t>
            </a:r>
            <a:endParaRPr lang="en-DK" sz="1200" dirty="0"/>
          </a:p>
        </p:txBody>
      </p:sp>
      <p:sp>
        <p:nvSpPr>
          <p:cNvPr id="13" name="TextBox 12">
            <a:extLst>
              <a:ext uri="{FF2B5EF4-FFF2-40B4-BE49-F238E27FC236}">
                <a16:creationId xmlns:a16="http://schemas.microsoft.com/office/drawing/2014/main" id="{24859B8C-5EEB-1102-C8FC-73A9EF1A4FFF}"/>
              </a:ext>
            </a:extLst>
          </p:cNvPr>
          <p:cNvSpPr txBox="1"/>
          <p:nvPr/>
        </p:nvSpPr>
        <p:spPr>
          <a:xfrm>
            <a:off x="8562344" y="1889076"/>
            <a:ext cx="3702121" cy="276999"/>
          </a:xfrm>
          <a:prstGeom prst="rect">
            <a:avLst/>
          </a:prstGeom>
          <a:noFill/>
        </p:spPr>
        <p:txBody>
          <a:bodyPr wrap="square">
            <a:spAutoFit/>
          </a:bodyPr>
          <a:lstStyle/>
          <a:p>
            <a:r>
              <a:rPr lang="it-IT" sz="1200" dirty="0"/>
              <a:t>Data format: text</a:t>
            </a:r>
            <a:endParaRPr lang="en-DK" sz="1200" dirty="0"/>
          </a:p>
        </p:txBody>
      </p:sp>
      <p:sp>
        <p:nvSpPr>
          <p:cNvPr id="15" name="TextBox 14">
            <a:extLst>
              <a:ext uri="{FF2B5EF4-FFF2-40B4-BE49-F238E27FC236}">
                <a16:creationId xmlns:a16="http://schemas.microsoft.com/office/drawing/2014/main" id="{70146824-EB35-B2EF-8EB6-D1E3510420B5}"/>
              </a:ext>
            </a:extLst>
          </p:cNvPr>
          <p:cNvSpPr txBox="1"/>
          <p:nvPr/>
        </p:nvSpPr>
        <p:spPr>
          <a:xfrm>
            <a:off x="8538280" y="2152154"/>
            <a:ext cx="3837587" cy="276999"/>
          </a:xfrm>
          <a:prstGeom prst="rect">
            <a:avLst/>
          </a:prstGeom>
          <a:noFill/>
        </p:spPr>
        <p:txBody>
          <a:bodyPr wrap="square">
            <a:spAutoFit/>
          </a:bodyPr>
          <a:lstStyle>
            <a:defPPr>
              <a:defRPr lang="en-DK"/>
            </a:defPPr>
            <a:lvl1pPr>
              <a:defRPr sz="1200"/>
            </a:lvl1pPr>
          </a:lstStyle>
          <a:p>
            <a:r>
              <a:rPr lang="it-IT" dirty="0"/>
              <a:t>Data format: text for unit, number (decimal) for indicator</a:t>
            </a:r>
            <a:endParaRPr lang="en-DK" dirty="0"/>
          </a:p>
        </p:txBody>
      </p:sp>
      <p:sp>
        <p:nvSpPr>
          <p:cNvPr id="16" name="TextBox 15">
            <a:extLst>
              <a:ext uri="{FF2B5EF4-FFF2-40B4-BE49-F238E27FC236}">
                <a16:creationId xmlns:a16="http://schemas.microsoft.com/office/drawing/2014/main" id="{991859CD-031D-61EE-567E-6CE19DB15546}"/>
              </a:ext>
            </a:extLst>
          </p:cNvPr>
          <p:cNvSpPr txBox="1"/>
          <p:nvPr/>
        </p:nvSpPr>
        <p:spPr>
          <a:xfrm>
            <a:off x="8568289" y="2643921"/>
            <a:ext cx="3702121" cy="276999"/>
          </a:xfrm>
          <a:prstGeom prst="rect">
            <a:avLst/>
          </a:prstGeom>
          <a:noFill/>
        </p:spPr>
        <p:txBody>
          <a:bodyPr wrap="square">
            <a:spAutoFit/>
          </a:bodyPr>
          <a:lstStyle/>
          <a:p>
            <a:r>
              <a:rPr lang="it-IT" sz="1200" dirty="0"/>
              <a:t>Data format: number (decimal)</a:t>
            </a:r>
            <a:endParaRPr lang="en-DK" sz="1200" dirty="0"/>
          </a:p>
        </p:txBody>
      </p:sp>
      <p:sp>
        <p:nvSpPr>
          <p:cNvPr id="19" name="TextBox 18">
            <a:extLst>
              <a:ext uri="{FF2B5EF4-FFF2-40B4-BE49-F238E27FC236}">
                <a16:creationId xmlns:a16="http://schemas.microsoft.com/office/drawing/2014/main" id="{7C1CECDF-D23F-E8B4-2AF3-92AE9C655192}"/>
              </a:ext>
            </a:extLst>
          </p:cNvPr>
          <p:cNvSpPr txBox="1"/>
          <p:nvPr/>
        </p:nvSpPr>
        <p:spPr>
          <a:xfrm>
            <a:off x="8588980" y="3425543"/>
            <a:ext cx="3702121" cy="461665"/>
          </a:xfrm>
          <a:prstGeom prst="rect">
            <a:avLst/>
          </a:prstGeom>
          <a:noFill/>
        </p:spPr>
        <p:txBody>
          <a:bodyPr wrap="square">
            <a:spAutoFit/>
          </a:bodyPr>
          <a:lstStyle/>
          <a:p>
            <a:r>
              <a:rPr lang="en-US" sz="1200" dirty="0"/>
              <a:t>These fields will be pre-filled based on Eurostat energy balance data when available.</a:t>
            </a:r>
            <a:endParaRPr lang="en-DK" sz="1200" dirty="0"/>
          </a:p>
        </p:txBody>
      </p:sp>
      <p:sp>
        <p:nvSpPr>
          <p:cNvPr id="20" name="TextBox 19">
            <a:extLst>
              <a:ext uri="{FF2B5EF4-FFF2-40B4-BE49-F238E27FC236}">
                <a16:creationId xmlns:a16="http://schemas.microsoft.com/office/drawing/2014/main" id="{404B7A76-D152-B85D-A784-17F419575980}"/>
              </a:ext>
            </a:extLst>
          </p:cNvPr>
          <p:cNvSpPr txBox="1"/>
          <p:nvPr/>
        </p:nvSpPr>
        <p:spPr>
          <a:xfrm>
            <a:off x="8578705" y="4287362"/>
            <a:ext cx="3702121" cy="276999"/>
          </a:xfrm>
          <a:prstGeom prst="rect">
            <a:avLst/>
          </a:prstGeom>
          <a:noFill/>
        </p:spPr>
        <p:txBody>
          <a:bodyPr wrap="square">
            <a:spAutoFit/>
          </a:bodyPr>
          <a:lstStyle/>
          <a:p>
            <a:r>
              <a:rPr lang="it-IT" sz="1200" dirty="0"/>
              <a:t>Data format: number (decimal)</a:t>
            </a:r>
            <a:endParaRPr lang="en-DK" sz="1200" dirty="0"/>
          </a:p>
        </p:txBody>
      </p:sp>
      <p:sp>
        <p:nvSpPr>
          <p:cNvPr id="21" name="TextBox 20">
            <a:extLst>
              <a:ext uri="{FF2B5EF4-FFF2-40B4-BE49-F238E27FC236}">
                <a16:creationId xmlns:a16="http://schemas.microsoft.com/office/drawing/2014/main" id="{2D2593D5-6077-BBB2-A0BF-00395B5BED8C}"/>
              </a:ext>
            </a:extLst>
          </p:cNvPr>
          <p:cNvSpPr txBox="1"/>
          <p:nvPr/>
        </p:nvSpPr>
        <p:spPr>
          <a:xfrm>
            <a:off x="8578704" y="4897059"/>
            <a:ext cx="3702121" cy="276999"/>
          </a:xfrm>
          <a:prstGeom prst="rect">
            <a:avLst/>
          </a:prstGeom>
          <a:noFill/>
        </p:spPr>
        <p:txBody>
          <a:bodyPr wrap="square">
            <a:spAutoFit/>
          </a:bodyPr>
          <a:lstStyle/>
          <a:p>
            <a:r>
              <a:rPr lang="it-IT" sz="1200" dirty="0"/>
              <a:t>Data format: number (decimal)</a:t>
            </a:r>
            <a:endParaRPr lang="en-DK" sz="1200" dirty="0"/>
          </a:p>
        </p:txBody>
      </p:sp>
      <p:sp>
        <p:nvSpPr>
          <p:cNvPr id="25" name="TextBox 24">
            <a:extLst>
              <a:ext uri="{FF2B5EF4-FFF2-40B4-BE49-F238E27FC236}">
                <a16:creationId xmlns:a16="http://schemas.microsoft.com/office/drawing/2014/main" id="{69673348-B7CD-10FF-32DB-57797E765015}"/>
              </a:ext>
            </a:extLst>
          </p:cNvPr>
          <p:cNvSpPr txBox="1"/>
          <p:nvPr/>
        </p:nvSpPr>
        <p:spPr>
          <a:xfrm>
            <a:off x="326533" y="5307153"/>
            <a:ext cx="11865468" cy="1323439"/>
          </a:xfrm>
          <a:prstGeom prst="rect">
            <a:avLst/>
          </a:prstGeom>
          <a:noFill/>
        </p:spPr>
        <p:txBody>
          <a:bodyPr wrap="square">
            <a:spAutoFit/>
          </a:bodyPr>
          <a:lstStyle/>
          <a:p>
            <a:r>
              <a:rPr lang="en-US" sz="1600" b="1" dirty="0"/>
              <a:t>FIELD 1:</a:t>
            </a:r>
            <a:r>
              <a:rPr lang="en-US" sz="1600" dirty="0"/>
              <a:t>The purpose of this field is to report their definition of the 2030 savings contribution in accordance with their NECP through the selection of a specific option (i.e., primary energy consumption; final energy consumption; primary energy savings; final energy savings; energy intensity.)</a:t>
            </a:r>
          </a:p>
          <a:p>
            <a:r>
              <a:rPr lang="en-US" sz="1600" b="1" dirty="0"/>
              <a:t>FIELD 2: </a:t>
            </a:r>
            <a:r>
              <a:rPr lang="en-US" sz="1600" dirty="0"/>
              <a:t>The purpose of this field is to describe the 2030 contribution and indicative trajectory from 2025-2030;</a:t>
            </a:r>
          </a:p>
          <a:p>
            <a:r>
              <a:rPr lang="en-US" sz="1600" b="1" dirty="0"/>
              <a:t>FIELD 3: </a:t>
            </a:r>
            <a:r>
              <a:rPr lang="en-US" sz="1600" dirty="0"/>
              <a:t>The purpose of this field is to document the value of the </a:t>
            </a:r>
            <a:r>
              <a:rPr lang="en-US" sz="1600" b="1" dirty="0"/>
              <a:t>savings contribution </a:t>
            </a:r>
            <a:r>
              <a:rPr lang="en-US" sz="1600" dirty="0"/>
              <a:t>in 2030 in accordance with their NECP. </a:t>
            </a:r>
            <a:endParaRPr lang="en-DK" sz="1600" dirty="0"/>
          </a:p>
        </p:txBody>
      </p:sp>
      <p:grpSp>
        <p:nvGrpSpPr>
          <p:cNvPr id="12" name="Group 11">
            <a:extLst>
              <a:ext uri="{FF2B5EF4-FFF2-40B4-BE49-F238E27FC236}">
                <a16:creationId xmlns:a16="http://schemas.microsoft.com/office/drawing/2014/main" id="{E72C59EC-D8B0-0214-9A6D-329956051CD8}"/>
              </a:ext>
            </a:extLst>
          </p:cNvPr>
          <p:cNvGrpSpPr/>
          <p:nvPr/>
        </p:nvGrpSpPr>
        <p:grpSpPr>
          <a:xfrm>
            <a:off x="326532" y="1230924"/>
            <a:ext cx="8267700" cy="4162425"/>
            <a:chOff x="326533" y="1464651"/>
            <a:chExt cx="8267700" cy="4162425"/>
          </a:xfrm>
        </p:grpSpPr>
        <p:pic>
          <p:nvPicPr>
            <p:cNvPr id="5" name="Picture 4">
              <a:extLst>
                <a:ext uri="{FF2B5EF4-FFF2-40B4-BE49-F238E27FC236}">
                  <a16:creationId xmlns:a16="http://schemas.microsoft.com/office/drawing/2014/main" id="{48062B01-7646-63EC-F528-4A3BE2B5E4A8}"/>
                </a:ext>
              </a:extLst>
            </p:cNvPr>
            <p:cNvPicPr>
              <a:picLocks noChangeAspect="1"/>
            </p:cNvPicPr>
            <p:nvPr/>
          </p:nvPicPr>
          <p:blipFill>
            <a:blip r:embed="rId3"/>
            <a:stretch>
              <a:fillRect/>
            </a:stretch>
          </p:blipFill>
          <p:spPr>
            <a:xfrm>
              <a:off x="326533" y="1464651"/>
              <a:ext cx="8267700" cy="4162425"/>
            </a:xfrm>
            <a:prstGeom prst="rect">
              <a:avLst/>
            </a:prstGeom>
          </p:spPr>
        </p:pic>
        <p:sp>
          <p:nvSpPr>
            <p:cNvPr id="22" name="TextBox 21">
              <a:extLst>
                <a:ext uri="{FF2B5EF4-FFF2-40B4-BE49-F238E27FC236}">
                  <a16:creationId xmlns:a16="http://schemas.microsoft.com/office/drawing/2014/main" id="{44020D53-E85C-517B-6F79-37FC44D51C19}"/>
                </a:ext>
              </a:extLst>
            </p:cNvPr>
            <p:cNvSpPr txBox="1"/>
            <p:nvPr/>
          </p:nvSpPr>
          <p:spPr>
            <a:xfrm>
              <a:off x="3572746" y="5027653"/>
              <a:ext cx="3702121" cy="276999"/>
            </a:xfrm>
            <a:prstGeom prst="rect">
              <a:avLst/>
            </a:prstGeom>
            <a:noFill/>
          </p:spPr>
          <p:txBody>
            <a:bodyPr wrap="square">
              <a:spAutoFit/>
            </a:bodyPr>
            <a:lstStyle/>
            <a:p>
              <a:r>
                <a:rPr lang="it-IT" sz="1200" dirty="0"/>
                <a:t>Voluntary</a:t>
              </a:r>
              <a:endParaRPr lang="en-DK" sz="1200" dirty="0"/>
            </a:p>
          </p:txBody>
        </p:sp>
        <p:sp>
          <p:nvSpPr>
            <p:cNvPr id="23" name="TextBox 22">
              <a:extLst>
                <a:ext uri="{FF2B5EF4-FFF2-40B4-BE49-F238E27FC236}">
                  <a16:creationId xmlns:a16="http://schemas.microsoft.com/office/drawing/2014/main" id="{5D87DEB0-2192-5CEE-3424-6A96624470B0}"/>
                </a:ext>
              </a:extLst>
            </p:cNvPr>
            <p:cNvSpPr txBox="1"/>
            <p:nvPr/>
          </p:nvSpPr>
          <p:spPr>
            <a:xfrm>
              <a:off x="3440581" y="4407682"/>
              <a:ext cx="1019802" cy="461665"/>
            </a:xfrm>
            <a:prstGeom prst="rect">
              <a:avLst/>
            </a:prstGeom>
            <a:noFill/>
          </p:spPr>
          <p:txBody>
            <a:bodyPr wrap="square">
              <a:spAutoFit/>
            </a:bodyPr>
            <a:lstStyle/>
            <a:p>
              <a:r>
                <a:rPr lang="it-IT" sz="1200" dirty="0"/>
                <a:t>Mandatory if  applicable</a:t>
              </a:r>
              <a:endParaRPr lang="en-DK" sz="1200" dirty="0"/>
            </a:p>
          </p:txBody>
        </p:sp>
        <p:sp>
          <p:nvSpPr>
            <p:cNvPr id="2" name="TextBox 1">
              <a:extLst>
                <a:ext uri="{FF2B5EF4-FFF2-40B4-BE49-F238E27FC236}">
                  <a16:creationId xmlns:a16="http://schemas.microsoft.com/office/drawing/2014/main" id="{1B866FF0-1FA0-D08B-9A7B-4C631ABEF65D}"/>
                </a:ext>
              </a:extLst>
            </p:cNvPr>
            <p:cNvSpPr txBox="1"/>
            <p:nvPr/>
          </p:nvSpPr>
          <p:spPr>
            <a:xfrm>
              <a:off x="2628710" y="2097628"/>
              <a:ext cx="1145331" cy="369332"/>
            </a:xfrm>
            <a:prstGeom prst="rect">
              <a:avLst/>
            </a:prstGeom>
            <a:noFill/>
          </p:spPr>
          <p:txBody>
            <a:bodyPr wrap="square">
              <a:spAutoFit/>
            </a:bodyPr>
            <a:lstStyle/>
            <a:p>
              <a:r>
                <a:rPr lang="en-US" dirty="0"/>
                <a:t>(2025)</a:t>
              </a:r>
              <a:endParaRPr lang="en-DK" dirty="0"/>
            </a:p>
          </p:txBody>
        </p:sp>
        <p:sp>
          <p:nvSpPr>
            <p:cNvPr id="3" name="TextBox 2">
              <a:extLst>
                <a:ext uri="{FF2B5EF4-FFF2-40B4-BE49-F238E27FC236}">
                  <a16:creationId xmlns:a16="http://schemas.microsoft.com/office/drawing/2014/main" id="{5435D28D-B00E-1343-83FB-A98867DDE618}"/>
                </a:ext>
              </a:extLst>
            </p:cNvPr>
            <p:cNvSpPr txBox="1"/>
            <p:nvPr/>
          </p:nvSpPr>
          <p:spPr>
            <a:xfrm>
              <a:off x="1483379" y="4391041"/>
              <a:ext cx="1145331" cy="369332"/>
            </a:xfrm>
            <a:prstGeom prst="rect">
              <a:avLst/>
            </a:prstGeom>
            <a:noFill/>
          </p:spPr>
          <p:txBody>
            <a:bodyPr wrap="square">
              <a:spAutoFit/>
            </a:bodyPr>
            <a:lstStyle/>
            <a:p>
              <a:r>
                <a:rPr lang="en-US" dirty="0"/>
                <a:t>(2016)</a:t>
              </a:r>
              <a:endParaRPr lang="en-DK" dirty="0"/>
            </a:p>
          </p:txBody>
        </p:sp>
      </p:grpSp>
      <p:sp>
        <p:nvSpPr>
          <p:cNvPr id="14" name="TextBox 13">
            <a:extLst>
              <a:ext uri="{FF2B5EF4-FFF2-40B4-BE49-F238E27FC236}">
                <a16:creationId xmlns:a16="http://schemas.microsoft.com/office/drawing/2014/main" id="{45E681C0-4D9E-EDC2-F197-8047762CB58C}"/>
              </a:ext>
            </a:extLst>
          </p:cNvPr>
          <p:cNvSpPr txBox="1"/>
          <p:nvPr/>
        </p:nvSpPr>
        <p:spPr>
          <a:xfrm>
            <a:off x="2628708" y="2111913"/>
            <a:ext cx="1145331" cy="369332"/>
          </a:xfrm>
          <a:prstGeom prst="rect">
            <a:avLst/>
          </a:prstGeom>
          <a:noFill/>
        </p:spPr>
        <p:txBody>
          <a:bodyPr wrap="square">
            <a:spAutoFit/>
          </a:bodyPr>
          <a:lstStyle/>
          <a:p>
            <a:r>
              <a:rPr lang="en-US" dirty="0"/>
              <a:t>(2030)</a:t>
            </a:r>
            <a:endParaRPr lang="en-DK" dirty="0"/>
          </a:p>
        </p:txBody>
      </p:sp>
      <p:sp>
        <p:nvSpPr>
          <p:cNvPr id="4" name="TextBox 3">
            <a:extLst>
              <a:ext uri="{FF2B5EF4-FFF2-40B4-BE49-F238E27FC236}">
                <a16:creationId xmlns:a16="http://schemas.microsoft.com/office/drawing/2014/main" id="{F6CF7F68-E7D7-3FB5-7979-2AA48D34D331}"/>
              </a:ext>
            </a:extLst>
          </p:cNvPr>
          <p:cNvSpPr txBox="1"/>
          <p:nvPr/>
        </p:nvSpPr>
        <p:spPr>
          <a:xfrm>
            <a:off x="326532" y="1230924"/>
            <a:ext cx="8124410" cy="1198229"/>
          </a:xfrm>
          <a:prstGeom prst="rect">
            <a:avLst/>
          </a:prstGeom>
          <a:noFill/>
          <a:ln w="76200">
            <a:solidFill>
              <a:srgbClr val="FFC000"/>
            </a:solidFill>
          </a:ln>
        </p:spPr>
        <p:txBody>
          <a:bodyPr wrap="square" rtlCol="0">
            <a:spAutoFit/>
          </a:bodyPr>
          <a:lstStyle/>
          <a:p>
            <a:endParaRPr lang="en-DK" dirty="0"/>
          </a:p>
        </p:txBody>
      </p:sp>
    </p:spTree>
    <p:extLst>
      <p:ext uri="{BB962C8B-B14F-4D97-AF65-F5344CB8AC3E}">
        <p14:creationId xmlns:p14="http://schemas.microsoft.com/office/powerpoint/2010/main" val="1067064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326533" y="900113"/>
            <a:ext cx="11375731" cy="369332"/>
          </a:xfrm>
          <a:prstGeom prst="rect">
            <a:avLst/>
          </a:prstGeom>
          <a:noFill/>
        </p:spPr>
        <p:txBody>
          <a:bodyPr wrap="square">
            <a:spAutoFit/>
          </a:bodyPr>
          <a:lstStyle/>
          <a:p>
            <a:r>
              <a:rPr lang="en-US" b="1" dirty="0"/>
              <a:t>National contribution and indicative trajectory for primary and final energy consumption</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1</a:t>
            </a:r>
            <a:endParaRPr lang="en-GB" sz="3200" b="1" dirty="0">
              <a:solidFill>
                <a:srgbClr val="113A60"/>
              </a:solidFill>
            </a:endParaRPr>
          </a:p>
        </p:txBody>
      </p:sp>
      <p:sp>
        <p:nvSpPr>
          <p:cNvPr id="10" name="TextBox 9">
            <a:extLst>
              <a:ext uri="{FF2B5EF4-FFF2-40B4-BE49-F238E27FC236}">
                <a16:creationId xmlns:a16="http://schemas.microsoft.com/office/drawing/2014/main" id="{281CD08A-7EA1-46F7-1D7C-5F6725F1E96B}"/>
              </a:ext>
            </a:extLst>
          </p:cNvPr>
          <p:cNvSpPr txBox="1"/>
          <p:nvPr/>
        </p:nvSpPr>
        <p:spPr>
          <a:xfrm>
            <a:off x="8562344" y="1533960"/>
            <a:ext cx="3702121" cy="276999"/>
          </a:xfrm>
          <a:prstGeom prst="rect">
            <a:avLst/>
          </a:prstGeom>
          <a:noFill/>
        </p:spPr>
        <p:txBody>
          <a:bodyPr wrap="square">
            <a:spAutoFit/>
          </a:bodyPr>
          <a:lstStyle/>
          <a:p>
            <a:r>
              <a:rPr lang="it-IT" sz="1200" dirty="0"/>
              <a:t>Data format: drop-down menu </a:t>
            </a:r>
            <a:endParaRPr lang="en-DK" sz="1200" dirty="0"/>
          </a:p>
        </p:txBody>
      </p:sp>
      <p:sp>
        <p:nvSpPr>
          <p:cNvPr id="13" name="TextBox 12">
            <a:extLst>
              <a:ext uri="{FF2B5EF4-FFF2-40B4-BE49-F238E27FC236}">
                <a16:creationId xmlns:a16="http://schemas.microsoft.com/office/drawing/2014/main" id="{24859B8C-5EEB-1102-C8FC-73A9EF1A4FFF}"/>
              </a:ext>
            </a:extLst>
          </p:cNvPr>
          <p:cNvSpPr txBox="1"/>
          <p:nvPr/>
        </p:nvSpPr>
        <p:spPr>
          <a:xfrm>
            <a:off x="8562344" y="1953244"/>
            <a:ext cx="3702121" cy="276999"/>
          </a:xfrm>
          <a:prstGeom prst="rect">
            <a:avLst/>
          </a:prstGeom>
          <a:noFill/>
        </p:spPr>
        <p:txBody>
          <a:bodyPr wrap="square">
            <a:spAutoFit/>
          </a:bodyPr>
          <a:lstStyle/>
          <a:p>
            <a:r>
              <a:rPr lang="it-IT" sz="1200" dirty="0"/>
              <a:t>Data format: text</a:t>
            </a:r>
            <a:endParaRPr lang="en-DK" sz="1200" dirty="0"/>
          </a:p>
        </p:txBody>
      </p:sp>
      <p:sp>
        <p:nvSpPr>
          <p:cNvPr id="15" name="TextBox 14">
            <a:extLst>
              <a:ext uri="{FF2B5EF4-FFF2-40B4-BE49-F238E27FC236}">
                <a16:creationId xmlns:a16="http://schemas.microsoft.com/office/drawing/2014/main" id="{70146824-EB35-B2EF-8EB6-D1E3510420B5}"/>
              </a:ext>
            </a:extLst>
          </p:cNvPr>
          <p:cNvSpPr txBox="1"/>
          <p:nvPr/>
        </p:nvSpPr>
        <p:spPr>
          <a:xfrm>
            <a:off x="8538280" y="2264448"/>
            <a:ext cx="3837587" cy="276999"/>
          </a:xfrm>
          <a:prstGeom prst="rect">
            <a:avLst/>
          </a:prstGeom>
          <a:noFill/>
        </p:spPr>
        <p:txBody>
          <a:bodyPr wrap="square">
            <a:spAutoFit/>
          </a:bodyPr>
          <a:lstStyle>
            <a:defPPr>
              <a:defRPr lang="en-DK"/>
            </a:defPPr>
            <a:lvl1pPr>
              <a:defRPr sz="1200"/>
            </a:lvl1pPr>
          </a:lstStyle>
          <a:p>
            <a:r>
              <a:rPr lang="it-IT" dirty="0"/>
              <a:t>Data format: text for unit, number (decimal) for indicator</a:t>
            </a:r>
            <a:endParaRPr lang="en-DK" dirty="0"/>
          </a:p>
        </p:txBody>
      </p:sp>
      <p:sp>
        <p:nvSpPr>
          <p:cNvPr id="16" name="TextBox 15">
            <a:extLst>
              <a:ext uri="{FF2B5EF4-FFF2-40B4-BE49-F238E27FC236}">
                <a16:creationId xmlns:a16="http://schemas.microsoft.com/office/drawing/2014/main" id="{991859CD-031D-61EE-567E-6CE19DB15546}"/>
              </a:ext>
            </a:extLst>
          </p:cNvPr>
          <p:cNvSpPr txBox="1"/>
          <p:nvPr/>
        </p:nvSpPr>
        <p:spPr>
          <a:xfrm>
            <a:off x="8568289" y="2643921"/>
            <a:ext cx="3702121" cy="276999"/>
          </a:xfrm>
          <a:prstGeom prst="rect">
            <a:avLst/>
          </a:prstGeom>
          <a:noFill/>
        </p:spPr>
        <p:txBody>
          <a:bodyPr wrap="square">
            <a:spAutoFit/>
          </a:bodyPr>
          <a:lstStyle/>
          <a:p>
            <a:r>
              <a:rPr lang="it-IT" sz="1200" dirty="0"/>
              <a:t>Data format: number (decimal)</a:t>
            </a:r>
            <a:endParaRPr lang="en-DK" sz="1200" dirty="0"/>
          </a:p>
        </p:txBody>
      </p:sp>
      <p:sp>
        <p:nvSpPr>
          <p:cNvPr id="19" name="TextBox 18">
            <a:extLst>
              <a:ext uri="{FF2B5EF4-FFF2-40B4-BE49-F238E27FC236}">
                <a16:creationId xmlns:a16="http://schemas.microsoft.com/office/drawing/2014/main" id="{7C1CECDF-D23F-E8B4-2AF3-92AE9C655192}"/>
              </a:ext>
            </a:extLst>
          </p:cNvPr>
          <p:cNvSpPr txBox="1"/>
          <p:nvPr/>
        </p:nvSpPr>
        <p:spPr>
          <a:xfrm>
            <a:off x="8588980" y="3425543"/>
            <a:ext cx="3702121" cy="461665"/>
          </a:xfrm>
          <a:prstGeom prst="rect">
            <a:avLst/>
          </a:prstGeom>
          <a:noFill/>
        </p:spPr>
        <p:txBody>
          <a:bodyPr wrap="square">
            <a:spAutoFit/>
          </a:bodyPr>
          <a:lstStyle/>
          <a:p>
            <a:r>
              <a:rPr lang="en-US" sz="1200" dirty="0"/>
              <a:t>These fields will be pre-filled based </a:t>
            </a:r>
            <a:r>
              <a:rPr lang="en-US" sz="1200" dirty="0">
                <a:highlight>
                  <a:srgbClr val="FFFF00"/>
                </a:highlight>
              </a:rPr>
              <a:t>on Eurostat energy balance data when available.</a:t>
            </a:r>
            <a:endParaRPr lang="en-DK" sz="1200" dirty="0">
              <a:highlight>
                <a:srgbClr val="FFFF00"/>
              </a:highlight>
            </a:endParaRPr>
          </a:p>
        </p:txBody>
      </p:sp>
      <p:sp>
        <p:nvSpPr>
          <p:cNvPr id="20" name="TextBox 19">
            <a:extLst>
              <a:ext uri="{FF2B5EF4-FFF2-40B4-BE49-F238E27FC236}">
                <a16:creationId xmlns:a16="http://schemas.microsoft.com/office/drawing/2014/main" id="{404B7A76-D152-B85D-A784-17F419575980}"/>
              </a:ext>
            </a:extLst>
          </p:cNvPr>
          <p:cNvSpPr txBox="1"/>
          <p:nvPr/>
        </p:nvSpPr>
        <p:spPr>
          <a:xfrm>
            <a:off x="8578705" y="4287362"/>
            <a:ext cx="3702121" cy="276999"/>
          </a:xfrm>
          <a:prstGeom prst="rect">
            <a:avLst/>
          </a:prstGeom>
          <a:noFill/>
        </p:spPr>
        <p:txBody>
          <a:bodyPr wrap="square">
            <a:spAutoFit/>
          </a:bodyPr>
          <a:lstStyle/>
          <a:p>
            <a:r>
              <a:rPr lang="it-IT" sz="1200" dirty="0"/>
              <a:t>Data format: number (decimal)</a:t>
            </a:r>
            <a:endParaRPr lang="en-DK" sz="1200" dirty="0"/>
          </a:p>
        </p:txBody>
      </p:sp>
      <p:sp>
        <p:nvSpPr>
          <p:cNvPr id="21" name="TextBox 20">
            <a:extLst>
              <a:ext uri="{FF2B5EF4-FFF2-40B4-BE49-F238E27FC236}">
                <a16:creationId xmlns:a16="http://schemas.microsoft.com/office/drawing/2014/main" id="{2D2593D5-6077-BBB2-A0BF-00395B5BED8C}"/>
              </a:ext>
            </a:extLst>
          </p:cNvPr>
          <p:cNvSpPr txBox="1"/>
          <p:nvPr/>
        </p:nvSpPr>
        <p:spPr>
          <a:xfrm>
            <a:off x="8578704" y="4897059"/>
            <a:ext cx="3702121" cy="276999"/>
          </a:xfrm>
          <a:prstGeom prst="rect">
            <a:avLst/>
          </a:prstGeom>
          <a:noFill/>
        </p:spPr>
        <p:txBody>
          <a:bodyPr wrap="square">
            <a:spAutoFit/>
          </a:bodyPr>
          <a:lstStyle/>
          <a:p>
            <a:r>
              <a:rPr lang="it-IT" sz="1200" dirty="0"/>
              <a:t>Data format: number (decimal)</a:t>
            </a:r>
            <a:endParaRPr lang="en-DK" sz="1200" dirty="0"/>
          </a:p>
        </p:txBody>
      </p:sp>
      <p:sp>
        <p:nvSpPr>
          <p:cNvPr id="25" name="TextBox 24">
            <a:extLst>
              <a:ext uri="{FF2B5EF4-FFF2-40B4-BE49-F238E27FC236}">
                <a16:creationId xmlns:a16="http://schemas.microsoft.com/office/drawing/2014/main" id="{69673348-B7CD-10FF-32DB-57797E765015}"/>
              </a:ext>
            </a:extLst>
          </p:cNvPr>
          <p:cNvSpPr txBox="1"/>
          <p:nvPr/>
        </p:nvSpPr>
        <p:spPr>
          <a:xfrm>
            <a:off x="326532" y="5341474"/>
            <a:ext cx="11865467" cy="1323439"/>
          </a:xfrm>
          <a:prstGeom prst="rect">
            <a:avLst/>
          </a:prstGeom>
          <a:noFill/>
        </p:spPr>
        <p:txBody>
          <a:bodyPr wrap="square">
            <a:spAutoFit/>
          </a:bodyPr>
          <a:lstStyle/>
          <a:p>
            <a:r>
              <a:rPr lang="en-US" sz="1600" b="1" dirty="0"/>
              <a:t>FIELD 4-5</a:t>
            </a:r>
            <a:r>
              <a:rPr lang="en-US" sz="1600" dirty="0"/>
              <a:t>: The purpose of this field is to translate the value of the savings contribution 2030 (field 3) into absolute level of PEC (Primary Energy Consumption) or FEC (Final Energy Consumption).</a:t>
            </a:r>
          </a:p>
          <a:p>
            <a:r>
              <a:rPr lang="en-US" sz="1600" b="1" dirty="0"/>
              <a:t>FIELD 8</a:t>
            </a:r>
            <a:r>
              <a:rPr lang="en-US" sz="1600" dirty="0"/>
              <a:t>: The purpose of this field is to report the Baseline GDP level, if the contribution is set as an intensity target.</a:t>
            </a:r>
          </a:p>
          <a:p>
            <a:r>
              <a:rPr lang="en-US" sz="1600" b="1" dirty="0"/>
              <a:t>FIELD 9</a:t>
            </a:r>
            <a:r>
              <a:rPr lang="en-US" sz="1600" dirty="0"/>
              <a:t>: The purpose of this field is to provide additional explanation on the national contribution and indicative trajectory for primary and final energy consumption, including their underlying methodology. </a:t>
            </a:r>
            <a:endParaRPr lang="en-DK" sz="1600" dirty="0"/>
          </a:p>
        </p:txBody>
      </p:sp>
      <p:grpSp>
        <p:nvGrpSpPr>
          <p:cNvPr id="12" name="Group 11">
            <a:extLst>
              <a:ext uri="{FF2B5EF4-FFF2-40B4-BE49-F238E27FC236}">
                <a16:creationId xmlns:a16="http://schemas.microsoft.com/office/drawing/2014/main" id="{E72C59EC-D8B0-0214-9A6D-329956051CD8}"/>
              </a:ext>
            </a:extLst>
          </p:cNvPr>
          <p:cNvGrpSpPr/>
          <p:nvPr/>
        </p:nvGrpSpPr>
        <p:grpSpPr>
          <a:xfrm>
            <a:off x="326532" y="1230924"/>
            <a:ext cx="8267700" cy="4162425"/>
            <a:chOff x="326533" y="1464651"/>
            <a:chExt cx="8267700" cy="4162425"/>
          </a:xfrm>
        </p:grpSpPr>
        <p:pic>
          <p:nvPicPr>
            <p:cNvPr id="5" name="Picture 4">
              <a:extLst>
                <a:ext uri="{FF2B5EF4-FFF2-40B4-BE49-F238E27FC236}">
                  <a16:creationId xmlns:a16="http://schemas.microsoft.com/office/drawing/2014/main" id="{48062B01-7646-63EC-F528-4A3BE2B5E4A8}"/>
                </a:ext>
              </a:extLst>
            </p:cNvPr>
            <p:cNvPicPr>
              <a:picLocks noChangeAspect="1"/>
            </p:cNvPicPr>
            <p:nvPr/>
          </p:nvPicPr>
          <p:blipFill>
            <a:blip r:embed="rId4"/>
            <a:stretch>
              <a:fillRect/>
            </a:stretch>
          </p:blipFill>
          <p:spPr>
            <a:xfrm>
              <a:off x="326533" y="1464651"/>
              <a:ext cx="8267700" cy="4162425"/>
            </a:xfrm>
            <a:prstGeom prst="rect">
              <a:avLst/>
            </a:prstGeom>
          </p:spPr>
        </p:pic>
        <p:sp>
          <p:nvSpPr>
            <p:cNvPr id="22" name="TextBox 21">
              <a:extLst>
                <a:ext uri="{FF2B5EF4-FFF2-40B4-BE49-F238E27FC236}">
                  <a16:creationId xmlns:a16="http://schemas.microsoft.com/office/drawing/2014/main" id="{44020D53-E85C-517B-6F79-37FC44D51C19}"/>
                </a:ext>
              </a:extLst>
            </p:cNvPr>
            <p:cNvSpPr txBox="1"/>
            <p:nvPr/>
          </p:nvSpPr>
          <p:spPr>
            <a:xfrm>
              <a:off x="3572746" y="5027653"/>
              <a:ext cx="3702121" cy="276999"/>
            </a:xfrm>
            <a:prstGeom prst="rect">
              <a:avLst/>
            </a:prstGeom>
            <a:noFill/>
          </p:spPr>
          <p:txBody>
            <a:bodyPr wrap="square">
              <a:spAutoFit/>
            </a:bodyPr>
            <a:lstStyle/>
            <a:p>
              <a:r>
                <a:rPr lang="it-IT" sz="1200" dirty="0"/>
                <a:t>Voluntary</a:t>
              </a:r>
              <a:endParaRPr lang="en-DK" sz="1200" dirty="0"/>
            </a:p>
          </p:txBody>
        </p:sp>
        <p:sp>
          <p:nvSpPr>
            <p:cNvPr id="23" name="TextBox 22">
              <a:extLst>
                <a:ext uri="{FF2B5EF4-FFF2-40B4-BE49-F238E27FC236}">
                  <a16:creationId xmlns:a16="http://schemas.microsoft.com/office/drawing/2014/main" id="{5D87DEB0-2192-5CEE-3424-6A96624470B0}"/>
                </a:ext>
              </a:extLst>
            </p:cNvPr>
            <p:cNvSpPr txBox="1"/>
            <p:nvPr/>
          </p:nvSpPr>
          <p:spPr>
            <a:xfrm>
              <a:off x="3440581" y="4407682"/>
              <a:ext cx="1019802" cy="461665"/>
            </a:xfrm>
            <a:prstGeom prst="rect">
              <a:avLst/>
            </a:prstGeom>
            <a:noFill/>
          </p:spPr>
          <p:txBody>
            <a:bodyPr wrap="square">
              <a:spAutoFit/>
            </a:bodyPr>
            <a:lstStyle/>
            <a:p>
              <a:r>
                <a:rPr lang="it-IT" sz="1200" dirty="0"/>
                <a:t>Mandatory if  applicable</a:t>
              </a:r>
              <a:endParaRPr lang="en-DK" sz="1200" dirty="0"/>
            </a:p>
          </p:txBody>
        </p:sp>
        <p:sp>
          <p:nvSpPr>
            <p:cNvPr id="2" name="TextBox 1">
              <a:extLst>
                <a:ext uri="{FF2B5EF4-FFF2-40B4-BE49-F238E27FC236}">
                  <a16:creationId xmlns:a16="http://schemas.microsoft.com/office/drawing/2014/main" id="{1B866FF0-1FA0-D08B-9A7B-4C631ABEF65D}"/>
                </a:ext>
              </a:extLst>
            </p:cNvPr>
            <p:cNvSpPr txBox="1"/>
            <p:nvPr/>
          </p:nvSpPr>
          <p:spPr>
            <a:xfrm>
              <a:off x="2628710" y="2097628"/>
              <a:ext cx="1145331" cy="369332"/>
            </a:xfrm>
            <a:prstGeom prst="rect">
              <a:avLst/>
            </a:prstGeom>
            <a:noFill/>
          </p:spPr>
          <p:txBody>
            <a:bodyPr wrap="square">
              <a:spAutoFit/>
            </a:bodyPr>
            <a:lstStyle/>
            <a:p>
              <a:r>
                <a:rPr lang="en-US" dirty="0"/>
                <a:t>(2025)</a:t>
              </a:r>
              <a:endParaRPr lang="en-DK" dirty="0"/>
            </a:p>
          </p:txBody>
        </p:sp>
      </p:grpSp>
      <p:sp>
        <p:nvSpPr>
          <p:cNvPr id="4" name="TextBox 3">
            <a:extLst>
              <a:ext uri="{FF2B5EF4-FFF2-40B4-BE49-F238E27FC236}">
                <a16:creationId xmlns:a16="http://schemas.microsoft.com/office/drawing/2014/main" id="{48935F71-AF35-E3DF-10FA-6789DAC62B8A}"/>
              </a:ext>
            </a:extLst>
          </p:cNvPr>
          <p:cNvSpPr txBox="1"/>
          <p:nvPr/>
        </p:nvSpPr>
        <p:spPr>
          <a:xfrm>
            <a:off x="326532" y="2400300"/>
            <a:ext cx="8211747" cy="2941174"/>
          </a:xfrm>
          <a:prstGeom prst="rect">
            <a:avLst/>
          </a:prstGeom>
          <a:noFill/>
          <a:ln w="57150">
            <a:solidFill>
              <a:srgbClr val="FFC000"/>
            </a:solidFill>
          </a:ln>
        </p:spPr>
        <p:txBody>
          <a:bodyPr wrap="square" rtlCol="0">
            <a:spAutoFit/>
          </a:bodyPr>
          <a:lstStyle/>
          <a:p>
            <a:endParaRPr lang="en-DK" dirty="0"/>
          </a:p>
        </p:txBody>
      </p:sp>
    </p:spTree>
    <p:extLst>
      <p:ext uri="{BB962C8B-B14F-4D97-AF65-F5344CB8AC3E}">
        <p14:creationId xmlns:p14="http://schemas.microsoft.com/office/powerpoint/2010/main" val="3919113842"/>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B039C0A-C54C-4E3E-258F-40574CFFC4C0}"/>
              </a:ext>
            </a:extLst>
          </p:cNvPr>
          <p:cNvSpPr txBox="1"/>
          <p:nvPr/>
        </p:nvSpPr>
        <p:spPr>
          <a:xfrm>
            <a:off x="366446" y="859065"/>
            <a:ext cx="11375731" cy="369332"/>
          </a:xfrm>
          <a:prstGeom prst="rect">
            <a:avLst/>
          </a:prstGeom>
          <a:noFill/>
        </p:spPr>
        <p:txBody>
          <a:bodyPr wrap="square">
            <a:spAutoFit/>
          </a:bodyPr>
          <a:lstStyle/>
          <a:p>
            <a:r>
              <a:rPr lang="en-US" b="1" dirty="0"/>
              <a:t>National contribution and indicative trajectory for primary and final energy consumption</a:t>
            </a:r>
            <a:endParaRPr lang="en-DK" b="1" dirty="0"/>
          </a:p>
        </p:txBody>
      </p:sp>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1 – Field 3 good examples</a:t>
            </a:r>
            <a:endParaRPr lang="en-GB" sz="3200" b="1" dirty="0">
              <a:solidFill>
                <a:srgbClr val="113A60"/>
              </a:solidFill>
            </a:endParaRPr>
          </a:p>
        </p:txBody>
      </p:sp>
      <p:sp>
        <p:nvSpPr>
          <p:cNvPr id="3" name="TextBox 2">
            <a:extLst>
              <a:ext uri="{FF2B5EF4-FFF2-40B4-BE49-F238E27FC236}">
                <a16:creationId xmlns:a16="http://schemas.microsoft.com/office/drawing/2014/main" id="{422822D2-B37C-C944-CD75-B4A95DE3D0C3}"/>
              </a:ext>
            </a:extLst>
          </p:cNvPr>
          <p:cNvSpPr txBox="1"/>
          <p:nvPr/>
        </p:nvSpPr>
        <p:spPr>
          <a:xfrm>
            <a:off x="346489" y="1228397"/>
            <a:ext cx="11499021" cy="5355312"/>
          </a:xfrm>
          <a:prstGeom prst="rect">
            <a:avLst/>
          </a:prstGeom>
          <a:noFill/>
        </p:spPr>
        <p:txBody>
          <a:bodyPr wrap="square">
            <a:spAutoFit/>
          </a:bodyPr>
          <a:lstStyle/>
          <a:p>
            <a:pPr algn="just"/>
            <a:r>
              <a:rPr lang="en-US" dirty="0"/>
              <a:t>The savings contribution in 2030 can for example be calculated as follows: </a:t>
            </a:r>
          </a:p>
          <a:p>
            <a:pPr marL="285750" indent="-285750" algn="just">
              <a:buFont typeface="Arial" panose="020B0604020202020204" pitchFamily="34" charset="0"/>
              <a:buChar char="•"/>
            </a:pPr>
            <a:r>
              <a:rPr lang="en-US" dirty="0"/>
              <a:t>I</a:t>
            </a:r>
            <a:r>
              <a:rPr lang="en-US" b="1" dirty="0"/>
              <a:t>n case it is first defined in terms of maximum level of </a:t>
            </a:r>
            <a:r>
              <a:rPr lang="en-US" b="1" dirty="0">
                <a:solidFill>
                  <a:schemeClr val="accent2"/>
                </a:solidFill>
              </a:rPr>
              <a:t>primary energy consumption</a:t>
            </a:r>
            <a:r>
              <a:rPr lang="en-US" dirty="0"/>
              <a:t>, then the value of the savings contribution corresponds to primary energy savings and can be calculated as the difference in the primary annual energy consumption in 2030 between a reference scenario and the target scenario (i.e. the absolute level of primary energy consumption indicated in field 4) </a:t>
            </a:r>
          </a:p>
          <a:p>
            <a:pPr marL="285750" indent="-285750" algn="just">
              <a:buFont typeface="Arial" panose="020B0604020202020204" pitchFamily="34" charset="0"/>
              <a:buChar char="•"/>
            </a:pPr>
            <a:r>
              <a:rPr lang="en-US" b="1" dirty="0"/>
              <a:t>In case it is first defined in terms of maximum level of </a:t>
            </a:r>
            <a:r>
              <a:rPr lang="en-US" b="1" dirty="0">
                <a:solidFill>
                  <a:schemeClr val="tx2">
                    <a:lumMod val="50000"/>
                    <a:lumOff val="50000"/>
                  </a:schemeClr>
                </a:solidFill>
              </a:rPr>
              <a:t>final energy consumption</a:t>
            </a:r>
            <a:r>
              <a:rPr lang="en-US" dirty="0"/>
              <a:t>, then the value of the savings contribution corresponds to final energy savings and can be calculated as the difference in the final annual energy consumption in 2030 between a reference scenario and the target scenario (i.e. the absolute level of final energy consumption indicated in field 5) </a:t>
            </a:r>
          </a:p>
          <a:p>
            <a:pPr marL="285750" indent="-285750" algn="just">
              <a:buFont typeface="Arial" panose="020B0604020202020204" pitchFamily="34" charset="0"/>
              <a:buChar char="•"/>
            </a:pPr>
            <a:r>
              <a:rPr lang="en-US" b="1" dirty="0"/>
              <a:t>In case it is first defined in terms of </a:t>
            </a:r>
            <a:r>
              <a:rPr lang="en-US" b="1" dirty="0">
                <a:solidFill>
                  <a:srgbClr val="00B050"/>
                </a:solidFill>
              </a:rPr>
              <a:t>primary energy savings</a:t>
            </a:r>
            <a:r>
              <a:rPr lang="en-US" dirty="0"/>
              <a:t>, then the value of the savings contribution corresponds to primary energy savings and is directly the target adopted by the CPs;</a:t>
            </a:r>
          </a:p>
          <a:p>
            <a:pPr marL="285750" indent="-285750" algn="just">
              <a:buFont typeface="Arial" panose="020B0604020202020204" pitchFamily="34" charset="0"/>
              <a:buChar char="•"/>
            </a:pPr>
            <a:r>
              <a:rPr lang="en-US" b="1" dirty="0"/>
              <a:t>In case it is first defined in terms of </a:t>
            </a:r>
            <a:r>
              <a:rPr lang="en-US" b="1" dirty="0">
                <a:solidFill>
                  <a:srgbClr val="6D6DC0"/>
                </a:solidFill>
              </a:rPr>
              <a:t>final energy savings</a:t>
            </a:r>
            <a:r>
              <a:rPr lang="en-US" dirty="0"/>
              <a:t>, then the value of the savings contribution corresponds to final energy savings and is directly the target adopted by the CPs;</a:t>
            </a:r>
          </a:p>
          <a:p>
            <a:pPr marL="285750" indent="-285750" algn="just">
              <a:buFont typeface="Arial" panose="020B0604020202020204" pitchFamily="34" charset="0"/>
              <a:buChar char="•"/>
            </a:pPr>
            <a:r>
              <a:rPr lang="en-US" b="1" dirty="0"/>
              <a:t>In case it is first defined in terms of </a:t>
            </a:r>
            <a:r>
              <a:rPr lang="en-US" b="1" dirty="0">
                <a:solidFill>
                  <a:schemeClr val="accent2">
                    <a:lumMod val="50000"/>
                  </a:schemeClr>
                </a:solidFill>
              </a:rPr>
              <a:t>primary or final energy intensity</a:t>
            </a:r>
            <a:r>
              <a:rPr lang="en-US" dirty="0"/>
              <a:t>, then the value of the savings contribution corresponds to either primary or final energy savings. The target in energy intensity needs to be translated in absolute level of energy consumption (as indicated in field 4 for primary energy consumption, or field 5 for final energy consumption). Then the savings contribution can be calculated as the difference in annual energy consumption in 2030 between a reference scenario and the target scenario (i.e. the absolute level of primary or final energy consumption indicated in field 4 or field 5.</a:t>
            </a:r>
            <a:endParaRPr lang="en-DK" dirty="0"/>
          </a:p>
        </p:txBody>
      </p:sp>
    </p:spTree>
    <p:extLst>
      <p:ext uri="{BB962C8B-B14F-4D97-AF65-F5344CB8AC3E}">
        <p14:creationId xmlns:p14="http://schemas.microsoft.com/office/powerpoint/2010/main" val="2825039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2</a:t>
            </a:r>
            <a:endParaRPr lang="en-GB" sz="3200" b="1" dirty="0">
              <a:solidFill>
                <a:srgbClr val="113A60"/>
              </a:solidFill>
            </a:endParaRPr>
          </a:p>
        </p:txBody>
      </p:sp>
      <p:sp>
        <p:nvSpPr>
          <p:cNvPr id="25" name="TextBox 24">
            <a:extLst>
              <a:ext uri="{FF2B5EF4-FFF2-40B4-BE49-F238E27FC236}">
                <a16:creationId xmlns:a16="http://schemas.microsoft.com/office/drawing/2014/main" id="{69673348-B7CD-10FF-32DB-57797E765015}"/>
              </a:ext>
            </a:extLst>
          </p:cNvPr>
          <p:cNvSpPr txBox="1"/>
          <p:nvPr/>
        </p:nvSpPr>
        <p:spPr>
          <a:xfrm>
            <a:off x="326533" y="5179941"/>
            <a:ext cx="11865467" cy="1815882"/>
          </a:xfrm>
          <a:prstGeom prst="rect">
            <a:avLst/>
          </a:prstGeom>
          <a:noFill/>
        </p:spPr>
        <p:txBody>
          <a:bodyPr wrap="square">
            <a:spAutoFit/>
          </a:bodyPr>
          <a:lstStyle/>
          <a:p>
            <a:r>
              <a:rPr lang="en-US" sz="1600" i="1" dirty="0"/>
              <a:t>According to Article 2a of the </a:t>
            </a:r>
            <a:r>
              <a:rPr lang="en-US" sz="1600" i="1" u="sng" dirty="0"/>
              <a:t>Energy Performance of Buildings Directive (2010/31/EU – EPBD</a:t>
            </a:r>
            <a:r>
              <a:rPr lang="en-US" sz="1600" i="1" dirty="0"/>
              <a:t>), a long-term renovation strategy (LTRS) has to be developed  which “shall set out a roadmap with measures and domestically established measurable progress indicators, with a view to the long-term 2050 goal of reducing greenhouse gas emissions in the Union by 80-95 % compared to 1990, in order to ensure a highly energy efficient and </a:t>
            </a:r>
            <a:r>
              <a:rPr lang="en-US" sz="1600" b="1" i="1" dirty="0"/>
              <a:t>decarbonized national building stock and in order to facilitate the cost-effective transformation of existing buildings into nearly zero-energy buildings</a:t>
            </a:r>
            <a:r>
              <a:rPr lang="en-US" sz="1600" i="1" dirty="0"/>
              <a:t>. The roadmap shall include indicative milestones for 2030, 2040 and 2050, and specify how they contribute to achieving the Union’s energy efficiency targets in accordance with Directive 2012/27/EU”</a:t>
            </a:r>
          </a:p>
        </p:txBody>
      </p:sp>
      <p:sp>
        <p:nvSpPr>
          <p:cNvPr id="2" name="TextBox 1">
            <a:extLst>
              <a:ext uri="{FF2B5EF4-FFF2-40B4-BE49-F238E27FC236}">
                <a16:creationId xmlns:a16="http://schemas.microsoft.com/office/drawing/2014/main" id="{AA1B0136-C6FE-0FA0-FD5B-37123304E08A}"/>
              </a:ext>
            </a:extLst>
          </p:cNvPr>
          <p:cNvSpPr txBox="1"/>
          <p:nvPr/>
        </p:nvSpPr>
        <p:spPr>
          <a:xfrm>
            <a:off x="326533" y="900113"/>
            <a:ext cx="11375731" cy="646331"/>
          </a:xfrm>
          <a:prstGeom prst="rect">
            <a:avLst/>
          </a:prstGeom>
          <a:noFill/>
        </p:spPr>
        <p:txBody>
          <a:bodyPr wrap="square">
            <a:spAutoFit/>
          </a:bodyPr>
          <a:lstStyle/>
          <a:p>
            <a:r>
              <a:rPr lang="en-US" b="1" dirty="0"/>
              <a:t>Milestones and progress indicators of the long-term strategy (LTRS) for the renovation of the national stock of residential and non-residential buildings – building stock</a:t>
            </a:r>
            <a:endParaRPr lang="en-DK" b="1" dirty="0"/>
          </a:p>
        </p:txBody>
      </p:sp>
      <p:pic>
        <p:nvPicPr>
          <p:cNvPr id="4" name="Picture 3">
            <a:extLst>
              <a:ext uri="{FF2B5EF4-FFF2-40B4-BE49-F238E27FC236}">
                <a16:creationId xmlns:a16="http://schemas.microsoft.com/office/drawing/2014/main" id="{04CBA819-A326-7D8F-134A-AA0A47C192B2}"/>
              </a:ext>
            </a:extLst>
          </p:cNvPr>
          <p:cNvPicPr>
            <a:picLocks noChangeAspect="1"/>
          </p:cNvPicPr>
          <p:nvPr/>
        </p:nvPicPr>
        <p:blipFill>
          <a:blip r:embed="rId3"/>
          <a:stretch>
            <a:fillRect/>
          </a:stretch>
        </p:blipFill>
        <p:spPr>
          <a:xfrm>
            <a:off x="326533" y="1474940"/>
            <a:ext cx="11526112" cy="2809799"/>
          </a:xfrm>
          <a:prstGeom prst="rect">
            <a:avLst/>
          </a:prstGeom>
        </p:spPr>
      </p:pic>
      <p:sp>
        <p:nvSpPr>
          <p:cNvPr id="5" name="TextBox 4">
            <a:extLst>
              <a:ext uri="{FF2B5EF4-FFF2-40B4-BE49-F238E27FC236}">
                <a16:creationId xmlns:a16="http://schemas.microsoft.com/office/drawing/2014/main" id="{FC3B7CB4-99BE-1FF6-6DA4-873DD6343101}"/>
              </a:ext>
            </a:extLst>
          </p:cNvPr>
          <p:cNvSpPr txBox="1"/>
          <p:nvPr/>
        </p:nvSpPr>
        <p:spPr>
          <a:xfrm>
            <a:off x="326531" y="4160773"/>
            <a:ext cx="12096377" cy="369332"/>
          </a:xfrm>
          <a:prstGeom prst="rect">
            <a:avLst/>
          </a:prstGeom>
          <a:noFill/>
        </p:spPr>
        <p:txBody>
          <a:bodyPr wrap="square">
            <a:spAutoFit/>
          </a:bodyPr>
          <a:lstStyle/>
          <a:p>
            <a:r>
              <a:rPr lang="it-IT" dirty="0"/>
              <a:t>Mandatory if available, </a:t>
            </a:r>
            <a:r>
              <a:rPr lang="en-US" dirty="0"/>
              <a:t>3 historical years. The years are identified as 2020, X-3 and X-2, where X is the reporting year.</a:t>
            </a:r>
            <a:endParaRPr lang="en-DK" dirty="0"/>
          </a:p>
        </p:txBody>
      </p:sp>
      <p:sp>
        <p:nvSpPr>
          <p:cNvPr id="6" name="TextBox 5">
            <a:extLst>
              <a:ext uri="{FF2B5EF4-FFF2-40B4-BE49-F238E27FC236}">
                <a16:creationId xmlns:a16="http://schemas.microsoft.com/office/drawing/2014/main" id="{32E45615-4018-68BA-2737-B489705E8E2D}"/>
              </a:ext>
            </a:extLst>
          </p:cNvPr>
          <p:cNvSpPr txBox="1"/>
          <p:nvPr/>
        </p:nvSpPr>
        <p:spPr>
          <a:xfrm>
            <a:off x="326534" y="4512657"/>
            <a:ext cx="11375730" cy="646331"/>
          </a:xfrm>
          <a:prstGeom prst="rect">
            <a:avLst/>
          </a:prstGeom>
          <a:noFill/>
        </p:spPr>
        <p:txBody>
          <a:bodyPr wrap="square">
            <a:spAutoFit/>
          </a:bodyPr>
          <a:lstStyle/>
          <a:p>
            <a:r>
              <a:rPr lang="en-US" u="sng" dirty="0"/>
              <a:t>The objective is to collect information on basic indicators related to the national building stocks that in most cases are already reported in the national strategies. </a:t>
            </a:r>
            <a:endParaRPr lang="en-DK" u="sng" dirty="0"/>
          </a:p>
        </p:txBody>
      </p:sp>
      <p:sp>
        <p:nvSpPr>
          <p:cNvPr id="3" name="TextBox 2">
            <a:extLst>
              <a:ext uri="{FF2B5EF4-FFF2-40B4-BE49-F238E27FC236}">
                <a16:creationId xmlns:a16="http://schemas.microsoft.com/office/drawing/2014/main" id="{9204348B-7AB4-5494-6D62-98F31D4DB137}"/>
              </a:ext>
            </a:extLst>
          </p:cNvPr>
          <p:cNvSpPr txBox="1"/>
          <p:nvPr/>
        </p:nvSpPr>
        <p:spPr>
          <a:xfrm>
            <a:off x="1582994" y="2315830"/>
            <a:ext cx="3702121" cy="276999"/>
          </a:xfrm>
          <a:prstGeom prst="rect">
            <a:avLst/>
          </a:prstGeom>
          <a:noFill/>
        </p:spPr>
        <p:txBody>
          <a:bodyPr wrap="square">
            <a:spAutoFit/>
          </a:bodyPr>
          <a:lstStyle/>
          <a:p>
            <a:r>
              <a:rPr lang="it-IT" sz="1200" dirty="0"/>
              <a:t>Data format: number (integer and decimall)</a:t>
            </a:r>
            <a:endParaRPr lang="en-DK" sz="1200" dirty="0"/>
          </a:p>
        </p:txBody>
      </p:sp>
    </p:spTree>
    <p:extLst>
      <p:ext uri="{BB962C8B-B14F-4D97-AF65-F5344CB8AC3E}">
        <p14:creationId xmlns:p14="http://schemas.microsoft.com/office/powerpoint/2010/main" val="3028770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2 - Definitions</a:t>
            </a:r>
            <a:endParaRPr lang="en-GB" sz="3200" b="1" dirty="0">
              <a:solidFill>
                <a:srgbClr val="113A60"/>
              </a:solidFill>
            </a:endParaRPr>
          </a:p>
        </p:txBody>
      </p:sp>
      <p:sp>
        <p:nvSpPr>
          <p:cNvPr id="2" name="TextBox 1">
            <a:extLst>
              <a:ext uri="{FF2B5EF4-FFF2-40B4-BE49-F238E27FC236}">
                <a16:creationId xmlns:a16="http://schemas.microsoft.com/office/drawing/2014/main" id="{AA1B0136-C6FE-0FA0-FD5B-37123304E08A}"/>
              </a:ext>
            </a:extLst>
          </p:cNvPr>
          <p:cNvSpPr txBox="1"/>
          <p:nvPr/>
        </p:nvSpPr>
        <p:spPr>
          <a:xfrm>
            <a:off x="480769" y="1957733"/>
            <a:ext cx="11523722" cy="3416320"/>
          </a:xfrm>
          <a:prstGeom prst="rect">
            <a:avLst/>
          </a:prstGeom>
          <a:noFill/>
        </p:spPr>
        <p:txBody>
          <a:bodyPr wrap="square">
            <a:spAutoFit/>
          </a:bodyPr>
          <a:lstStyle/>
          <a:p>
            <a:r>
              <a:rPr lang="en-US" b="1" dirty="0"/>
              <a:t>Residential and non-residential buildings </a:t>
            </a:r>
            <a:r>
              <a:rPr lang="en-US" dirty="0"/>
              <a:t>include single family buildings and apartment blocks (multi apartment buildings) as a whole and not the individual number of apartments (building units). For example, if an apartment block has 10 apartments (building units) this should count for 1 building and not for 10 buildings. </a:t>
            </a:r>
          </a:p>
          <a:p>
            <a:r>
              <a:rPr lang="en-US" dirty="0"/>
              <a:t>Non-residential buildings include offices, educational buildings, hospitals, hotels and restaurants, sports facilities, wholesale and retail trade services buildings and other types of energy-consuming buildings</a:t>
            </a:r>
            <a:r>
              <a:rPr lang="en-US" b="1" dirty="0"/>
              <a:t>.</a:t>
            </a:r>
          </a:p>
          <a:p>
            <a:endParaRPr lang="en-US" b="1" dirty="0"/>
          </a:p>
          <a:p>
            <a:endParaRPr lang="en-US" b="1" dirty="0"/>
          </a:p>
          <a:p>
            <a:r>
              <a:rPr lang="en-US" b="1" dirty="0"/>
              <a:t>Worst performing building </a:t>
            </a:r>
            <a:r>
              <a:rPr lang="en-US" dirty="0"/>
              <a:t>should be described in line with the national long-term renovation strategy. The Commission’s Recommendation (EU) 2019/786 on building renovation provides examples to determine the worst-performing segments of the national building stock: (a) setting a specific threshold, such as an energy performance category (e.g. below ‘D’); (b) using a primary energy consumption figure (expressed in kWh/m2 per year); or even (c) targeting buildings built before a specific date (e.g. before 1980).</a:t>
            </a:r>
            <a:endParaRPr lang="en-DK" dirty="0"/>
          </a:p>
        </p:txBody>
      </p:sp>
    </p:spTree>
    <p:extLst>
      <p:ext uri="{BB962C8B-B14F-4D97-AF65-F5344CB8AC3E}">
        <p14:creationId xmlns:p14="http://schemas.microsoft.com/office/powerpoint/2010/main" val="1045293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2 </a:t>
            </a:r>
            <a:endParaRPr lang="en-GB" sz="3200" b="1" dirty="0">
              <a:solidFill>
                <a:srgbClr val="113A60"/>
              </a:solidFill>
            </a:endParaRPr>
          </a:p>
        </p:txBody>
      </p:sp>
      <p:sp>
        <p:nvSpPr>
          <p:cNvPr id="2" name="TextBox 1">
            <a:extLst>
              <a:ext uri="{FF2B5EF4-FFF2-40B4-BE49-F238E27FC236}">
                <a16:creationId xmlns:a16="http://schemas.microsoft.com/office/drawing/2014/main" id="{AA1B0136-C6FE-0FA0-FD5B-37123304E08A}"/>
              </a:ext>
            </a:extLst>
          </p:cNvPr>
          <p:cNvSpPr txBox="1"/>
          <p:nvPr/>
        </p:nvSpPr>
        <p:spPr>
          <a:xfrm>
            <a:off x="326533" y="900113"/>
            <a:ext cx="11375731" cy="646331"/>
          </a:xfrm>
          <a:prstGeom prst="rect">
            <a:avLst/>
          </a:prstGeom>
          <a:noFill/>
        </p:spPr>
        <p:txBody>
          <a:bodyPr wrap="square">
            <a:spAutoFit/>
          </a:bodyPr>
          <a:lstStyle/>
          <a:p>
            <a:r>
              <a:rPr lang="en-US" b="1" dirty="0"/>
              <a:t>Milestones and progress indicators of the long-term strategy (LTRS) for the renovation of the national stock of residential and non-residential buildings – building stock</a:t>
            </a:r>
            <a:endParaRPr lang="en-DK" b="1" dirty="0"/>
          </a:p>
        </p:txBody>
      </p:sp>
      <p:pic>
        <p:nvPicPr>
          <p:cNvPr id="4" name="Picture 3">
            <a:extLst>
              <a:ext uri="{FF2B5EF4-FFF2-40B4-BE49-F238E27FC236}">
                <a16:creationId xmlns:a16="http://schemas.microsoft.com/office/drawing/2014/main" id="{04CBA819-A326-7D8F-134A-AA0A47C192B2}"/>
              </a:ext>
            </a:extLst>
          </p:cNvPr>
          <p:cNvPicPr>
            <a:picLocks noChangeAspect="1"/>
          </p:cNvPicPr>
          <p:nvPr/>
        </p:nvPicPr>
        <p:blipFill>
          <a:blip r:embed="rId3"/>
          <a:stretch>
            <a:fillRect/>
          </a:stretch>
        </p:blipFill>
        <p:spPr>
          <a:xfrm>
            <a:off x="326532" y="1504933"/>
            <a:ext cx="11451645" cy="2791645"/>
          </a:xfrm>
          <a:prstGeom prst="rect">
            <a:avLst/>
          </a:prstGeom>
        </p:spPr>
      </p:pic>
      <p:sp>
        <p:nvSpPr>
          <p:cNvPr id="6" name="TextBox 5">
            <a:extLst>
              <a:ext uri="{FF2B5EF4-FFF2-40B4-BE49-F238E27FC236}">
                <a16:creationId xmlns:a16="http://schemas.microsoft.com/office/drawing/2014/main" id="{AA945C22-9CF5-9314-FDAE-944CC5E9861E}"/>
              </a:ext>
            </a:extLst>
          </p:cNvPr>
          <p:cNvSpPr txBox="1"/>
          <p:nvPr/>
        </p:nvSpPr>
        <p:spPr>
          <a:xfrm>
            <a:off x="326532" y="4296578"/>
            <a:ext cx="11532957" cy="1200329"/>
          </a:xfrm>
          <a:prstGeom prst="rect">
            <a:avLst/>
          </a:prstGeom>
          <a:noFill/>
        </p:spPr>
        <p:txBody>
          <a:bodyPr wrap="square">
            <a:spAutoFit/>
          </a:bodyPr>
          <a:lstStyle/>
          <a:p>
            <a:r>
              <a:rPr lang="en-US" b="1" dirty="0"/>
              <a:t>FIELD 3: Primary energy use of buildings </a:t>
            </a:r>
            <a:r>
              <a:rPr lang="en-US" dirty="0"/>
              <a:t>reported in TJ should be as considered in the energy performance calculation of buildings defined by Directive 2010/31/EU: ‘primary energy’ means energy from renewable and non-renewable sources which has not undergone any conversion or transformation process.</a:t>
            </a:r>
          </a:p>
          <a:p>
            <a:r>
              <a:rPr lang="en-US" b="1" dirty="0"/>
              <a:t>FIELD 4: The final energy consumption of households by end-use type.</a:t>
            </a:r>
            <a:endParaRPr lang="en-DK" i="1" dirty="0"/>
          </a:p>
        </p:txBody>
      </p:sp>
      <p:sp>
        <p:nvSpPr>
          <p:cNvPr id="10" name="TextBox 9">
            <a:extLst>
              <a:ext uri="{FF2B5EF4-FFF2-40B4-BE49-F238E27FC236}">
                <a16:creationId xmlns:a16="http://schemas.microsoft.com/office/drawing/2014/main" id="{49058493-EED5-6C9F-1B62-CD46412078EC}"/>
              </a:ext>
            </a:extLst>
          </p:cNvPr>
          <p:cNvSpPr txBox="1"/>
          <p:nvPr/>
        </p:nvSpPr>
        <p:spPr>
          <a:xfrm>
            <a:off x="329521" y="5827682"/>
            <a:ext cx="11532958" cy="646331"/>
          </a:xfrm>
          <a:prstGeom prst="rect">
            <a:avLst/>
          </a:prstGeom>
          <a:noFill/>
        </p:spPr>
        <p:txBody>
          <a:bodyPr wrap="square">
            <a:spAutoFit/>
          </a:bodyPr>
          <a:lstStyle/>
          <a:p>
            <a:r>
              <a:rPr lang="en-US" dirty="0"/>
              <a:t>The purpose of this field is to report on and establish the total primary/final energy use of buildings in three historical years. The years are identified as 2020, X-3 and X-2, where X is the reporting year</a:t>
            </a:r>
          </a:p>
        </p:txBody>
      </p:sp>
      <p:sp>
        <p:nvSpPr>
          <p:cNvPr id="7" name="TextBox 6">
            <a:extLst>
              <a:ext uri="{FF2B5EF4-FFF2-40B4-BE49-F238E27FC236}">
                <a16:creationId xmlns:a16="http://schemas.microsoft.com/office/drawing/2014/main" id="{F774B39C-21F8-6714-C378-FB64C62F082B}"/>
              </a:ext>
            </a:extLst>
          </p:cNvPr>
          <p:cNvSpPr txBox="1"/>
          <p:nvPr/>
        </p:nvSpPr>
        <p:spPr>
          <a:xfrm>
            <a:off x="4940300" y="1474940"/>
            <a:ext cx="3378200" cy="2685833"/>
          </a:xfrm>
          <a:prstGeom prst="rect">
            <a:avLst/>
          </a:prstGeom>
          <a:noFill/>
          <a:ln w="76200">
            <a:solidFill>
              <a:srgbClr val="FFC000"/>
            </a:solidFill>
          </a:ln>
        </p:spPr>
        <p:txBody>
          <a:bodyPr wrap="square" rtlCol="0">
            <a:spAutoFit/>
          </a:bodyPr>
          <a:lstStyle/>
          <a:p>
            <a:endParaRPr lang="en-DK" dirty="0"/>
          </a:p>
        </p:txBody>
      </p:sp>
    </p:spTree>
    <p:extLst>
      <p:ext uri="{BB962C8B-B14F-4D97-AF65-F5344CB8AC3E}">
        <p14:creationId xmlns:p14="http://schemas.microsoft.com/office/powerpoint/2010/main" val="342341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2</a:t>
            </a:r>
            <a:endParaRPr lang="en-GB" sz="3200" b="1" dirty="0">
              <a:solidFill>
                <a:srgbClr val="113A60"/>
              </a:solidFill>
            </a:endParaRPr>
          </a:p>
        </p:txBody>
      </p:sp>
      <p:sp>
        <p:nvSpPr>
          <p:cNvPr id="2" name="TextBox 1">
            <a:extLst>
              <a:ext uri="{FF2B5EF4-FFF2-40B4-BE49-F238E27FC236}">
                <a16:creationId xmlns:a16="http://schemas.microsoft.com/office/drawing/2014/main" id="{AA1B0136-C6FE-0FA0-FD5B-37123304E08A}"/>
              </a:ext>
            </a:extLst>
          </p:cNvPr>
          <p:cNvSpPr txBox="1"/>
          <p:nvPr/>
        </p:nvSpPr>
        <p:spPr>
          <a:xfrm>
            <a:off x="326533" y="900113"/>
            <a:ext cx="11375731" cy="646331"/>
          </a:xfrm>
          <a:prstGeom prst="rect">
            <a:avLst/>
          </a:prstGeom>
          <a:noFill/>
        </p:spPr>
        <p:txBody>
          <a:bodyPr wrap="square">
            <a:spAutoFit/>
          </a:bodyPr>
          <a:lstStyle/>
          <a:p>
            <a:r>
              <a:rPr lang="en-US" b="1" dirty="0"/>
              <a:t>Milestones and progress indicators of the long-term strategy (LTRS) for the renovation of the national stock of residential and non-residential buildings – building stock</a:t>
            </a:r>
            <a:endParaRPr lang="en-DK" b="1" dirty="0"/>
          </a:p>
        </p:txBody>
      </p:sp>
      <p:pic>
        <p:nvPicPr>
          <p:cNvPr id="4" name="Picture 3">
            <a:extLst>
              <a:ext uri="{FF2B5EF4-FFF2-40B4-BE49-F238E27FC236}">
                <a16:creationId xmlns:a16="http://schemas.microsoft.com/office/drawing/2014/main" id="{04CBA819-A326-7D8F-134A-AA0A47C192B2}"/>
              </a:ext>
            </a:extLst>
          </p:cNvPr>
          <p:cNvPicPr>
            <a:picLocks noChangeAspect="1"/>
          </p:cNvPicPr>
          <p:nvPr/>
        </p:nvPicPr>
        <p:blipFill>
          <a:blip r:embed="rId3"/>
          <a:stretch>
            <a:fillRect/>
          </a:stretch>
        </p:blipFill>
        <p:spPr>
          <a:xfrm>
            <a:off x="5865091" y="1565214"/>
            <a:ext cx="6177602" cy="1505956"/>
          </a:xfrm>
          <a:prstGeom prst="rect">
            <a:avLst/>
          </a:prstGeom>
        </p:spPr>
      </p:pic>
      <p:sp>
        <p:nvSpPr>
          <p:cNvPr id="6" name="TextBox 5">
            <a:extLst>
              <a:ext uri="{FF2B5EF4-FFF2-40B4-BE49-F238E27FC236}">
                <a16:creationId xmlns:a16="http://schemas.microsoft.com/office/drawing/2014/main" id="{AA945C22-9CF5-9314-FDAE-944CC5E9861E}"/>
              </a:ext>
            </a:extLst>
          </p:cNvPr>
          <p:cNvSpPr txBox="1"/>
          <p:nvPr/>
        </p:nvSpPr>
        <p:spPr>
          <a:xfrm>
            <a:off x="258593" y="1702705"/>
            <a:ext cx="5606498" cy="1200329"/>
          </a:xfrm>
          <a:prstGeom prst="rect">
            <a:avLst/>
          </a:prstGeom>
          <a:noFill/>
        </p:spPr>
        <p:txBody>
          <a:bodyPr wrap="square">
            <a:spAutoFit/>
          </a:bodyPr>
          <a:lstStyle/>
          <a:p>
            <a:r>
              <a:rPr lang="en-US" b="1" dirty="0"/>
              <a:t>FIELD 5: Direct GHG emissions in buildings </a:t>
            </a:r>
            <a:r>
              <a:rPr lang="en-US" dirty="0"/>
              <a:t>In the context of the NECP reporting GHG emissions (direct and total) relate to operational GHG (linked to energy use, direct and indirect), not to embodied carbon.</a:t>
            </a:r>
            <a:endParaRPr lang="en-DK" i="1" dirty="0"/>
          </a:p>
        </p:txBody>
      </p:sp>
      <p:sp>
        <p:nvSpPr>
          <p:cNvPr id="10" name="TextBox 9">
            <a:extLst>
              <a:ext uri="{FF2B5EF4-FFF2-40B4-BE49-F238E27FC236}">
                <a16:creationId xmlns:a16="http://schemas.microsoft.com/office/drawing/2014/main" id="{49058493-EED5-6C9F-1B62-CD46412078EC}"/>
              </a:ext>
            </a:extLst>
          </p:cNvPr>
          <p:cNvSpPr txBox="1"/>
          <p:nvPr/>
        </p:nvSpPr>
        <p:spPr>
          <a:xfrm>
            <a:off x="329521" y="3239306"/>
            <a:ext cx="11532958" cy="1754326"/>
          </a:xfrm>
          <a:prstGeom prst="rect">
            <a:avLst/>
          </a:prstGeom>
          <a:noFill/>
        </p:spPr>
        <p:txBody>
          <a:bodyPr wrap="square">
            <a:spAutoFit/>
          </a:bodyPr>
          <a:lstStyle/>
          <a:p>
            <a:r>
              <a:rPr lang="en-US" dirty="0"/>
              <a:t>The purpose of this field is to report on and establish the Direct GHG emissions in buildings in three historical years. The years are identified as 2020, X-3 and X-2, where X is the reporting year. </a:t>
            </a:r>
          </a:p>
          <a:p>
            <a:endParaRPr lang="en-US" dirty="0"/>
          </a:p>
          <a:p>
            <a:r>
              <a:rPr lang="en-US" dirty="0"/>
              <a:t>Once the national estimate the final (FEC) and primary (PEC) energy consumption, the GHG emissions are easy to be calculated: the direct GHG emissions are the FEC for direct use of fossil fuels multiplied by the default emission factors related to net calorific values (in t CO2/TJ) for each fuel.</a:t>
            </a:r>
          </a:p>
        </p:txBody>
      </p:sp>
      <p:sp>
        <p:nvSpPr>
          <p:cNvPr id="5" name="TextBox 4">
            <a:extLst>
              <a:ext uri="{FF2B5EF4-FFF2-40B4-BE49-F238E27FC236}">
                <a16:creationId xmlns:a16="http://schemas.microsoft.com/office/drawing/2014/main" id="{5A2BBFE1-964C-FD02-7553-DA9EA4043271}"/>
              </a:ext>
            </a:extLst>
          </p:cNvPr>
          <p:cNvSpPr txBox="1"/>
          <p:nvPr/>
        </p:nvSpPr>
        <p:spPr>
          <a:xfrm>
            <a:off x="10185400" y="1546444"/>
            <a:ext cx="850900" cy="1524726"/>
          </a:xfrm>
          <a:prstGeom prst="rect">
            <a:avLst/>
          </a:prstGeom>
          <a:noFill/>
          <a:ln w="76200">
            <a:solidFill>
              <a:srgbClr val="FFC000"/>
            </a:solidFill>
          </a:ln>
        </p:spPr>
        <p:txBody>
          <a:bodyPr wrap="square" rtlCol="0">
            <a:spAutoFit/>
          </a:bodyPr>
          <a:lstStyle/>
          <a:p>
            <a:endParaRPr lang="en-DK" dirty="0"/>
          </a:p>
        </p:txBody>
      </p:sp>
    </p:spTree>
    <p:extLst>
      <p:ext uri="{BB962C8B-B14F-4D97-AF65-F5344CB8AC3E}">
        <p14:creationId xmlns:p14="http://schemas.microsoft.com/office/powerpoint/2010/main" val="2756627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2</a:t>
            </a:r>
            <a:endParaRPr lang="en-GB" sz="3200" b="1" dirty="0">
              <a:solidFill>
                <a:srgbClr val="113A60"/>
              </a:solidFill>
            </a:endParaRPr>
          </a:p>
        </p:txBody>
      </p:sp>
      <p:sp>
        <p:nvSpPr>
          <p:cNvPr id="2" name="TextBox 1">
            <a:extLst>
              <a:ext uri="{FF2B5EF4-FFF2-40B4-BE49-F238E27FC236}">
                <a16:creationId xmlns:a16="http://schemas.microsoft.com/office/drawing/2014/main" id="{AA1B0136-C6FE-0FA0-FD5B-37123304E08A}"/>
              </a:ext>
            </a:extLst>
          </p:cNvPr>
          <p:cNvSpPr txBox="1"/>
          <p:nvPr/>
        </p:nvSpPr>
        <p:spPr>
          <a:xfrm>
            <a:off x="326533" y="900113"/>
            <a:ext cx="11375731" cy="646331"/>
          </a:xfrm>
          <a:prstGeom prst="rect">
            <a:avLst/>
          </a:prstGeom>
          <a:noFill/>
        </p:spPr>
        <p:txBody>
          <a:bodyPr wrap="square">
            <a:spAutoFit/>
          </a:bodyPr>
          <a:lstStyle/>
          <a:p>
            <a:r>
              <a:rPr lang="en-US" b="1" dirty="0"/>
              <a:t>Milestones and progress indicators of the long-term strategy (LTRS) for the renovation of the national stock of residential and non-residential buildings – building stock</a:t>
            </a:r>
            <a:endParaRPr lang="en-DK" b="1" dirty="0"/>
          </a:p>
        </p:txBody>
      </p:sp>
      <p:pic>
        <p:nvPicPr>
          <p:cNvPr id="4" name="Picture 3">
            <a:extLst>
              <a:ext uri="{FF2B5EF4-FFF2-40B4-BE49-F238E27FC236}">
                <a16:creationId xmlns:a16="http://schemas.microsoft.com/office/drawing/2014/main" id="{04CBA819-A326-7D8F-134A-AA0A47C192B2}"/>
              </a:ext>
            </a:extLst>
          </p:cNvPr>
          <p:cNvPicPr>
            <a:picLocks noChangeAspect="1"/>
          </p:cNvPicPr>
          <p:nvPr/>
        </p:nvPicPr>
        <p:blipFill>
          <a:blip r:embed="rId3"/>
          <a:stretch>
            <a:fillRect/>
          </a:stretch>
        </p:blipFill>
        <p:spPr>
          <a:xfrm>
            <a:off x="326532" y="1684358"/>
            <a:ext cx="11375731" cy="2773139"/>
          </a:xfrm>
          <a:prstGeom prst="rect">
            <a:avLst/>
          </a:prstGeom>
        </p:spPr>
      </p:pic>
      <p:sp>
        <p:nvSpPr>
          <p:cNvPr id="6" name="TextBox 5">
            <a:extLst>
              <a:ext uri="{FF2B5EF4-FFF2-40B4-BE49-F238E27FC236}">
                <a16:creationId xmlns:a16="http://schemas.microsoft.com/office/drawing/2014/main" id="{AA945C22-9CF5-9314-FDAE-944CC5E9861E}"/>
              </a:ext>
            </a:extLst>
          </p:cNvPr>
          <p:cNvSpPr txBox="1"/>
          <p:nvPr/>
        </p:nvSpPr>
        <p:spPr>
          <a:xfrm>
            <a:off x="403651" y="4595411"/>
            <a:ext cx="11551489" cy="1477328"/>
          </a:xfrm>
          <a:prstGeom prst="rect">
            <a:avLst/>
          </a:prstGeom>
          <a:noFill/>
        </p:spPr>
        <p:txBody>
          <a:bodyPr wrap="square">
            <a:spAutoFit/>
          </a:bodyPr>
          <a:lstStyle/>
          <a:p>
            <a:r>
              <a:rPr lang="en-US" b="1" dirty="0"/>
              <a:t>FIELD 6: Total GHG emissions </a:t>
            </a:r>
            <a:r>
              <a:rPr lang="en-US" dirty="0"/>
              <a:t>are the sum of direct emissions calculated in the previous field and indirect emissions. The indirect emissions, i.e. GHG emissions related to electricity or heat from district heating consumption, can be calculated by multiplying the average GHG emission intensity of electricity and heat generation in the given country or region with the corresponding electricity of heat from district heating consumption of the building stock. .</a:t>
            </a:r>
            <a:endParaRPr lang="en-DK" i="1" dirty="0"/>
          </a:p>
        </p:txBody>
      </p:sp>
      <p:sp>
        <p:nvSpPr>
          <p:cNvPr id="3" name="TextBox 2">
            <a:extLst>
              <a:ext uri="{FF2B5EF4-FFF2-40B4-BE49-F238E27FC236}">
                <a16:creationId xmlns:a16="http://schemas.microsoft.com/office/drawing/2014/main" id="{4211D3DF-4835-E280-5419-D14C1F929F73}"/>
              </a:ext>
            </a:extLst>
          </p:cNvPr>
          <p:cNvSpPr txBox="1"/>
          <p:nvPr/>
        </p:nvSpPr>
        <p:spPr>
          <a:xfrm>
            <a:off x="9829800" y="1546444"/>
            <a:ext cx="1778000" cy="2911053"/>
          </a:xfrm>
          <a:prstGeom prst="rect">
            <a:avLst/>
          </a:prstGeom>
          <a:noFill/>
          <a:ln w="76200">
            <a:solidFill>
              <a:srgbClr val="FFC000"/>
            </a:solidFill>
          </a:ln>
        </p:spPr>
        <p:txBody>
          <a:bodyPr wrap="square" rtlCol="0">
            <a:spAutoFit/>
          </a:bodyPr>
          <a:lstStyle/>
          <a:p>
            <a:endParaRPr lang="en-DK" dirty="0"/>
          </a:p>
        </p:txBody>
      </p:sp>
    </p:spTree>
    <p:extLst>
      <p:ext uri="{BB962C8B-B14F-4D97-AF65-F5344CB8AC3E}">
        <p14:creationId xmlns:p14="http://schemas.microsoft.com/office/powerpoint/2010/main" val="1085072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2 follow up</a:t>
            </a:r>
            <a:endParaRPr lang="en-GB" sz="3200" b="1" dirty="0">
              <a:solidFill>
                <a:srgbClr val="113A60"/>
              </a:solidFill>
            </a:endParaRPr>
          </a:p>
        </p:txBody>
      </p:sp>
      <p:sp>
        <p:nvSpPr>
          <p:cNvPr id="2" name="TextBox 1">
            <a:extLst>
              <a:ext uri="{FF2B5EF4-FFF2-40B4-BE49-F238E27FC236}">
                <a16:creationId xmlns:a16="http://schemas.microsoft.com/office/drawing/2014/main" id="{AA1B0136-C6FE-0FA0-FD5B-37123304E08A}"/>
              </a:ext>
            </a:extLst>
          </p:cNvPr>
          <p:cNvSpPr txBox="1"/>
          <p:nvPr/>
        </p:nvSpPr>
        <p:spPr>
          <a:xfrm>
            <a:off x="326533" y="900113"/>
            <a:ext cx="11375731" cy="646331"/>
          </a:xfrm>
          <a:prstGeom prst="rect">
            <a:avLst/>
          </a:prstGeom>
          <a:noFill/>
        </p:spPr>
        <p:txBody>
          <a:bodyPr wrap="square">
            <a:spAutoFit/>
          </a:bodyPr>
          <a:lstStyle/>
          <a:p>
            <a:r>
              <a:rPr lang="en-US" b="1" dirty="0"/>
              <a:t>Other: Other milestones and progress indicators of the long-term strategy (LTRS) for the renovation of the national stock of residential and non-residential buildings – building stock</a:t>
            </a:r>
            <a:endParaRPr lang="en-DK" b="1" dirty="0"/>
          </a:p>
        </p:txBody>
      </p:sp>
      <p:sp>
        <p:nvSpPr>
          <p:cNvPr id="7" name="TextBox 6">
            <a:extLst>
              <a:ext uri="{FF2B5EF4-FFF2-40B4-BE49-F238E27FC236}">
                <a16:creationId xmlns:a16="http://schemas.microsoft.com/office/drawing/2014/main" id="{AE8DFFF2-584B-8F57-F107-397D23A6243C}"/>
              </a:ext>
            </a:extLst>
          </p:cNvPr>
          <p:cNvSpPr txBox="1"/>
          <p:nvPr/>
        </p:nvSpPr>
        <p:spPr>
          <a:xfrm>
            <a:off x="3910240" y="6046831"/>
            <a:ext cx="4019177" cy="646331"/>
          </a:xfrm>
          <a:prstGeom prst="rect">
            <a:avLst/>
          </a:prstGeom>
          <a:noFill/>
        </p:spPr>
        <p:txBody>
          <a:bodyPr wrap="square">
            <a:spAutoFit/>
          </a:bodyPr>
          <a:lstStyle/>
          <a:p>
            <a:r>
              <a:rPr lang="it-IT" dirty="0"/>
              <a:t>1. Data format: free text</a:t>
            </a:r>
          </a:p>
          <a:p>
            <a:r>
              <a:rPr lang="it-IT" dirty="0"/>
              <a:t>2: Data format: number (decimal</a:t>
            </a:r>
            <a:r>
              <a:rPr lang="en-US" dirty="0"/>
              <a:t>)</a:t>
            </a:r>
          </a:p>
        </p:txBody>
      </p:sp>
      <p:pic>
        <p:nvPicPr>
          <p:cNvPr id="10" name="Picture 9">
            <a:extLst>
              <a:ext uri="{FF2B5EF4-FFF2-40B4-BE49-F238E27FC236}">
                <a16:creationId xmlns:a16="http://schemas.microsoft.com/office/drawing/2014/main" id="{252979AA-9E2B-2F41-3CCA-6100553F9324}"/>
              </a:ext>
            </a:extLst>
          </p:cNvPr>
          <p:cNvPicPr>
            <a:picLocks noChangeAspect="1"/>
          </p:cNvPicPr>
          <p:nvPr/>
        </p:nvPicPr>
        <p:blipFill>
          <a:blip r:embed="rId3"/>
          <a:stretch>
            <a:fillRect/>
          </a:stretch>
        </p:blipFill>
        <p:spPr>
          <a:xfrm>
            <a:off x="3768482" y="1515748"/>
            <a:ext cx="8185900" cy="4561779"/>
          </a:xfrm>
          <a:prstGeom prst="rect">
            <a:avLst/>
          </a:prstGeom>
        </p:spPr>
      </p:pic>
      <p:sp>
        <p:nvSpPr>
          <p:cNvPr id="12" name="TextBox 11">
            <a:extLst>
              <a:ext uri="{FF2B5EF4-FFF2-40B4-BE49-F238E27FC236}">
                <a16:creationId xmlns:a16="http://schemas.microsoft.com/office/drawing/2014/main" id="{46F63E2A-5D21-4E90-5FD1-F1D8B3DF9596}"/>
              </a:ext>
            </a:extLst>
          </p:cNvPr>
          <p:cNvSpPr txBox="1"/>
          <p:nvPr/>
        </p:nvSpPr>
        <p:spPr>
          <a:xfrm>
            <a:off x="237618" y="1700414"/>
            <a:ext cx="3530864" cy="1477328"/>
          </a:xfrm>
          <a:prstGeom prst="rect">
            <a:avLst/>
          </a:prstGeom>
          <a:noFill/>
        </p:spPr>
        <p:txBody>
          <a:bodyPr wrap="square">
            <a:spAutoFit/>
          </a:bodyPr>
          <a:lstStyle/>
          <a:p>
            <a:r>
              <a:rPr lang="en-US" dirty="0"/>
              <a:t>The purpose of this field is for the CPs to report the name and unit of any other indicators as presented in the national long-term renovation strategy.</a:t>
            </a:r>
            <a:endParaRPr lang="en-DK" dirty="0"/>
          </a:p>
        </p:txBody>
      </p:sp>
      <p:sp>
        <p:nvSpPr>
          <p:cNvPr id="14" name="TextBox 13">
            <a:extLst>
              <a:ext uri="{FF2B5EF4-FFF2-40B4-BE49-F238E27FC236}">
                <a16:creationId xmlns:a16="http://schemas.microsoft.com/office/drawing/2014/main" id="{06134B62-8A4D-0894-CC58-06E7F8B11CCF}"/>
              </a:ext>
            </a:extLst>
          </p:cNvPr>
          <p:cNvSpPr txBox="1"/>
          <p:nvPr/>
        </p:nvSpPr>
        <p:spPr>
          <a:xfrm>
            <a:off x="326533" y="3797888"/>
            <a:ext cx="3275649" cy="1200329"/>
          </a:xfrm>
          <a:prstGeom prst="rect">
            <a:avLst/>
          </a:prstGeom>
          <a:noFill/>
        </p:spPr>
        <p:txBody>
          <a:bodyPr wrap="square">
            <a:spAutoFit/>
          </a:bodyPr>
          <a:lstStyle/>
          <a:p>
            <a:r>
              <a:rPr lang="en-US" dirty="0"/>
              <a:t>e.g. investments for the renovation of the existing stock, construction’s share in GDP, health issues</a:t>
            </a:r>
            <a:endParaRPr lang="en-DK" dirty="0"/>
          </a:p>
        </p:txBody>
      </p:sp>
    </p:spTree>
    <p:extLst>
      <p:ext uri="{BB962C8B-B14F-4D97-AF65-F5344CB8AC3E}">
        <p14:creationId xmlns:p14="http://schemas.microsoft.com/office/powerpoint/2010/main" val="3806512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3 – Purpose of the table - LTRS</a:t>
            </a:r>
            <a:endParaRPr lang="en-GB" sz="3200" b="1" dirty="0">
              <a:solidFill>
                <a:srgbClr val="113A60"/>
              </a:solidFill>
            </a:endParaRPr>
          </a:p>
        </p:txBody>
      </p:sp>
      <p:sp>
        <p:nvSpPr>
          <p:cNvPr id="2" name="TextBox 1">
            <a:extLst>
              <a:ext uri="{FF2B5EF4-FFF2-40B4-BE49-F238E27FC236}">
                <a16:creationId xmlns:a16="http://schemas.microsoft.com/office/drawing/2014/main" id="{AA1B0136-C6FE-0FA0-FD5B-37123304E08A}"/>
              </a:ext>
            </a:extLst>
          </p:cNvPr>
          <p:cNvSpPr txBox="1"/>
          <p:nvPr/>
        </p:nvSpPr>
        <p:spPr>
          <a:xfrm>
            <a:off x="326533" y="900113"/>
            <a:ext cx="11375731" cy="646331"/>
          </a:xfrm>
          <a:prstGeom prst="rect">
            <a:avLst/>
          </a:prstGeom>
          <a:noFill/>
        </p:spPr>
        <p:txBody>
          <a:bodyPr wrap="square">
            <a:spAutoFit/>
          </a:bodyPr>
          <a:lstStyle/>
          <a:p>
            <a:r>
              <a:rPr lang="en-US" b="1" dirty="0"/>
              <a:t>Milestones and progress indicators of the long-term strategy for the renovation of the national stock of residential and nonresidential buildings – renovation rate</a:t>
            </a:r>
            <a:endParaRPr lang="en-DK" b="1" dirty="0"/>
          </a:p>
        </p:txBody>
      </p:sp>
      <p:sp>
        <p:nvSpPr>
          <p:cNvPr id="7" name="TextBox 6">
            <a:extLst>
              <a:ext uri="{FF2B5EF4-FFF2-40B4-BE49-F238E27FC236}">
                <a16:creationId xmlns:a16="http://schemas.microsoft.com/office/drawing/2014/main" id="{AE8DFFF2-584B-8F57-F107-397D23A6243C}"/>
              </a:ext>
            </a:extLst>
          </p:cNvPr>
          <p:cNvSpPr txBox="1"/>
          <p:nvPr/>
        </p:nvSpPr>
        <p:spPr>
          <a:xfrm>
            <a:off x="8172823" y="5559679"/>
            <a:ext cx="4019177" cy="646331"/>
          </a:xfrm>
          <a:prstGeom prst="rect">
            <a:avLst/>
          </a:prstGeom>
          <a:noFill/>
        </p:spPr>
        <p:txBody>
          <a:bodyPr wrap="square">
            <a:spAutoFit/>
          </a:bodyPr>
          <a:lstStyle/>
          <a:p>
            <a:r>
              <a:rPr lang="it-IT" dirty="0"/>
              <a:t>1. Data format: free text</a:t>
            </a:r>
          </a:p>
          <a:p>
            <a:r>
              <a:rPr lang="it-IT" dirty="0"/>
              <a:t>2: Data format: number (decimal</a:t>
            </a:r>
            <a:r>
              <a:rPr lang="en-US" dirty="0"/>
              <a:t>)</a:t>
            </a:r>
          </a:p>
        </p:txBody>
      </p:sp>
      <p:pic>
        <p:nvPicPr>
          <p:cNvPr id="4" name="Picture 3">
            <a:extLst>
              <a:ext uri="{FF2B5EF4-FFF2-40B4-BE49-F238E27FC236}">
                <a16:creationId xmlns:a16="http://schemas.microsoft.com/office/drawing/2014/main" id="{9708846E-DE87-C7A2-1024-7312A7FF2B79}"/>
              </a:ext>
            </a:extLst>
          </p:cNvPr>
          <p:cNvPicPr>
            <a:picLocks noChangeAspect="1"/>
          </p:cNvPicPr>
          <p:nvPr/>
        </p:nvPicPr>
        <p:blipFill>
          <a:blip r:embed="rId3"/>
          <a:stretch>
            <a:fillRect/>
          </a:stretch>
        </p:blipFill>
        <p:spPr>
          <a:xfrm>
            <a:off x="3663793" y="1601402"/>
            <a:ext cx="8185631" cy="3979126"/>
          </a:xfrm>
          <a:prstGeom prst="rect">
            <a:avLst/>
          </a:prstGeom>
        </p:spPr>
      </p:pic>
      <p:sp>
        <p:nvSpPr>
          <p:cNvPr id="6" name="TextBox 5">
            <a:extLst>
              <a:ext uri="{FF2B5EF4-FFF2-40B4-BE49-F238E27FC236}">
                <a16:creationId xmlns:a16="http://schemas.microsoft.com/office/drawing/2014/main" id="{0470EFB4-4021-87BB-3BF8-BB8088768CC0}"/>
              </a:ext>
            </a:extLst>
          </p:cNvPr>
          <p:cNvSpPr txBox="1"/>
          <p:nvPr/>
        </p:nvSpPr>
        <p:spPr>
          <a:xfrm>
            <a:off x="342576" y="1771017"/>
            <a:ext cx="3321217" cy="4801314"/>
          </a:xfrm>
          <a:prstGeom prst="rect">
            <a:avLst/>
          </a:prstGeom>
          <a:noFill/>
        </p:spPr>
        <p:txBody>
          <a:bodyPr wrap="square">
            <a:spAutoFit/>
          </a:bodyPr>
          <a:lstStyle/>
          <a:p>
            <a:r>
              <a:rPr lang="en-US" dirty="0"/>
              <a:t>This table refers to </a:t>
            </a:r>
            <a:r>
              <a:rPr lang="en-US" b="1" dirty="0"/>
              <a:t>‘energy renovations</a:t>
            </a:r>
            <a:r>
              <a:rPr lang="en-US" dirty="0"/>
              <a:t>’. </a:t>
            </a:r>
          </a:p>
          <a:p>
            <a:endParaRPr lang="en-US" dirty="0"/>
          </a:p>
          <a:p>
            <a:r>
              <a:rPr lang="en-US" dirty="0"/>
              <a:t>An energy renovation means the change of </a:t>
            </a:r>
            <a:r>
              <a:rPr lang="en-US" b="1" dirty="0"/>
              <a:t>one or more building elements </a:t>
            </a:r>
            <a:r>
              <a:rPr lang="en-US" dirty="0"/>
              <a:t>(building envelope and technical building systems), having the potential to significantly affect the calculated or metered amount of energy needed to meet the energy demand associated with a typical use of the building, which includes, inter alia, energy used for heating, cooling, ventilation, hot water and lighting.</a:t>
            </a:r>
            <a:endParaRPr lang="en-DK" dirty="0"/>
          </a:p>
        </p:txBody>
      </p:sp>
    </p:spTree>
    <p:extLst>
      <p:ext uri="{BB962C8B-B14F-4D97-AF65-F5344CB8AC3E}">
        <p14:creationId xmlns:p14="http://schemas.microsoft.com/office/powerpoint/2010/main" val="1181237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3</a:t>
            </a:r>
            <a:endParaRPr lang="en-GB" sz="3200" b="1" dirty="0">
              <a:solidFill>
                <a:srgbClr val="113A60"/>
              </a:solidFill>
            </a:endParaRPr>
          </a:p>
        </p:txBody>
      </p:sp>
      <p:sp>
        <p:nvSpPr>
          <p:cNvPr id="2" name="TextBox 1">
            <a:extLst>
              <a:ext uri="{FF2B5EF4-FFF2-40B4-BE49-F238E27FC236}">
                <a16:creationId xmlns:a16="http://schemas.microsoft.com/office/drawing/2014/main" id="{AA1B0136-C6FE-0FA0-FD5B-37123304E08A}"/>
              </a:ext>
            </a:extLst>
          </p:cNvPr>
          <p:cNvSpPr txBox="1"/>
          <p:nvPr/>
        </p:nvSpPr>
        <p:spPr>
          <a:xfrm>
            <a:off x="258593" y="900113"/>
            <a:ext cx="2500649" cy="2585323"/>
          </a:xfrm>
          <a:prstGeom prst="rect">
            <a:avLst/>
          </a:prstGeom>
          <a:noFill/>
        </p:spPr>
        <p:txBody>
          <a:bodyPr wrap="square">
            <a:spAutoFit/>
          </a:bodyPr>
          <a:lstStyle/>
          <a:p>
            <a:r>
              <a:rPr lang="en-US" b="1" dirty="0"/>
              <a:t>Milestones and progress indicators of the long-term strategy for the renovation of the national stock of residential and nonresidential buildings – renovation rate</a:t>
            </a:r>
            <a:endParaRPr lang="en-DK" b="1" dirty="0"/>
          </a:p>
        </p:txBody>
      </p:sp>
      <p:sp>
        <p:nvSpPr>
          <p:cNvPr id="7" name="TextBox 6">
            <a:extLst>
              <a:ext uri="{FF2B5EF4-FFF2-40B4-BE49-F238E27FC236}">
                <a16:creationId xmlns:a16="http://schemas.microsoft.com/office/drawing/2014/main" id="{AE8DFFF2-584B-8F57-F107-397D23A6243C}"/>
              </a:ext>
            </a:extLst>
          </p:cNvPr>
          <p:cNvSpPr txBox="1"/>
          <p:nvPr/>
        </p:nvSpPr>
        <p:spPr>
          <a:xfrm>
            <a:off x="258593" y="3797256"/>
            <a:ext cx="4019177" cy="646331"/>
          </a:xfrm>
          <a:prstGeom prst="rect">
            <a:avLst/>
          </a:prstGeom>
          <a:noFill/>
        </p:spPr>
        <p:txBody>
          <a:bodyPr wrap="square">
            <a:spAutoFit/>
          </a:bodyPr>
          <a:lstStyle/>
          <a:p>
            <a:pPr marL="342900" indent="-342900">
              <a:buAutoNum type="arabicPeriod"/>
            </a:pPr>
            <a:r>
              <a:rPr lang="it-IT" dirty="0"/>
              <a:t>Data format: integer</a:t>
            </a:r>
          </a:p>
          <a:p>
            <a:pPr marL="342900" indent="-342900">
              <a:buAutoNum type="arabicPeriod"/>
            </a:pPr>
            <a:r>
              <a:rPr lang="it-IT" dirty="0"/>
              <a:t>Data format: numer(decimal)</a:t>
            </a:r>
          </a:p>
        </p:txBody>
      </p:sp>
      <p:pic>
        <p:nvPicPr>
          <p:cNvPr id="4" name="Picture 3">
            <a:extLst>
              <a:ext uri="{FF2B5EF4-FFF2-40B4-BE49-F238E27FC236}">
                <a16:creationId xmlns:a16="http://schemas.microsoft.com/office/drawing/2014/main" id="{9708846E-DE87-C7A2-1024-7312A7FF2B79}"/>
              </a:ext>
            </a:extLst>
          </p:cNvPr>
          <p:cNvPicPr>
            <a:picLocks noChangeAspect="1"/>
          </p:cNvPicPr>
          <p:nvPr/>
        </p:nvPicPr>
        <p:blipFill>
          <a:blip r:embed="rId3"/>
          <a:stretch>
            <a:fillRect/>
          </a:stretch>
        </p:blipFill>
        <p:spPr>
          <a:xfrm>
            <a:off x="3710904" y="834011"/>
            <a:ext cx="8154564" cy="3964024"/>
          </a:xfrm>
          <a:prstGeom prst="rect">
            <a:avLst/>
          </a:prstGeom>
        </p:spPr>
      </p:pic>
      <p:sp>
        <p:nvSpPr>
          <p:cNvPr id="5" name="TextBox 4">
            <a:extLst>
              <a:ext uri="{FF2B5EF4-FFF2-40B4-BE49-F238E27FC236}">
                <a16:creationId xmlns:a16="http://schemas.microsoft.com/office/drawing/2014/main" id="{0B9CAD13-1027-D045-0E00-42BE800E9FE8}"/>
              </a:ext>
            </a:extLst>
          </p:cNvPr>
          <p:cNvSpPr txBox="1"/>
          <p:nvPr/>
        </p:nvSpPr>
        <p:spPr>
          <a:xfrm>
            <a:off x="233570" y="4826675"/>
            <a:ext cx="11724860" cy="2031325"/>
          </a:xfrm>
          <a:prstGeom prst="rect">
            <a:avLst/>
          </a:prstGeom>
          <a:noFill/>
        </p:spPr>
        <p:txBody>
          <a:bodyPr wrap="square">
            <a:spAutoFit/>
          </a:bodyPr>
          <a:lstStyle/>
          <a:p>
            <a:r>
              <a:rPr lang="it-IT" b="1" dirty="0"/>
              <a:t>FIELD 1</a:t>
            </a:r>
            <a:r>
              <a:rPr lang="it-IT" dirty="0"/>
              <a:t>: </a:t>
            </a:r>
            <a:r>
              <a:rPr lang="en-US" dirty="0"/>
              <a:t>Each of the above categories is divided into 4 different indicators called renovation depths which should be reported for each of the years. These indicators are ‘Light’, ‘Medium’, Deep’ and ‘Total’.</a:t>
            </a:r>
          </a:p>
          <a:p>
            <a:r>
              <a:rPr lang="en-US" b="1" dirty="0"/>
              <a:t>FIELD 2-3-4</a:t>
            </a:r>
            <a:r>
              <a:rPr lang="en-US" dirty="0"/>
              <a:t>: The purpose of this field is to report on and establish the total building floor area renovated in three historical years. The years are identified as X-3 and X-2, where X is the reporting year. </a:t>
            </a:r>
            <a:r>
              <a:rPr lang="en-US" u="sng" dirty="0"/>
              <a:t>The renovation rates </a:t>
            </a:r>
            <a:r>
              <a:rPr lang="en-US" dirty="0"/>
              <a:t>and depths do not refer to individual buildings but to the whole renovated building stock.</a:t>
            </a:r>
          </a:p>
          <a:p>
            <a:r>
              <a:rPr lang="en-US" b="1" dirty="0"/>
              <a:t>Renovation depths level are determined by the ratio between primary energy saved and total primary energy before renovation of the respective part of the stock</a:t>
            </a:r>
            <a:endParaRPr lang="en-DK" b="1" dirty="0"/>
          </a:p>
        </p:txBody>
      </p:sp>
    </p:spTree>
    <p:extLst>
      <p:ext uri="{BB962C8B-B14F-4D97-AF65-F5344CB8AC3E}">
        <p14:creationId xmlns:p14="http://schemas.microsoft.com/office/powerpoint/2010/main" val="2425275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3</a:t>
            </a:r>
            <a:endParaRPr lang="en-GB" sz="3200" b="1" dirty="0">
              <a:solidFill>
                <a:srgbClr val="113A60"/>
              </a:solidFill>
            </a:endParaRPr>
          </a:p>
        </p:txBody>
      </p:sp>
      <p:sp>
        <p:nvSpPr>
          <p:cNvPr id="2" name="TextBox 1">
            <a:extLst>
              <a:ext uri="{FF2B5EF4-FFF2-40B4-BE49-F238E27FC236}">
                <a16:creationId xmlns:a16="http://schemas.microsoft.com/office/drawing/2014/main" id="{AA1B0136-C6FE-0FA0-FD5B-37123304E08A}"/>
              </a:ext>
            </a:extLst>
          </p:cNvPr>
          <p:cNvSpPr txBox="1"/>
          <p:nvPr/>
        </p:nvSpPr>
        <p:spPr>
          <a:xfrm>
            <a:off x="258593" y="900113"/>
            <a:ext cx="2500649" cy="2585323"/>
          </a:xfrm>
          <a:prstGeom prst="rect">
            <a:avLst/>
          </a:prstGeom>
          <a:noFill/>
        </p:spPr>
        <p:txBody>
          <a:bodyPr wrap="square">
            <a:spAutoFit/>
          </a:bodyPr>
          <a:lstStyle/>
          <a:p>
            <a:r>
              <a:rPr lang="en-US" b="1" dirty="0"/>
              <a:t>Milestones and progress indicators of the long-term strategy for the renovation of the national stock of residential and nonresidential buildings – renovation rate</a:t>
            </a:r>
            <a:endParaRPr lang="en-DK" b="1" dirty="0"/>
          </a:p>
        </p:txBody>
      </p:sp>
      <p:pic>
        <p:nvPicPr>
          <p:cNvPr id="4" name="Picture 3">
            <a:extLst>
              <a:ext uri="{FF2B5EF4-FFF2-40B4-BE49-F238E27FC236}">
                <a16:creationId xmlns:a16="http://schemas.microsoft.com/office/drawing/2014/main" id="{9708846E-DE87-C7A2-1024-7312A7FF2B79}"/>
              </a:ext>
            </a:extLst>
          </p:cNvPr>
          <p:cNvPicPr>
            <a:picLocks noChangeAspect="1"/>
          </p:cNvPicPr>
          <p:nvPr/>
        </p:nvPicPr>
        <p:blipFill>
          <a:blip r:embed="rId3"/>
          <a:stretch>
            <a:fillRect/>
          </a:stretch>
        </p:blipFill>
        <p:spPr>
          <a:xfrm>
            <a:off x="3710904" y="900113"/>
            <a:ext cx="8154564" cy="3964024"/>
          </a:xfrm>
          <a:prstGeom prst="rect">
            <a:avLst/>
          </a:prstGeom>
        </p:spPr>
      </p:pic>
      <p:sp>
        <p:nvSpPr>
          <p:cNvPr id="5" name="TextBox 4">
            <a:extLst>
              <a:ext uri="{FF2B5EF4-FFF2-40B4-BE49-F238E27FC236}">
                <a16:creationId xmlns:a16="http://schemas.microsoft.com/office/drawing/2014/main" id="{0B9CAD13-1027-D045-0E00-42BE800E9FE8}"/>
              </a:ext>
            </a:extLst>
          </p:cNvPr>
          <p:cNvSpPr txBox="1"/>
          <p:nvPr/>
        </p:nvSpPr>
        <p:spPr>
          <a:xfrm>
            <a:off x="204075" y="4864137"/>
            <a:ext cx="11783850" cy="1754326"/>
          </a:xfrm>
          <a:prstGeom prst="rect">
            <a:avLst/>
          </a:prstGeom>
          <a:noFill/>
        </p:spPr>
        <p:txBody>
          <a:bodyPr wrap="square">
            <a:spAutoFit/>
          </a:bodyPr>
          <a:lstStyle/>
          <a:p>
            <a:r>
              <a:rPr lang="it-IT" b="1" dirty="0"/>
              <a:t>FIELD 3</a:t>
            </a:r>
            <a:r>
              <a:rPr lang="it-IT" dirty="0"/>
              <a:t>: </a:t>
            </a:r>
            <a:r>
              <a:rPr lang="en-US" dirty="0"/>
              <a:t>The purpose of this field is to report on and establish the renovation rate in three historical years. The years are identified as X-3 and X-2, where X is the reporting year. The renovation rates and depths do not refer to individual buildings but to the whole renovated building stock</a:t>
            </a:r>
          </a:p>
          <a:p>
            <a:r>
              <a:rPr lang="en-US" b="1" dirty="0"/>
              <a:t>FIELD 4</a:t>
            </a:r>
            <a:r>
              <a:rPr lang="en-US" dirty="0"/>
              <a:t>: The purpose of this field is to report on and establish the renovation rate in certain calendar years. The years are identified as X-3 and X2, where X is the reporting year. The renovation rates and depths do not refer to individual buildings but to the whole renovated building stock.</a:t>
            </a:r>
            <a:endParaRPr lang="en-DK" dirty="0"/>
          </a:p>
        </p:txBody>
      </p:sp>
      <p:sp>
        <p:nvSpPr>
          <p:cNvPr id="9" name="TextBox 8">
            <a:extLst>
              <a:ext uri="{FF2B5EF4-FFF2-40B4-BE49-F238E27FC236}">
                <a16:creationId xmlns:a16="http://schemas.microsoft.com/office/drawing/2014/main" id="{111F297E-8AB0-F103-6DEC-7748E97AA92D}"/>
              </a:ext>
            </a:extLst>
          </p:cNvPr>
          <p:cNvSpPr txBox="1"/>
          <p:nvPr/>
        </p:nvSpPr>
        <p:spPr>
          <a:xfrm>
            <a:off x="258593" y="3797256"/>
            <a:ext cx="4019177" cy="646331"/>
          </a:xfrm>
          <a:prstGeom prst="rect">
            <a:avLst/>
          </a:prstGeom>
          <a:noFill/>
        </p:spPr>
        <p:txBody>
          <a:bodyPr wrap="square">
            <a:spAutoFit/>
          </a:bodyPr>
          <a:lstStyle/>
          <a:p>
            <a:r>
              <a:rPr lang="it-IT" dirty="0"/>
              <a:t>3 Data format: number (%)</a:t>
            </a:r>
          </a:p>
          <a:p>
            <a:r>
              <a:rPr lang="it-IT" dirty="0"/>
              <a:t>4  Data format: number (%)</a:t>
            </a:r>
          </a:p>
        </p:txBody>
      </p:sp>
    </p:spTree>
    <p:extLst>
      <p:ext uri="{BB962C8B-B14F-4D97-AF65-F5344CB8AC3E}">
        <p14:creationId xmlns:p14="http://schemas.microsoft.com/office/powerpoint/2010/main" val="1238888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4</a:t>
            </a:r>
            <a:endParaRPr lang="en-GB" sz="3200" b="1" dirty="0">
              <a:solidFill>
                <a:srgbClr val="113A60"/>
              </a:solidFill>
            </a:endParaRPr>
          </a:p>
        </p:txBody>
      </p:sp>
      <p:sp>
        <p:nvSpPr>
          <p:cNvPr id="2" name="TextBox 1">
            <a:extLst>
              <a:ext uri="{FF2B5EF4-FFF2-40B4-BE49-F238E27FC236}">
                <a16:creationId xmlns:a16="http://schemas.microsoft.com/office/drawing/2014/main" id="{AA1B0136-C6FE-0FA0-FD5B-37123304E08A}"/>
              </a:ext>
            </a:extLst>
          </p:cNvPr>
          <p:cNvSpPr txBox="1"/>
          <p:nvPr/>
        </p:nvSpPr>
        <p:spPr>
          <a:xfrm>
            <a:off x="326533" y="900113"/>
            <a:ext cx="11375731" cy="646331"/>
          </a:xfrm>
          <a:prstGeom prst="rect">
            <a:avLst/>
          </a:prstGeom>
          <a:noFill/>
        </p:spPr>
        <p:txBody>
          <a:bodyPr wrap="square">
            <a:spAutoFit/>
          </a:bodyPr>
          <a:lstStyle/>
          <a:p>
            <a:r>
              <a:rPr lang="en-US" b="1" dirty="0"/>
              <a:t>Milestones and progress indicators of the long-term strategy for the renovation of the national stock of residential and nonresidential buildings – other indicators</a:t>
            </a:r>
            <a:endParaRPr lang="en-DK" b="1" dirty="0"/>
          </a:p>
        </p:txBody>
      </p:sp>
      <p:pic>
        <p:nvPicPr>
          <p:cNvPr id="6" name="Picture 5">
            <a:extLst>
              <a:ext uri="{FF2B5EF4-FFF2-40B4-BE49-F238E27FC236}">
                <a16:creationId xmlns:a16="http://schemas.microsoft.com/office/drawing/2014/main" id="{4BE95BE4-68CD-0668-F8DB-FBF2AB8614BE}"/>
              </a:ext>
            </a:extLst>
          </p:cNvPr>
          <p:cNvPicPr>
            <a:picLocks noChangeAspect="1"/>
          </p:cNvPicPr>
          <p:nvPr/>
        </p:nvPicPr>
        <p:blipFill>
          <a:blip r:embed="rId3"/>
          <a:stretch>
            <a:fillRect/>
          </a:stretch>
        </p:blipFill>
        <p:spPr>
          <a:xfrm>
            <a:off x="86037" y="1543218"/>
            <a:ext cx="12019926" cy="2800299"/>
          </a:xfrm>
          <a:prstGeom prst="rect">
            <a:avLst/>
          </a:prstGeom>
        </p:spPr>
      </p:pic>
      <p:sp>
        <p:nvSpPr>
          <p:cNvPr id="11" name="TextBox 10">
            <a:extLst>
              <a:ext uri="{FF2B5EF4-FFF2-40B4-BE49-F238E27FC236}">
                <a16:creationId xmlns:a16="http://schemas.microsoft.com/office/drawing/2014/main" id="{DB63EED9-B3FE-8F9F-0B3C-9201C13808B3}"/>
              </a:ext>
            </a:extLst>
          </p:cNvPr>
          <p:cNvSpPr txBox="1"/>
          <p:nvPr/>
        </p:nvSpPr>
        <p:spPr>
          <a:xfrm>
            <a:off x="86036" y="4343517"/>
            <a:ext cx="12019925" cy="2031325"/>
          </a:xfrm>
          <a:prstGeom prst="rect">
            <a:avLst/>
          </a:prstGeom>
          <a:noFill/>
        </p:spPr>
        <p:txBody>
          <a:bodyPr wrap="square">
            <a:spAutoFit/>
          </a:bodyPr>
          <a:lstStyle/>
          <a:p>
            <a:r>
              <a:rPr lang="en-US" b="1" dirty="0"/>
              <a:t>FIELD 1</a:t>
            </a:r>
            <a:r>
              <a:rPr lang="en-US" dirty="0"/>
              <a:t>: The purpose of this field is to provide the name of a </a:t>
            </a:r>
            <a:r>
              <a:rPr lang="en-US" b="1" dirty="0"/>
              <a:t>milestone/progress indicator </a:t>
            </a:r>
            <a:r>
              <a:rPr lang="en-US" dirty="0"/>
              <a:t>that is supporting the implementation of the long-term strategy for the renovation of the national stock of residential and non-residential buildings.</a:t>
            </a:r>
          </a:p>
          <a:p>
            <a:r>
              <a:rPr lang="en-US" b="1" dirty="0"/>
              <a:t>FIELD 3</a:t>
            </a:r>
            <a:r>
              <a:rPr lang="en-US" dirty="0"/>
              <a:t>: The Commission’s Staff Working Document SWD (2022) 375 final “Analysis of the national long-term renovation strategies”, and JRC’s report “Assessment of first </a:t>
            </a:r>
            <a:r>
              <a:rPr lang="en-US" dirty="0" err="1"/>
              <a:t>longterm</a:t>
            </a:r>
            <a:r>
              <a:rPr lang="en-US" dirty="0"/>
              <a:t> renovation strategies under the Energy Performance of Building Directive (Art. 2a)” present different examples of the indicative milestones selected and the relevant targets.</a:t>
            </a:r>
            <a:r>
              <a:rPr lang="it-IT" dirty="0"/>
              <a:t> </a:t>
            </a:r>
          </a:p>
          <a:p>
            <a:endParaRPr lang="en-DK" dirty="0"/>
          </a:p>
        </p:txBody>
      </p:sp>
      <p:sp>
        <p:nvSpPr>
          <p:cNvPr id="15" name="TextBox 14">
            <a:extLst>
              <a:ext uri="{FF2B5EF4-FFF2-40B4-BE49-F238E27FC236}">
                <a16:creationId xmlns:a16="http://schemas.microsoft.com/office/drawing/2014/main" id="{B579A60E-832C-1B56-C7F7-FEC3F9F67160}"/>
              </a:ext>
            </a:extLst>
          </p:cNvPr>
          <p:cNvSpPr txBox="1"/>
          <p:nvPr/>
        </p:nvSpPr>
        <p:spPr>
          <a:xfrm>
            <a:off x="477124" y="3878180"/>
            <a:ext cx="2073572" cy="307777"/>
          </a:xfrm>
          <a:prstGeom prst="rect">
            <a:avLst/>
          </a:prstGeom>
          <a:noFill/>
        </p:spPr>
        <p:txBody>
          <a:bodyPr wrap="square">
            <a:spAutoFit/>
          </a:bodyPr>
          <a:lstStyle/>
          <a:p>
            <a:r>
              <a:rPr lang="it-IT" sz="1400" dirty="0"/>
              <a:t>Data format: text </a:t>
            </a:r>
            <a:endParaRPr lang="en-DK" sz="1400" dirty="0"/>
          </a:p>
        </p:txBody>
      </p:sp>
      <p:sp>
        <p:nvSpPr>
          <p:cNvPr id="16" name="TextBox 15">
            <a:extLst>
              <a:ext uri="{FF2B5EF4-FFF2-40B4-BE49-F238E27FC236}">
                <a16:creationId xmlns:a16="http://schemas.microsoft.com/office/drawing/2014/main" id="{07F5079D-FF80-4932-CCC0-4EE71C89B3E9}"/>
              </a:ext>
            </a:extLst>
          </p:cNvPr>
          <p:cNvSpPr txBox="1"/>
          <p:nvPr/>
        </p:nvSpPr>
        <p:spPr>
          <a:xfrm>
            <a:off x="3789818" y="3909232"/>
            <a:ext cx="2073572" cy="307777"/>
          </a:xfrm>
          <a:prstGeom prst="rect">
            <a:avLst/>
          </a:prstGeom>
          <a:noFill/>
        </p:spPr>
        <p:txBody>
          <a:bodyPr wrap="square">
            <a:spAutoFit/>
          </a:bodyPr>
          <a:lstStyle/>
          <a:p>
            <a:r>
              <a:rPr lang="it-IT" sz="1400" dirty="0"/>
              <a:t>text </a:t>
            </a:r>
            <a:endParaRPr lang="en-DK" sz="1400" dirty="0"/>
          </a:p>
        </p:txBody>
      </p:sp>
      <p:sp>
        <p:nvSpPr>
          <p:cNvPr id="17" name="TextBox 16">
            <a:extLst>
              <a:ext uri="{FF2B5EF4-FFF2-40B4-BE49-F238E27FC236}">
                <a16:creationId xmlns:a16="http://schemas.microsoft.com/office/drawing/2014/main" id="{076AB3AF-170D-DEE9-852A-4399E68ECDC0}"/>
              </a:ext>
            </a:extLst>
          </p:cNvPr>
          <p:cNvSpPr txBox="1"/>
          <p:nvPr/>
        </p:nvSpPr>
        <p:spPr>
          <a:xfrm>
            <a:off x="5706850" y="3909232"/>
            <a:ext cx="2073572" cy="307777"/>
          </a:xfrm>
          <a:prstGeom prst="rect">
            <a:avLst/>
          </a:prstGeom>
          <a:noFill/>
        </p:spPr>
        <p:txBody>
          <a:bodyPr wrap="square">
            <a:spAutoFit/>
          </a:bodyPr>
          <a:lstStyle/>
          <a:p>
            <a:r>
              <a:rPr lang="it-IT" sz="1400" dirty="0"/>
              <a:t>text </a:t>
            </a:r>
            <a:endParaRPr lang="en-DK" sz="1400" dirty="0"/>
          </a:p>
        </p:txBody>
      </p:sp>
      <p:sp>
        <p:nvSpPr>
          <p:cNvPr id="19" name="TextBox 18">
            <a:extLst>
              <a:ext uri="{FF2B5EF4-FFF2-40B4-BE49-F238E27FC236}">
                <a16:creationId xmlns:a16="http://schemas.microsoft.com/office/drawing/2014/main" id="{BB969DC0-5977-79DC-8024-2F6155300A57}"/>
              </a:ext>
            </a:extLst>
          </p:cNvPr>
          <p:cNvSpPr txBox="1"/>
          <p:nvPr/>
        </p:nvSpPr>
        <p:spPr>
          <a:xfrm>
            <a:off x="6454034" y="3786514"/>
            <a:ext cx="1246176" cy="524919"/>
          </a:xfrm>
          <a:prstGeom prst="rect">
            <a:avLst/>
          </a:prstGeom>
          <a:noFill/>
        </p:spPr>
        <p:txBody>
          <a:bodyPr wrap="square">
            <a:spAutoFit/>
          </a:bodyPr>
          <a:lstStyle/>
          <a:p>
            <a:r>
              <a:rPr lang="it-IT" sz="1400" dirty="0"/>
              <a:t>number (integer)</a:t>
            </a:r>
            <a:endParaRPr lang="en-DK" sz="1400" dirty="0"/>
          </a:p>
        </p:txBody>
      </p:sp>
      <p:sp>
        <p:nvSpPr>
          <p:cNvPr id="20" name="TextBox 19">
            <a:extLst>
              <a:ext uri="{FF2B5EF4-FFF2-40B4-BE49-F238E27FC236}">
                <a16:creationId xmlns:a16="http://schemas.microsoft.com/office/drawing/2014/main" id="{DAAA3586-289A-00F6-632C-CFC39BC353AB}"/>
              </a:ext>
            </a:extLst>
          </p:cNvPr>
          <p:cNvSpPr txBox="1"/>
          <p:nvPr/>
        </p:nvSpPr>
        <p:spPr>
          <a:xfrm>
            <a:off x="10605463" y="3920232"/>
            <a:ext cx="1915645" cy="307777"/>
          </a:xfrm>
          <a:prstGeom prst="rect">
            <a:avLst/>
          </a:prstGeom>
          <a:noFill/>
        </p:spPr>
        <p:txBody>
          <a:bodyPr wrap="square">
            <a:spAutoFit/>
          </a:bodyPr>
          <a:lstStyle/>
          <a:p>
            <a:r>
              <a:rPr lang="it-IT" sz="1400" dirty="0"/>
              <a:t>number (decimal)</a:t>
            </a:r>
            <a:endParaRPr lang="en-DK" sz="1400" dirty="0"/>
          </a:p>
        </p:txBody>
      </p:sp>
      <p:sp>
        <p:nvSpPr>
          <p:cNvPr id="21" name="TextBox 20">
            <a:extLst>
              <a:ext uri="{FF2B5EF4-FFF2-40B4-BE49-F238E27FC236}">
                <a16:creationId xmlns:a16="http://schemas.microsoft.com/office/drawing/2014/main" id="{903FA1F7-2F68-A8CD-BAAE-F3024F5F10CA}"/>
              </a:ext>
            </a:extLst>
          </p:cNvPr>
          <p:cNvSpPr txBox="1"/>
          <p:nvPr/>
        </p:nvSpPr>
        <p:spPr>
          <a:xfrm>
            <a:off x="9071805" y="3927288"/>
            <a:ext cx="970553" cy="307777"/>
          </a:xfrm>
          <a:prstGeom prst="rect">
            <a:avLst/>
          </a:prstGeom>
          <a:noFill/>
        </p:spPr>
        <p:txBody>
          <a:bodyPr wrap="square">
            <a:spAutoFit/>
          </a:bodyPr>
          <a:lstStyle/>
          <a:p>
            <a:r>
              <a:rPr lang="it-IT" sz="1400" dirty="0"/>
              <a:t>text </a:t>
            </a:r>
            <a:endParaRPr lang="en-DK" sz="1400" dirty="0"/>
          </a:p>
        </p:txBody>
      </p:sp>
      <p:sp>
        <p:nvSpPr>
          <p:cNvPr id="22" name="TextBox 21">
            <a:extLst>
              <a:ext uri="{FF2B5EF4-FFF2-40B4-BE49-F238E27FC236}">
                <a16:creationId xmlns:a16="http://schemas.microsoft.com/office/drawing/2014/main" id="{812DFF2C-FAF1-41B2-E517-28E30A2C59DF}"/>
              </a:ext>
            </a:extLst>
          </p:cNvPr>
          <p:cNvSpPr txBox="1"/>
          <p:nvPr/>
        </p:nvSpPr>
        <p:spPr>
          <a:xfrm>
            <a:off x="7639080" y="3944870"/>
            <a:ext cx="2073572" cy="307777"/>
          </a:xfrm>
          <a:prstGeom prst="rect">
            <a:avLst/>
          </a:prstGeom>
          <a:noFill/>
        </p:spPr>
        <p:txBody>
          <a:bodyPr wrap="square">
            <a:spAutoFit/>
          </a:bodyPr>
          <a:lstStyle/>
          <a:p>
            <a:r>
              <a:rPr lang="it-IT" sz="1400" dirty="0"/>
              <a:t>text </a:t>
            </a:r>
            <a:endParaRPr lang="en-DK" sz="1400" dirty="0"/>
          </a:p>
        </p:txBody>
      </p:sp>
      <p:sp>
        <p:nvSpPr>
          <p:cNvPr id="23" name="TextBox 22">
            <a:extLst>
              <a:ext uri="{FF2B5EF4-FFF2-40B4-BE49-F238E27FC236}">
                <a16:creationId xmlns:a16="http://schemas.microsoft.com/office/drawing/2014/main" id="{BAC24AA2-EC54-CA17-D89F-C306F5C0F1C0}"/>
              </a:ext>
            </a:extLst>
          </p:cNvPr>
          <p:cNvSpPr txBox="1"/>
          <p:nvPr/>
        </p:nvSpPr>
        <p:spPr>
          <a:xfrm>
            <a:off x="10221015" y="3918167"/>
            <a:ext cx="523439" cy="307777"/>
          </a:xfrm>
          <a:prstGeom prst="rect">
            <a:avLst/>
          </a:prstGeom>
          <a:noFill/>
        </p:spPr>
        <p:txBody>
          <a:bodyPr wrap="square">
            <a:spAutoFit/>
          </a:bodyPr>
          <a:lstStyle/>
          <a:p>
            <a:r>
              <a:rPr lang="it-IT" sz="1400" dirty="0"/>
              <a:t>text </a:t>
            </a:r>
            <a:endParaRPr lang="en-DK" sz="1400" dirty="0"/>
          </a:p>
        </p:txBody>
      </p:sp>
    </p:spTree>
    <p:extLst>
      <p:ext uri="{BB962C8B-B14F-4D97-AF65-F5344CB8AC3E}">
        <p14:creationId xmlns:p14="http://schemas.microsoft.com/office/powerpoint/2010/main" val="3159469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4</a:t>
            </a:r>
            <a:endParaRPr lang="en-GB" sz="3200" b="1" dirty="0">
              <a:solidFill>
                <a:srgbClr val="113A60"/>
              </a:solidFill>
            </a:endParaRPr>
          </a:p>
        </p:txBody>
      </p:sp>
      <p:sp>
        <p:nvSpPr>
          <p:cNvPr id="2" name="TextBox 1">
            <a:extLst>
              <a:ext uri="{FF2B5EF4-FFF2-40B4-BE49-F238E27FC236}">
                <a16:creationId xmlns:a16="http://schemas.microsoft.com/office/drawing/2014/main" id="{AA1B0136-C6FE-0FA0-FD5B-37123304E08A}"/>
              </a:ext>
            </a:extLst>
          </p:cNvPr>
          <p:cNvSpPr txBox="1"/>
          <p:nvPr/>
        </p:nvSpPr>
        <p:spPr>
          <a:xfrm>
            <a:off x="326533" y="900113"/>
            <a:ext cx="11375731" cy="646331"/>
          </a:xfrm>
          <a:prstGeom prst="rect">
            <a:avLst/>
          </a:prstGeom>
          <a:noFill/>
        </p:spPr>
        <p:txBody>
          <a:bodyPr wrap="square">
            <a:spAutoFit/>
          </a:bodyPr>
          <a:lstStyle/>
          <a:p>
            <a:r>
              <a:rPr lang="en-US" b="1" dirty="0"/>
              <a:t>Milestones and progress indicators of the long-term strategy for the renovation of the national stock of residential and non residential buildings – other indicators</a:t>
            </a:r>
            <a:endParaRPr lang="en-DK" b="1" dirty="0"/>
          </a:p>
        </p:txBody>
      </p:sp>
      <p:pic>
        <p:nvPicPr>
          <p:cNvPr id="6" name="Picture 5">
            <a:extLst>
              <a:ext uri="{FF2B5EF4-FFF2-40B4-BE49-F238E27FC236}">
                <a16:creationId xmlns:a16="http://schemas.microsoft.com/office/drawing/2014/main" id="{4BE95BE4-68CD-0668-F8DB-FBF2AB8614BE}"/>
              </a:ext>
            </a:extLst>
          </p:cNvPr>
          <p:cNvPicPr>
            <a:picLocks noChangeAspect="1"/>
          </p:cNvPicPr>
          <p:nvPr/>
        </p:nvPicPr>
        <p:blipFill>
          <a:blip r:embed="rId3"/>
          <a:stretch>
            <a:fillRect/>
          </a:stretch>
        </p:blipFill>
        <p:spPr>
          <a:xfrm>
            <a:off x="86037" y="1543218"/>
            <a:ext cx="12019926" cy="2800299"/>
          </a:xfrm>
          <a:prstGeom prst="rect">
            <a:avLst/>
          </a:prstGeom>
        </p:spPr>
      </p:pic>
      <p:sp>
        <p:nvSpPr>
          <p:cNvPr id="11" name="TextBox 10">
            <a:extLst>
              <a:ext uri="{FF2B5EF4-FFF2-40B4-BE49-F238E27FC236}">
                <a16:creationId xmlns:a16="http://schemas.microsoft.com/office/drawing/2014/main" id="{DB63EED9-B3FE-8F9F-0B3C-9201C13808B3}"/>
              </a:ext>
            </a:extLst>
          </p:cNvPr>
          <p:cNvSpPr txBox="1"/>
          <p:nvPr/>
        </p:nvSpPr>
        <p:spPr>
          <a:xfrm>
            <a:off x="86036" y="4343517"/>
            <a:ext cx="12019925" cy="2308324"/>
          </a:xfrm>
          <a:prstGeom prst="rect">
            <a:avLst/>
          </a:prstGeom>
          <a:noFill/>
        </p:spPr>
        <p:txBody>
          <a:bodyPr wrap="square">
            <a:spAutoFit/>
          </a:bodyPr>
          <a:lstStyle/>
          <a:p>
            <a:r>
              <a:rPr lang="en-US" b="1" dirty="0"/>
              <a:t>FIELD 4</a:t>
            </a:r>
            <a:r>
              <a:rPr lang="en-US" dirty="0"/>
              <a:t>: his field shall indicate the target year(s) which should be in line with the national LTRSs. They should report the targets/indicative milestones for 2030, 2040 and 2050 (or for any other target year) in different rows. </a:t>
            </a:r>
          </a:p>
          <a:p>
            <a:r>
              <a:rPr lang="en-US" b="1" dirty="0"/>
              <a:t>FIELD 5</a:t>
            </a:r>
            <a:r>
              <a:rPr lang="en-US" dirty="0"/>
              <a:t>: […]providing an update on the progress made towards a specific indicator in quantitative terms or by explaining which policies or actions have been put in place which will support the achievement of the target and how these policies and actions are performing against the set milestones. </a:t>
            </a:r>
          </a:p>
          <a:p>
            <a:r>
              <a:rPr lang="en-US" b="1" dirty="0"/>
              <a:t>FIELD 6</a:t>
            </a:r>
            <a:r>
              <a:rPr lang="en-US" dirty="0"/>
              <a:t>: The purpose of this field is to report on the progress indicator towards the target outlined in FIELD 3. If the target/objective is quantifiable, they have to provide an indication of progress, with the latest available information. Indicators for reporting are to be determined on the basis of national objectives or targets</a:t>
            </a:r>
            <a:endParaRPr lang="en-DK" dirty="0"/>
          </a:p>
        </p:txBody>
      </p:sp>
      <p:sp>
        <p:nvSpPr>
          <p:cNvPr id="15" name="TextBox 14">
            <a:extLst>
              <a:ext uri="{FF2B5EF4-FFF2-40B4-BE49-F238E27FC236}">
                <a16:creationId xmlns:a16="http://schemas.microsoft.com/office/drawing/2014/main" id="{B579A60E-832C-1B56-C7F7-FEC3F9F67160}"/>
              </a:ext>
            </a:extLst>
          </p:cNvPr>
          <p:cNvSpPr txBox="1"/>
          <p:nvPr/>
        </p:nvSpPr>
        <p:spPr>
          <a:xfrm>
            <a:off x="477124" y="3878180"/>
            <a:ext cx="2073572" cy="307777"/>
          </a:xfrm>
          <a:prstGeom prst="rect">
            <a:avLst/>
          </a:prstGeom>
          <a:noFill/>
        </p:spPr>
        <p:txBody>
          <a:bodyPr wrap="square">
            <a:spAutoFit/>
          </a:bodyPr>
          <a:lstStyle/>
          <a:p>
            <a:r>
              <a:rPr lang="it-IT" sz="1400" dirty="0"/>
              <a:t>Data format: text </a:t>
            </a:r>
            <a:endParaRPr lang="en-DK" sz="1400" dirty="0"/>
          </a:p>
        </p:txBody>
      </p:sp>
      <p:sp>
        <p:nvSpPr>
          <p:cNvPr id="16" name="TextBox 15">
            <a:extLst>
              <a:ext uri="{FF2B5EF4-FFF2-40B4-BE49-F238E27FC236}">
                <a16:creationId xmlns:a16="http://schemas.microsoft.com/office/drawing/2014/main" id="{07F5079D-FF80-4932-CCC0-4EE71C89B3E9}"/>
              </a:ext>
            </a:extLst>
          </p:cNvPr>
          <p:cNvSpPr txBox="1"/>
          <p:nvPr/>
        </p:nvSpPr>
        <p:spPr>
          <a:xfrm>
            <a:off x="3789818" y="3909232"/>
            <a:ext cx="2073572" cy="307777"/>
          </a:xfrm>
          <a:prstGeom prst="rect">
            <a:avLst/>
          </a:prstGeom>
          <a:noFill/>
        </p:spPr>
        <p:txBody>
          <a:bodyPr wrap="square">
            <a:spAutoFit/>
          </a:bodyPr>
          <a:lstStyle/>
          <a:p>
            <a:r>
              <a:rPr lang="it-IT" sz="1400" dirty="0"/>
              <a:t>text </a:t>
            </a:r>
            <a:endParaRPr lang="en-DK" sz="1400" dirty="0"/>
          </a:p>
        </p:txBody>
      </p:sp>
      <p:sp>
        <p:nvSpPr>
          <p:cNvPr id="17" name="TextBox 16">
            <a:extLst>
              <a:ext uri="{FF2B5EF4-FFF2-40B4-BE49-F238E27FC236}">
                <a16:creationId xmlns:a16="http://schemas.microsoft.com/office/drawing/2014/main" id="{076AB3AF-170D-DEE9-852A-4399E68ECDC0}"/>
              </a:ext>
            </a:extLst>
          </p:cNvPr>
          <p:cNvSpPr txBox="1"/>
          <p:nvPr/>
        </p:nvSpPr>
        <p:spPr>
          <a:xfrm>
            <a:off x="5706850" y="3909232"/>
            <a:ext cx="2073572" cy="307777"/>
          </a:xfrm>
          <a:prstGeom prst="rect">
            <a:avLst/>
          </a:prstGeom>
          <a:noFill/>
        </p:spPr>
        <p:txBody>
          <a:bodyPr wrap="square">
            <a:spAutoFit/>
          </a:bodyPr>
          <a:lstStyle/>
          <a:p>
            <a:r>
              <a:rPr lang="it-IT" sz="1400" dirty="0"/>
              <a:t>text </a:t>
            </a:r>
            <a:endParaRPr lang="en-DK" sz="1400" dirty="0"/>
          </a:p>
        </p:txBody>
      </p:sp>
      <p:sp>
        <p:nvSpPr>
          <p:cNvPr id="19" name="TextBox 18">
            <a:extLst>
              <a:ext uri="{FF2B5EF4-FFF2-40B4-BE49-F238E27FC236}">
                <a16:creationId xmlns:a16="http://schemas.microsoft.com/office/drawing/2014/main" id="{BB969DC0-5977-79DC-8024-2F6155300A57}"/>
              </a:ext>
            </a:extLst>
          </p:cNvPr>
          <p:cNvSpPr txBox="1"/>
          <p:nvPr/>
        </p:nvSpPr>
        <p:spPr>
          <a:xfrm>
            <a:off x="6454034" y="3786514"/>
            <a:ext cx="1246176" cy="524919"/>
          </a:xfrm>
          <a:prstGeom prst="rect">
            <a:avLst/>
          </a:prstGeom>
          <a:noFill/>
        </p:spPr>
        <p:txBody>
          <a:bodyPr wrap="square">
            <a:spAutoFit/>
          </a:bodyPr>
          <a:lstStyle/>
          <a:p>
            <a:r>
              <a:rPr lang="it-IT" sz="1400" dirty="0"/>
              <a:t>number (integer)</a:t>
            </a:r>
            <a:endParaRPr lang="en-DK" sz="1400" dirty="0"/>
          </a:p>
        </p:txBody>
      </p:sp>
      <p:sp>
        <p:nvSpPr>
          <p:cNvPr id="20" name="TextBox 19">
            <a:extLst>
              <a:ext uri="{FF2B5EF4-FFF2-40B4-BE49-F238E27FC236}">
                <a16:creationId xmlns:a16="http://schemas.microsoft.com/office/drawing/2014/main" id="{DAAA3586-289A-00F6-632C-CFC39BC353AB}"/>
              </a:ext>
            </a:extLst>
          </p:cNvPr>
          <p:cNvSpPr txBox="1"/>
          <p:nvPr/>
        </p:nvSpPr>
        <p:spPr>
          <a:xfrm>
            <a:off x="10605463" y="3920232"/>
            <a:ext cx="1915645" cy="307777"/>
          </a:xfrm>
          <a:prstGeom prst="rect">
            <a:avLst/>
          </a:prstGeom>
          <a:noFill/>
        </p:spPr>
        <p:txBody>
          <a:bodyPr wrap="square">
            <a:spAutoFit/>
          </a:bodyPr>
          <a:lstStyle/>
          <a:p>
            <a:r>
              <a:rPr lang="it-IT" sz="1400" dirty="0"/>
              <a:t>number (decimal)</a:t>
            </a:r>
            <a:endParaRPr lang="en-DK" sz="1400" dirty="0"/>
          </a:p>
        </p:txBody>
      </p:sp>
      <p:sp>
        <p:nvSpPr>
          <p:cNvPr id="21" name="TextBox 20">
            <a:extLst>
              <a:ext uri="{FF2B5EF4-FFF2-40B4-BE49-F238E27FC236}">
                <a16:creationId xmlns:a16="http://schemas.microsoft.com/office/drawing/2014/main" id="{903FA1F7-2F68-A8CD-BAAE-F3024F5F10CA}"/>
              </a:ext>
            </a:extLst>
          </p:cNvPr>
          <p:cNvSpPr txBox="1"/>
          <p:nvPr/>
        </p:nvSpPr>
        <p:spPr>
          <a:xfrm>
            <a:off x="9071805" y="3927288"/>
            <a:ext cx="970553" cy="307777"/>
          </a:xfrm>
          <a:prstGeom prst="rect">
            <a:avLst/>
          </a:prstGeom>
          <a:noFill/>
        </p:spPr>
        <p:txBody>
          <a:bodyPr wrap="square">
            <a:spAutoFit/>
          </a:bodyPr>
          <a:lstStyle/>
          <a:p>
            <a:r>
              <a:rPr lang="it-IT" sz="1400" dirty="0"/>
              <a:t>text </a:t>
            </a:r>
            <a:endParaRPr lang="en-DK" sz="1400" dirty="0"/>
          </a:p>
        </p:txBody>
      </p:sp>
      <p:sp>
        <p:nvSpPr>
          <p:cNvPr id="22" name="TextBox 21">
            <a:extLst>
              <a:ext uri="{FF2B5EF4-FFF2-40B4-BE49-F238E27FC236}">
                <a16:creationId xmlns:a16="http://schemas.microsoft.com/office/drawing/2014/main" id="{812DFF2C-FAF1-41B2-E517-28E30A2C59DF}"/>
              </a:ext>
            </a:extLst>
          </p:cNvPr>
          <p:cNvSpPr txBox="1"/>
          <p:nvPr/>
        </p:nvSpPr>
        <p:spPr>
          <a:xfrm>
            <a:off x="7639080" y="3944870"/>
            <a:ext cx="2073572" cy="307777"/>
          </a:xfrm>
          <a:prstGeom prst="rect">
            <a:avLst/>
          </a:prstGeom>
          <a:noFill/>
        </p:spPr>
        <p:txBody>
          <a:bodyPr wrap="square">
            <a:spAutoFit/>
          </a:bodyPr>
          <a:lstStyle/>
          <a:p>
            <a:r>
              <a:rPr lang="it-IT" sz="1400" dirty="0"/>
              <a:t>text </a:t>
            </a:r>
            <a:endParaRPr lang="en-DK" sz="1400" dirty="0"/>
          </a:p>
        </p:txBody>
      </p:sp>
      <p:sp>
        <p:nvSpPr>
          <p:cNvPr id="23" name="TextBox 22">
            <a:extLst>
              <a:ext uri="{FF2B5EF4-FFF2-40B4-BE49-F238E27FC236}">
                <a16:creationId xmlns:a16="http://schemas.microsoft.com/office/drawing/2014/main" id="{BAC24AA2-EC54-CA17-D89F-C306F5C0F1C0}"/>
              </a:ext>
            </a:extLst>
          </p:cNvPr>
          <p:cNvSpPr txBox="1"/>
          <p:nvPr/>
        </p:nvSpPr>
        <p:spPr>
          <a:xfrm>
            <a:off x="10221015" y="3918167"/>
            <a:ext cx="523439" cy="307777"/>
          </a:xfrm>
          <a:prstGeom prst="rect">
            <a:avLst/>
          </a:prstGeom>
          <a:noFill/>
        </p:spPr>
        <p:txBody>
          <a:bodyPr wrap="square">
            <a:spAutoFit/>
          </a:bodyPr>
          <a:lstStyle/>
          <a:p>
            <a:r>
              <a:rPr lang="it-IT" sz="1400" dirty="0"/>
              <a:t>text </a:t>
            </a:r>
            <a:endParaRPr lang="en-DK" sz="1400" dirty="0"/>
          </a:p>
        </p:txBody>
      </p:sp>
    </p:spTree>
    <p:extLst>
      <p:ext uri="{BB962C8B-B14F-4D97-AF65-F5344CB8AC3E}">
        <p14:creationId xmlns:p14="http://schemas.microsoft.com/office/powerpoint/2010/main" val="96473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7705241-03D0-DF88-7374-A352658B2873}"/>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5</a:t>
            </a:r>
            <a:endParaRPr lang="en-GB" sz="3200" b="1" dirty="0">
              <a:solidFill>
                <a:srgbClr val="113A60"/>
              </a:solidFill>
            </a:endParaRPr>
          </a:p>
        </p:txBody>
      </p:sp>
      <p:sp>
        <p:nvSpPr>
          <p:cNvPr id="2" name="TextBox 1">
            <a:extLst>
              <a:ext uri="{FF2B5EF4-FFF2-40B4-BE49-F238E27FC236}">
                <a16:creationId xmlns:a16="http://schemas.microsoft.com/office/drawing/2014/main" id="{AA1B0136-C6FE-0FA0-FD5B-37123304E08A}"/>
              </a:ext>
            </a:extLst>
          </p:cNvPr>
          <p:cNvSpPr txBox="1"/>
          <p:nvPr/>
        </p:nvSpPr>
        <p:spPr>
          <a:xfrm>
            <a:off x="326533" y="900113"/>
            <a:ext cx="11375731" cy="646331"/>
          </a:xfrm>
          <a:prstGeom prst="rect">
            <a:avLst/>
          </a:prstGeom>
          <a:noFill/>
        </p:spPr>
        <p:txBody>
          <a:bodyPr wrap="square">
            <a:spAutoFit/>
          </a:bodyPr>
          <a:lstStyle/>
          <a:p>
            <a:r>
              <a:rPr lang="en-US" b="1" dirty="0"/>
              <a:t>Milestones and progress indicators of the long-term strategy for the renovation of the national stock of residential and non residential buildings - the contributions to the Union's energy efficiency targets</a:t>
            </a:r>
            <a:endParaRPr lang="en-DK" b="1" dirty="0"/>
          </a:p>
        </p:txBody>
      </p:sp>
      <p:pic>
        <p:nvPicPr>
          <p:cNvPr id="4" name="Picture 3">
            <a:extLst>
              <a:ext uri="{FF2B5EF4-FFF2-40B4-BE49-F238E27FC236}">
                <a16:creationId xmlns:a16="http://schemas.microsoft.com/office/drawing/2014/main" id="{BF27D6D6-9DAB-C4B2-1B2A-D18F07A6B843}"/>
              </a:ext>
            </a:extLst>
          </p:cNvPr>
          <p:cNvPicPr>
            <a:picLocks noChangeAspect="1"/>
          </p:cNvPicPr>
          <p:nvPr/>
        </p:nvPicPr>
        <p:blipFill>
          <a:blip r:embed="rId3"/>
          <a:stretch>
            <a:fillRect/>
          </a:stretch>
        </p:blipFill>
        <p:spPr>
          <a:xfrm>
            <a:off x="208766" y="2100928"/>
            <a:ext cx="11774467" cy="1599854"/>
          </a:xfrm>
          <a:prstGeom prst="rect">
            <a:avLst/>
          </a:prstGeom>
        </p:spPr>
      </p:pic>
      <p:sp>
        <p:nvSpPr>
          <p:cNvPr id="10" name="TextBox 9">
            <a:extLst>
              <a:ext uri="{FF2B5EF4-FFF2-40B4-BE49-F238E27FC236}">
                <a16:creationId xmlns:a16="http://schemas.microsoft.com/office/drawing/2014/main" id="{561F93D2-8A19-E378-8EF8-03C7787406E9}"/>
              </a:ext>
            </a:extLst>
          </p:cNvPr>
          <p:cNvSpPr txBox="1"/>
          <p:nvPr/>
        </p:nvSpPr>
        <p:spPr>
          <a:xfrm>
            <a:off x="326533" y="4255267"/>
            <a:ext cx="11774466" cy="923330"/>
          </a:xfrm>
          <a:prstGeom prst="rect">
            <a:avLst/>
          </a:prstGeom>
          <a:noFill/>
        </p:spPr>
        <p:txBody>
          <a:bodyPr wrap="square">
            <a:spAutoFit/>
          </a:bodyPr>
          <a:lstStyle/>
          <a:p>
            <a:r>
              <a:rPr lang="en-US" dirty="0"/>
              <a:t>In accordance with Article 2a paragraph 2, the LTRS must specify how the milestones for 2030, 2040 and 2050 contribute to the indicative headline target defined in accordance with Article 3 of the Energy Efficiency Directive, since buildings are a key pillar of energy efficiency policy. </a:t>
            </a:r>
            <a:endParaRPr lang="en-DK" dirty="0"/>
          </a:p>
        </p:txBody>
      </p:sp>
    </p:spTree>
    <p:extLst>
      <p:ext uri="{BB962C8B-B14F-4D97-AF65-F5344CB8AC3E}">
        <p14:creationId xmlns:p14="http://schemas.microsoft.com/office/powerpoint/2010/main" val="2051874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720E3A-F463-564E-0BA2-2C298FED39C1}"/>
              </a:ext>
            </a:extLst>
          </p:cNvPr>
          <p:cNvPicPr>
            <a:picLocks noChangeAspect="1"/>
          </p:cNvPicPr>
          <p:nvPr/>
        </p:nvPicPr>
        <p:blipFill>
          <a:blip r:embed="rId3"/>
          <a:stretch>
            <a:fillRect/>
          </a:stretch>
        </p:blipFill>
        <p:spPr>
          <a:xfrm>
            <a:off x="326533" y="1546444"/>
            <a:ext cx="11616028" cy="2551831"/>
          </a:xfrm>
          <a:prstGeom prst="rect">
            <a:avLst/>
          </a:prstGeom>
        </p:spPr>
      </p:pic>
      <p:sp>
        <p:nvSpPr>
          <p:cNvPr id="4" name="TextBox 3">
            <a:extLst>
              <a:ext uri="{FF2B5EF4-FFF2-40B4-BE49-F238E27FC236}">
                <a16:creationId xmlns:a16="http://schemas.microsoft.com/office/drawing/2014/main" id="{6C2BD820-E5E0-EAD0-D367-307190335DBD}"/>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4 – Table 6</a:t>
            </a:r>
            <a:endParaRPr lang="en-GB" sz="3200" b="1" dirty="0">
              <a:solidFill>
                <a:srgbClr val="113A60"/>
              </a:solidFill>
            </a:endParaRPr>
          </a:p>
        </p:txBody>
      </p:sp>
      <p:sp>
        <p:nvSpPr>
          <p:cNvPr id="5" name="TextBox 4">
            <a:extLst>
              <a:ext uri="{FF2B5EF4-FFF2-40B4-BE49-F238E27FC236}">
                <a16:creationId xmlns:a16="http://schemas.microsoft.com/office/drawing/2014/main" id="{3BD46E18-375A-B3CB-165C-1D62AF9A376A}"/>
              </a:ext>
            </a:extLst>
          </p:cNvPr>
          <p:cNvSpPr txBox="1"/>
          <p:nvPr/>
        </p:nvSpPr>
        <p:spPr>
          <a:xfrm>
            <a:off x="326533" y="900113"/>
            <a:ext cx="11375731" cy="646331"/>
          </a:xfrm>
          <a:prstGeom prst="rect">
            <a:avLst/>
          </a:prstGeom>
          <a:noFill/>
        </p:spPr>
        <p:txBody>
          <a:bodyPr wrap="square">
            <a:spAutoFit/>
          </a:bodyPr>
          <a:lstStyle/>
          <a:p>
            <a:r>
              <a:rPr lang="en-US" b="1" dirty="0"/>
              <a:t>Update of other national objectives on energy efficiency as reported in the integrated national energy and climate plan </a:t>
            </a:r>
            <a:endParaRPr lang="en-DK" b="1" dirty="0"/>
          </a:p>
        </p:txBody>
      </p:sp>
      <p:sp>
        <p:nvSpPr>
          <p:cNvPr id="8" name="TextBox 7">
            <a:extLst>
              <a:ext uri="{FF2B5EF4-FFF2-40B4-BE49-F238E27FC236}">
                <a16:creationId xmlns:a16="http://schemas.microsoft.com/office/drawing/2014/main" id="{90EAE317-8700-0340-A03E-C8E5FD65FD5A}"/>
              </a:ext>
            </a:extLst>
          </p:cNvPr>
          <p:cNvSpPr txBox="1"/>
          <p:nvPr/>
        </p:nvSpPr>
        <p:spPr>
          <a:xfrm>
            <a:off x="1519861" y="3445043"/>
            <a:ext cx="2073572" cy="307777"/>
          </a:xfrm>
          <a:prstGeom prst="rect">
            <a:avLst/>
          </a:prstGeom>
          <a:noFill/>
        </p:spPr>
        <p:txBody>
          <a:bodyPr wrap="square">
            <a:spAutoFit/>
          </a:bodyPr>
          <a:lstStyle/>
          <a:p>
            <a:r>
              <a:rPr lang="it-IT" sz="1400" dirty="0"/>
              <a:t>Data format: text (all)</a:t>
            </a:r>
            <a:endParaRPr lang="en-DK" sz="1400" dirty="0"/>
          </a:p>
        </p:txBody>
      </p:sp>
      <p:sp>
        <p:nvSpPr>
          <p:cNvPr id="2" name="TextBox 1">
            <a:extLst>
              <a:ext uri="{FF2B5EF4-FFF2-40B4-BE49-F238E27FC236}">
                <a16:creationId xmlns:a16="http://schemas.microsoft.com/office/drawing/2014/main" id="{E936A1B6-2ED4-A848-8CA1-D93FC67818CB}"/>
              </a:ext>
            </a:extLst>
          </p:cNvPr>
          <p:cNvSpPr txBox="1"/>
          <p:nvPr/>
        </p:nvSpPr>
        <p:spPr>
          <a:xfrm>
            <a:off x="522332" y="4217935"/>
            <a:ext cx="10984131" cy="1754326"/>
          </a:xfrm>
          <a:prstGeom prst="rect">
            <a:avLst/>
          </a:prstGeom>
          <a:noFill/>
        </p:spPr>
        <p:txBody>
          <a:bodyPr wrap="square" rtlCol="0">
            <a:spAutoFit/>
          </a:bodyPr>
          <a:lstStyle/>
          <a:p>
            <a:r>
              <a:rPr lang="en-US" b="1" dirty="0"/>
              <a:t>Purpose:</a:t>
            </a:r>
          </a:p>
          <a:p>
            <a:pPr marL="742950" lvl="1" indent="-285750">
              <a:buFont typeface="Arial" panose="020B0604020202020204" pitchFamily="34" charset="0"/>
              <a:buChar char="•"/>
            </a:pPr>
            <a:r>
              <a:rPr lang="en-US" dirty="0"/>
              <a:t>provide the name of a national target/objective as reported in each CPs NECP</a:t>
            </a:r>
          </a:p>
          <a:p>
            <a:pPr marL="742950" lvl="1" indent="-285750">
              <a:buFont typeface="Arial" panose="020B0604020202020204" pitchFamily="34" charset="0"/>
              <a:buChar char="•"/>
            </a:pPr>
            <a:r>
              <a:rPr lang="en-US" dirty="0"/>
              <a:t>give context on the national target/ objective and describe the aim</a:t>
            </a:r>
          </a:p>
          <a:p>
            <a:pPr marL="742950" lvl="1" indent="-285750">
              <a:buFont typeface="Arial" panose="020B0604020202020204" pitchFamily="34" charset="0"/>
              <a:buChar char="•"/>
            </a:pPr>
            <a:r>
              <a:rPr lang="en-US" dirty="0"/>
              <a:t>report on progress towards meeting the national target/objective</a:t>
            </a:r>
          </a:p>
          <a:p>
            <a:pPr marL="742950" lvl="1" indent="-285750">
              <a:buFont typeface="Arial" panose="020B0604020202020204" pitchFamily="34" charset="0"/>
              <a:buChar char="•"/>
            </a:pPr>
            <a:r>
              <a:rPr lang="en-US" dirty="0"/>
              <a:t>report on expected impacts of the set objective</a:t>
            </a:r>
          </a:p>
          <a:p>
            <a:pPr lvl="1"/>
            <a:endParaRPr lang="en-US" dirty="0"/>
          </a:p>
        </p:txBody>
      </p:sp>
    </p:spTree>
    <p:extLst>
      <p:ext uri="{BB962C8B-B14F-4D97-AF65-F5344CB8AC3E}">
        <p14:creationId xmlns:p14="http://schemas.microsoft.com/office/powerpoint/2010/main" val="2122836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677F0-55C5-6453-C25D-DA15D3AD46B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BEF6E4E-BD3C-5CAA-327A-337E986650A7}"/>
              </a:ext>
            </a:extLst>
          </p:cNvPr>
          <p:cNvSpPr txBox="1"/>
          <p:nvPr/>
        </p:nvSpPr>
        <p:spPr>
          <a:xfrm>
            <a:off x="5070769" y="3429000"/>
            <a:ext cx="2050498" cy="738664"/>
          </a:xfrm>
          <a:prstGeom prst="rect">
            <a:avLst/>
          </a:prstGeom>
          <a:noFill/>
        </p:spPr>
        <p:txBody>
          <a:bodyPr wrap="none" rtlCol="0">
            <a:spAutoFit/>
          </a:bodyPr>
          <a:lstStyle/>
          <a:p>
            <a:pPr algn="ctr"/>
            <a:r>
              <a:rPr lang="en-GB" sz="2400" b="1">
                <a:solidFill>
                  <a:schemeClr val="bg1"/>
                </a:solidFill>
              </a:rPr>
              <a:t>Annex XVII</a:t>
            </a:r>
            <a:endParaRPr lang="en-GB" b="1">
              <a:solidFill>
                <a:schemeClr val="bg1"/>
              </a:solidFill>
            </a:endParaRPr>
          </a:p>
          <a:p>
            <a:pPr algn="ctr"/>
            <a:r>
              <a:rPr lang="en-GB" b="1" i="1">
                <a:solidFill>
                  <a:schemeClr val="bg1"/>
                </a:solidFill>
              </a:rPr>
              <a:t>Thematic guidance</a:t>
            </a:r>
          </a:p>
        </p:txBody>
      </p:sp>
      <p:pic>
        <p:nvPicPr>
          <p:cNvPr id="5" name="Graphic 4" descr="Checklist with solid fill">
            <a:extLst>
              <a:ext uri="{FF2B5EF4-FFF2-40B4-BE49-F238E27FC236}">
                <a16:creationId xmlns:a16="http://schemas.microsoft.com/office/drawing/2014/main" id="{108D1987-33F5-AAE1-CA0E-F22CDBEE02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4848" y="1546696"/>
            <a:ext cx="1882304" cy="1882304"/>
          </a:xfrm>
          <a:prstGeom prst="rect">
            <a:avLst/>
          </a:prstGeom>
        </p:spPr>
      </p:pic>
    </p:spTree>
    <p:extLst>
      <p:ext uri="{BB962C8B-B14F-4D97-AF65-F5344CB8AC3E}">
        <p14:creationId xmlns:p14="http://schemas.microsoft.com/office/powerpoint/2010/main" val="1310816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11F86BB-FA72-2D80-F415-7A06E19474D5}"/>
              </a:ext>
            </a:extLst>
          </p:cNvPr>
          <p:cNvGraphicFramePr>
            <a:graphicFrameLocks noGrp="1"/>
          </p:cNvGraphicFramePr>
          <p:nvPr>
            <p:extLst>
              <p:ext uri="{D42A27DB-BD31-4B8C-83A1-F6EECF244321}">
                <p14:modId xmlns:p14="http://schemas.microsoft.com/office/powerpoint/2010/main" val="1986109335"/>
              </p:ext>
            </p:extLst>
          </p:nvPr>
        </p:nvGraphicFramePr>
        <p:xfrm>
          <a:off x="457188" y="1324302"/>
          <a:ext cx="11302608" cy="3469596"/>
        </p:xfrm>
        <a:graphic>
          <a:graphicData uri="http://schemas.openxmlformats.org/drawingml/2006/table">
            <a:tbl>
              <a:tblPr firstRow="1" bandRow="1">
                <a:tableStyleId>{5C22544A-7EE6-4342-B048-85BDC9FD1C3A}</a:tableStyleId>
              </a:tblPr>
              <a:tblGrid>
                <a:gridCol w="2205485">
                  <a:extLst>
                    <a:ext uri="{9D8B030D-6E8A-4147-A177-3AD203B41FA5}">
                      <a16:colId xmlns:a16="http://schemas.microsoft.com/office/drawing/2014/main" val="1899690268"/>
                    </a:ext>
                  </a:extLst>
                </a:gridCol>
                <a:gridCol w="9097123">
                  <a:extLst>
                    <a:ext uri="{9D8B030D-6E8A-4147-A177-3AD203B41FA5}">
                      <a16:colId xmlns:a16="http://schemas.microsoft.com/office/drawing/2014/main" val="3978093686"/>
                    </a:ext>
                  </a:extLst>
                </a:gridCol>
              </a:tblGrid>
              <a:tr h="534389">
                <a:tc gridSpan="2">
                  <a:txBody>
                    <a:bodyPr/>
                    <a:lstStyle/>
                    <a:p>
                      <a:r>
                        <a:rPr lang="en-US" sz="2400" b="0" i="0" kern="1200" dirty="0">
                          <a:solidFill>
                            <a:schemeClr val="lt1"/>
                          </a:solidFill>
                          <a:latin typeface="Calibri"/>
                          <a:ea typeface="+mn-ea"/>
                          <a:cs typeface="+mn-cs"/>
                        </a:rPr>
                        <a:t>Article 21 (c) – </a:t>
                      </a:r>
                      <a:r>
                        <a:rPr lang="en-US" sz="2400" b="0" kern="1200" dirty="0">
                          <a:solidFill>
                            <a:schemeClr val="lt1"/>
                          </a:solidFill>
                          <a:latin typeface="Calibri"/>
                          <a:ea typeface="+mn-ea"/>
                          <a:cs typeface="+mn-cs"/>
                        </a:rPr>
                        <a:t>Additional reporting obligations in the area of energy efficiency</a:t>
                      </a:r>
                      <a:endParaRPr lang="en-US" dirty="0"/>
                    </a:p>
                  </a:txBody>
                  <a:tcPr>
                    <a:solidFill>
                      <a:srgbClr val="007B6C"/>
                    </a:solidFill>
                  </a:tcPr>
                </a:tc>
                <a:tc hMerge="1">
                  <a:txBody>
                    <a:bodyPr/>
                    <a:lstStyle/>
                    <a:p>
                      <a:endParaRPr lang="en-US"/>
                    </a:p>
                  </a:txBody>
                  <a:tcPr/>
                </a:tc>
                <a:extLst>
                  <a:ext uri="{0D108BD9-81ED-4DB2-BD59-A6C34878D82A}">
                    <a16:rowId xmlns:a16="http://schemas.microsoft.com/office/drawing/2014/main" val="931823562"/>
                  </a:ext>
                </a:extLst>
              </a:tr>
              <a:tr h="1690141">
                <a:tc gridSpan="2">
                  <a:txBody>
                    <a:bodyPr/>
                    <a:lstStyle/>
                    <a:p>
                      <a:pPr marL="0" marR="0" lvl="0" indent="0" algn="l">
                        <a:lnSpc>
                          <a:spcPct val="90000"/>
                        </a:lnSpc>
                        <a:spcBef>
                          <a:spcPts val="1000"/>
                        </a:spcBef>
                        <a:spcAft>
                          <a:spcPts val="0"/>
                        </a:spcAft>
                        <a:buNone/>
                      </a:pPr>
                      <a:r>
                        <a:rPr lang="en-US" sz="2400" b="0" i="0" u="none" strike="noStrike" kern="1200" baseline="0" noProof="0" dirty="0">
                          <a:solidFill>
                            <a:srgbClr val="0D0D0D"/>
                          </a:solidFill>
                          <a:latin typeface="Calibri"/>
                        </a:rPr>
                        <a:t>By 15 March 2025 and every second year thereafter, CPs shall report on information pertaining to energy efficiency measures within buildings:</a:t>
                      </a:r>
                    </a:p>
                    <a:p>
                      <a:pPr marL="0" marR="0" lvl="0" indent="0" algn="l">
                        <a:lnSpc>
                          <a:spcPct val="90000"/>
                        </a:lnSpc>
                        <a:spcBef>
                          <a:spcPts val="1000"/>
                        </a:spcBef>
                        <a:spcAft>
                          <a:spcPts val="0"/>
                        </a:spcAft>
                        <a:buNone/>
                      </a:pPr>
                      <a:endParaRPr lang="en-US" sz="2200" b="0" i="0" u="none" strike="noStrike" kern="1200" baseline="0" noProof="0" dirty="0">
                        <a:solidFill>
                          <a:srgbClr val="0D0D0D"/>
                        </a:solidFill>
                        <a:latin typeface="Calibri"/>
                      </a:endParaRPr>
                    </a:p>
                    <a:p>
                      <a:pPr marL="0" marR="0" lvl="0" indent="0" algn="l" defTabSz="914400" rtl="0" eaLnBrk="1" latinLnBrk="0" hangingPunct="1">
                        <a:lnSpc>
                          <a:spcPct val="100000"/>
                        </a:lnSpc>
                        <a:spcBef>
                          <a:spcPts val="0"/>
                        </a:spcBef>
                        <a:spcAft>
                          <a:spcPts val="0"/>
                        </a:spcAft>
                        <a:buNone/>
                      </a:pPr>
                      <a:r>
                        <a:rPr lang="en-US" sz="2200" b="0" i="0" u="none" strike="noStrike" kern="1200" baseline="0" noProof="0" dirty="0">
                          <a:solidFill>
                            <a:srgbClr val="0D0D0D"/>
                          </a:solidFill>
                          <a:latin typeface="Aptos"/>
                          <a:ea typeface="+mn-ea"/>
                          <a:cs typeface="+mn-cs"/>
                        </a:rPr>
                        <a:t>(1) the reasons behind stable or growing energy consumption;</a:t>
                      </a:r>
                    </a:p>
                    <a:p>
                      <a:pPr marL="0" marR="0" lvl="0" indent="0" algn="l" defTabSz="914400" rtl="0" eaLnBrk="1" latinLnBrk="0" hangingPunct="1">
                        <a:lnSpc>
                          <a:spcPct val="100000"/>
                        </a:lnSpc>
                        <a:spcBef>
                          <a:spcPts val="0"/>
                        </a:spcBef>
                        <a:spcAft>
                          <a:spcPts val="0"/>
                        </a:spcAft>
                        <a:buNone/>
                      </a:pPr>
                      <a:r>
                        <a:rPr lang="en-US" sz="2200" b="0" i="0" u="none" strike="noStrike" kern="1200" baseline="0" noProof="0" dirty="0">
                          <a:solidFill>
                            <a:srgbClr val="0D0D0D"/>
                          </a:solidFill>
                          <a:latin typeface="Aptos"/>
                          <a:ea typeface="+mn-ea"/>
                          <a:cs typeface="+mn-cs"/>
                        </a:rPr>
                        <a:t>(2) the condition and energy performance of public building;</a:t>
                      </a:r>
                    </a:p>
                    <a:p>
                      <a:pPr marL="0" marR="0" lvl="0" indent="0" algn="l" defTabSz="914400" rtl="0" eaLnBrk="1" latinLnBrk="0" hangingPunct="1">
                        <a:lnSpc>
                          <a:spcPct val="100000"/>
                        </a:lnSpc>
                        <a:spcBef>
                          <a:spcPts val="0"/>
                        </a:spcBef>
                        <a:spcAft>
                          <a:spcPts val="0"/>
                        </a:spcAft>
                        <a:buNone/>
                      </a:pPr>
                      <a:r>
                        <a:rPr lang="en-US" sz="2200" b="0" i="0" u="none" strike="noStrike" kern="1200" baseline="0" noProof="0" dirty="0">
                          <a:solidFill>
                            <a:srgbClr val="0D0D0D"/>
                          </a:solidFill>
                          <a:latin typeface="Aptos"/>
                          <a:ea typeface="+mn-ea"/>
                          <a:cs typeface="+mn-cs"/>
                        </a:rPr>
                        <a:t>(3) the extent of energy audits conducted in large enterprises;</a:t>
                      </a:r>
                    </a:p>
                    <a:p>
                      <a:pPr marL="0" marR="0" lvl="0" indent="0" algn="l" defTabSz="914400" rtl="0" eaLnBrk="1" latinLnBrk="0" hangingPunct="1">
                        <a:lnSpc>
                          <a:spcPct val="100000"/>
                        </a:lnSpc>
                        <a:spcBef>
                          <a:spcPts val="0"/>
                        </a:spcBef>
                        <a:spcAft>
                          <a:spcPts val="0"/>
                        </a:spcAft>
                        <a:buNone/>
                      </a:pPr>
                      <a:r>
                        <a:rPr lang="en-US" sz="2200" b="0" i="0" u="none" strike="noStrike" kern="1200" baseline="0" noProof="0" dirty="0">
                          <a:solidFill>
                            <a:srgbClr val="0D0D0D"/>
                          </a:solidFill>
                          <a:latin typeface="Aptos"/>
                          <a:ea typeface="+mn-ea"/>
                          <a:cs typeface="+mn-cs"/>
                        </a:rPr>
                        <a:t>(4) the </a:t>
                      </a:r>
                      <a:r>
                        <a:rPr lang="en-US" sz="2200" dirty="0"/>
                        <a:t>new NZEBs and renovated buildings meeting NZEB standards</a:t>
                      </a:r>
                      <a:r>
                        <a:rPr lang="en-GB" sz="2200" b="0" i="0" u="none" strike="noStrike" kern="1200" baseline="0" dirty="0">
                          <a:solidFill>
                            <a:srgbClr val="0D0D0D"/>
                          </a:solidFill>
                          <a:latin typeface="Aptos"/>
                          <a:ea typeface="+mn-ea"/>
                          <a:cs typeface="+mn-cs"/>
                        </a:rPr>
                        <a:t>.</a:t>
                      </a:r>
                      <a:endParaRPr lang="en-US" sz="2200" b="0" i="0" u="none" strike="noStrike" kern="1200" baseline="0" noProof="0" dirty="0">
                        <a:solidFill>
                          <a:srgbClr val="0D0D0D"/>
                        </a:solidFill>
                        <a:latin typeface="Aptos"/>
                        <a:ea typeface="+mn-ea"/>
                        <a:cs typeface="+mn-cs"/>
                      </a:endParaRPr>
                    </a:p>
                  </a:txBody>
                  <a:tcPr>
                    <a:solidFill>
                      <a:schemeClr val="bg1">
                        <a:lumMod val="85000"/>
                      </a:schemeClr>
                    </a:solidFill>
                  </a:tcPr>
                </a:tc>
                <a:tc hMerge="1">
                  <a:txBody>
                    <a:bodyPr/>
                    <a:lstStyle/>
                    <a:p>
                      <a:endParaRPr lang="en-US"/>
                    </a:p>
                  </a:txBody>
                  <a:tcPr/>
                </a:tc>
                <a:extLst>
                  <a:ext uri="{0D108BD9-81ED-4DB2-BD59-A6C34878D82A}">
                    <a16:rowId xmlns:a16="http://schemas.microsoft.com/office/drawing/2014/main" val="488751501"/>
                  </a:ext>
                </a:extLst>
              </a:tr>
              <a:tr h="415527">
                <a:tc>
                  <a:txBody>
                    <a:bodyPr/>
                    <a:lstStyle/>
                    <a:p>
                      <a:pPr lvl="0">
                        <a:buNone/>
                      </a:pPr>
                      <a:r>
                        <a:rPr lang="en-US" sz="1800" b="0" i="0" u="sng" strike="noStrike" noProof="0" dirty="0">
                          <a:solidFill>
                            <a:srgbClr val="000000"/>
                          </a:solidFill>
                          <a:latin typeface="Calibri"/>
                        </a:rPr>
                        <a:t>Reports due:</a:t>
                      </a:r>
                    </a:p>
                  </a:txBody>
                  <a:tcPr>
                    <a:solidFill>
                      <a:schemeClr val="bg2"/>
                    </a:solidFill>
                  </a:tcPr>
                </a:tc>
                <a:tc>
                  <a:txBody>
                    <a:bodyPr/>
                    <a:lstStyle/>
                    <a:p>
                      <a:pPr lvl="0">
                        <a:buNone/>
                      </a:pPr>
                      <a:r>
                        <a:rPr lang="en-US" sz="1700" b="0" i="0" u="none" strike="noStrike" noProof="0" dirty="0">
                          <a:solidFill>
                            <a:srgbClr val="0D0D0D"/>
                          </a:solidFill>
                          <a:latin typeface="Calibri"/>
                        </a:rPr>
                        <a:t>15 March – Biannually – To start in 2025</a:t>
                      </a:r>
                    </a:p>
                  </a:txBody>
                  <a:tcPr>
                    <a:solidFill>
                      <a:schemeClr val="bg2"/>
                    </a:solidFill>
                  </a:tcPr>
                </a:tc>
                <a:extLst>
                  <a:ext uri="{0D108BD9-81ED-4DB2-BD59-A6C34878D82A}">
                    <a16:rowId xmlns:a16="http://schemas.microsoft.com/office/drawing/2014/main" val="3464082838"/>
                  </a:ext>
                </a:extLst>
              </a:tr>
            </a:tbl>
          </a:graphicData>
        </a:graphic>
      </p:graphicFrame>
      <p:sp>
        <p:nvSpPr>
          <p:cNvPr id="2" name="Slide Number Placeholder 1">
            <a:extLst>
              <a:ext uri="{FF2B5EF4-FFF2-40B4-BE49-F238E27FC236}">
                <a16:creationId xmlns:a16="http://schemas.microsoft.com/office/drawing/2014/main" id="{24E29497-F284-6A90-2076-EDE11FFECF7D}"/>
              </a:ext>
            </a:extLst>
          </p:cNvPr>
          <p:cNvSpPr>
            <a:spLocks noGrp="1"/>
          </p:cNvSpPr>
          <p:nvPr>
            <p:ph type="sldNum" sz="quarter" idx="12"/>
          </p:nvPr>
        </p:nvSpPr>
        <p:spPr/>
        <p:txBody>
          <a:bodyPr/>
          <a:lstStyle/>
          <a:p>
            <a:fld id="{1A424DB6-78F0-4ADD-B66A-AFD80B81666A}" type="slidenum">
              <a:rPr lang="en-DK" smtClean="0"/>
              <a:t>30</a:t>
            </a:fld>
            <a:endParaRPr lang="en-DK"/>
          </a:p>
        </p:txBody>
      </p:sp>
      <p:sp>
        <p:nvSpPr>
          <p:cNvPr id="6" name="Title 1">
            <a:extLst>
              <a:ext uri="{FF2B5EF4-FFF2-40B4-BE49-F238E27FC236}">
                <a16:creationId xmlns:a16="http://schemas.microsoft.com/office/drawing/2014/main" id="{DF0F7743-5199-F310-7BA9-91CC622C0051}"/>
              </a:ext>
            </a:extLst>
          </p:cNvPr>
          <p:cNvSpPr txBox="1">
            <a:spLocks/>
          </p:cNvSpPr>
          <p:nvPr/>
        </p:nvSpPr>
        <p:spPr>
          <a:xfrm>
            <a:off x="-4629" y="275311"/>
            <a:ext cx="12196629" cy="535531"/>
          </a:xfrm>
          <a:prstGeom prst="rect">
            <a:avLst/>
          </a:prstGeom>
          <a:noFill/>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chemeClr val="accent1"/>
                </a:solidFill>
                <a:latin typeface="Calibri" panose="020F0502020204030204"/>
                <a:ea typeface="+mn-ea"/>
                <a:cs typeface="+mn-cs"/>
              </a:rPr>
              <a:t>ADDITIONAL REPORTING - Energy Efficiency</a:t>
            </a:r>
          </a:p>
        </p:txBody>
      </p:sp>
    </p:spTree>
    <p:extLst>
      <p:ext uri="{BB962C8B-B14F-4D97-AF65-F5344CB8AC3E}">
        <p14:creationId xmlns:p14="http://schemas.microsoft.com/office/powerpoint/2010/main" val="3064922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4D406827-342F-75FF-369D-42680B9AFD0E}"/>
              </a:ext>
            </a:extLst>
          </p:cNvPr>
          <p:cNvPicPr>
            <a:picLocks noChangeAspect="1"/>
          </p:cNvPicPr>
          <p:nvPr/>
        </p:nvPicPr>
        <p:blipFill>
          <a:blip r:embed="rId3"/>
          <a:stretch>
            <a:fillRect/>
          </a:stretch>
        </p:blipFill>
        <p:spPr>
          <a:xfrm>
            <a:off x="264721" y="1393572"/>
            <a:ext cx="8795657" cy="2500352"/>
          </a:xfrm>
          <a:prstGeom prst="rect">
            <a:avLst/>
          </a:prstGeom>
        </p:spPr>
      </p:pic>
      <p:sp>
        <p:nvSpPr>
          <p:cNvPr id="9" name="TextBox 8">
            <a:extLst>
              <a:ext uri="{FF2B5EF4-FFF2-40B4-BE49-F238E27FC236}">
                <a16:creationId xmlns:a16="http://schemas.microsoft.com/office/drawing/2014/main" id="{1CDDAEA7-56D7-BB5B-B8D5-DA25E5B64D12}"/>
              </a:ext>
            </a:extLst>
          </p:cNvPr>
          <p:cNvSpPr txBox="1"/>
          <p:nvPr/>
        </p:nvSpPr>
        <p:spPr>
          <a:xfrm>
            <a:off x="-1528452" y="1886894"/>
            <a:ext cx="259475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t>Sectors</a:t>
            </a:r>
          </a:p>
        </p:txBody>
      </p:sp>
      <p:sp>
        <p:nvSpPr>
          <p:cNvPr id="14" name="TextBox 13">
            <a:extLst>
              <a:ext uri="{FF2B5EF4-FFF2-40B4-BE49-F238E27FC236}">
                <a16:creationId xmlns:a16="http://schemas.microsoft.com/office/drawing/2014/main" id="{C5800828-02F7-247F-DD39-9B8FB3C52B3B}"/>
              </a:ext>
            </a:extLst>
          </p:cNvPr>
          <p:cNvSpPr txBox="1"/>
          <p:nvPr/>
        </p:nvSpPr>
        <p:spPr>
          <a:xfrm>
            <a:off x="162049" y="754327"/>
            <a:ext cx="1174865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Segoe UI"/>
              </a:rPr>
              <a:t>Progress in each sector and reasons why energy consumption remained stable or was grooving in FEC sectors</a:t>
            </a:r>
          </a:p>
        </p:txBody>
      </p:sp>
      <p:sp>
        <p:nvSpPr>
          <p:cNvPr id="20" name="TextBox 19">
            <a:extLst>
              <a:ext uri="{FF2B5EF4-FFF2-40B4-BE49-F238E27FC236}">
                <a16:creationId xmlns:a16="http://schemas.microsoft.com/office/drawing/2014/main" id="{4D17D098-8C42-25E3-3723-633EA77A3F1C}"/>
              </a:ext>
            </a:extLst>
          </p:cNvPr>
          <p:cNvSpPr txBox="1"/>
          <p:nvPr/>
        </p:nvSpPr>
        <p:spPr>
          <a:xfrm>
            <a:off x="1066306" y="2576433"/>
            <a:ext cx="259475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t>REASON</a:t>
            </a:r>
            <a:endParaRPr lang="en-US" dirty="0"/>
          </a:p>
          <a:p>
            <a:pPr algn="r"/>
            <a:endParaRPr lang="en-US" sz="1400" b="1" dirty="0"/>
          </a:p>
        </p:txBody>
      </p:sp>
      <p:sp>
        <p:nvSpPr>
          <p:cNvPr id="22" name="TextBox 21">
            <a:extLst>
              <a:ext uri="{FF2B5EF4-FFF2-40B4-BE49-F238E27FC236}">
                <a16:creationId xmlns:a16="http://schemas.microsoft.com/office/drawing/2014/main" id="{FE990393-D41D-1A30-A62B-1F103A8DC7D5}"/>
              </a:ext>
            </a:extLst>
          </p:cNvPr>
          <p:cNvSpPr txBox="1"/>
          <p:nvPr/>
        </p:nvSpPr>
        <p:spPr>
          <a:xfrm>
            <a:off x="9168945" y="1412038"/>
            <a:ext cx="2861006" cy="5262979"/>
          </a:xfrm>
          <a:prstGeom prst="rect">
            <a:avLst/>
          </a:prstGeom>
          <a:noFill/>
          <a:ln w="12700">
            <a:solidFill>
              <a:srgbClr val="3B7D23"/>
            </a:solidFill>
          </a:ln>
        </p:spPr>
        <p:txBody>
          <a:bodyPr wrap="square">
            <a:spAutoFit/>
          </a:bodyPr>
          <a:lstStyle/>
          <a:p>
            <a:r>
              <a:rPr lang="en-US" sz="1600" dirty="0"/>
              <a:t>■ Economic growth; </a:t>
            </a:r>
          </a:p>
          <a:p>
            <a:r>
              <a:rPr lang="en-US" sz="1600" dirty="0"/>
              <a:t>■ Decline of fuel prices; </a:t>
            </a:r>
          </a:p>
          <a:p>
            <a:r>
              <a:rPr lang="en-US" sz="1600" dirty="0"/>
              <a:t>■ Increase of value added; </a:t>
            </a:r>
          </a:p>
          <a:p>
            <a:r>
              <a:rPr lang="en-US" sz="1600" dirty="0"/>
              <a:t>■ Increase of employment; </a:t>
            </a:r>
          </a:p>
          <a:p>
            <a:r>
              <a:rPr lang="en-US" sz="1600" dirty="0"/>
              <a:t>■ Increase of transport of goods; </a:t>
            </a:r>
          </a:p>
          <a:p>
            <a:r>
              <a:rPr lang="en-US" sz="1600" dirty="0"/>
              <a:t>■ Increase of transport of passengers; </a:t>
            </a:r>
          </a:p>
          <a:p>
            <a:r>
              <a:rPr lang="en-US" sz="1600" dirty="0"/>
              <a:t>■ Increase of population and/or households; </a:t>
            </a:r>
          </a:p>
          <a:p>
            <a:r>
              <a:rPr lang="en-US" sz="1600" dirty="0"/>
              <a:t>■ Increase of disposable income of households; </a:t>
            </a:r>
          </a:p>
          <a:p>
            <a:r>
              <a:rPr lang="en-US" sz="1600" dirty="0"/>
              <a:t>■ Worsening of winter climatic conditions; </a:t>
            </a:r>
          </a:p>
          <a:p>
            <a:r>
              <a:rPr lang="en-US" sz="1600" dirty="0"/>
              <a:t>■ Worsening of summer climatic conditions; </a:t>
            </a:r>
          </a:p>
          <a:p>
            <a:r>
              <a:rPr lang="en-US" sz="1600" dirty="0"/>
              <a:t>■ Exceptional event;</a:t>
            </a:r>
          </a:p>
          <a:p>
            <a:r>
              <a:rPr lang="en-US" sz="1600" dirty="0"/>
              <a:t>Change in the methodology of measurement or calculation of energy consumptions;</a:t>
            </a:r>
          </a:p>
          <a:p>
            <a:r>
              <a:rPr lang="en-US" sz="1600" dirty="0"/>
              <a:t> ■ Other </a:t>
            </a:r>
            <a:endParaRPr lang="en-DK" sz="1600" dirty="0"/>
          </a:p>
        </p:txBody>
      </p:sp>
      <p:cxnSp>
        <p:nvCxnSpPr>
          <p:cNvPr id="24" name="Straight Connector 23">
            <a:extLst>
              <a:ext uri="{FF2B5EF4-FFF2-40B4-BE49-F238E27FC236}">
                <a16:creationId xmlns:a16="http://schemas.microsoft.com/office/drawing/2014/main" id="{D89461DF-5022-0F2E-594F-6133E9932D23}"/>
              </a:ext>
            </a:extLst>
          </p:cNvPr>
          <p:cNvCxnSpPr>
            <a:cxnSpLocks/>
          </p:cNvCxnSpPr>
          <p:nvPr/>
        </p:nvCxnSpPr>
        <p:spPr>
          <a:xfrm>
            <a:off x="3918857" y="2731325"/>
            <a:ext cx="5250088" cy="499842"/>
          </a:xfrm>
          <a:prstGeom prst="line">
            <a:avLst/>
          </a:prstGeom>
          <a:ln>
            <a:solidFill>
              <a:srgbClr val="3B7D23"/>
            </a:solidFill>
          </a:ln>
        </p:spPr>
        <p:style>
          <a:lnRef idx="2">
            <a:schemeClr val="accent3"/>
          </a:lnRef>
          <a:fillRef idx="0">
            <a:schemeClr val="accent3"/>
          </a:fillRef>
          <a:effectRef idx="1">
            <a:schemeClr val="accent3"/>
          </a:effectRef>
          <a:fontRef idx="minor">
            <a:schemeClr val="tx1"/>
          </a:fontRef>
        </p:style>
      </p:cxnSp>
      <p:sp>
        <p:nvSpPr>
          <p:cNvPr id="2" name="Slide Number Placeholder 1">
            <a:extLst>
              <a:ext uri="{FF2B5EF4-FFF2-40B4-BE49-F238E27FC236}">
                <a16:creationId xmlns:a16="http://schemas.microsoft.com/office/drawing/2014/main" id="{08E770F6-40CD-C323-B9A1-031FAB6626C9}"/>
              </a:ext>
            </a:extLst>
          </p:cNvPr>
          <p:cNvSpPr>
            <a:spLocks noGrp="1"/>
          </p:cNvSpPr>
          <p:nvPr>
            <p:ph type="sldNum" sz="quarter" idx="12"/>
          </p:nvPr>
        </p:nvSpPr>
        <p:spPr/>
        <p:txBody>
          <a:bodyPr/>
          <a:lstStyle/>
          <a:p>
            <a:fld id="{1A424DB6-78F0-4ADD-B66A-AFD80B81666A}" type="slidenum">
              <a:rPr lang="en-DK" smtClean="0"/>
              <a:t>31</a:t>
            </a:fld>
            <a:endParaRPr lang="en-DK"/>
          </a:p>
        </p:txBody>
      </p:sp>
      <p:sp>
        <p:nvSpPr>
          <p:cNvPr id="4" name="TextBox 3">
            <a:extLst>
              <a:ext uri="{FF2B5EF4-FFF2-40B4-BE49-F238E27FC236}">
                <a16:creationId xmlns:a16="http://schemas.microsoft.com/office/drawing/2014/main" id="{92C96B51-C8A8-CD68-8261-41CC38C58BFD}"/>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17 – Table 1</a:t>
            </a:r>
            <a:endParaRPr lang="en-GB" sz="3200" b="1" dirty="0">
              <a:solidFill>
                <a:srgbClr val="113A60"/>
              </a:solidFill>
            </a:endParaRPr>
          </a:p>
        </p:txBody>
      </p:sp>
      <p:sp>
        <p:nvSpPr>
          <p:cNvPr id="10" name="TextBox 9">
            <a:extLst>
              <a:ext uri="{FF2B5EF4-FFF2-40B4-BE49-F238E27FC236}">
                <a16:creationId xmlns:a16="http://schemas.microsoft.com/office/drawing/2014/main" id="{41411E87-9D91-B567-4D18-0BF5B237E982}"/>
              </a:ext>
            </a:extLst>
          </p:cNvPr>
          <p:cNvSpPr txBox="1"/>
          <p:nvPr/>
        </p:nvSpPr>
        <p:spPr>
          <a:xfrm>
            <a:off x="258593" y="3916595"/>
            <a:ext cx="8795656" cy="1477328"/>
          </a:xfrm>
          <a:prstGeom prst="rect">
            <a:avLst/>
          </a:prstGeom>
          <a:noFill/>
        </p:spPr>
        <p:txBody>
          <a:bodyPr wrap="square">
            <a:spAutoFit/>
          </a:bodyPr>
          <a:lstStyle/>
          <a:p>
            <a:r>
              <a:rPr lang="en-US" u="sng" dirty="0"/>
              <a:t>The purpose of these fields is to report on and establish the reasons why energy consumption remained stable or was growing in final energy consumption sectors (Industry, Transport, Households, Services, Agriculture, Other sectors) in past calendar years. Additional sectors may be added and specified under ‘Other’. The years concerned are X-3 and X-2, where X is the reporting year</a:t>
            </a:r>
            <a:r>
              <a:rPr lang="en-US" dirty="0"/>
              <a:t>.</a:t>
            </a:r>
            <a:endParaRPr lang="en-DK" dirty="0"/>
          </a:p>
        </p:txBody>
      </p:sp>
    </p:spTree>
    <p:extLst>
      <p:ext uri="{BB962C8B-B14F-4D97-AF65-F5344CB8AC3E}">
        <p14:creationId xmlns:p14="http://schemas.microsoft.com/office/powerpoint/2010/main" val="1688175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C5800828-02F7-247F-DD39-9B8FB3C52B3B}"/>
              </a:ext>
            </a:extLst>
          </p:cNvPr>
          <p:cNvSpPr txBox="1"/>
          <p:nvPr/>
        </p:nvSpPr>
        <p:spPr>
          <a:xfrm>
            <a:off x="162049" y="754327"/>
            <a:ext cx="1174865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Total building floor area of the buildings with a total useful floor area over 250 m2 owned and occupied by the central government that, on 1 January in year X-2 and X-1, which did not meet the energy performance requirements referred to in Article 5(1) of EED</a:t>
            </a:r>
            <a:endParaRPr lang="en-US" b="1" dirty="0">
              <a:cs typeface="Segoe UI"/>
            </a:endParaRPr>
          </a:p>
        </p:txBody>
      </p:sp>
      <p:sp>
        <p:nvSpPr>
          <p:cNvPr id="2" name="Slide Number Placeholder 1">
            <a:extLst>
              <a:ext uri="{FF2B5EF4-FFF2-40B4-BE49-F238E27FC236}">
                <a16:creationId xmlns:a16="http://schemas.microsoft.com/office/drawing/2014/main" id="{08E770F6-40CD-C323-B9A1-031FAB6626C9}"/>
              </a:ext>
            </a:extLst>
          </p:cNvPr>
          <p:cNvSpPr>
            <a:spLocks noGrp="1"/>
          </p:cNvSpPr>
          <p:nvPr>
            <p:ph type="sldNum" sz="quarter" idx="12"/>
          </p:nvPr>
        </p:nvSpPr>
        <p:spPr/>
        <p:txBody>
          <a:bodyPr/>
          <a:lstStyle/>
          <a:p>
            <a:fld id="{1A424DB6-78F0-4ADD-B66A-AFD80B81666A}" type="slidenum">
              <a:rPr lang="en-DK" smtClean="0"/>
              <a:t>32</a:t>
            </a:fld>
            <a:endParaRPr lang="en-DK"/>
          </a:p>
        </p:txBody>
      </p:sp>
      <p:sp>
        <p:nvSpPr>
          <p:cNvPr id="4" name="TextBox 3">
            <a:extLst>
              <a:ext uri="{FF2B5EF4-FFF2-40B4-BE49-F238E27FC236}">
                <a16:creationId xmlns:a16="http://schemas.microsoft.com/office/drawing/2014/main" id="{92C96B51-C8A8-CD68-8261-41CC38C58BFD}"/>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17 – Table 2</a:t>
            </a:r>
            <a:endParaRPr lang="en-GB" sz="3200" b="1" dirty="0">
              <a:solidFill>
                <a:srgbClr val="113A60"/>
              </a:solidFill>
            </a:endParaRPr>
          </a:p>
        </p:txBody>
      </p:sp>
      <p:sp>
        <p:nvSpPr>
          <p:cNvPr id="10" name="TextBox 9">
            <a:extLst>
              <a:ext uri="{FF2B5EF4-FFF2-40B4-BE49-F238E27FC236}">
                <a16:creationId xmlns:a16="http://schemas.microsoft.com/office/drawing/2014/main" id="{41411E87-9D91-B567-4D18-0BF5B237E982}"/>
              </a:ext>
            </a:extLst>
          </p:cNvPr>
          <p:cNvSpPr txBox="1"/>
          <p:nvPr/>
        </p:nvSpPr>
        <p:spPr>
          <a:xfrm>
            <a:off x="258592" y="3221422"/>
            <a:ext cx="11323807" cy="923330"/>
          </a:xfrm>
          <a:prstGeom prst="rect">
            <a:avLst/>
          </a:prstGeom>
          <a:noFill/>
        </p:spPr>
        <p:txBody>
          <a:bodyPr wrap="square">
            <a:spAutoFit/>
          </a:bodyPr>
          <a:lstStyle/>
          <a:p>
            <a:r>
              <a:rPr lang="en-US" b="1" dirty="0"/>
              <a:t>Field 1-2</a:t>
            </a:r>
            <a:r>
              <a:rPr lang="en-US" dirty="0"/>
              <a:t>: The purpose of this field is to report on and establish the total building floor area of the buildings with a total useful floor area over 250 m2 owned and occupied by the central government AND total building floor area of the buildings which did not meet the energy performance requirements.</a:t>
            </a:r>
            <a:endParaRPr lang="en-DK" dirty="0"/>
          </a:p>
        </p:txBody>
      </p:sp>
      <p:pic>
        <p:nvPicPr>
          <p:cNvPr id="5" name="Picture 4">
            <a:extLst>
              <a:ext uri="{FF2B5EF4-FFF2-40B4-BE49-F238E27FC236}">
                <a16:creationId xmlns:a16="http://schemas.microsoft.com/office/drawing/2014/main" id="{BAEEBA06-879E-5889-FF17-B548FB28B054}"/>
              </a:ext>
            </a:extLst>
          </p:cNvPr>
          <p:cNvPicPr>
            <a:picLocks noChangeAspect="1"/>
          </p:cNvPicPr>
          <p:nvPr/>
        </p:nvPicPr>
        <p:blipFill>
          <a:blip r:embed="rId4"/>
          <a:stretch>
            <a:fillRect/>
          </a:stretch>
        </p:blipFill>
        <p:spPr>
          <a:xfrm>
            <a:off x="258593" y="1738810"/>
            <a:ext cx="11437490" cy="1302341"/>
          </a:xfrm>
          <a:prstGeom prst="rect">
            <a:avLst/>
          </a:prstGeom>
        </p:spPr>
      </p:pic>
      <p:cxnSp>
        <p:nvCxnSpPr>
          <p:cNvPr id="8" name="Straight Connector 7">
            <a:extLst>
              <a:ext uri="{FF2B5EF4-FFF2-40B4-BE49-F238E27FC236}">
                <a16:creationId xmlns:a16="http://schemas.microsoft.com/office/drawing/2014/main" id="{C06F9008-F54C-F0BB-BABA-ACCF03ABA07D}"/>
              </a:ext>
            </a:extLst>
          </p:cNvPr>
          <p:cNvCxnSpPr>
            <a:cxnSpLocks/>
          </p:cNvCxnSpPr>
          <p:nvPr/>
        </p:nvCxnSpPr>
        <p:spPr>
          <a:xfrm>
            <a:off x="5935579" y="2063702"/>
            <a:ext cx="1716505" cy="757786"/>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E9D9C97-DF68-7BB3-1228-FF59D73DEF2A}"/>
              </a:ext>
            </a:extLst>
          </p:cNvPr>
          <p:cNvCxnSpPr>
            <a:cxnSpLocks/>
          </p:cNvCxnSpPr>
          <p:nvPr/>
        </p:nvCxnSpPr>
        <p:spPr>
          <a:xfrm flipV="1">
            <a:off x="5977338" y="2063702"/>
            <a:ext cx="1674746" cy="732992"/>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DBC1725A-393E-CD90-84BD-108C08F6B031}"/>
              </a:ext>
            </a:extLst>
          </p:cNvPr>
          <p:cNvSpPr txBox="1"/>
          <p:nvPr/>
        </p:nvSpPr>
        <p:spPr>
          <a:xfrm>
            <a:off x="7959713" y="2082203"/>
            <a:ext cx="2438400" cy="307777"/>
          </a:xfrm>
          <a:prstGeom prst="rect">
            <a:avLst/>
          </a:prstGeom>
          <a:noFill/>
        </p:spPr>
        <p:txBody>
          <a:bodyPr wrap="square">
            <a:spAutoFit/>
          </a:bodyPr>
          <a:lstStyle/>
          <a:p>
            <a:r>
              <a:rPr lang="it-IT" sz="1400" dirty="0"/>
              <a:t>number (decimal)</a:t>
            </a:r>
            <a:endParaRPr lang="en-DK" sz="1400" dirty="0"/>
          </a:p>
        </p:txBody>
      </p:sp>
      <p:sp>
        <p:nvSpPr>
          <p:cNvPr id="18" name="TextBox 17">
            <a:extLst>
              <a:ext uri="{FF2B5EF4-FFF2-40B4-BE49-F238E27FC236}">
                <a16:creationId xmlns:a16="http://schemas.microsoft.com/office/drawing/2014/main" id="{64743494-D0EE-B4CD-158C-26BCCA2642A3}"/>
              </a:ext>
            </a:extLst>
          </p:cNvPr>
          <p:cNvSpPr txBox="1"/>
          <p:nvPr/>
        </p:nvSpPr>
        <p:spPr>
          <a:xfrm>
            <a:off x="9906668" y="2104776"/>
            <a:ext cx="2438400" cy="307777"/>
          </a:xfrm>
          <a:prstGeom prst="rect">
            <a:avLst/>
          </a:prstGeom>
          <a:noFill/>
        </p:spPr>
        <p:txBody>
          <a:bodyPr wrap="square">
            <a:spAutoFit/>
          </a:bodyPr>
          <a:lstStyle/>
          <a:p>
            <a:r>
              <a:rPr lang="it-IT" sz="1400" dirty="0"/>
              <a:t>text</a:t>
            </a:r>
            <a:endParaRPr lang="en-DK" sz="1400" dirty="0"/>
          </a:p>
        </p:txBody>
      </p:sp>
    </p:spTree>
    <p:extLst>
      <p:ext uri="{BB962C8B-B14F-4D97-AF65-F5344CB8AC3E}">
        <p14:creationId xmlns:p14="http://schemas.microsoft.com/office/powerpoint/2010/main" val="2792247814"/>
      </p:ext>
    </p:extLst>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C5800828-02F7-247F-DD39-9B8FB3C52B3B}"/>
              </a:ext>
            </a:extLst>
          </p:cNvPr>
          <p:cNvSpPr txBox="1"/>
          <p:nvPr/>
        </p:nvSpPr>
        <p:spPr>
          <a:xfrm>
            <a:off x="162049" y="754327"/>
            <a:ext cx="1174865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Number of energy audits carried out in in year X-3 and X-2. In addition, the total estimated number of large companies in their territory to which Article 8(4) of EED is applicable and the number of energy audits carried out in those enterprises in the year X-3 and X-2</a:t>
            </a:r>
            <a:endParaRPr lang="en-US" b="1" dirty="0">
              <a:cs typeface="Segoe UI"/>
            </a:endParaRPr>
          </a:p>
        </p:txBody>
      </p:sp>
      <p:sp>
        <p:nvSpPr>
          <p:cNvPr id="2" name="Slide Number Placeholder 1">
            <a:extLst>
              <a:ext uri="{FF2B5EF4-FFF2-40B4-BE49-F238E27FC236}">
                <a16:creationId xmlns:a16="http://schemas.microsoft.com/office/drawing/2014/main" id="{08E770F6-40CD-C323-B9A1-031FAB6626C9}"/>
              </a:ext>
            </a:extLst>
          </p:cNvPr>
          <p:cNvSpPr>
            <a:spLocks noGrp="1"/>
          </p:cNvSpPr>
          <p:nvPr>
            <p:ph type="sldNum" sz="quarter" idx="12"/>
          </p:nvPr>
        </p:nvSpPr>
        <p:spPr/>
        <p:txBody>
          <a:bodyPr/>
          <a:lstStyle/>
          <a:p>
            <a:fld id="{1A424DB6-78F0-4ADD-B66A-AFD80B81666A}" type="slidenum">
              <a:rPr lang="en-DK" smtClean="0"/>
              <a:t>33</a:t>
            </a:fld>
            <a:endParaRPr lang="en-DK"/>
          </a:p>
        </p:txBody>
      </p:sp>
      <p:sp>
        <p:nvSpPr>
          <p:cNvPr id="4" name="TextBox 3">
            <a:extLst>
              <a:ext uri="{FF2B5EF4-FFF2-40B4-BE49-F238E27FC236}">
                <a16:creationId xmlns:a16="http://schemas.microsoft.com/office/drawing/2014/main" id="{92C96B51-C8A8-CD68-8261-41CC38C58BFD}"/>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17 – Table 3</a:t>
            </a:r>
            <a:endParaRPr lang="en-GB" sz="3200" b="1" dirty="0">
              <a:solidFill>
                <a:srgbClr val="113A60"/>
              </a:solidFill>
            </a:endParaRPr>
          </a:p>
        </p:txBody>
      </p:sp>
      <p:sp>
        <p:nvSpPr>
          <p:cNvPr id="10" name="TextBox 9">
            <a:extLst>
              <a:ext uri="{FF2B5EF4-FFF2-40B4-BE49-F238E27FC236}">
                <a16:creationId xmlns:a16="http://schemas.microsoft.com/office/drawing/2014/main" id="{41411E87-9D91-B567-4D18-0BF5B237E982}"/>
              </a:ext>
            </a:extLst>
          </p:cNvPr>
          <p:cNvSpPr txBox="1"/>
          <p:nvPr/>
        </p:nvSpPr>
        <p:spPr>
          <a:xfrm>
            <a:off x="258593" y="4552121"/>
            <a:ext cx="11500270" cy="2308324"/>
          </a:xfrm>
          <a:prstGeom prst="rect">
            <a:avLst/>
          </a:prstGeom>
          <a:noFill/>
        </p:spPr>
        <p:txBody>
          <a:bodyPr wrap="square">
            <a:spAutoFit/>
          </a:bodyPr>
          <a:lstStyle/>
          <a:p>
            <a:r>
              <a:rPr lang="en-US" b="1" dirty="0"/>
              <a:t>FIELD 1-2</a:t>
            </a:r>
            <a:r>
              <a:rPr lang="en-US" dirty="0"/>
              <a:t>: The purpose of this field is to report on total number of energy audits carried out in historic calendar years, as well as of large companies. The years are identified as X-3 and X-2, where X is the reporting year.</a:t>
            </a:r>
          </a:p>
          <a:p>
            <a:r>
              <a:rPr lang="en-US" b="1" dirty="0"/>
              <a:t>FIELD 3</a:t>
            </a:r>
            <a:r>
              <a:rPr lang="en-US" dirty="0"/>
              <a:t>: The purpose of this field is to report on the number of energy audits carried out in large companies to which Article 8(4) of the Energy Efficiency Directive is applicable in historic calendar years. The years are identified as X-3 and X2, where X is the reporting year. According to Article 8(4), they shall ensure that enterprises that are not SMEs are subject to an energy audit carried out in an independent and cost-effective manner by qualified and/or accredited experts or implemented and supervised by independent authorities under national legislation. Energy audits need to be performed at least every four years.</a:t>
            </a:r>
            <a:endParaRPr lang="en-DK" dirty="0"/>
          </a:p>
        </p:txBody>
      </p:sp>
      <p:pic>
        <p:nvPicPr>
          <p:cNvPr id="5" name="Picture 4">
            <a:extLst>
              <a:ext uri="{FF2B5EF4-FFF2-40B4-BE49-F238E27FC236}">
                <a16:creationId xmlns:a16="http://schemas.microsoft.com/office/drawing/2014/main" id="{202B7B59-BEED-F660-8BBF-D73D48EE7B89}"/>
              </a:ext>
            </a:extLst>
          </p:cNvPr>
          <p:cNvPicPr>
            <a:picLocks noChangeAspect="1"/>
          </p:cNvPicPr>
          <p:nvPr/>
        </p:nvPicPr>
        <p:blipFill>
          <a:blip r:embed="rId3"/>
          <a:stretch>
            <a:fillRect/>
          </a:stretch>
        </p:blipFill>
        <p:spPr>
          <a:xfrm>
            <a:off x="915376" y="1634836"/>
            <a:ext cx="10361247" cy="2918661"/>
          </a:xfrm>
          <a:prstGeom prst="rect">
            <a:avLst/>
          </a:prstGeom>
        </p:spPr>
      </p:pic>
      <p:sp>
        <p:nvSpPr>
          <p:cNvPr id="6" name="TextBox 5">
            <a:extLst>
              <a:ext uri="{FF2B5EF4-FFF2-40B4-BE49-F238E27FC236}">
                <a16:creationId xmlns:a16="http://schemas.microsoft.com/office/drawing/2014/main" id="{E43B8C39-54F1-933D-2BD5-94560F5AC038}"/>
              </a:ext>
            </a:extLst>
          </p:cNvPr>
          <p:cNvSpPr txBox="1"/>
          <p:nvPr/>
        </p:nvSpPr>
        <p:spPr>
          <a:xfrm>
            <a:off x="7654913" y="2404277"/>
            <a:ext cx="2438400" cy="307777"/>
          </a:xfrm>
          <a:prstGeom prst="rect">
            <a:avLst/>
          </a:prstGeom>
          <a:noFill/>
        </p:spPr>
        <p:txBody>
          <a:bodyPr wrap="square">
            <a:spAutoFit/>
          </a:bodyPr>
          <a:lstStyle/>
          <a:p>
            <a:r>
              <a:rPr lang="it-IT" sz="1400" dirty="0"/>
              <a:t>number (integer)</a:t>
            </a:r>
            <a:endParaRPr lang="en-DK" sz="1400" dirty="0"/>
          </a:p>
        </p:txBody>
      </p:sp>
    </p:spTree>
    <p:extLst>
      <p:ext uri="{BB962C8B-B14F-4D97-AF65-F5344CB8AC3E}">
        <p14:creationId xmlns:p14="http://schemas.microsoft.com/office/powerpoint/2010/main" val="42769758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C5800828-02F7-247F-DD39-9B8FB3C52B3B}"/>
              </a:ext>
            </a:extLst>
          </p:cNvPr>
          <p:cNvSpPr txBox="1"/>
          <p:nvPr/>
        </p:nvSpPr>
        <p:spPr>
          <a:xfrm>
            <a:off x="162049" y="754327"/>
            <a:ext cx="1174865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Applied national primary energy factor for electricity and a justification, if this is different from the default coefficient referred to in footnote (3) of Annex IV to EED</a:t>
            </a:r>
            <a:endParaRPr lang="en-US" b="1" dirty="0">
              <a:cs typeface="Segoe UI"/>
            </a:endParaRPr>
          </a:p>
        </p:txBody>
      </p:sp>
      <p:sp>
        <p:nvSpPr>
          <p:cNvPr id="2" name="Slide Number Placeholder 1">
            <a:extLst>
              <a:ext uri="{FF2B5EF4-FFF2-40B4-BE49-F238E27FC236}">
                <a16:creationId xmlns:a16="http://schemas.microsoft.com/office/drawing/2014/main" id="{08E770F6-40CD-C323-B9A1-031FAB6626C9}"/>
              </a:ext>
            </a:extLst>
          </p:cNvPr>
          <p:cNvSpPr>
            <a:spLocks noGrp="1"/>
          </p:cNvSpPr>
          <p:nvPr>
            <p:ph type="sldNum" sz="quarter" idx="12"/>
          </p:nvPr>
        </p:nvSpPr>
        <p:spPr/>
        <p:txBody>
          <a:bodyPr/>
          <a:lstStyle/>
          <a:p>
            <a:fld id="{1A424DB6-78F0-4ADD-B66A-AFD80B81666A}" type="slidenum">
              <a:rPr lang="en-DK" smtClean="0"/>
              <a:t>34</a:t>
            </a:fld>
            <a:endParaRPr lang="en-DK"/>
          </a:p>
        </p:txBody>
      </p:sp>
      <p:sp>
        <p:nvSpPr>
          <p:cNvPr id="4" name="TextBox 3">
            <a:extLst>
              <a:ext uri="{FF2B5EF4-FFF2-40B4-BE49-F238E27FC236}">
                <a16:creationId xmlns:a16="http://schemas.microsoft.com/office/drawing/2014/main" id="{92C96B51-C8A8-CD68-8261-41CC38C58BFD}"/>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17 – Table 4</a:t>
            </a:r>
            <a:endParaRPr lang="en-GB" sz="3200" b="1" dirty="0">
              <a:solidFill>
                <a:srgbClr val="113A60"/>
              </a:solidFill>
            </a:endParaRPr>
          </a:p>
        </p:txBody>
      </p:sp>
      <p:pic>
        <p:nvPicPr>
          <p:cNvPr id="5" name="Picture 4">
            <a:extLst>
              <a:ext uri="{FF2B5EF4-FFF2-40B4-BE49-F238E27FC236}">
                <a16:creationId xmlns:a16="http://schemas.microsoft.com/office/drawing/2014/main" id="{0A687CC0-705F-6EBF-7309-1316134902C0}"/>
              </a:ext>
            </a:extLst>
          </p:cNvPr>
          <p:cNvPicPr>
            <a:picLocks noChangeAspect="1"/>
          </p:cNvPicPr>
          <p:nvPr/>
        </p:nvPicPr>
        <p:blipFill>
          <a:blip r:embed="rId3"/>
          <a:stretch>
            <a:fillRect/>
          </a:stretch>
        </p:blipFill>
        <p:spPr>
          <a:xfrm>
            <a:off x="632159" y="1684422"/>
            <a:ext cx="10714248" cy="2194082"/>
          </a:xfrm>
          <a:prstGeom prst="rect">
            <a:avLst/>
          </a:prstGeom>
        </p:spPr>
      </p:pic>
      <p:sp>
        <p:nvSpPr>
          <p:cNvPr id="6" name="TextBox 5">
            <a:extLst>
              <a:ext uri="{FF2B5EF4-FFF2-40B4-BE49-F238E27FC236}">
                <a16:creationId xmlns:a16="http://schemas.microsoft.com/office/drawing/2014/main" id="{57F064CC-9A98-B365-C313-20C3A05EC6BC}"/>
              </a:ext>
            </a:extLst>
          </p:cNvPr>
          <p:cNvSpPr txBox="1"/>
          <p:nvPr/>
        </p:nvSpPr>
        <p:spPr>
          <a:xfrm>
            <a:off x="7956885" y="2219510"/>
            <a:ext cx="2438400" cy="307777"/>
          </a:xfrm>
          <a:prstGeom prst="rect">
            <a:avLst/>
          </a:prstGeom>
          <a:noFill/>
        </p:spPr>
        <p:txBody>
          <a:bodyPr wrap="square">
            <a:spAutoFit/>
          </a:bodyPr>
          <a:lstStyle/>
          <a:p>
            <a:r>
              <a:rPr lang="it-IT" sz="1400" dirty="0"/>
              <a:t>number (decimal)</a:t>
            </a:r>
            <a:endParaRPr lang="en-DK" sz="1400" dirty="0"/>
          </a:p>
        </p:txBody>
      </p:sp>
      <p:sp>
        <p:nvSpPr>
          <p:cNvPr id="8" name="TextBox 7">
            <a:extLst>
              <a:ext uri="{FF2B5EF4-FFF2-40B4-BE49-F238E27FC236}">
                <a16:creationId xmlns:a16="http://schemas.microsoft.com/office/drawing/2014/main" id="{A2B16788-1D22-FEF5-EE98-B92CA5129843}"/>
              </a:ext>
            </a:extLst>
          </p:cNvPr>
          <p:cNvSpPr txBox="1"/>
          <p:nvPr/>
        </p:nvSpPr>
        <p:spPr>
          <a:xfrm>
            <a:off x="632158" y="4345087"/>
            <a:ext cx="10721641" cy="646331"/>
          </a:xfrm>
          <a:prstGeom prst="rect">
            <a:avLst/>
          </a:prstGeom>
          <a:noFill/>
        </p:spPr>
        <p:txBody>
          <a:bodyPr wrap="square">
            <a:spAutoFit/>
          </a:bodyPr>
          <a:lstStyle/>
          <a:p>
            <a:r>
              <a:rPr lang="en-US" b="1" dirty="0"/>
              <a:t>FIELD 1</a:t>
            </a:r>
            <a:r>
              <a:rPr lang="en-US" dirty="0"/>
              <a:t>: The purpose of this field is to report on the national primary energy factor for electricity.</a:t>
            </a:r>
          </a:p>
          <a:p>
            <a:r>
              <a:rPr lang="en-US" b="1" dirty="0"/>
              <a:t>FIELD 2</a:t>
            </a:r>
            <a:r>
              <a:rPr lang="en-US" dirty="0"/>
              <a:t>: The purpose of this field is to provide justification if the factor in field 1 differs to the Directive.</a:t>
            </a:r>
            <a:endParaRPr lang="en-DK" dirty="0"/>
          </a:p>
        </p:txBody>
      </p:sp>
      <p:sp>
        <p:nvSpPr>
          <p:cNvPr id="11" name="TextBox 10">
            <a:extLst>
              <a:ext uri="{FF2B5EF4-FFF2-40B4-BE49-F238E27FC236}">
                <a16:creationId xmlns:a16="http://schemas.microsoft.com/office/drawing/2014/main" id="{3F7894D2-B6CF-A62F-F29D-B46F71BCAB57}"/>
              </a:ext>
            </a:extLst>
          </p:cNvPr>
          <p:cNvSpPr txBox="1"/>
          <p:nvPr/>
        </p:nvSpPr>
        <p:spPr>
          <a:xfrm>
            <a:off x="7956885" y="3121223"/>
            <a:ext cx="2438400" cy="307777"/>
          </a:xfrm>
          <a:prstGeom prst="rect">
            <a:avLst/>
          </a:prstGeom>
          <a:noFill/>
        </p:spPr>
        <p:txBody>
          <a:bodyPr wrap="square">
            <a:spAutoFit/>
          </a:bodyPr>
          <a:lstStyle/>
          <a:p>
            <a:r>
              <a:rPr lang="it-IT" sz="1400" dirty="0"/>
              <a:t>text</a:t>
            </a:r>
            <a:endParaRPr lang="en-DK" sz="1400" dirty="0"/>
          </a:p>
        </p:txBody>
      </p:sp>
    </p:spTree>
    <p:extLst>
      <p:ext uri="{BB962C8B-B14F-4D97-AF65-F5344CB8AC3E}">
        <p14:creationId xmlns:p14="http://schemas.microsoft.com/office/powerpoint/2010/main" val="5517349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C5800828-02F7-247F-DD39-9B8FB3C52B3B}"/>
              </a:ext>
            </a:extLst>
          </p:cNvPr>
          <p:cNvSpPr txBox="1"/>
          <p:nvPr/>
        </p:nvSpPr>
        <p:spPr>
          <a:xfrm>
            <a:off x="162049" y="754327"/>
            <a:ext cx="1174865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Number and floor area of new and renovated nearly zero-energy buildings (1) in year X-2 and X-1, as provided in Article 9 of EPBD, where necessary based on statistical sampling</a:t>
            </a:r>
            <a:endParaRPr lang="en-US" b="1" dirty="0">
              <a:cs typeface="Segoe UI"/>
            </a:endParaRPr>
          </a:p>
        </p:txBody>
      </p:sp>
      <p:sp>
        <p:nvSpPr>
          <p:cNvPr id="4" name="TextBox 3">
            <a:extLst>
              <a:ext uri="{FF2B5EF4-FFF2-40B4-BE49-F238E27FC236}">
                <a16:creationId xmlns:a16="http://schemas.microsoft.com/office/drawing/2014/main" id="{92C96B51-C8A8-CD68-8261-41CC38C58BFD}"/>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17 – Table 5</a:t>
            </a:r>
            <a:endParaRPr lang="en-GB" sz="3200" b="1" dirty="0">
              <a:solidFill>
                <a:srgbClr val="113A60"/>
              </a:solidFill>
            </a:endParaRPr>
          </a:p>
        </p:txBody>
      </p:sp>
      <p:pic>
        <p:nvPicPr>
          <p:cNvPr id="5" name="Picture 4">
            <a:extLst>
              <a:ext uri="{FF2B5EF4-FFF2-40B4-BE49-F238E27FC236}">
                <a16:creationId xmlns:a16="http://schemas.microsoft.com/office/drawing/2014/main" id="{AEDE3A58-4474-8EB2-C929-6DDBEAED254C}"/>
              </a:ext>
            </a:extLst>
          </p:cNvPr>
          <p:cNvPicPr>
            <a:picLocks noChangeAspect="1"/>
          </p:cNvPicPr>
          <p:nvPr/>
        </p:nvPicPr>
        <p:blipFill>
          <a:blip r:embed="rId3"/>
          <a:stretch>
            <a:fillRect/>
          </a:stretch>
        </p:blipFill>
        <p:spPr>
          <a:xfrm>
            <a:off x="384030" y="1461811"/>
            <a:ext cx="11415419" cy="3110189"/>
          </a:xfrm>
          <a:prstGeom prst="rect">
            <a:avLst/>
          </a:prstGeom>
        </p:spPr>
      </p:pic>
      <p:sp>
        <p:nvSpPr>
          <p:cNvPr id="7" name="TextBox 6">
            <a:extLst>
              <a:ext uri="{FF2B5EF4-FFF2-40B4-BE49-F238E27FC236}">
                <a16:creationId xmlns:a16="http://schemas.microsoft.com/office/drawing/2014/main" id="{B9E6B669-9A9D-9A9C-541C-BB5CDB3EF2B3}"/>
              </a:ext>
            </a:extLst>
          </p:cNvPr>
          <p:cNvSpPr txBox="1"/>
          <p:nvPr/>
        </p:nvSpPr>
        <p:spPr>
          <a:xfrm>
            <a:off x="384030" y="4633153"/>
            <a:ext cx="11415419" cy="2308324"/>
          </a:xfrm>
          <a:prstGeom prst="rect">
            <a:avLst/>
          </a:prstGeom>
          <a:noFill/>
        </p:spPr>
        <p:txBody>
          <a:bodyPr wrap="square">
            <a:spAutoFit/>
          </a:bodyPr>
          <a:lstStyle/>
          <a:p>
            <a:r>
              <a:rPr lang="en-US" b="1" dirty="0"/>
              <a:t>FIELD 1</a:t>
            </a:r>
            <a:r>
              <a:rPr lang="en-US" dirty="0"/>
              <a:t>: The purpose of this field is to report on the number per building sector (residential, public and private non-residential sector) of new and renovated Nearly Zero-Energy Buildings (NZEBs). The reporting is required for two consecutive historic years starting from 1 January of X-2 and 1 January of X-1 on a number of reporting elements: Total, New NZEBs and Renovation individually for Residential, Non-residential (private) and Non-residential (public) sectors</a:t>
            </a:r>
          </a:p>
          <a:p>
            <a:r>
              <a:rPr lang="en-US" b="1" dirty="0"/>
              <a:t>FIELD 3</a:t>
            </a:r>
            <a:r>
              <a:rPr lang="en-US" dirty="0"/>
              <a:t>: The definition of NZEB can be provided in this field in the form of a short description. It is recommended to cite where the definition comes from (i.e., legislation, strategy)</a:t>
            </a:r>
          </a:p>
          <a:p>
            <a:endParaRPr lang="en-DK" dirty="0"/>
          </a:p>
        </p:txBody>
      </p:sp>
      <p:sp>
        <p:nvSpPr>
          <p:cNvPr id="11" name="TextBox 10">
            <a:extLst>
              <a:ext uri="{FF2B5EF4-FFF2-40B4-BE49-F238E27FC236}">
                <a16:creationId xmlns:a16="http://schemas.microsoft.com/office/drawing/2014/main" id="{62685D7A-8274-97D0-D23E-EBD07CE87BA6}"/>
              </a:ext>
            </a:extLst>
          </p:cNvPr>
          <p:cNvSpPr txBox="1"/>
          <p:nvPr/>
        </p:nvSpPr>
        <p:spPr>
          <a:xfrm>
            <a:off x="4331369" y="3569186"/>
            <a:ext cx="6096000" cy="307777"/>
          </a:xfrm>
          <a:prstGeom prst="rect">
            <a:avLst/>
          </a:prstGeom>
          <a:noFill/>
        </p:spPr>
        <p:txBody>
          <a:bodyPr wrap="square">
            <a:spAutoFit/>
          </a:bodyPr>
          <a:lstStyle/>
          <a:p>
            <a:r>
              <a:rPr lang="it-IT" sz="1400" dirty="0"/>
              <a:t>number (integer)</a:t>
            </a:r>
            <a:endParaRPr lang="en-DK" sz="1400" dirty="0"/>
          </a:p>
        </p:txBody>
      </p:sp>
      <p:sp>
        <p:nvSpPr>
          <p:cNvPr id="13" name="TextBox 12">
            <a:extLst>
              <a:ext uri="{FF2B5EF4-FFF2-40B4-BE49-F238E27FC236}">
                <a16:creationId xmlns:a16="http://schemas.microsoft.com/office/drawing/2014/main" id="{03FEB4B0-D79C-FD48-62EE-4C33DE79CC24}"/>
              </a:ext>
            </a:extLst>
          </p:cNvPr>
          <p:cNvSpPr txBox="1"/>
          <p:nvPr/>
        </p:nvSpPr>
        <p:spPr>
          <a:xfrm>
            <a:off x="8165431" y="3529923"/>
            <a:ext cx="2438400" cy="307777"/>
          </a:xfrm>
          <a:prstGeom prst="rect">
            <a:avLst/>
          </a:prstGeom>
          <a:noFill/>
        </p:spPr>
        <p:txBody>
          <a:bodyPr wrap="square">
            <a:spAutoFit/>
          </a:bodyPr>
          <a:lstStyle/>
          <a:p>
            <a:r>
              <a:rPr lang="it-IT" sz="1400" dirty="0"/>
              <a:t>number (decimal)</a:t>
            </a:r>
            <a:endParaRPr lang="en-DK" sz="1400" dirty="0"/>
          </a:p>
        </p:txBody>
      </p:sp>
    </p:spTree>
    <p:extLst>
      <p:ext uri="{BB962C8B-B14F-4D97-AF65-F5344CB8AC3E}">
        <p14:creationId xmlns:p14="http://schemas.microsoft.com/office/powerpoint/2010/main" val="2419871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C5800828-02F7-247F-DD39-9B8FB3C52B3B}"/>
              </a:ext>
            </a:extLst>
          </p:cNvPr>
          <p:cNvSpPr txBox="1"/>
          <p:nvPr/>
        </p:nvSpPr>
        <p:spPr>
          <a:xfrm>
            <a:off x="162049" y="754327"/>
            <a:ext cx="1174865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Internet link to the website where the list or the interface of energy services providers referred to in Article 18(1), point (c) of Directive 2012/27/EU </a:t>
            </a:r>
            <a:r>
              <a:rPr lang="en-US" b="1" i="0" u="sng" dirty="0">
                <a:effectLst/>
                <a:latin typeface="Cambria" panose="02040503050406030204" pitchFamily="18" charset="0"/>
              </a:rPr>
              <a:t>as adapted and adopted by Ministerial Council Decisions 2015/08/MC-</a:t>
            </a:r>
            <a:r>
              <a:rPr lang="en-US" b="1" i="0" u="sng" dirty="0" err="1">
                <a:effectLst/>
                <a:latin typeface="Cambria" panose="02040503050406030204" pitchFamily="18" charset="0"/>
              </a:rPr>
              <a:t>EnC</a:t>
            </a:r>
            <a:r>
              <a:rPr lang="en-US" b="1" i="0" u="sng" dirty="0">
                <a:effectLst/>
                <a:latin typeface="Cambria" panose="02040503050406030204" pitchFamily="18" charset="0"/>
              </a:rPr>
              <a:t>, 2021/14/MC-</a:t>
            </a:r>
            <a:r>
              <a:rPr lang="en-US" b="1" i="0" u="sng" dirty="0" err="1">
                <a:effectLst/>
                <a:latin typeface="Cambria" panose="02040503050406030204" pitchFamily="18" charset="0"/>
              </a:rPr>
              <a:t>EnC</a:t>
            </a:r>
            <a:r>
              <a:rPr lang="en-US" b="1" i="0" u="sng" dirty="0">
                <a:effectLst/>
                <a:latin typeface="Cambria" panose="02040503050406030204" pitchFamily="18" charset="0"/>
              </a:rPr>
              <a:t> and 2022/02/MC-</a:t>
            </a:r>
            <a:r>
              <a:rPr lang="en-US" b="1" i="0" u="sng" dirty="0" err="1">
                <a:effectLst/>
                <a:latin typeface="Cambria" panose="02040503050406030204" pitchFamily="18" charset="0"/>
              </a:rPr>
              <a:t>EnC</a:t>
            </a:r>
            <a:r>
              <a:rPr lang="en-US" b="1" i="0" u="sng" dirty="0">
                <a:effectLst/>
                <a:latin typeface="Cambria" panose="02040503050406030204" pitchFamily="18" charset="0"/>
              </a:rPr>
              <a:t> </a:t>
            </a:r>
            <a:r>
              <a:rPr lang="en-US" b="1" dirty="0"/>
              <a:t>can be accessible </a:t>
            </a:r>
            <a:endParaRPr lang="en-US" b="1" dirty="0">
              <a:cs typeface="Segoe UI"/>
            </a:endParaRPr>
          </a:p>
        </p:txBody>
      </p:sp>
      <p:sp>
        <p:nvSpPr>
          <p:cNvPr id="4" name="TextBox 3">
            <a:extLst>
              <a:ext uri="{FF2B5EF4-FFF2-40B4-BE49-F238E27FC236}">
                <a16:creationId xmlns:a16="http://schemas.microsoft.com/office/drawing/2014/main" id="{92C96B51-C8A8-CD68-8261-41CC38C58BFD}"/>
              </a:ext>
            </a:extLst>
          </p:cNvPr>
          <p:cNvSpPr txBox="1"/>
          <p:nvPr/>
        </p:nvSpPr>
        <p:spPr>
          <a:xfrm>
            <a:off x="258593" y="108399"/>
            <a:ext cx="8615520" cy="584775"/>
          </a:xfrm>
          <a:prstGeom prst="rect">
            <a:avLst/>
          </a:prstGeom>
          <a:noFill/>
        </p:spPr>
        <p:txBody>
          <a:bodyPr wrap="square" rtlCol="0">
            <a:spAutoFit/>
          </a:bodyPr>
          <a:lstStyle/>
          <a:p>
            <a:pPr lvl="0" fontAlgn="base">
              <a:spcBef>
                <a:spcPct val="0"/>
              </a:spcBef>
              <a:spcAft>
                <a:spcPct val="0"/>
              </a:spcAft>
            </a:pPr>
            <a:r>
              <a:rPr lang="en-US" sz="3200" b="1" dirty="0">
                <a:solidFill>
                  <a:srgbClr val="113A60"/>
                </a:solidFill>
              </a:rPr>
              <a:t>Annex 17 – Table 6</a:t>
            </a:r>
            <a:endParaRPr lang="en-GB" sz="3200" b="1" dirty="0">
              <a:solidFill>
                <a:srgbClr val="113A60"/>
              </a:solidFill>
            </a:endParaRPr>
          </a:p>
        </p:txBody>
      </p:sp>
      <p:pic>
        <p:nvPicPr>
          <p:cNvPr id="3" name="Picture 2">
            <a:extLst>
              <a:ext uri="{FF2B5EF4-FFF2-40B4-BE49-F238E27FC236}">
                <a16:creationId xmlns:a16="http://schemas.microsoft.com/office/drawing/2014/main" id="{B9C64F67-B4B8-9CB0-D696-B9F5AA59E2EA}"/>
              </a:ext>
            </a:extLst>
          </p:cNvPr>
          <p:cNvPicPr>
            <a:picLocks noChangeAspect="1"/>
          </p:cNvPicPr>
          <p:nvPr/>
        </p:nvPicPr>
        <p:blipFill>
          <a:blip r:embed="rId3"/>
          <a:stretch>
            <a:fillRect/>
          </a:stretch>
        </p:blipFill>
        <p:spPr>
          <a:xfrm>
            <a:off x="290658" y="1803122"/>
            <a:ext cx="11491435" cy="2018455"/>
          </a:xfrm>
          <a:prstGeom prst="rect">
            <a:avLst/>
          </a:prstGeom>
        </p:spPr>
      </p:pic>
      <p:sp>
        <p:nvSpPr>
          <p:cNvPr id="6" name="TextBox 5">
            <a:extLst>
              <a:ext uri="{FF2B5EF4-FFF2-40B4-BE49-F238E27FC236}">
                <a16:creationId xmlns:a16="http://schemas.microsoft.com/office/drawing/2014/main" id="{50D62EE7-DBAA-ECFA-501A-A3C40CD56A2B}"/>
              </a:ext>
            </a:extLst>
          </p:cNvPr>
          <p:cNvSpPr txBox="1"/>
          <p:nvPr/>
        </p:nvSpPr>
        <p:spPr>
          <a:xfrm>
            <a:off x="350283" y="4141066"/>
            <a:ext cx="11491434" cy="646331"/>
          </a:xfrm>
          <a:prstGeom prst="rect">
            <a:avLst/>
          </a:prstGeom>
          <a:noFill/>
        </p:spPr>
        <p:txBody>
          <a:bodyPr wrap="square">
            <a:spAutoFit/>
          </a:bodyPr>
          <a:lstStyle/>
          <a:p>
            <a:r>
              <a:rPr lang="en-US" dirty="0"/>
              <a:t>The purpose of this field is to record the website where the list or the interface of energy services providers is captured.</a:t>
            </a:r>
            <a:endParaRPr lang="en-DK" dirty="0"/>
          </a:p>
        </p:txBody>
      </p:sp>
    </p:spTree>
    <p:extLst>
      <p:ext uri="{BB962C8B-B14F-4D97-AF65-F5344CB8AC3E}">
        <p14:creationId xmlns:p14="http://schemas.microsoft.com/office/powerpoint/2010/main" val="33079249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C9A36-EBA6-B280-5B2D-E0B4FF6E294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BEF9EF-3BCB-B6A0-1F53-09427CF8B916}"/>
              </a:ext>
            </a:extLst>
          </p:cNvPr>
          <p:cNvSpPr txBox="1"/>
          <p:nvPr/>
        </p:nvSpPr>
        <p:spPr>
          <a:xfrm>
            <a:off x="5047481" y="3429000"/>
            <a:ext cx="2097049" cy="738664"/>
          </a:xfrm>
          <a:prstGeom prst="rect">
            <a:avLst/>
          </a:prstGeom>
          <a:noFill/>
        </p:spPr>
        <p:txBody>
          <a:bodyPr wrap="none" rtlCol="0">
            <a:spAutoFit/>
          </a:bodyPr>
          <a:lstStyle/>
          <a:p>
            <a:pPr algn="ctr"/>
            <a:r>
              <a:rPr lang="en-GB" sz="2400" b="1" dirty="0">
                <a:solidFill>
                  <a:schemeClr val="bg1"/>
                </a:solidFill>
              </a:rPr>
              <a:t>Reportnet 3</a:t>
            </a:r>
            <a:endParaRPr lang="en-GB" b="1" dirty="0">
              <a:solidFill>
                <a:schemeClr val="bg1"/>
              </a:solidFill>
            </a:endParaRPr>
          </a:p>
          <a:p>
            <a:pPr algn="ctr"/>
            <a:r>
              <a:rPr lang="en-GB" b="1" i="1" dirty="0">
                <a:solidFill>
                  <a:schemeClr val="bg1"/>
                </a:solidFill>
              </a:rPr>
              <a:t>Logging in &amp; set-up</a:t>
            </a:r>
          </a:p>
        </p:txBody>
      </p:sp>
      <p:pic>
        <p:nvPicPr>
          <p:cNvPr id="5" name="Graphic 4" descr="Door Open with solid fill">
            <a:extLst>
              <a:ext uri="{FF2B5EF4-FFF2-40B4-BE49-F238E27FC236}">
                <a16:creationId xmlns:a16="http://schemas.microsoft.com/office/drawing/2014/main" id="{6DB8942D-3190-BB96-7A69-6B9A9E8150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4849" y="1546698"/>
            <a:ext cx="1882302" cy="1882302"/>
          </a:xfrm>
          <a:prstGeom prst="rect">
            <a:avLst/>
          </a:prstGeom>
        </p:spPr>
      </p:pic>
    </p:spTree>
    <p:extLst>
      <p:ext uri="{BB962C8B-B14F-4D97-AF65-F5344CB8AC3E}">
        <p14:creationId xmlns:p14="http://schemas.microsoft.com/office/powerpoint/2010/main" val="38829936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919F20-78B6-7453-280A-F86EDFA17077}"/>
              </a:ext>
            </a:extLst>
          </p:cNvPr>
          <p:cNvPicPr>
            <a:picLocks noChangeAspect="1"/>
          </p:cNvPicPr>
          <p:nvPr/>
        </p:nvPicPr>
        <p:blipFill rotWithShape="1">
          <a:blip r:embed="rId3"/>
          <a:srcRect l="22397" t="18447" r="26952" b="28584"/>
          <a:stretch/>
        </p:blipFill>
        <p:spPr>
          <a:xfrm>
            <a:off x="1528175" y="425147"/>
            <a:ext cx="8805797" cy="5179883"/>
          </a:xfrm>
          <a:prstGeom prst="rect">
            <a:avLst/>
          </a:prstGeom>
        </p:spPr>
      </p:pic>
    </p:spTree>
    <p:extLst>
      <p:ext uri="{BB962C8B-B14F-4D97-AF65-F5344CB8AC3E}">
        <p14:creationId xmlns:p14="http://schemas.microsoft.com/office/powerpoint/2010/main" val="11902613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4EA2C7C-A313-B6DF-6859-9A8B561E5859}"/>
              </a:ext>
            </a:extLst>
          </p:cNvPr>
          <p:cNvSpPr txBox="1"/>
          <p:nvPr/>
        </p:nvSpPr>
        <p:spPr>
          <a:xfrm>
            <a:off x="103747" y="88288"/>
            <a:ext cx="11634597" cy="584775"/>
          </a:xfrm>
          <a:prstGeom prst="rect">
            <a:avLst/>
          </a:prstGeom>
          <a:noFill/>
        </p:spPr>
        <p:txBody>
          <a:bodyPr wrap="square" rtlCol="0">
            <a:spAutoFit/>
          </a:bodyPr>
          <a:lstStyle/>
          <a:p>
            <a:r>
              <a:rPr lang="en-GB" sz="3200" b="1" dirty="0">
                <a:solidFill>
                  <a:srgbClr val="002060"/>
                </a:solidFill>
                <a:latin typeface="Calibri" panose="020F0502020204030204"/>
              </a:rPr>
              <a:t>Dataflow: Logging into Reportnet</a:t>
            </a:r>
          </a:p>
        </p:txBody>
      </p:sp>
      <p:pic>
        <p:nvPicPr>
          <p:cNvPr id="2" name="Picture 1">
            <a:extLst>
              <a:ext uri="{FF2B5EF4-FFF2-40B4-BE49-F238E27FC236}">
                <a16:creationId xmlns:a16="http://schemas.microsoft.com/office/drawing/2014/main" id="{B6FDB592-800E-E857-ECA6-E061689C1063}"/>
              </a:ext>
            </a:extLst>
          </p:cNvPr>
          <p:cNvPicPr>
            <a:picLocks noChangeAspect="1"/>
          </p:cNvPicPr>
          <p:nvPr/>
        </p:nvPicPr>
        <p:blipFill>
          <a:blip r:embed="rId2"/>
          <a:stretch>
            <a:fillRect/>
          </a:stretch>
        </p:blipFill>
        <p:spPr>
          <a:xfrm>
            <a:off x="0" y="1552074"/>
            <a:ext cx="12192000" cy="5352987"/>
          </a:xfrm>
          <a:prstGeom prst="rect">
            <a:avLst/>
          </a:prstGeom>
        </p:spPr>
      </p:pic>
      <p:cxnSp>
        <p:nvCxnSpPr>
          <p:cNvPr id="3" name="Straight Arrow Connector 2">
            <a:extLst>
              <a:ext uri="{FF2B5EF4-FFF2-40B4-BE49-F238E27FC236}">
                <a16:creationId xmlns:a16="http://schemas.microsoft.com/office/drawing/2014/main" id="{66005EFC-65A6-9550-EF8F-E9BAAD949497}"/>
              </a:ext>
            </a:extLst>
          </p:cNvPr>
          <p:cNvCxnSpPr>
            <a:cxnSpLocks/>
          </p:cNvCxnSpPr>
          <p:nvPr/>
        </p:nvCxnSpPr>
        <p:spPr>
          <a:xfrm>
            <a:off x="9786486" y="1964670"/>
            <a:ext cx="1138989" cy="485448"/>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9974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4EA2C7C-A313-B6DF-6859-9A8B561E5859}"/>
              </a:ext>
            </a:extLst>
          </p:cNvPr>
          <p:cNvSpPr txBox="1"/>
          <p:nvPr/>
        </p:nvSpPr>
        <p:spPr>
          <a:xfrm>
            <a:off x="103747" y="88288"/>
            <a:ext cx="11634597" cy="584775"/>
          </a:xfrm>
          <a:prstGeom prst="rect">
            <a:avLst/>
          </a:prstGeom>
          <a:noFill/>
        </p:spPr>
        <p:txBody>
          <a:bodyPr wrap="square" rtlCol="0">
            <a:spAutoFit/>
          </a:bodyPr>
          <a:lstStyle/>
          <a:p>
            <a:r>
              <a:rPr lang="en-GB" sz="3200" b="1">
                <a:solidFill>
                  <a:srgbClr val="002060"/>
                </a:solidFill>
                <a:latin typeface="Calibri" panose="020F0502020204030204"/>
              </a:rPr>
              <a:t>PaMs: Logging into Reportnet</a:t>
            </a:r>
          </a:p>
        </p:txBody>
      </p:sp>
      <p:pic>
        <p:nvPicPr>
          <p:cNvPr id="4" name="Picture 3">
            <a:extLst>
              <a:ext uri="{FF2B5EF4-FFF2-40B4-BE49-F238E27FC236}">
                <a16:creationId xmlns:a16="http://schemas.microsoft.com/office/drawing/2014/main" id="{A82DC20C-6639-8D96-315D-DDC61685FE31}"/>
              </a:ext>
            </a:extLst>
          </p:cNvPr>
          <p:cNvPicPr>
            <a:picLocks noChangeAspect="1"/>
          </p:cNvPicPr>
          <p:nvPr/>
        </p:nvPicPr>
        <p:blipFill>
          <a:blip r:embed="rId3"/>
          <a:stretch>
            <a:fillRect/>
          </a:stretch>
        </p:blipFill>
        <p:spPr>
          <a:xfrm>
            <a:off x="0" y="150932"/>
            <a:ext cx="12192000" cy="6556135"/>
          </a:xfrm>
          <a:prstGeom prst="rect">
            <a:avLst/>
          </a:prstGeom>
        </p:spPr>
      </p:pic>
      <p:sp>
        <p:nvSpPr>
          <p:cNvPr id="5" name="TextBox 4">
            <a:extLst>
              <a:ext uri="{FF2B5EF4-FFF2-40B4-BE49-F238E27FC236}">
                <a16:creationId xmlns:a16="http://schemas.microsoft.com/office/drawing/2014/main" id="{CE56785A-3CC9-6DB5-867A-F183EE70B4FB}"/>
              </a:ext>
            </a:extLst>
          </p:cNvPr>
          <p:cNvSpPr txBox="1"/>
          <p:nvPr/>
        </p:nvSpPr>
        <p:spPr>
          <a:xfrm>
            <a:off x="8151962" y="2855287"/>
            <a:ext cx="3693943" cy="923330"/>
          </a:xfrm>
          <a:prstGeom prst="rect">
            <a:avLst/>
          </a:prstGeom>
          <a:noFill/>
        </p:spPr>
        <p:txBody>
          <a:bodyPr wrap="square" rtlCol="0">
            <a:spAutoFit/>
          </a:bodyPr>
          <a:lstStyle/>
          <a:p>
            <a:pPr algn="ctr"/>
            <a:r>
              <a:rPr lang="en-DK" b="1">
                <a:solidFill>
                  <a:srgbClr val="FF0000"/>
                </a:solidFill>
              </a:rPr>
              <a:t>Guidance on getting EU login and registering on </a:t>
            </a:r>
            <a:r>
              <a:rPr lang="en-US" b="1">
                <a:solidFill>
                  <a:srgbClr val="FF0000"/>
                </a:solidFill>
              </a:rPr>
              <a:t>the </a:t>
            </a:r>
            <a:r>
              <a:rPr lang="en-DK" b="1">
                <a:solidFill>
                  <a:srgbClr val="FF0000"/>
                </a:solidFill>
              </a:rPr>
              <a:t>platform can be found </a:t>
            </a:r>
            <a:r>
              <a:rPr lang="en-US" b="1">
                <a:solidFill>
                  <a:srgbClr val="FF0000"/>
                </a:solidFill>
              </a:rPr>
              <a:t>in </a:t>
            </a:r>
            <a:r>
              <a:rPr lang="en-US" b="1">
                <a:solidFill>
                  <a:srgbClr val="FF0000"/>
                </a:solidFill>
                <a:hlinkClick r:id="rId4">
                  <a:extLst>
                    <a:ext uri="{A12FA001-AC4F-418D-AE19-62706E023703}">
                      <ahyp:hlinkClr xmlns:ahyp="http://schemas.microsoft.com/office/drawing/2018/hyperlinkcolor" val="tx"/>
                    </a:ext>
                  </a:extLst>
                </a:hlinkClick>
              </a:rPr>
              <a:t>this document</a:t>
            </a:r>
            <a:r>
              <a:rPr lang="en-US" b="1">
                <a:solidFill>
                  <a:srgbClr val="FF0000"/>
                </a:solidFill>
              </a:rPr>
              <a:t>.</a:t>
            </a:r>
          </a:p>
        </p:txBody>
      </p:sp>
      <p:pic>
        <p:nvPicPr>
          <p:cNvPr id="3" name="Graphic 2" descr="Phone Vibration with solid fill">
            <a:extLst>
              <a:ext uri="{FF2B5EF4-FFF2-40B4-BE49-F238E27FC236}">
                <a16:creationId xmlns:a16="http://schemas.microsoft.com/office/drawing/2014/main" id="{283FD006-131C-094E-4167-A7E36365AC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87802" y="4109720"/>
            <a:ext cx="914400" cy="914400"/>
          </a:xfrm>
          <a:prstGeom prst="rect">
            <a:avLst/>
          </a:prstGeom>
        </p:spPr>
      </p:pic>
      <p:sp>
        <p:nvSpPr>
          <p:cNvPr id="8" name="TextBox 7">
            <a:extLst>
              <a:ext uri="{FF2B5EF4-FFF2-40B4-BE49-F238E27FC236}">
                <a16:creationId xmlns:a16="http://schemas.microsoft.com/office/drawing/2014/main" id="{A2F9D290-B593-851F-B6FA-B94ECC569A5C}"/>
              </a:ext>
            </a:extLst>
          </p:cNvPr>
          <p:cNvSpPr txBox="1"/>
          <p:nvPr/>
        </p:nvSpPr>
        <p:spPr>
          <a:xfrm>
            <a:off x="8802202" y="3966755"/>
            <a:ext cx="3043703" cy="1200329"/>
          </a:xfrm>
          <a:prstGeom prst="rect">
            <a:avLst/>
          </a:prstGeom>
          <a:noFill/>
        </p:spPr>
        <p:txBody>
          <a:bodyPr wrap="square" rtlCol="0">
            <a:spAutoFit/>
          </a:bodyPr>
          <a:lstStyle/>
          <a:p>
            <a:r>
              <a:rPr lang="en-GB" b="1">
                <a:solidFill>
                  <a:srgbClr val="FF0000"/>
                </a:solidFill>
              </a:rPr>
              <a:t>Multi-factor authentication (MFA) now required to access Reportnet 3. Guidance to set this up in </a:t>
            </a:r>
            <a:r>
              <a:rPr lang="en-GB" b="1">
                <a:solidFill>
                  <a:srgbClr val="FF0000"/>
                </a:solidFill>
                <a:hlinkClick r:id="rId7">
                  <a:extLst>
                    <a:ext uri="{A12FA001-AC4F-418D-AE19-62706E023703}">
                      <ahyp:hlinkClr xmlns:ahyp="http://schemas.microsoft.com/office/drawing/2018/hyperlinkcolor" val="tx"/>
                    </a:ext>
                  </a:extLst>
                </a:hlinkClick>
              </a:rPr>
              <a:t>this document</a:t>
            </a:r>
            <a:r>
              <a:rPr lang="en-GB" b="1">
                <a:solidFill>
                  <a:srgbClr val="FF0000"/>
                </a:solidFill>
              </a:rPr>
              <a:t>.</a:t>
            </a:r>
            <a:endParaRPr lang="en-US" b="1">
              <a:solidFill>
                <a:srgbClr val="FF0000"/>
              </a:solidFill>
            </a:endParaRPr>
          </a:p>
        </p:txBody>
      </p:sp>
    </p:spTree>
    <p:extLst>
      <p:ext uri="{BB962C8B-B14F-4D97-AF65-F5344CB8AC3E}">
        <p14:creationId xmlns:p14="http://schemas.microsoft.com/office/powerpoint/2010/main" val="2273081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70D7D11-488C-9E36-0CEF-63FF16A53124}"/>
              </a:ext>
            </a:extLst>
          </p:cNvPr>
          <p:cNvPicPr>
            <a:picLocks noChangeAspect="1"/>
          </p:cNvPicPr>
          <p:nvPr/>
        </p:nvPicPr>
        <p:blipFill>
          <a:blip r:embed="rId3"/>
          <a:stretch>
            <a:fillRect/>
          </a:stretch>
        </p:blipFill>
        <p:spPr>
          <a:xfrm>
            <a:off x="0" y="0"/>
            <a:ext cx="12192000" cy="6099761"/>
          </a:xfrm>
          <a:prstGeom prst="rect">
            <a:avLst/>
          </a:prstGeom>
        </p:spPr>
      </p:pic>
      <p:cxnSp>
        <p:nvCxnSpPr>
          <p:cNvPr id="6" name="Straight Arrow Connector 5">
            <a:extLst>
              <a:ext uri="{FF2B5EF4-FFF2-40B4-BE49-F238E27FC236}">
                <a16:creationId xmlns:a16="http://schemas.microsoft.com/office/drawing/2014/main" id="{F8488964-BBF2-F048-3E81-6780B2A05008}"/>
              </a:ext>
            </a:extLst>
          </p:cNvPr>
          <p:cNvCxnSpPr>
            <a:cxnSpLocks/>
          </p:cNvCxnSpPr>
          <p:nvPr/>
        </p:nvCxnSpPr>
        <p:spPr>
          <a:xfrm flipH="1">
            <a:off x="9632595" y="3699013"/>
            <a:ext cx="1172817" cy="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83B0AEA-033A-7A4A-FD2A-A3C91AC201B8}"/>
              </a:ext>
            </a:extLst>
          </p:cNvPr>
          <p:cNvCxnSpPr>
            <a:cxnSpLocks/>
          </p:cNvCxnSpPr>
          <p:nvPr/>
        </p:nvCxnSpPr>
        <p:spPr>
          <a:xfrm flipH="1">
            <a:off x="8459778" y="4746349"/>
            <a:ext cx="1172817" cy="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C5B3C8B-9980-2B28-B422-E8957E03C41A}"/>
              </a:ext>
            </a:extLst>
          </p:cNvPr>
          <p:cNvCxnSpPr>
            <a:cxnSpLocks/>
          </p:cNvCxnSpPr>
          <p:nvPr/>
        </p:nvCxnSpPr>
        <p:spPr>
          <a:xfrm>
            <a:off x="11174067" y="4152900"/>
            <a:ext cx="0" cy="279124"/>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4EC16A81-C635-08C6-2883-43DCD6423B69}"/>
              </a:ext>
            </a:extLst>
          </p:cNvPr>
          <p:cNvPicPr>
            <a:picLocks noChangeAspect="1"/>
          </p:cNvPicPr>
          <p:nvPr/>
        </p:nvPicPr>
        <p:blipFill rotWithShape="1">
          <a:blip r:embed="rId4"/>
          <a:srcRect r="76284"/>
          <a:stretch/>
        </p:blipFill>
        <p:spPr>
          <a:xfrm>
            <a:off x="1222896" y="3884103"/>
            <a:ext cx="489011" cy="126887"/>
          </a:xfrm>
          <a:prstGeom prst="rect">
            <a:avLst/>
          </a:prstGeom>
        </p:spPr>
      </p:pic>
      <p:sp>
        <p:nvSpPr>
          <p:cNvPr id="2" name="TextBox 1">
            <a:extLst>
              <a:ext uri="{FF2B5EF4-FFF2-40B4-BE49-F238E27FC236}">
                <a16:creationId xmlns:a16="http://schemas.microsoft.com/office/drawing/2014/main" id="{5E15AD2F-5B63-2E27-A6B7-D924A6D5CA06}"/>
              </a:ext>
            </a:extLst>
          </p:cNvPr>
          <p:cNvSpPr txBox="1"/>
          <p:nvPr/>
        </p:nvSpPr>
        <p:spPr>
          <a:xfrm>
            <a:off x="805910" y="2327566"/>
            <a:ext cx="2345899" cy="646331"/>
          </a:xfrm>
          <a:prstGeom prst="rect">
            <a:avLst/>
          </a:prstGeom>
          <a:noFill/>
        </p:spPr>
        <p:txBody>
          <a:bodyPr wrap="none" rtlCol="0">
            <a:spAutoFit/>
          </a:bodyPr>
          <a:lstStyle/>
          <a:p>
            <a:r>
              <a:rPr lang="en-US" b="1">
                <a:solidFill>
                  <a:srgbClr val="FF0000"/>
                </a:solidFill>
              </a:rPr>
              <a:t>Open dataflow: Purple</a:t>
            </a:r>
          </a:p>
          <a:p>
            <a:r>
              <a:rPr lang="en-US" b="1">
                <a:solidFill>
                  <a:srgbClr val="FF0000"/>
                </a:solidFill>
              </a:rPr>
              <a:t>Closed dataflow: Grey</a:t>
            </a:r>
            <a:endParaRPr lang="en-DK" b="1">
              <a:solidFill>
                <a:srgbClr val="FF0000"/>
              </a:solidFill>
            </a:endParaRPr>
          </a:p>
        </p:txBody>
      </p:sp>
    </p:spTree>
    <p:extLst>
      <p:ext uri="{BB962C8B-B14F-4D97-AF65-F5344CB8AC3E}">
        <p14:creationId xmlns:p14="http://schemas.microsoft.com/office/powerpoint/2010/main" val="4288408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467D267-D142-8C4A-6949-969A83BE8ABE}"/>
              </a:ext>
            </a:extLst>
          </p:cNvPr>
          <p:cNvPicPr>
            <a:picLocks noChangeAspect="1"/>
          </p:cNvPicPr>
          <p:nvPr/>
        </p:nvPicPr>
        <p:blipFill rotWithShape="1">
          <a:blip r:embed="rId3"/>
          <a:srcRect t="17500" r="2412" b="3750"/>
          <a:stretch/>
        </p:blipFill>
        <p:spPr>
          <a:xfrm>
            <a:off x="367668" y="670227"/>
            <a:ext cx="11456664" cy="5778197"/>
          </a:xfrm>
          <a:prstGeom prst="rect">
            <a:avLst/>
          </a:prstGeom>
          <a:ln>
            <a:solidFill>
              <a:schemeClr val="tx1"/>
            </a:solidFill>
          </a:ln>
        </p:spPr>
      </p:pic>
      <p:cxnSp>
        <p:nvCxnSpPr>
          <p:cNvPr id="4" name="Straight Arrow Connector 3">
            <a:extLst>
              <a:ext uri="{FF2B5EF4-FFF2-40B4-BE49-F238E27FC236}">
                <a16:creationId xmlns:a16="http://schemas.microsoft.com/office/drawing/2014/main" id="{77965A51-B329-EC4A-572E-8629D861AA3F}"/>
              </a:ext>
            </a:extLst>
          </p:cNvPr>
          <p:cNvCxnSpPr>
            <a:cxnSpLocks/>
          </p:cNvCxnSpPr>
          <p:nvPr/>
        </p:nvCxnSpPr>
        <p:spPr>
          <a:xfrm flipV="1">
            <a:off x="1518220" y="3429000"/>
            <a:ext cx="0" cy="125083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6651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0E86AD7-47AD-8F11-2586-171E95B2761F}"/>
              </a:ext>
            </a:extLst>
          </p:cNvPr>
          <p:cNvPicPr>
            <a:picLocks noChangeAspect="1"/>
          </p:cNvPicPr>
          <p:nvPr/>
        </p:nvPicPr>
        <p:blipFill>
          <a:blip r:embed="rId3"/>
          <a:stretch>
            <a:fillRect/>
          </a:stretch>
        </p:blipFill>
        <p:spPr>
          <a:xfrm>
            <a:off x="609600" y="0"/>
            <a:ext cx="10972800" cy="6858000"/>
          </a:xfrm>
          <a:prstGeom prst="rect">
            <a:avLst/>
          </a:prstGeom>
        </p:spPr>
      </p:pic>
      <p:sp>
        <p:nvSpPr>
          <p:cNvPr id="2" name="TextBox 1">
            <a:extLst>
              <a:ext uri="{FF2B5EF4-FFF2-40B4-BE49-F238E27FC236}">
                <a16:creationId xmlns:a16="http://schemas.microsoft.com/office/drawing/2014/main" id="{2A5B85D9-12A2-D188-CD36-4C8BADAAEFE9}"/>
              </a:ext>
            </a:extLst>
          </p:cNvPr>
          <p:cNvSpPr txBox="1"/>
          <p:nvPr/>
        </p:nvSpPr>
        <p:spPr>
          <a:xfrm>
            <a:off x="1119809" y="4353753"/>
            <a:ext cx="3842462" cy="923330"/>
          </a:xfrm>
          <a:prstGeom prst="rect">
            <a:avLst/>
          </a:prstGeom>
          <a:noFill/>
        </p:spPr>
        <p:txBody>
          <a:bodyPr wrap="none" rtlCol="0">
            <a:spAutoFit/>
          </a:bodyPr>
          <a:lstStyle/>
          <a:p>
            <a:pPr marL="285750" indent="-285750">
              <a:buFontTx/>
              <a:buChar char="-"/>
            </a:pPr>
            <a:r>
              <a:rPr lang="en-US" b="1">
                <a:solidFill>
                  <a:srgbClr val="FF0000"/>
                </a:solidFill>
              </a:rPr>
              <a:t>Reporting guidance documentation</a:t>
            </a:r>
          </a:p>
          <a:p>
            <a:pPr marL="285750" indent="-285750">
              <a:buFontTx/>
              <a:buChar char="-"/>
            </a:pPr>
            <a:r>
              <a:rPr lang="en-US" b="1">
                <a:solidFill>
                  <a:srgbClr val="FF0000"/>
                </a:solidFill>
              </a:rPr>
              <a:t>Import templates</a:t>
            </a:r>
          </a:p>
          <a:p>
            <a:pPr marL="285750" indent="-285750">
              <a:buFontTx/>
              <a:buChar char="-"/>
            </a:pPr>
            <a:r>
              <a:rPr lang="en-US" b="1">
                <a:solidFill>
                  <a:srgbClr val="FF0000"/>
                </a:solidFill>
              </a:rPr>
              <a:t>Useful weblinks</a:t>
            </a:r>
            <a:endParaRPr lang="en-DK" b="1">
              <a:solidFill>
                <a:srgbClr val="FF0000"/>
              </a:solidFill>
            </a:endParaRPr>
          </a:p>
        </p:txBody>
      </p:sp>
      <p:cxnSp>
        <p:nvCxnSpPr>
          <p:cNvPr id="4" name="Straight Arrow Connector 3">
            <a:extLst>
              <a:ext uri="{FF2B5EF4-FFF2-40B4-BE49-F238E27FC236}">
                <a16:creationId xmlns:a16="http://schemas.microsoft.com/office/drawing/2014/main" id="{174674C1-2CB5-668D-AA47-E289A1E1012B}"/>
              </a:ext>
            </a:extLst>
          </p:cNvPr>
          <p:cNvCxnSpPr>
            <a:cxnSpLocks/>
          </p:cNvCxnSpPr>
          <p:nvPr/>
        </p:nvCxnSpPr>
        <p:spPr>
          <a:xfrm flipV="1">
            <a:off x="10365703" y="4156618"/>
            <a:ext cx="0" cy="125083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C363BFF-748C-EEFF-50DC-438451C66805}"/>
              </a:ext>
            </a:extLst>
          </p:cNvPr>
          <p:cNvSpPr txBox="1"/>
          <p:nvPr/>
        </p:nvSpPr>
        <p:spPr>
          <a:xfrm>
            <a:off x="8741880" y="5422352"/>
            <a:ext cx="2286395" cy="369332"/>
          </a:xfrm>
          <a:prstGeom prst="rect">
            <a:avLst/>
          </a:prstGeom>
          <a:noFill/>
        </p:spPr>
        <p:txBody>
          <a:bodyPr wrap="none" rtlCol="0">
            <a:spAutoFit/>
          </a:bodyPr>
          <a:lstStyle/>
          <a:p>
            <a:r>
              <a:rPr lang="en-US" b="1">
                <a:solidFill>
                  <a:srgbClr val="FF0000"/>
                </a:solidFill>
              </a:rPr>
              <a:t>Download link(s) here</a:t>
            </a:r>
            <a:endParaRPr lang="en-DK" b="1">
              <a:solidFill>
                <a:srgbClr val="FF0000"/>
              </a:solidFill>
            </a:endParaRPr>
          </a:p>
        </p:txBody>
      </p:sp>
    </p:spTree>
    <p:extLst>
      <p:ext uri="{BB962C8B-B14F-4D97-AF65-F5344CB8AC3E}">
        <p14:creationId xmlns:p14="http://schemas.microsoft.com/office/powerpoint/2010/main" val="3604643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73B42EA-C98B-3DFC-4EA9-8651AC4368D3}"/>
              </a:ext>
            </a:extLst>
          </p:cNvPr>
          <p:cNvPicPr>
            <a:picLocks noChangeAspect="1"/>
          </p:cNvPicPr>
          <p:nvPr/>
        </p:nvPicPr>
        <p:blipFill rotWithShape="1">
          <a:blip r:embed="rId3"/>
          <a:srcRect t="17083" r="2604" b="5000"/>
          <a:stretch/>
        </p:blipFill>
        <p:spPr>
          <a:xfrm>
            <a:off x="112713" y="324292"/>
            <a:ext cx="11276289" cy="5638145"/>
          </a:xfrm>
          <a:prstGeom prst="rect">
            <a:avLst/>
          </a:prstGeom>
        </p:spPr>
      </p:pic>
      <p:cxnSp>
        <p:nvCxnSpPr>
          <p:cNvPr id="4" name="Straight Arrow Connector 3">
            <a:extLst>
              <a:ext uri="{FF2B5EF4-FFF2-40B4-BE49-F238E27FC236}">
                <a16:creationId xmlns:a16="http://schemas.microsoft.com/office/drawing/2014/main" id="{CAEDAA49-96D3-CFC6-2BD3-7AA686E4B0BE}"/>
              </a:ext>
            </a:extLst>
          </p:cNvPr>
          <p:cNvCxnSpPr/>
          <p:nvPr/>
        </p:nvCxnSpPr>
        <p:spPr>
          <a:xfrm flipH="1">
            <a:off x="607735" y="3119993"/>
            <a:ext cx="1509623"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3609705-149F-DC73-92B4-C500EA58B5EE}"/>
              </a:ext>
            </a:extLst>
          </p:cNvPr>
          <p:cNvSpPr txBox="1"/>
          <p:nvPr/>
        </p:nvSpPr>
        <p:spPr>
          <a:xfrm>
            <a:off x="1098273" y="3591694"/>
            <a:ext cx="4347216" cy="1754326"/>
          </a:xfrm>
          <a:prstGeom prst="rect">
            <a:avLst/>
          </a:prstGeom>
          <a:noFill/>
        </p:spPr>
        <p:txBody>
          <a:bodyPr wrap="none" rtlCol="0">
            <a:spAutoFit/>
          </a:bodyPr>
          <a:lstStyle/>
          <a:p>
            <a:r>
              <a:rPr lang="en-US" b="1" u="sng">
                <a:solidFill>
                  <a:srgbClr val="FF0000"/>
                </a:solidFill>
              </a:rPr>
              <a:t>Dataflow user list:</a:t>
            </a:r>
          </a:p>
          <a:p>
            <a:r>
              <a:rPr lang="en-US" b="1">
                <a:solidFill>
                  <a:srgbClr val="FF0000"/>
                </a:solidFill>
              </a:rPr>
              <a:t>View who is selected as reporters</a:t>
            </a:r>
          </a:p>
          <a:p>
            <a:endParaRPr lang="en-US" b="1">
              <a:solidFill>
                <a:srgbClr val="FF0000"/>
              </a:solidFill>
            </a:endParaRPr>
          </a:p>
          <a:p>
            <a:r>
              <a:rPr lang="en-US" b="1" u="sng">
                <a:solidFill>
                  <a:srgbClr val="FF0000"/>
                </a:solidFill>
              </a:rPr>
              <a:t>Manage reporters (as lead reporter):</a:t>
            </a:r>
          </a:p>
          <a:p>
            <a:r>
              <a:rPr lang="en-US" b="1">
                <a:solidFill>
                  <a:srgbClr val="FF0000"/>
                </a:solidFill>
              </a:rPr>
              <a:t>Add additional reporters to access dataflow</a:t>
            </a:r>
          </a:p>
          <a:p>
            <a:r>
              <a:rPr lang="en-US" i="1">
                <a:solidFill>
                  <a:srgbClr val="FF0000"/>
                </a:solidFill>
              </a:rPr>
              <a:t>Reporters cannot release to data collection</a:t>
            </a:r>
            <a:endParaRPr lang="en-DK" i="1">
              <a:solidFill>
                <a:srgbClr val="FF0000"/>
              </a:solidFill>
            </a:endParaRPr>
          </a:p>
        </p:txBody>
      </p:sp>
      <p:pic>
        <p:nvPicPr>
          <p:cNvPr id="6" name="Picture 5">
            <a:extLst>
              <a:ext uri="{FF2B5EF4-FFF2-40B4-BE49-F238E27FC236}">
                <a16:creationId xmlns:a16="http://schemas.microsoft.com/office/drawing/2014/main" id="{65F74603-A5E6-8CD5-F23F-C4DDEC47E811}"/>
              </a:ext>
            </a:extLst>
          </p:cNvPr>
          <p:cNvPicPr>
            <a:picLocks noChangeAspect="1"/>
          </p:cNvPicPr>
          <p:nvPr/>
        </p:nvPicPr>
        <p:blipFill>
          <a:blip r:embed="rId4"/>
          <a:stretch>
            <a:fillRect/>
          </a:stretch>
        </p:blipFill>
        <p:spPr>
          <a:xfrm>
            <a:off x="802998" y="3667480"/>
            <a:ext cx="295275" cy="285750"/>
          </a:xfrm>
          <a:prstGeom prst="rect">
            <a:avLst/>
          </a:prstGeom>
        </p:spPr>
      </p:pic>
      <p:pic>
        <p:nvPicPr>
          <p:cNvPr id="8" name="Picture 7">
            <a:extLst>
              <a:ext uri="{FF2B5EF4-FFF2-40B4-BE49-F238E27FC236}">
                <a16:creationId xmlns:a16="http://schemas.microsoft.com/office/drawing/2014/main" id="{4E6364A6-5C15-0D54-EE11-CF43CDF4EBF3}"/>
              </a:ext>
            </a:extLst>
          </p:cNvPr>
          <p:cNvPicPr>
            <a:picLocks noChangeAspect="1"/>
          </p:cNvPicPr>
          <p:nvPr/>
        </p:nvPicPr>
        <p:blipFill>
          <a:blip r:embed="rId5"/>
          <a:stretch>
            <a:fillRect/>
          </a:stretch>
        </p:blipFill>
        <p:spPr>
          <a:xfrm>
            <a:off x="802998" y="4468857"/>
            <a:ext cx="323850" cy="276225"/>
          </a:xfrm>
          <a:prstGeom prst="rect">
            <a:avLst/>
          </a:prstGeom>
        </p:spPr>
      </p:pic>
    </p:spTree>
    <p:extLst>
      <p:ext uri="{BB962C8B-B14F-4D97-AF65-F5344CB8AC3E}">
        <p14:creationId xmlns:p14="http://schemas.microsoft.com/office/powerpoint/2010/main" val="1274676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10F7C-B1D8-8476-65AA-75A2566EC0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F8599D-0FFE-EC3B-6B75-AB3F69EE1553}"/>
              </a:ext>
            </a:extLst>
          </p:cNvPr>
          <p:cNvSpPr txBox="1"/>
          <p:nvPr/>
        </p:nvSpPr>
        <p:spPr>
          <a:xfrm>
            <a:off x="4940049" y="3429000"/>
            <a:ext cx="2311915" cy="738664"/>
          </a:xfrm>
          <a:prstGeom prst="rect">
            <a:avLst/>
          </a:prstGeom>
          <a:noFill/>
        </p:spPr>
        <p:txBody>
          <a:bodyPr wrap="none" rtlCol="0">
            <a:spAutoFit/>
          </a:bodyPr>
          <a:lstStyle/>
          <a:p>
            <a:pPr algn="ctr"/>
            <a:r>
              <a:rPr lang="en-GB" sz="2400" b="1">
                <a:solidFill>
                  <a:schemeClr val="bg1"/>
                </a:solidFill>
              </a:rPr>
              <a:t>Reportnet 3</a:t>
            </a:r>
            <a:endParaRPr lang="en-GB" b="1">
              <a:solidFill>
                <a:schemeClr val="bg1"/>
              </a:solidFill>
            </a:endParaRPr>
          </a:p>
          <a:p>
            <a:pPr algn="ctr"/>
            <a:r>
              <a:rPr lang="en-GB" b="1" i="1">
                <a:solidFill>
                  <a:schemeClr val="bg1"/>
                </a:solidFill>
              </a:rPr>
              <a:t>Data input - overview</a:t>
            </a:r>
          </a:p>
        </p:txBody>
      </p:sp>
      <p:pic>
        <p:nvPicPr>
          <p:cNvPr id="4" name="Graphic 3" descr="Map with pin with solid fill">
            <a:extLst>
              <a:ext uri="{FF2B5EF4-FFF2-40B4-BE49-F238E27FC236}">
                <a16:creationId xmlns:a16="http://schemas.microsoft.com/office/drawing/2014/main" id="{A24DE578-637A-3CFF-D978-8084F297FC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54849" y="1729578"/>
            <a:ext cx="1882302" cy="1882302"/>
          </a:xfrm>
          <a:prstGeom prst="rect">
            <a:avLst/>
          </a:prstGeom>
        </p:spPr>
      </p:pic>
    </p:spTree>
    <p:extLst>
      <p:ext uri="{BB962C8B-B14F-4D97-AF65-F5344CB8AC3E}">
        <p14:creationId xmlns:p14="http://schemas.microsoft.com/office/powerpoint/2010/main" val="15181790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41165-BDCA-835D-C9BD-A0F54D4DA1B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288D74C-9C59-9F2A-9FF6-F5FDEE6FABB4}"/>
              </a:ext>
            </a:extLst>
          </p:cNvPr>
          <p:cNvPicPr>
            <a:picLocks noChangeAspect="1"/>
          </p:cNvPicPr>
          <p:nvPr/>
        </p:nvPicPr>
        <p:blipFill rotWithShape="1">
          <a:blip r:embed="rId3"/>
          <a:srcRect l="22397" t="18447" r="26952" b="28584"/>
          <a:stretch/>
        </p:blipFill>
        <p:spPr>
          <a:xfrm>
            <a:off x="1528175" y="425147"/>
            <a:ext cx="8805797" cy="5179883"/>
          </a:xfrm>
          <a:prstGeom prst="rect">
            <a:avLst/>
          </a:prstGeom>
        </p:spPr>
      </p:pic>
      <p:sp>
        <p:nvSpPr>
          <p:cNvPr id="2" name="TextBox 1">
            <a:extLst>
              <a:ext uri="{FF2B5EF4-FFF2-40B4-BE49-F238E27FC236}">
                <a16:creationId xmlns:a16="http://schemas.microsoft.com/office/drawing/2014/main" id="{8E59AD29-98AF-475E-6A52-18D030BA0736}"/>
              </a:ext>
            </a:extLst>
          </p:cNvPr>
          <p:cNvSpPr txBox="1"/>
          <p:nvPr/>
        </p:nvSpPr>
        <p:spPr>
          <a:xfrm>
            <a:off x="7277100" y="2057400"/>
            <a:ext cx="1943100" cy="3200400"/>
          </a:xfrm>
          <a:prstGeom prst="rect">
            <a:avLst/>
          </a:prstGeom>
          <a:noFill/>
          <a:ln w="76200">
            <a:solidFill>
              <a:srgbClr val="FFC000"/>
            </a:solidFill>
          </a:ln>
        </p:spPr>
        <p:txBody>
          <a:bodyPr wrap="square" rtlCol="0">
            <a:spAutoFit/>
          </a:bodyPr>
          <a:lstStyle/>
          <a:p>
            <a:endParaRPr lang="en-DK" dirty="0"/>
          </a:p>
        </p:txBody>
      </p:sp>
    </p:spTree>
    <p:extLst>
      <p:ext uri="{BB962C8B-B14F-4D97-AF65-F5344CB8AC3E}">
        <p14:creationId xmlns:p14="http://schemas.microsoft.com/office/powerpoint/2010/main" val="7013399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A247FF-9E0D-E410-913D-E175540261E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3A373CF-8E02-0C8A-060A-286769281DCD}"/>
              </a:ext>
            </a:extLst>
          </p:cNvPr>
          <p:cNvPicPr>
            <a:picLocks noChangeAspect="1"/>
          </p:cNvPicPr>
          <p:nvPr/>
        </p:nvPicPr>
        <p:blipFill rotWithShape="1">
          <a:blip r:embed="rId3"/>
          <a:srcRect t="26091" r="4325" b="42486"/>
          <a:stretch/>
        </p:blipFill>
        <p:spPr>
          <a:xfrm>
            <a:off x="63348" y="954727"/>
            <a:ext cx="11755120" cy="2413000"/>
          </a:xfrm>
          <a:prstGeom prst="rect">
            <a:avLst/>
          </a:prstGeom>
        </p:spPr>
      </p:pic>
      <p:sp>
        <p:nvSpPr>
          <p:cNvPr id="10" name="Text Placeholder 1">
            <a:extLst>
              <a:ext uri="{FF2B5EF4-FFF2-40B4-BE49-F238E27FC236}">
                <a16:creationId xmlns:a16="http://schemas.microsoft.com/office/drawing/2014/main" id="{B3B11CC0-4A13-2A2F-4DF1-04E212E5C62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a:ln>
                  <a:noFill/>
                </a:ln>
                <a:solidFill>
                  <a:srgbClr val="002060"/>
                </a:solidFill>
                <a:effectLst/>
                <a:uLnTx/>
                <a:uFillTx/>
                <a:latin typeface="Calibri" panose="020F0502020204030204"/>
                <a:ea typeface="+mn-ea"/>
                <a:cs typeface="+mn-cs"/>
              </a:rPr>
              <a:t>Overview of dataflow page</a:t>
            </a:r>
            <a:endParaRPr kumimoji="0" lang="en-DK" sz="3200" b="1" i="0" u="none" strike="noStrike" kern="1200" cap="none" spc="0" normalizeH="0" baseline="0" noProof="0">
              <a:ln>
                <a:noFill/>
              </a:ln>
              <a:solidFill>
                <a:srgbClr val="002060"/>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7DCF72F6-C599-6BB9-53DB-77ED267354A1}"/>
              </a:ext>
            </a:extLst>
          </p:cNvPr>
          <p:cNvSpPr/>
          <p:nvPr/>
        </p:nvSpPr>
        <p:spPr>
          <a:xfrm>
            <a:off x="773723" y="1737364"/>
            <a:ext cx="982219" cy="155975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78DC442-8C64-F8F3-A718-D38B6E58E611}"/>
              </a:ext>
            </a:extLst>
          </p:cNvPr>
          <p:cNvSpPr/>
          <p:nvPr/>
        </p:nvSpPr>
        <p:spPr>
          <a:xfrm>
            <a:off x="3720948" y="1737364"/>
            <a:ext cx="982219" cy="155975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E23A0AAA-D682-3C42-724E-6E57C82BCDF2}"/>
              </a:ext>
            </a:extLst>
          </p:cNvPr>
          <p:cNvSpPr txBox="1"/>
          <p:nvPr/>
        </p:nvSpPr>
        <p:spPr>
          <a:xfrm>
            <a:off x="683328" y="3297115"/>
            <a:ext cx="415710"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000">
                <a:solidFill>
                  <a:schemeClr val="accent1"/>
                </a:solidFill>
              </a:rPr>
              <a:t>2.</a:t>
            </a:r>
            <a:endParaRPr lang="en-GB" sz="1600" b="0">
              <a:solidFill>
                <a:schemeClr val="accent1"/>
              </a:solidFill>
            </a:endParaRPr>
          </a:p>
        </p:txBody>
      </p:sp>
      <p:sp>
        <p:nvSpPr>
          <p:cNvPr id="14" name="TextBox 13">
            <a:extLst>
              <a:ext uri="{FF2B5EF4-FFF2-40B4-BE49-F238E27FC236}">
                <a16:creationId xmlns:a16="http://schemas.microsoft.com/office/drawing/2014/main" id="{9018939E-25A6-B649-0CD6-1B7D99197BAD}"/>
              </a:ext>
            </a:extLst>
          </p:cNvPr>
          <p:cNvSpPr txBox="1"/>
          <p:nvPr/>
        </p:nvSpPr>
        <p:spPr>
          <a:xfrm>
            <a:off x="1719018" y="3297114"/>
            <a:ext cx="415710"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000">
                <a:solidFill>
                  <a:srgbClr val="FF0000"/>
                </a:solidFill>
              </a:rPr>
              <a:t>3.</a:t>
            </a:r>
            <a:endParaRPr lang="en-GB" sz="1600" b="0">
              <a:solidFill>
                <a:srgbClr val="FF0000"/>
              </a:solidFill>
            </a:endParaRPr>
          </a:p>
        </p:txBody>
      </p:sp>
      <p:sp>
        <p:nvSpPr>
          <p:cNvPr id="15" name="TextBox 14">
            <a:extLst>
              <a:ext uri="{FF2B5EF4-FFF2-40B4-BE49-F238E27FC236}">
                <a16:creationId xmlns:a16="http://schemas.microsoft.com/office/drawing/2014/main" id="{B386BFEC-862B-5B8D-049D-DCB538B996ED}"/>
              </a:ext>
            </a:extLst>
          </p:cNvPr>
          <p:cNvSpPr txBox="1"/>
          <p:nvPr/>
        </p:nvSpPr>
        <p:spPr>
          <a:xfrm>
            <a:off x="3668883" y="3297113"/>
            <a:ext cx="415710"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000">
                <a:solidFill>
                  <a:schemeClr val="accent1"/>
                </a:solidFill>
              </a:rPr>
              <a:t>4.</a:t>
            </a:r>
            <a:endParaRPr lang="en-GB" sz="1600" b="0">
              <a:solidFill>
                <a:schemeClr val="accent1"/>
              </a:solidFill>
            </a:endParaRPr>
          </a:p>
        </p:txBody>
      </p:sp>
      <p:sp>
        <p:nvSpPr>
          <p:cNvPr id="8" name="Rectangle 7">
            <a:extLst>
              <a:ext uri="{FF2B5EF4-FFF2-40B4-BE49-F238E27FC236}">
                <a16:creationId xmlns:a16="http://schemas.microsoft.com/office/drawing/2014/main" id="{2592EB99-FA7B-DC0D-0634-B727B8283C57}"/>
              </a:ext>
            </a:extLst>
          </p:cNvPr>
          <p:cNvSpPr/>
          <p:nvPr/>
        </p:nvSpPr>
        <p:spPr>
          <a:xfrm>
            <a:off x="1755941" y="1737364"/>
            <a:ext cx="1965007" cy="155975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7" name="Graphic 16" descr="Document with solid fill">
            <a:extLst>
              <a:ext uri="{FF2B5EF4-FFF2-40B4-BE49-F238E27FC236}">
                <a16:creationId xmlns:a16="http://schemas.microsoft.com/office/drawing/2014/main" id="{51F4BF1F-57A3-026B-8DED-2FCE2113CFE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01051" y="3903783"/>
            <a:ext cx="914400" cy="914400"/>
          </a:xfrm>
          <a:prstGeom prst="rect">
            <a:avLst/>
          </a:prstGeom>
        </p:spPr>
      </p:pic>
      <p:pic>
        <p:nvPicPr>
          <p:cNvPr id="19" name="Graphic 18" descr="Cloud Computing with solid fill">
            <a:extLst>
              <a:ext uri="{FF2B5EF4-FFF2-40B4-BE49-F238E27FC236}">
                <a16:creationId xmlns:a16="http://schemas.microsoft.com/office/drawing/2014/main" id="{725D78EF-78FD-8EA6-BA13-9DE194162A3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80806" y="3903783"/>
            <a:ext cx="914400" cy="914400"/>
          </a:xfrm>
          <a:prstGeom prst="rect">
            <a:avLst/>
          </a:prstGeom>
        </p:spPr>
      </p:pic>
      <p:pic>
        <p:nvPicPr>
          <p:cNvPr id="21" name="Graphic 20" descr="Questions with solid fill">
            <a:extLst>
              <a:ext uri="{FF2B5EF4-FFF2-40B4-BE49-F238E27FC236}">
                <a16:creationId xmlns:a16="http://schemas.microsoft.com/office/drawing/2014/main" id="{8D7A3C71-81B3-6497-4E4E-E2289B05C9C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21296" y="3903783"/>
            <a:ext cx="914400" cy="914400"/>
          </a:xfrm>
          <a:prstGeom prst="rect">
            <a:avLst/>
          </a:prstGeom>
        </p:spPr>
      </p:pic>
      <p:sp>
        <p:nvSpPr>
          <p:cNvPr id="22" name="TextBox 21">
            <a:extLst>
              <a:ext uri="{FF2B5EF4-FFF2-40B4-BE49-F238E27FC236}">
                <a16:creationId xmlns:a16="http://schemas.microsoft.com/office/drawing/2014/main" id="{E4C46934-8B82-D58D-ECE4-39FAE4FD82B2}"/>
              </a:ext>
            </a:extLst>
          </p:cNvPr>
          <p:cNvSpPr txBox="1"/>
          <p:nvPr/>
        </p:nvSpPr>
        <p:spPr>
          <a:xfrm>
            <a:off x="3247418" y="4856862"/>
            <a:ext cx="2062156"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solidFill>
                  <a:schemeClr val="accent1"/>
                </a:solidFill>
              </a:rPr>
              <a:t>2. Dataflow help</a:t>
            </a:r>
          </a:p>
          <a:p>
            <a:pPr marL="0" indent="0" algn="ctr">
              <a:buNone/>
            </a:pPr>
            <a:r>
              <a:rPr lang="en-GB" sz="1600" b="0"/>
              <a:t>Documentation</a:t>
            </a:r>
          </a:p>
          <a:p>
            <a:pPr marL="0" indent="0" algn="ctr">
              <a:buNone/>
            </a:pPr>
            <a:r>
              <a:rPr lang="en-GB" sz="1600" b="0"/>
              <a:t>Guidance</a:t>
            </a:r>
          </a:p>
          <a:p>
            <a:pPr marL="0" indent="0" algn="ctr">
              <a:buNone/>
            </a:pPr>
            <a:r>
              <a:rPr lang="en-GB" sz="1600" b="0"/>
              <a:t>Legislation</a:t>
            </a:r>
          </a:p>
        </p:txBody>
      </p:sp>
      <p:sp>
        <p:nvSpPr>
          <p:cNvPr id="23" name="TextBox 22">
            <a:extLst>
              <a:ext uri="{FF2B5EF4-FFF2-40B4-BE49-F238E27FC236}">
                <a16:creationId xmlns:a16="http://schemas.microsoft.com/office/drawing/2014/main" id="{1E241484-FA3F-68D1-04F2-0ED42615495E}"/>
              </a:ext>
            </a:extLst>
          </p:cNvPr>
          <p:cNvSpPr txBox="1"/>
          <p:nvPr/>
        </p:nvSpPr>
        <p:spPr>
          <a:xfrm>
            <a:off x="5980831" y="4856862"/>
            <a:ext cx="2554839"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solidFill>
                  <a:srgbClr val="FF0000"/>
                </a:solidFill>
              </a:rPr>
              <a:t>3. Reporting schema</a:t>
            </a:r>
          </a:p>
          <a:p>
            <a:pPr marL="0" indent="0" algn="ctr">
              <a:buNone/>
            </a:pPr>
            <a:r>
              <a:rPr lang="en-GB" sz="1600" b="0"/>
              <a:t>Where to report data</a:t>
            </a:r>
          </a:p>
          <a:p>
            <a:pPr marL="0" indent="0" algn="ctr">
              <a:buNone/>
            </a:pPr>
            <a:r>
              <a:rPr lang="en-GB" sz="1600" b="0"/>
              <a:t>Focus on data reporting</a:t>
            </a:r>
          </a:p>
          <a:p>
            <a:pPr marL="0" indent="0" algn="ctr">
              <a:buNone/>
            </a:pPr>
            <a:r>
              <a:rPr lang="en-GB" sz="1600" b="0"/>
              <a:t>Attachments to supplement reporting</a:t>
            </a:r>
          </a:p>
        </p:txBody>
      </p:sp>
      <p:sp>
        <p:nvSpPr>
          <p:cNvPr id="24" name="TextBox 23">
            <a:extLst>
              <a:ext uri="{FF2B5EF4-FFF2-40B4-BE49-F238E27FC236}">
                <a16:creationId xmlns:a16="http://schemas.microsoft.com/office/drawing/2014/main" id="{D6EBD1DA-07C4-AEA8-92E2-49C6E40A00A6}"/>
              </a:ext>
            </a:extLst>
          </p:cNvPr>
          <p:cNvSpPr txBox="1"/>
          <p:nvPr/>
        </p:nvSpPr>
        <p:spPr>
          <a:xfrm>
            <a:off x="8960586" y="4856862"/>
            <a:ext cx="2554839"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solidFill>
                  <a:schemeClr val="accent1"/>
                </a:solidFill>
              </a:rPr>
              <a:t>4. Release data</a:t>
            </a:r>
          </a:p>
          <a:p>
            <a:pPr marL="0" indent="0" algn="ctr">
              <a:buNone/>
            </a:pPr>
            <a:r>
              <a:rPr lang="en-GB" sz="1600" b="0"/>
              <a:t>The button to officially submit data</a:t>
            </a:r>
          </a:p>
        </p:txBody>
      </p:sp>
      <p:sp>
        <p:nvSpPr>
          <p:cNvPr id="25" name="Rectangle 24">
            <a:extLst>
              <a:ext uri="{FF2B5EF4-FFF2-40B4-BE49-F238E27FC236}">
                <a16:creationId xmlns:a16="http://schemas.microsoft.com/office/drawing/2014/main" id="{417C31AE-8E33-3123-8FCA-265C9E56EB53}"/>
              </a:ext>
            </a:extLst>
          </p:cNvPr>
          <p:cNvSpPr/>
          <p:nvPr/>
        </p:nvSpPr>
        <p:spPr>
          <a:xfrm>
            <a:off x="63347" y="1154920"/>
            <a:ext cx="346731" cy="221280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K"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8FA7B811-6D66-FA8A-4C2D-4BE5CEF8A30A}"/>
              </a:ext>
            </a:extLst>
          </p:cNvPr>
          <p:cNvSpPr txBox="1"/>
          <p:nvPr/>
        </p:nvSpPr>
        <p:spPr>
          <a:xfrm>
            <a:off x="0" y="3367727"/>
            <a:ext cx="415710"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000">
                <a:solidFill>
                  <a:srgbClr val="FF0000"/>
                </a:solidFill>
              </a:rPr>
              <a:t>1.</a:t>
            </a:r>
            <a:endParaRPr lang="en-GB" sz="1600" b="0">
              <a:solidFill>
                <a:srgbClr val="FF0000"/>
              </a:solidFill>
            </a:endParaRPr>
          </a:p>
        </p:txBody>
      </p:sp>
      <p:pic>
        <p:nvPicPr>
          <p:cNvPr id="28" name="Graphic 27" descr="Bell with solid fill">
            <a:extLst>
              <a:ext uri="{FF2B5EF4-FFF2-40B4-BE49-F238E27FC236}">
                <a16:creationId xmlns:a16="http://schemas.microsoft.com/office/drawing/2014/main" id="{2D869D3E-B2C6-0084-31E4-610AA669A85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41541" y="3903783"/>
            <a:ext cx="914400" cy="914400"/>
          </a:xfrm>
          <a:prstGeom prst="rect">
            <a:avLst/>
          </a:prstGeom>
        </p:spPr>
      </p:pic>
      <p:sp>
        <p:nvSpPr>
          <p:cNvPr id="29" name="TextBox 28">
            <a:extLst>
              <a:ext uri="{FF2B5EF4-FFF2-40B4-BE49-F238E27FC236}">
                <a16:creationId xmlns:a16="http://schemas.microsoft.com/office/drawing/2014/main" id="{E0CEEB29-9312-9EC4-38EF-96ED91A222E4}"/>
              </a:ext>
            </a:extLst>
          </p:cNvPr>
          <p:cNvSpPr txBox="1"/>
          <p:nvPr/>
        </p:nvSpPr>
        <p:spPr>
          <a:xfrm>
            <a:off x="267663" y="4856862"/>
            <a:ext cx="2062156"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solidFill>
                  <a:srgbClr val="FF0000"/>
                </a:solidFill>
              </a:rPr>
              <a:t>1. Navigation bar</a:t>
            </a:r>
          </a:p>
          <a:p>
            <a:pPr marL="0" indent="0" algn="ctr">
              <a:buNone/>
            </a:pPr>
            <a:r>
              <a:rPr lang="en-GB" sz="1600" b="0"/>
              <a:t>Reporter management</a:t>
            </a:r>
          </a:p>
          <a:p>
            <a:pPr marL="0" indent="0" algn="ctr">
              <a:buNone/>
            </a:pPr>
            <a:r>
              <a:rPr lang="en-GB" sz="1600" b="0" u="sng"/>
              <a:t>Notifications</a:t>
            </a:r>
            <a:r>
              <a:rPr lang="en-GB" sz="1600" b="0"/>
              <a:t>!</a:t>
            </a:r>
          </a:p>
          <a:p>
            <a:pPr marL="0" indent="0" algn="ctr">
              <a:buNone/>
            </a:pPr>
            <a:endParaRPr lang="en-GB" sz="1600" b="0"/>
          </a:p>
        </p:txBody>
      </p:sp>
    </p:spTree>
    <p:extLst>
      <p:ext uri="{BB962C8B-B14F-4D97-AF65-F5344CB8AC3E}">
        <p14:creationId xmlns:p14="http://schemas.microsoft.com/office/powerpoint/2010/main" val="3397603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p:bldP spid="14" grpId="0"/>
      <p:bldP spid="15" grpId="0"/>
      <p:bldP spid="8" grpId="0" animBg="1"/>
      <p:bldP spid="22" grpId="0"/>
      <p:bldP spid="23" grpId="0"/>
      <p:bldP spid="24" grpId="0"/>
      <p:bldP spid="25" grpId="0" animBg="1"/>
      <p:bldP spid="26" grpId="0"/>
      <p:bldP spid="29" grpId="0"/>
    </p:bld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A247FF-9E0D-E410-913D-E175540261E7}"/>
            </a:ext>
          </a:extLst>
        </p:cNvPr>
        <p:cNvGrpSpPr/>
        <p:nvPr/>
      </p:nvGrpSpPr>
      <p:grpSpPr>
        <a:xfrm>
          <a:off x="0" y="0"/>
          <a:ext cx="0" cy="0"/>
          <a:chOff x="0" y="0"/>
          <a:chExt cx="0" cy="0"/>
        </a:xfrm>
      </p:grpSpPr>
      <p:cxnSp>
        <p:nvCxnSpPr>
          <p:cNvPr id="15" name="Connector: Elbow 14">
            <a:extLst>
              <a:ext uri="{FF2B5EF4-FFF2-40B4-BE49-F238E27FC236}">
                <a16:creationId xmlns:a16="http://schemas.microsoft.com/office/drawing/2014/main" id="{A0B9DB39-F93A-7054-F0DA-7B223314109D}"/>
              </a:ext>
            </a:extLst>
          </p:cNvPr>
          <p:cNvCxnSpPr>
            <a:cxnSpLocks/>
            <a:endCxn id="9" idx="2"/>
          </p:cNvCxnSpPr>
          <p:nvPr/>
        </p:nvCxnSpPr>
        <p:spPr>
          <a:xfrm rot="5400000" flipH="1" flipV="1">
            <a:off x="7280030" y="2203268"/>
            <a:ext cx="289364" cy="173698"/>
          </a:xfrm>
          <a:prstGeom prst="bentConnector3">
            <a:avLst>
              <a:gd name="adj1" fmla="val -1655"/>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E726798-B418-5EEA-73D9-61C8EC9D6CFF}"/>
              </a:ext>
            </a:extLst>
          </p:cNvPr>
          <p:cNvSpPr txBox="1"/>
          <p:nvPr/>
        </p:nvSpPr>
        <p:spPr>
          <a:xfrm>
            <a:off x="500863" y="1114531"/>
            <a:ext cx="8188717" cy="369332"/>
          </a:xfrm>
          <a:prstGeom prst="rect">
            <a:avLst/>
          </a:prstGeom>
          <a:noFill/>
        </p:spPr>
        <p:txBody>
          <a:bodyPr wrap="none" rtlCol="0">
            <a:spAutoFit/>
          </a:bodyPr>
          <a:lstStyle/>
          <a:p>
            <a:r>
              <a:rPr lang="en-GB" b="1"/>
              <a:t>Prefilling / Post-filling is data that is not reported within </a:t>
            </a:r>
            <a:r>
              <a:rPr lang="en-GB" b="1" u="sng"/>
              <a:t>this</a:t>
            </a:r>
            <a:r>
              <a:rPr lang="en-GB" b="1"/>
              <a:t> dataflow in Reportnet.</a:t>
            </a:r>
          </a:p>
        </p:txBody>
      </p:sp>
      <p:sp>
        <p:nvSpPr>
          <p:cNvPr id="10" name="Text Placeholder 1">
            <a:extLst>
              <a:ext uri="{FF2B5EF4-FFF2-40B4-BE49-F238E27FC236}">
                <a16:creationId xmlns:a16="http://schemas.microsoft.com/office/drawing/2014/main" id="{A5BFC458-16C9-80FB-508A-DA521972A27F}"/>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a:t>Where can I access “prefilled” data?</a:t>
            </a:r>
          </a:p>
        </p:txBody>
      </p:sp>
      <p:pic>
        <p:nvPicPr>
          <p:cNvPr id="5" name="Graphic 4" descr="Clipboard Checked with solid fill">
            <a:extLst>
              <a:ext uri="{FF2B5EF4-FFF2-40B4-BE49-F238E27FC236}">
                <a16:creationId xmlns:a16="http://schemas.microsoft.com/office/drawing/2014/main" id="{6835E530-7B8E-D7BB-828C-118530163B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97161" y="1959331"/>
            <a:ext cx="914400" cy="914400"/>
          </a:xfrm>
          <a:prstGeom prst="rect">
            <a:avLst/>
          </a:prstGeom>
        </p:spPr>
      </p:pic>
      <p:pic>
        <p:nvPicPr>
          <p:cNvPr id="8" name="Graphic 7" descr="Inbox Check with solid fill">
            <a:extLst>
              <a:ext uri="{FF2B5EF4-FFF2-40B4-BE49-F238E27FC236}">
                <a16:creationId xmlns:a16="http://schemas.microsoft.com/office/drawing/2014/main" id="{468EC10E-AACD-978F-349D-AA71AF163AB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05653" y="1959331"/>
            <a:ext cx="914400" cy="914400"/>
          </a:xfrm>
          <a:prstGeom prst="rect">
            <a:avLst/>
          </a:prstGeom>
        </p:spPr>
      </p:pic>
      <p:pic>
        <p:nvPicPr>
          <p:cNvPr id="9" name="Graphic 8" descr="Clipboard Checked with solid fill">
            <a:extLst>
              <a:ext uri="{FF2B5EF4-FFF2-40B4-BE49-F238E27FC236}">
                <a16:creationId xmlns:a16="http://schemas.microsoft.com/office/drawing/2014/main" id="{F5F8914E-D265-9D7C-3E26-3A72092A62D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25457" y="1773227"/>
            <a:ext cx="372208" cy="372208"/>
          </a:xfrm>
          <a:prstGeom prst="rect">
            <a:avLst/>
          </a:prstGeom>
        </p:spPr>
      </p:pic>
      <p:pic>
        <p:nvPicPr>
          <p:cNvPr id="11" name="Graphic 10" descr="Clipboard Checked with solid fill">
            <a:extLst>
              <a:ext uri="{FF2B5EF4-FFF2-40B4-BE49-F238E27FC236}">
                <a16:creationId xmlns:a16="http://schemas.microsoft.com/office/drawing/2014/main" id="{83B0086D-EDC0-8921-B391-C4C6F498E7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15611" y="1959331"/>
            <a:ext cx="914400" cy="914400"/>
          </a:xfrm>
          <a:prstGeom prst="rect">
            <a:avLst/>
          </a:prstGeom>
        </p:spPr>
      </p:pic>
      <p:pic>
        <p:nvPicPr>
          <p:cNvPr id="13" name="Graphic 12" descr="Abacus with solid fill">
            <a:extLst>
              <a:ext uri="{FF2B5EF4-FFF2-40B4-BE49-F238E27FC236}">
                <a16:creationId xmlns:a16="http://schemas.microsoft.com/office/drawing/2014/main" id="{1EC9F4A3-3944-54BE-C2BF-1F0B9B9308B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88669" y="1959331"/>
            <a:ext cx="914400" cy="914400"/>
          </a:xfrm>
          <a:prstGeom prst="rect">
            <a:avLst/>
          </a:prstGeom>
        </p:spPr>
      </p:pic>
      <p:sp>
        <p:nvSpPr>
          <p:cNvPr id="18" name="TextBox 17">
            <a:extLst>
              <a:ext uri="{FF2B5EF4-FFF2-40B4-BE49-F238E27FC236}">
                <a16:creationId xmlns:a16="http://schemas.microsoft.com/office/drawing/2014/main" id="{78710E5A-8222-EB0F-6DA9-3B27ACDAD240}"/>
              </a:ext>
            </a:extLst>
          </p:cNvPr>
          <p:cNvSpPr txBox="1"/>
          <p:nvPr/>
        </p:nvSpPr>
        <p:spPr>
          <a:xfrm>
            <a:off x="1241733" y="2972192"/>
            <a:ext cx="2062156"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dirty="0">
                <a:solidFill>
                  <a:schemeClr val="accent1"/>
                </a:solidFill>
              </a:rPr>
              <a:t>Reported data</a:t>
            </a:r>
          </a:p>
          <a:p>
            <a:pPr marL="0" indent="0" algn="ctr">
              <a:buNone/>
            </a:pPr>
            <a:r>
              <a:rPr lang="en-GB" sz="1600" b="0" dirty="0"/>
              <a:t>To be filled in by CPs in Reportnet 3</a:t>
            </a:r>
          </a:p>
          <a:p>
            <a:pPr marL="0" indent="0" algn="ctr">
              <a:buNone/>
            </a:pPr>
            <a:endParaRPr lang="en-GB" sz="1600" b="0" dirty="0"/>
          </a:p>
        </p:txBody>
      </p:sp>
      <p:sp>
        <p:nvSpPr>
          <p:cNvPr id="19" name="TextBox 18">
            <a:extLst>
              <a:ext uri="{FF2B5EF4-FFF2-40B4-BE49-F238E27FC236}">
                <a16:creationId xmlns:a16="http://schemas.microsoft.com/office/drawing/2014/main" id="{BFB087A4-AC44-A43E-5E29-D10C17EB466B}"/>
              </a:ext>
            </a:extLst>
          </p:cNvPr>
          <p:cNvSpPr txBox="1"/>
          <p:nvPr/>
        </p:nvSpPr>
        <p:spPr>
          <a:xfrm>
            <a:off x="3631775" y="2972192"/>
            <a:ext cx="2062156"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dirty="0">
                <a:solidFill>
                  <a:schemeClr val="accent4"/>
                </a:solidFill>
              </a:rPr>
              <a:t>Prefilled data</a:t>
            </a:r>
          </a:p>
          <a:p>
            <a:pPr marL="0" indent="0" algn="ctr">
              <a:buNone/>
            </a:pPr>
            <a:r>
              <a:rPr lang="en-GB" sz="1600" b="0" dirty="0"/>
              <a:t>Information provided by CPs prior to 15 March in other means (i.e. Eurostat)</a:t>
            </a:r>
          </a:p>
          <a:p>
            <a:pPr marL="0" indent="0" algn="ctr">
              <a:buNone/>
            </a:pPr>
            <a:endParaRPr lang="en-GB" sz="1600" b="0" dirty="0"/>
          </a:p>
        </p:txBody>
      </p:sp>
      <p:sp>
        <p:nvSpPr>
          <p:cNvPr id="20" name="TextBox 19">
            <a:extLst>
              <a:ext uri="{FF2B5EF4-FFF2-40B4-BE49-F238E27FC236}">
                <a16:creationId xmlns:a16="http://schemas.microsoft.com/office/drawing/2014/main" id="{87D7DB0F-F6FD-29F8-E82E-00AA343D7F09}"/>
              </a:ext>
            </a:extLst>
          </p:cNvPr>
          <p:cNvSpPr txBox="1"/>
          <p:nvPr/>
        </p:nvSpPr>
        <p:spPr>
          <a:xfrm>
            <a:off x="6023283" y="2972191"/>
            <a:ext cx="2062156"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dirty="0">
                <a:solidFill>
                  <a:schemeClr val="accent5"/>
                </a:solidFill>
              </a:rPr>
              <a:t>Post-filled</a:t>
            </a:r>
          </a:p>
          <a:p>
            <a:pPr marL="0" indent="0" algn="ctr">
              <a:buNone/>
            </a:pPr>
            <a:r>
              <a:rPr lang="en-GB" sz="1600" b="0" dirty="0"/>
              <a:t>Information being provided by CPs simultaneously to 15 March in other dataflow(s) (i.e. Eurostat)</a:t>
            </a:r>
          </a:p>
          <a:p>
            <a:pPr marL="0" indent="0" algn="ctr">
              <a:buNone/>
            </a:pPr>
            <a:endParaRPr lang="en-GB" sz="1600" b="0" dirty="0"/>
          </a:p>
        </p:txBody>
      </p:sp>
      <p:sp>
        <p:nvSpPr>
          <p:cNvPr id="21" name="TextBox 20">
            <a:extLst>
              <a:ext uri="{FF2B5EF4-FFF2-40B4-BE49-F238E27FC236}">
                <a16:creationId xmlns:a16="http://schemas.microsoft.com/office/drawing/2014/main" id="{D424FF71-73E5-62E1-0D6D-A7806421782C}"/>
              </a:ext>
            </a:extLst>
          </p:cNvPr>
          <p:cNvSpPr txBox="1"/>
          <p:nvPr/>
        </p:nvSpPr>
        <p:spPr>
          <a:xfrm>
            <a:off x="8413325" y="2972190"/>
            <a:ext cx="2062156"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solidFill>
                  <a:schemeClr val="accent2"/>
                </a:solidFill>
              </a:rPr>
              <a:t>Calculations</a:t>
            </a:r>
          </a:p>
          <a:p>
            <a:pPr marL="0" indent="0" algn="ctr">
              <a:buNone/>
            </a:pPr>
            <a:r>
              <a:rPr lang="en-GB" sz="1600" b="0"/>
              <a:t>Calculations based on reported values</a:t>
            </a:r>
          </a:p>
          <a:p>
            <a:pPr marL="0" indent="0" algn="ctr">
              <a:buNone/>
            </a:pPr>
            <a:endParaRPr lang="en-GB" sz="1600" b="0"/>
          </a:p>
        </p:txBody>
      </p:sp>
      <p:sp>
        <p:nvSpPr>
          <p:cNvPr id="25" name="TextBox 24">
            <a:extLst>
              <a:ext uri="{FF2B5EF4-FFF2-40B4-BE49-F238E27FC236}">
                <a16:creationId xmlns:a16="http://schemas.microsoft.com/office/drawing/2014/main" id="{3BF53315-6B23-5F9B-0C7A-E90B2AF55CA8}"/>
              </a:ext>
            </a:extLst>
          </p:cNvPr>
          <p:cNvSpPr txBox="1"/>
          <p:nvPr/>
        </p:nvSpPr>
        <p:spPr>
          <a:xfrm>
            <a:off x="1241732" y="5275442"/>
            <a:ext cx="9502467" cy="377007"/>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n-GB" sz="2000" dirty="0"/>
              <a:t>Prefilled data can be downloaded </a:t>
            </a:r>
            <a:r>
              <a:rPr lang="en-GB" sz="2000" b="0" dirty="0"/>
              <a:t>&amp; reviewed via excel exports in Reportnet 3</a:t>
            </a:r>
          </a:p>
          <a:p>
            <a:pPr marL="0" indent="0">
              <a:buNone/>
            </a:pPr>
            <a:r>
              <a:rPr lang="en-GB" sz="2000" dirty="0"/>
              <a:t>If issue of prefilled data: </a:t>
            </a:r>
            <a:r>
              <a:rPr lang="en-GB" sz="2000" b="0" dirty="0"/>
              <a:t>contact data provider!!</a:t>
            </a:r>
          </a:p>
          <a:p>
            <a:pPr marL="0" indent="0">
              <a:buNone/>
            </a:pPr>
            <a:endParaRPr lang="en-GB" sz="1600" b="0" dirty="0"/>
          </a:p>
        </p:txBody>
      </p:sp>
    </p:spTree>
    <p:extLst>
      <p:ext uri="{BB962C8B-B14F-4D97-AF65-F5344CB8AC3E}">
        <p14:creationId xmlns:p14="http://schemas.microsoft.com/office/powerpoint/2010/main" val="317994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5" grpId="0"/>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20ECE8-2180-8BD1-4F6F-968D15DFFF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E4C7AC-1B04-5B9C-B492-3F6AADF41EB5}"/>
              </a:ext>
            </a:extLst>
          </p:cNvPr>
          <p:cNvSpPr txBox="1"/>
          <p:nvPr/>
        </p:nvSpPr>
        <p:spPr>
          <a:xfrm>
            <a:off x="103747" y="88288"/>
            <a:ext cx="1011445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a:ln>
                  <a:noFill/>
                </a:ln>
                <a:solidFill>
                  <a:srgbClr val="002060"/>
                </a:solidFill>
                <a:effectLst/>
                <a:uLnTx/>
                <a:uFillTx/>
                <a:latin typeface="Calibri" panose="020F0502020204030204"/>
                <a:ea typeface="+mn-ea"/>
                <a:cs typeface="+mn-cs"/>
              </a:rPr>
              <a:t>Reportnet: Webform</a:t>
            </a:r>
            <a:endParaRPr kumimoji="0" lang="en-DK" sz="3200" b="1" i="0" u="none" strike="noStrike" kern="1200" cap="none" spc="0" normalizeH="0" baseline="0" noProof="0">
              <a:ln>
                <a:noFill/>
              </a:ln>
              <a:solidFill>
                <a:srgbClr val="002060"/>
              </a:solidFill>
              <a:effectLst/>
              <a:uLnTx/>
              <a:uFillTx/>
              <a:latin typeface="Calibri" panose="020F0502020204030204"/>
              <a:ea typeface="+mn-ea"/>
              <a:cs typeface="+mn-cs"/>
            </a:endParaRPr>
          </a:p>
        </p:txBody>
      </p:sp>
      <p:pic>
        <p:nvPicPr>
          <p:cNvPr id="26" name="Graphic 25" descr="List with solid fill">
            <a:extLst>
              <a:ext uri="{FF2B5EF4-FFF2-40B4-BE49-F238E27FC236}">
                <a16:creationId xmlns:a16="http://schemas.microsoft.com/office/drawing/2014/main" id="{010BAC00-AB4A-B8CD-5E74-D6EBC1163E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7520" y="1132840"/>
            <a:ext cx="914400" cy="914400"/>
          </a:xfrm>
          <a:prstGeom prst="rect">
            <a:avLst/>
          </a:prstGeom>
        </p:spPr>
      </p:pic>
      <p:sp>
        <p:nvSpPr>
          <p:cNvPr id="29" name="TextBox 28">
            <a:extLst>
              <a:ext uri="{FF2B5EF4-FFF2-40B4-BE49-F238E27FC236}">
                <a16:creationId xmlns:a16="http://schemas.microsoft.com/office/drawing/2014/main" id="{92F26E46-67C8-1A3D-1D74-07FEAC7D5C0D}"/>
              </a:ext>
            </a:extLst>
          </p:cNvPr>
          <p:cNvSpPr txBox="1"/>
          <p:nvPr/>
        </p:nvSpPr>
        <p:spPr>
          <a:xfrm>
            <a:off x="1391920" y="1405374"/>
            <a:ext cx="108709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Webform</a:t>
            </a:r>
            <a:endParaRPr kumimoji="0" lang="LID4096"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3" name="Picture 42">
            <a:extLst>
              <a:ext uri="{FF2B5EF4-FFF2-40B4-BE49-F238E27FC236}">
                <a16:creationId xmlns:a16="http://schemas.microsoft.com/office/drawing/2014/main" id="{EDE9C73D-B764-5973-3AB4-76F8006A9858}"/>
              </a:ext>
            </a:extLst>
          </p:cNvPr>
          <p:cNvPicPr>
            <a:picLocks noChangeAspect="1"/>
          </p:cNvPicPr>
          <p:nvPr/>
        </p:nvPicPr>
        <p:blipFill>
          <a:blip r:embed="rId4"/>
          <a:srcRect r="30771"/>
          <a:stretch/>
        </p:blipFill>
        <p:spPr>
          <a:xfrm>
            <a:off x="477520" y="2272553"/>
            <a:ext cx="4173611" cy="2899272"/>
          </a:xfrm>
          <a:prstGeom prst="rect">
            <a:avLst/>
          </a:prstGeom>
        </p:spPr>
      </p:pic>
      <p:sp>
        <p:nvSpPr>
          <p:cNvPr id="2" name="TextBox 1">
            <a:extLst>
              <a:ext uri="{FF2B5EF4-FFF2-40B4-BE49-F238E27FC236}">
                <a16:creationId xmlns:a16="http://schemas.microsoft.com/office/drawing/2014/main" id="{C8FF7C37-2AA4-6972-6CE4-6A01D2D9F4C3}"/>
              </a:ext>
            </a:extLst>
          </p:cNvPr>
          <p:cNvSpPr txBox="1"/>
          <p:nvPr/>
        </p:nvSpPr>
        <p:spPr>
          <a:xfrm>
            <a:off x="4863840" y="1405374"/>
            <a:ext cx="6850640"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a:t>Simplified data entry in system</a:t>
            </a:r>
            <a:r>
              <a:rPr lang="en-GB" sz="2000" b="0"/>
              <a:t> – Is an easier way to directly input data without complex IT interface (tabular data).</a:t>
            </a:r>
          </a:p>
          <a:p>
            <a:endParaRPr lang="en-GB" sz="2000"/>
          </a:p>
          <a:p>
            <a:r>
              <a:rPr lang="en-GB" sz="2000"/>
              <a:t>Data formats assured</a:t>
            </a:r>
            <a:r>
              <a:rPr lang="en-GB" sz="2000" b="0"/>
              <a:t> – reporting via the webform only allows the correct values to be input (text, numbers, lists), ensuring a reduced quality check process required.</a:t>
            </a:r>
          </a:p>
          <a:p>
            <a:endParaRPr lang="en-GB" sz="2000" b="0"/>
          </a:p>
          <a:p>
            <a:r>
              <a:rPr lang="en-GB" sz="2000"/>
              <a:t>Direct QC review – </a:t>
            </a:r>
            <a:r>
              <a:rPr lang="en-GB" sz="2000" b="0"/>
              <a:t>quality checks are directly visible in the webform in a more user-friendly mode, to help with updating such issues.</a:t>
            </a:r>
          </a:p>
          <a:p>
            <a:endParaRPr lang="en-GB" sz="2000"/>
          </a:p>
        </p:txBody>
      </p:sp>
    </p:spTree>
    <p:extLst>
      <p:ext uri="{BB962C8B-B14F-4D97-AF65-F5344CB8AC3E}">
        <p14:creationId xmlns:p14="http://schemas.microsoft.com/office/powerpoint/2010/main" val="30440442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34F2A63-B6F6-744C-7158-D335254AEE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50B9209-8324-7381-6893-BCEB3E68A27E}"/>
              </a:ext>
            </a:extLst>
          </p:cNvPr>
          <p:cNvSpPr txBox="1"/>
          <p:nvPr/>
        </p:nvSpPr>
        <p:spPr>
          <a:xfrm>
            <a:off x="4769683" y="3429000"/>
            <a:ext cx="2652649" cy="738664"/>
          </a:xfrm>
          <a:prstGeom prst="rect">
            <a:avLst/>
          </a:prstGeom>
          <a:noFill/>
        </p:spPr>
        <p:txBody>
          <a:bodyPr wrap="none" rtlCol="0">
            <a:spAutoFit/>
          </a:bodyPr>
          <a:lstStyle/>
          <a:p>
            <a:pPr algn="ctr"/>
            <a:r>
              <a:rPr lang="en-GB" sz="2400" b="1">
                <a:solidFill>
                  <a:schemeClr val="bg1"/>
                </a:solidFill>
              </a:rPr>
              <a:t>Reportnet 3</a:t>
            </a:r>
            <a:endParaRPr lang="en-GB" b="1">
              <a:solidFill>
                <a:schemeClr val="bg1"/>
              </a:solidFill>
            </a:endParaRPr>
          </a:p>
          <a:p>
            <a:pPr algn="ctr"/>
            <a:r>
              <a:rPr lang="en-GB" b="1" i="1">
                <a:solidFill>
                  <a:schemeClr val="bg1"/>
                </a:solidFill>
              </a:rPr>
              <a:t>Data input – excel import</a:t>
            </a:r>
          </a:p>
        </p:txBody>
      </p:sp>
      <p:pic>
        <p:nvPicPr>
          <p:cNvPr id="2" name="Graphic 1" descr="Clipboard with solid fill">
            <a:extLst>
              <a:ext uri="{FF2B5EF4-FFF2-40B4-BE49-F238E27FC236}">
                <a16:creationId xmlns:a16="http://schemas.microsoft.com/office/drawing/2014/main" id="{C60B0299-0875-B62F-FD0A-755537E0E1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54849" y="1546698"/>
            <a:ext cx="1882302" cy="1882302"/>
          </a:xfrm>
          <a:prstGeom prst="rect">
            <a:avLst/>
          </a:prstGeom>
        </p:spPr>
      </p:pic>
      <p:pic>
        <p:nvPicPr>
          <p:cNvPr id="5" name="Graphic 4" descr="Download with solid fill">
            <a:extLst>
              <a:ext uri="{FF2B5EF4-FFF2-40B4-BE49-F238E27FC236}">
                <a16:creationId xmlns:a16="http://schemas.microsoft.com/office/drawing/2014/main" id="{7E133DA5-74CF-A473-88E1-CAFC6AD6841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98427" y="2190276"/>
            <a:ext cx="595146" cy="595146"/>
          </a:xfrm>
          <a:prstGeom prst="rect">
            <a:avLst/>
          </a:prstGeom>
        </p:spPr>
      </p:pic>
    </p:spTree>
    <p:extLst>
      <p:ext uri="{BB962C8B-B14F-4D97-AF65-F5344CB8AC3E}">
        <p14:creationId xmlns:p14="http://schemas.microsoft.com/office/powerpoint/2010/main" val="36802121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E0BD1-D075-7E1E-C1B8-4A0423DF0A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2A56721-3D10-6180-8AB1-C186CA64E992}"/>
              </a:ext>
            </a:extLst>
          </p:cNvPr>
          <p:cNvSpPr txBox="1"/>
          <p:nvPr/>
        </p:nvSpPr>
        <p:spPr>
          <a:xfrm>
            <a:off x="103747" y="88288"/>
            <a:ext cx="1011445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a:ln>
                  <a:noFill/>
                </a:ln>
                <a:solidFill>
                  <a:srgbClr val="002060"/>
                </a:solidFill>
                <a:effectLst/>
                <a:uLnTx/>
                <a:uFillTx/>
                <a:latin typeface="Calibri" panose="020F0502020204030204"/>
                <a:ea typeface="+mn-ea"/>
                <a:cs typeface="+mn-cs"/>
              </a:rPr>
              <a:t>Reportnet: Excel import / Reportnet 3 tabular editing</a:t>
            </a:r>
            <a:endParaRPr kumimoji="0" lang="en-DK" sz="3200" b="1" i="0" u="none" strike="noStrike" kern="1200" cap="none" spc="0" normalizeH="0" baseline="0" noProof="0">
              <a:ln>
                <a:noFill/>
              </a:ln>
              <a:solidFill>
                <a:srgbClr val="002060"/>
              </a:solidFill>
              <a:effectLst/>
              <a:uLnTx/>
              <a:uFillTx/>
              <a:latin typeface="Calibri" panose="020F0502020204030204"/>
              <a:ea typeface="+mn-ea"/>
              <a:cs typeface="+mn-cs"/>
            </a:endParaRPr>
          </a:p>
        </p:txBody>
      </p:sp>
      <p:pic>
        <p:nvPicPr>
          <p:cNvPr id="28" name="Graphic 27" descr="Table with solid fill">
            <a:extLst>
              <a:ext uri="{FF2B5EF4-FFF2-40B4-BE49-F238E27FC236}">
                <a16:creationId xmlns:a16="http://schemas.microsoft.com/office/drawing/2014/main" id="{C0960926-3A15-E613-1241-1309C7A610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7520" y="1132840"/>
            <a:ext cx="914400" cy="914400"/>
          </a:xfrm>
          <a:prstGeom prst="rect">
            <a:avLst/>
          </a:prstGeom>
        </p:spPr>
      </p:pic>
      <p:sp>
        <p:nvSpPr>
          <p:cNvPr id="30" name="TextBox 29">
            <a:extLst>
              <a:ext uri="{FF2B5EF4-FFF2-40B4-BE49-F238E27FC236}">
                <a16:creationId xmlns:a16="http://schemas.microsoft.com/office/drawing/2014/main" id="{5DEA712E-04A8-0E7F-3452-1D93A97AE055}"/>
              </a:ext>
            </a:extLst>
          </p:cNvPr>
          <p:cNvSpPr txBox="1"/>
          <p:nvPr/>
        </p:nvSpPr>
        <p:spPr>
          <a:xfrm>
            <a:off x="1391920" y="1405374"/>
            <a:ext cx="13703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Excel import</a:t>
            </a:r>
            <a:endParaRPr kumimoji="0" lang="LID4096"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5" name="Picture 44">
            <a:extLst>
              <a:ext uri="{FF2B5EF4-FFF2-40B4-BE49-F238E27FC236}">
                <a16:creationId xmlns:a16="http://schemas.microsoft.com/office/drawing/2014/main" id="{2EA68122-EC35-D9E0-54D8-513CE670F800}"/>
              </a:ext>
            </a:extLst>
          </p:cNvPr>
          <p:cNvPicPr>
            <a:picLocks noChangeAspect="1"/>
          </p:cNvPicPr>
          <p:nvPr/>
        </p:nvPicPr>
        <p:blipFill>
          <a:blip r:embed="rId5"/>
          <a:stretch>
            <a:fillRect/>
          </a:stretch>
        </p:blipFill>
        <p:spPr>
          <a:xfrm>
            <a:off x="477520" y="2279196"/>
            <a:ext cx="2826622" cy="2804099"/>
          </a:xfrm>
          <a:prstGeom prst="rect">
            <a:avLst/>
          </a:prstGeom>
        </p:spPr>
      </p:pic>
      <p:sp>
        <p:nvSpPr>
          <p:cNvPr id="2" name="TextBox 1">
            <a:extLst>
              <a:ext uri="{FF2B5EF4-FFF2-40B4-BE49-F238E27FC236}">
                <a16:creationId xmlns:a16="http://schemas.microsoft.com/office/drawing/2014/main" id="{C15FFAE0-7D4B-0016-BE7F-FF49CCA7FFB0}"/>
              </a:ext>
            </a:extLst>
          </p:cNvPr>
          <p:cNvSpPr txBox="1"/>
          <p:nvPr/>
        </p:nvSpPr>
        <p:spPr>
          <a:xfrm>
            <a:off x="3949440" y="1405374"/>
            <a:ext cx="6850640"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2000" dirty="0"/>
              <a:t>Easy to use</a:t>
            </a:r>
            <a:r>
              <a:rPr lang="en-GB" sz="2000" b="0" dirty="0"/>
              <a:t> - Excel follows structure of legislation.</a:t>
            </a:r>
          </a:p>
          <a:p>
            <a:endParaRPr lang="en-GB" sz="2000" b="0" dirty="0"/>
          </a:p>
          <a:p>
            <a:r>
              <a:rPr lang="en-GB" sz="2000" dirty="0"/>
              <a:t>Prefilling/Post-filling overview</a:t>
            </a:r>
            <a:r>
              <a:rPr lang="en-GB" sz="2000" b="0" dirty="0"/>
              <a:t> - Highlights where data should be reported (green cells) and where no reporting in Reportnet 3 is required (grey cells – prefilled / post-filled).</a:t>
            </a:r>
          </a:p>
          <a:p>
            <a:endParaRPr lang="en-GB" sz="2000" b="0" dirty="0"/>
          </a:p>
          <a:p>
            <a:r>
              <a:rPr lang="en-GB" sz="2000" dirty="0"/>
              <a:t>Risk</a:t>
            </a:r>
            <a:r>
              <a:rPr lang="en-GB" sz="2000" b="0" dirty="0"/>
              <a:t> – If import not used correctly can cause issues on the finally imported data to Reportnet 3.</a:t>
            </a:r>
          </a:p>
          <a:p>
            <a:pPr lvl="1"/>
            <a:r>
              <a:rPr lang="en-GB" sz="2000" i="1" dirty="0">
                <a:solidFill>
                  <a:srgbClr val="FF0000"/>
                </a:solidFill>
              </a:rPr>
              <a:t>Do not edit data formats / structures – be careful when copying and pasting!</a:t>
            </a:r>
          </a:p>
          <a:p>
            <a:r>
              <a:rPr lang="en-GB" sz="2000" dirty="0"/>
              <a:t>Excel import does not equal reporting</a:t>
            </a:r>
            <a:r>
              <a:rPr lang="en-GB" sz="2000" b="0" dirty="0"/>
              <a:t> – reporting is only considered complete once an official submission in the platform is made. Therefore, once data is imported, quality checks and final check of data is required!</a:t>
            </a:r>
          </a:p>
          <a:p>
            <a:endParaRPr lang="en-GB" sz="2000" b="0" dirty="0"/>
          </a:p>
        </p:txBody>
      </p:sp>
    </p:spTree>
    <p:extLst>
      <p:ext uri="{BB962C8B-B14F-4D97-AF65-F5344CB8AC3E}">
        <p14:creationId xmlns:p14="http://schemas.microsoft.com/office/powerpoint/2010/main" val="41763154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B652B-5A7D-434E-C9BF-DCB65395604C}"/>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CE4D9E76-A1C2-A5D0-9FCE-2BA8A3167EF4}"/>
              </a:ext>
            </a:extLst>
          </p:cNvPr>
          <p:cNvSpPr txBox="1"/>
          <p:nvPr/>
        </p:nvSpPr>
        <p:spPr>
          <a:xfrm>
            <a:off x="500863" y="1607205"/>
            <a:ext cx="4410951" cy="646331"/>
          </a:xfrm>
          <a:prstGeom prst="rect">
            <a:avLst/>
          </a:prstGeom>
          <a:noFill/>
        </p:spPr>
        <p:txBody>
          <a:bodyPr wrap="none" rtlCol="0">
            <a:spAutoFit/>
          </a:bodyPr>
          <a:lstStyle/>
          <a:p>
            <a:r>
              <a:rPr lang="en-GB" b="1"/>
              <a:t>Introduction</a:t>
            </a:r>
          </a:p>
          <a:p>
            <a:r>
              <a:rPr lang="en-GB" i="1"/>
              <a:t>Provides information on the import template</a:t>
            </a:r>
            <a:endParaRPr lang="LID4096" i="1"/>
          </a:p>
        </p:txBody>
      </p:sp>
      <p:pic>
        <p:nvPicPr>
          <p:cNvPr id="4" name="Picture 3">
            <a:extLst>
              <a:ext uri="{FF2B5EF4-FFF2-40B4-BE49-F238E27FC236}">
                <a16:creationId xmlns:a16="http://schemas.microsoft.com/office/drawing/2014/main" id="{5EE7F6DA-6F62-88AF-686D-729AAD13A17C}"/>
              </a:ext>
            </a:extLst>
          </p:cNvPr>
          <p:cNvPicPr>
            <a:picLocks noChangeAspect="1"/>
          </p:cNvPicPr>
          <p:nvPr/>
        </p:nvPicPr>
        <p:blipFill>
          <a:blip r:embed="rId3"/>
          <a:stretch>
            <a:fillRect/>
          </a:stretch>
        </p:blipFill>
        <p:spPr>
          <a:xfrm>
            <a:off x="598654" y="2253536"/>
            <a:ext cx="5003894" cy="2916121"/>
          </a:xfrm>
          <a:prstGeom prst="rect">
            <a:avLst/>
          </a:prstGeom>
        </p:spPr>
      </p:pic>
      <p:pic>
        <p:nvPicPr>
          <p:cNvPr id="6" name="Picture 5">
            <a:extLst>
              <a:ext uri="{FF2B5EF4-FFF2-40B4-BE49-F238E27FC236}">
                <a16:creationId xmlns:a16="http://schemas.microsoft.com/office/drawing/2014/main" id="{45522FC4-22CE-9CBC-7C40-00E4DF738C51}"/>
              </a:ext>
            </a:extLst>
          </p:cNvPr>
          <p:cNvPicPr>
            <a:picLocks noChangeAspect="1"/>
          </p:cNvPicPr>
          <p:nvPr/>
        </p:nvPicPr>
        <p:blipFill>
          <a:blip r:embed="rId4"/>
          <a:stretch>
            <a:fillRect/>
          </a:stretch>
        </p:blipFill>
        <p:spPr>
          <a:xfrm>
            <a:off x="6223694" y="2253536"/>
            <a:ext cx="5696799" cy="2842922"/>
          </a:xfrm>
          <a:prstGeom prst="rect">
            <a:avLst/>
          </a:prstGeom>
        </p:spPr>
      </p:pic>
      <p:sp>
        <p:nvSpPr>
          <p:cNvPr id="9" name="TextBox 8">
            <a:extLst>
              <a:ext uri="{FF2B5EF4-FFF2-40B4-BE49-F238E27FC236}">
                <a16:creationId xmlns:a16="http://schemas.microsoft.com/office/drawing/2014/main" id="{1BE231D2-33E7-AE87-2B09-DC9B5B2F2360}"/>
              </a:ext>
            </a:extLst>
          </p:cNvPr>
          <p:cNvSpPr txBox="1"/>
          <p:nvPr/>
        </p:nvSpPr>
        <p:spPr>
          <a:xfrm>
            <a:off x="6223694" y="1620645"/>
            <a:ext cx="4565032" cy="646331"/>
          </a:xfrm>
          <a:prstGeom prst="rect">
            <a:avLst/>
          </a:prstGeom>
          <a:noFill/>
        </p:spPr>
        <p:txBody>
          <a:bodyPr wrap="none" rtlCol="0">
            <a:spAutoFit/>
          </a:bodyPr>
          <a:lstStyle/>
          <a:p>
            <a:r>
              <a:rPr lang="en-GB" b="1" dirty="0"/>
              <a:t>Legal reporting tables</a:t>
            </a:r>
          </a:p>
          <a:p>
            <a:r>
              <a:rPr lang="en-GB" i="1" dirty="0"/>
              <a:t>Copies legislation format: green = CPs input!</a:t>
            </a:r>
          </a:p>
        </p:txBody>
      </p:sp>
      <p:sp>
        <p:nvSpPr>
          <p:cNvPr id="10" name="TextBox 9">
            <a:extLst>
              <a:ext uri="{FF2B5EF4-FFF2-40B4-BE49-F238E27FC236}">
                <a16:creationId xmlns:a16="http://schemas.microsoft.com/office/drawing/2014/main" id="{A5607E98-8671-0CE1-781E-4F579AEFFD06}"/>
              </a:ext>
            </a:extLst>
          </p:cNvPr>
          <p:cNvSpPr txBox="1"/>
          <p:nvPr/>
        </p:nvSpPr>
        <p:spPr>
          <a:xfrm>
            <a:off x="500863" y="1046908"/>
            <a:ext cx="4665573" cy="369332"/>
          </a:xfrm>
          <a:prstGeom prst="rect">
            <a:avLst/>
          </a:prstGeom>
          <a:noFill/>
        </p:spPr>
        <p:txBody>
          <a:bodyPr wrap="none" rtlCol="0">
            <a:spAutoFit/>
          </a:bodyPr>
          <a:lstStyle/>
          <a:p>
            <a:r>
              <a:rPr lang="en-GB" b="1"/>
              <a:t>Excel import templates are split into two parts:</a:t>
            </a:r>
            <a:endParaRPr lang="LID4096" b="1"/>
          </a:p>
        </p:txBody>
      </p:sp>
      <p:sp>
        <p:nvSpPr>
          <p:cNvPr id="11" name="TextBox 10">
            <a:extLst>
              <a:ext uri="{FF2B5EF4-FFF2-40B4-BE49-F238E27FC236}">
                <a16:creationId xmlns:a16="http://schemas.microsoft.com/office/drawing/2014/main" id="{8F406AD4-FE33-0927-41B3-DC6FE8D39B8A}"/>
              </a:ext>
            </a:extLst>
          </p:cNvPr>
          <p:cNvSpPr txBox="1"/>
          <p:nvPr/>
        </p:nvSpPr>
        <p:spPr>
          <a:xfrm>
            <a:off x="500863" y="5387342"/>
            <a:ext cx="8012065" cy="923330"/>
          </a:xfrm>
          <a:prstGeom prst="rect">
            <a:avLst/>
          </a:prstGeom>
          <a:noFill/>
        </p:spPr>
        <p:txBody>
          <a:bodyPr wrap="none" rtlCol="0">
            <a:spAutoFit/>
          </a:bodyPr>
          <a:lstStyle/>
          <a:p>
            <a:r>
              <a:rPr lang="en-GB" b="1" dirty="0">
                <a:solidFill>
                  <a:srgbClr val="FF0000"/>
                </a:solidFill>
              </a:rPr>
              <a:t>! Do not edit formatting or structure of template ! </a:t>
            </a:r>
          </a:p>
          <a:p>
            <a:endParaRPr lang="en-GB" dirty="0"/>
          </a:p>
          <a:p>
            <a:r>
              <a:rPr lang="en-GB" dirty="0"/>
              <a:t>It is the CPs responsibly to ensure the data is imported correctly to Reportnet 3.</a:t>
            </a:r>
            <a:endParaRPr lang="LID4096" dirty="0"/>
          </a:p>
        </p:txBody>
      </p:sp>
      <p:sp>
        <p:nvSpPr>
          <p:cNvPr id="2" name="Text Placeholder 1">
            <a:extLst>
              <a:ext uri="{FF2B5EF4-FFF2-40B4-BE49-F238E27FC236}">
                <a16:creationId xmlns:a16="http://schemas.microsoft.com/office/drawing/2014/main" id="{1B0D1AA1-AC4F-BAA4-BDD0-3E89D54D8844}"/>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Using the excel import</a:t>
            </a:r>
            <a:endParaRPr lang="en-DK" sz="3200" b="1">
              <a:solidFill>
                <a:srgbClr val="002060"/>
              </a:solidFill>
              <a:latin typeface="Calibri" panose="020F0502020204030204"/>
            </a:endParaRPr>
          </a:p>
        </p:txBody>
      </p:sp>
    </p:spTree>
    <p:extLst>
      <p:ext uri="{BB962C8B-B14F-4D97-AF65-F5344CB8AC3E}">
        <p14:creationId xmlns:p14="http://schemas.microsoft.com/office/powerpoint/2010/main" val="17309537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39C01-1A30-3E86-A670-DD3C31892717}"/>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A7DB4D1E-1CE6-E9A5-64FF-58D899CBF346}"/>
              </a:ext>
            </a:extLst>
          </p:cNvPr>
          <p:cNvSpPr txBox="1"/>
          <p:nvPr/>
        </p:nvSpPr>
        <p:spPr>
          <a:xfrm>
            <a:off x="500863" y="1151374"/>
            <a:ext cx="8683596"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What is a Notation Key?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A system to clarify lack of numerical data (where unavailable or not applicable).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Required for mandatory if applicable (</a:t>
            </a:r>
            <a:r>
              <a:rPr kumimoji="0" lang="en-GB" sz="1800" b="0" i="0" u="none" strike="noStrike" kern="1200" cap="none" spc="0" normalizeH="0" baseline="0" noProof="0" err="1">
                <a:ln>
                  <a:noFill/>
                </a:ln>
                <a:solidFill>
                  <a:prstClr val="black"/>
                </a:solidFill>
                <a:effectLst/>
                <a:uLnTx/>
                <a:uFillTx/>
                <a:latin typeface="Calibri" panose="020F0502020204030204"/>
                <a:ea typeface="+mn-ea"/>
                <a:cs typeface="+mn-cs"/>
              </a:rPr>
              <a:t>Miap</a:t>
            </a: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 if available (</a:t>
            </a:r>
            <a:r>
              <a:rPr kumimoji="0" lang="en-GB" sz="1800" b="0" i="0" u="none" strike="noStrike" kern="1200" cap="none" spc="0" normalizeH="0" baseline="0" noProof="0" err="1">
                <a:ln>
                  <a:noFill/>
                </a:ln>
                <a:solidFill>
                  <a:prstClr val="black"/>
                </a:solidFill>
                <a:effectLst/>
                <a:uLnTx/>
                <a:uFillTx/>
                <a:latin typeface="Calibri" panose="020F0502020204030204"/>
                <a:ea typeface="+mn-ea"/>
                <a:cs typeface="+mn-cs"/>
              </a:rPr>
              <a:t>Miav</a:t>
            </a: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 or voluntary (V) reporting.</a:t>
            </a: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B091A190-A2E6-D280-B6A6-1EC0C7E49D0C}"/>
              </a:ext>
            </a:extLst>
          </p:cNvPr>
          <p:cNvSpPr txBox="1"/>
          <p:nvPr/>
        </p:nvSpPr>
        <p:spPr>
          <a:xfrm>
            <a:off x="500863" y="5287210"/>
            <a:ext cx="7018203"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black"/>
                </a:solidFill>
                <a:effectLst/>
                <a:uLnTx/>
                <a:uFillTx/>
                <a:latin typeface="Calibri" panose="020F0502020204030204"/>
                <a:ea typeface="+mn-ea"/>
                <a:cs typeface="+mn-cs"/>
              </a:rPr>
              <a:t>Import templates provide overview of when notation keys are accepted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For any issues check the reporting guidelines!</a:t>
            </a: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FBBD73B1-2BA3-8788-EB05-491ACAEDB38B}"/>
              </a:ext>
            </a:extLst>
          </p:cNvPr>
          <p:cNvGraphicFramePr>
            <a:graphicFrameLocks noGrp="1"/>
          </p:cNvGraphicFramePr>
          <p:nvPr/>
        </p:nvGraphicFramePr>
        <p:xfrm>
          <a:off x="500863" y="2234609"/>
          <a:ext cx="11075526" cy="3108960"/>
        </p:xfrm>
        <a:graphic>
          <a:graphicData uri="http://schemas.openxmlformats.org/drawingml/2006/table">
            <a:tbl>
              <a:tblPr firstRow="1" firstCol="1" bandRow="1">
                <a:tableStyleId>{5C22544A-7EE6-4342-B048-85BDC9FD1C3A}</a:tableStyleId>
              </a:tblPr>
              <a:tblGrid>
                <a:gridCol w="1998281">
                  <a:extLst>
                    <a:ext uri="{9D8B030D-6E8A-4147-A177-3AD203B41FA5}">
                      <a16:colId xmlns:a16="http://schemas.microsoft.com/office/drawing/2014/main" val="999049638"/>
                    </a:ext>
                  </a:extLst>
                </a:gridCol>
                <a:gridCol w="9077245">
                  <a:extLst>
                    <a:ext uri="{9D8B030D-6E8A-4147-A177-3AD203B41FA5}">
                      <a16:colId xmlns:a16="http://schemas.microsoft.com/office/drawing/2014/main" val="1551009925"/>
                    </a:ext>
                  </a:extLst>
                </a:gridCol>
              </a:tblGrid>
              <a:tr h="245745">
                <a:tc>
                  <a:txBody>
                    <a:bodyPr/>
                    <a:lstStyle/>
                    <a:p>
                      <a:pPr algn="just">
                        <a:spcAft>
                          <a:spcPts val="1200"/>
                        </a:spcAft>
                      </a:pPr>
                      <a:r>
                        <a:rPr lang="en-GB" sz="1700">
                          <a:effectLst/>
                        </a:rPr>
                        <a:t>Notation key</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GB" sz="1700">
                          <a:effectLst/>
                        </a:rPr>
                        <a:t>Description</a:t>
                      </a:r>
                      <a:endParaRPr lang="en-GB" sz="17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88617854"/>
                  </a:ext>
                </a:extLst>
              </a:tr>
              <a:tr h="0">
                <a:tc>
                  <a:txBody>
                    <a:bodyPr/>
                    <a:lstStyle/>
                    <a:p>
                      <a:pPr algn="just">
                        <a:spcAft>
                          <a:spcPts val="1200"/>
                        </a:spcAft>
                      </a:pPr>
                      <a:r>
                        <a:rPr lang="en-GB" sz="1700">
                          <a:effectLst/>
                        </a:rPr>
                        <a:t>NA</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US" sz="1700" b="1">
                          <a:effectLst/>
                        </a:rPr>
                        <a:t>Not applicable </a:t>
                      </a:r>
                      <a:r>
                        <a:rPr lang="en-US" sz="1700">
                          <a:effectLst/>
                        </a:rPr>
                        <a:t>- For data and activities in a reporting country that are not applicable or relevant to the context of the reporting country. Anticipated to be used in the context of </a:t>
                      </a:r>
                      <a:r>
                        <a:rPr lang="en-US" sz="1700" err="1">
                          <a:effectLst/>
                        </a:rPr>
                        <a:t>Miap</a:t>
                      </a:r>
                      <a:r>
                        <a:rPr lang="en-US" sz="1700">
                          <a:effectLst/>
                        </a:rPr>
                        <a:t> and V reporting fields. This notation key can be used instead of a value or 0, to ensure complete reporting.</a:t>
                      </a:r>
                      <a:endParaRPr lang="en-US" sz="17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193384"/>
                  </a:ext>
                </a:extLst>
              </a:tr>
              <a:tr h="0">
                <a:tc>
                  <a:txBody>
                    <a:bodyPr/>
                    <a:lstStyle/>
                    <a:p>
                      <a:pPr algn="just">
                        <a:spcAft>
                          <a:spcPts val="1200"/>
                        </a:spcAft>
                      </a:pPr>
                      <a:r>
                        <a:rPr lang="en-GB" sz="1700">
                          <a:effectLst/>
                        </a:rPr>
                        <a:t>NAv</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US" sz="1700" b="1">
                          <a:effectLst/>
                        </a:rPr>
                        <a:t>Not available </a:t>
                      </a:r>
                      <a:r>
                        <a:rPr lang="en-US" sz="1700">
                          <a:effectLst/>
                        </a:rPr>
                        <a:t>– For data and activities in a reporting country that are applicable to the context of the reporting country, however the data is not available. Anticipated to be used in the context of </a:t>
                      </a:r>
                      <a:r>
                        <a:rPr lang="en-US" sz="1700" err="1">
                          <a:effectLst/>
                        </a:rPr>
                        <a:t>Miap</a:t>
                      </a:r>
                      <a:r>
                        <a:rPr lang="en-US" sz="1700">
                          <a:effectLst/>
                        </a:rPr>
                        <a:t>, </a:t>
                      </a:r>
                      <a:r>
                        <a:rPr lang="en-US" sz="1700" err="1">
                          <a:effectLst/>
                        </a:rPr>
                        <a:t>Miav</a:t>
                      </a:r>
                      <a:r>
                        <a:rPr lang="en-US" sz="1700">
                          <a:effectLst/>
                        </a:rPr>
                        <a:t> and V reporting fields. This value can be used instead of a value or 0, to ensure complete reporting.</a:t>
                      </a:r>
                      <a:endParaRPr lang="en-US" sz="17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827467441"/>
                  </a:ext>
                </a:extLst>
              </a:tr>
              <a:tr h="0">
                <a:tc>
                  <a:txBody>
                    <a:bodyPr/>
                    <a:lstStyle/>
                    <a:p>
                      <a:pPr algn="just">
                        <a:spcAft>
                          <a:spcPts val="1200"/>
                        </a:spcAft>
                      </a:pPr>
                      <a:r>
                        <a:rPr lang="en-GB" sz="1700">
                          <a:effectLst/>
                        </a:rPr>
                        <a:t>C</a:t>
                      </a:r>
                      <a:endParaRPr lang="en-GB" sz="17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1200"/>
                        </a:spcAft>
                      </a:pPr>
                      <a:r>
                        <a:rPr lang="en-US" sz="1700" b="1" dirty="0">
                          <a:effectLst/>
                        </a:rPr>
                        <a:t>Confidential</a:t>
                      </a:r>
                      <a:r>
                        <a:rPr lang="en-US" sz="1700" dirty="0">
                          <a:effectLst/>
                        </a:rPr>
                        <a:t> – Specifically for Annex II, Table 5, reporting on greenhouse gas savings performance of biofuels. This notation key is for data and activities in a reporting country that are available but are confidential and therefore cannot be reported publicly at a disaggregated level.</a:t>
                      </a:r>
                      <a:endParaRPr lang="en-US" sz="17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125388446"/>
                  </a:ext>
                </a:extLst>
              </a:tr>
            </a:tbl>
          </a:graphicData>
        </a:graphic>
      </p:graphicFrame>
      <p:sp>
        <p:nvSpPr>
          <p:cNvPr id="5" name="Rectangle 4">
            <a:extLst>
              <a:ext uri="{FF2B5EF4-FFF2-40B4-BE49-F238E27FC236}">
                <a16:creationId xmlns:a16="http://schemas.microsoft.com/office/drawing/2014/main" id="{C7862252-1428-46C5-67D6-19181241DD90}"/>
              </a:ext>
            </a:extLst>
          </p:cNvPr>
          <p:cNvSpPr/>
          <p:nvPr/>
        </p:nvSpPr>
        <p:spPr>
          <a:xfrm>
            <a:off x="500863" y="6073960"/>
            <a:ext cx="133096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GHG (Annex I)</a:t>
            </a: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68574915-D69E-874C-8C3E-4FCFD5FCFC76}"/>
              </a:ext>
            </a:extLst>
          </p:cNvPr>
          <p:cNvSpPr/>
          <p:nvPr/>
        </p:nvSpPr>
        <p:spPr>
          <a:xfrm>
            <a:off x="1963903" y="6073959"/>
            <a:ext cx="133096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RES (Annexes II &amp; XVI)</a:t>
            </a: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384BE206-3B0F-1AF4-E72C-8DD7CC14868C}"/>
              </a:ext>
            </a:extLst>
          </p:cNvPr>
          <p:cNvSpPr/>
          <p:nvPr/>
        </p:nvSpPr>
        <p:spPr>
          <a:xfrm>
            <a:off x="3426943" y="6073958"/>
            <a:ext cx="133096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Calibri" panose="020F0502020204030204"/>
                <a:ea typeface="+mn-ea"/>
                <a:cs typeface="+mn-cs"/>
              </a:rPr>
              <a:t>EE (Annexes IV &amp; XVII)</a:t>
            </a:r>
            <a:endParaRPr kumimoji="0" lang="LID4096"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331D0E0D-F516-8AF0-18CC-AE48A5BCC6FA}"/>
              </a:ext>
            </a:extLst>
          </p:cNvPr>
          <p:cNvSpPr txBox="1"/>
          <p:nvPr/>
        </p:nvSpPr>
        <p:spPr>
          <a:xfrm>
            <a:off x="5212255" y="6181679"/>
            <a:ext cx="301249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srgbClr val="FF0000"/>
                </a:solidFill>
                <a:effectLst/>
                <a:uLnTx/>
                <a:uFillTx/>
                <a:latin typeface="Calibri" panose="020F0502020204030204"/>
                <a:ea typeface="+mn-ea"/>
                <a:cs typeface="+mn-cs"/>
              </a:rPr>
              <a:t>Applicable to these dataflows</a:t>
            </a:r>
            <a:endParaRPr kumimoji="0" lang="LID4096" sz="1800" b="1" i="0" u="none" strike="noStrike" kern="1200" cap="none" spc="0" normalizeH="0" baseline="0" noProof="0">
              <a:ln>
                <a:noFill/>
              </a:ln>
              <a:solidFill>
                <a:srgbClr val="FF0000"/>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FC755C43-6A22-A4A4-35EC-99F0C540FA5C}"/>
              </a:ext>
            </a:extLst>
          </p:cNvPr>
          <p:cNvCxnSpPr>
            <a:cxnSpLocks/>
            <a:stCxn id="8" idx="1"/>
            <a:endCxn id="7" idx="3"/>
          </p:cNvCxnSpPr>
          <p:nvPr/>
        </p:nvCxnSpPr>
        <p:spPr>
          <a:xfrm flipH="1">
            <a:off x="4757903" y="6366345"/>
            <a:ext cx="454352" cy="1"/>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 Placeholder 1">
            <a:extLst>
              <a:ext uri="{FF2B5EF4-FFF2-40B4-BE49-F238E27FC236}">
                <a16:creationId xmlns:a16="http://schemas.microsoft.com/office/drawing/2014/main" id="{232E17AC-2D41-7387-1A24-E649D608AD6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srgbClr val="002060"/>
                </a:solidFill>
                <a:effectLst/>
                <a:uLnTx/>
                <a:uFillTx/>
                <a:latin typeface="Calibri" panose="020F0502020204030204"/>
                <a:ea typeface="+mn-ea"/>
                <a:cs typeface="+mn-cs"/>
              </a:rPr>
              <a:t>Notation keys: In case there is no data available</a:t>
            </a:r>
            <a:endParaRPr kumimoji="0" lang="en-DK" sz="3200" b="1"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05359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DCBF8B1-CB4A-8084-CDAA-D76EF25FAEE5}"/>
              </a:ext>
            </a:extLst>
          </p:cNvPr>
          <p:cNvPicPr>
            <a:picLocks noChangeAspect="1"/>
          </p:cNvPicPr>
          <p:nvPr/>
        </p:nvPicPr>
        <p:blipFill rotWithShape="1">
          <a:blip r:embed="rId3"/>
          <a:srcRect t="17500" r="2604" b="4028"/>
          <a:stretch/>
        </p:blipFill>
        <p:spPr>
          <a:xfrm>
            <a:off x="257175" y="971550"/>
            <a:ext cx="11084268" cy="5581650"/>
          </a:xfrm>
          <a:prstGeom prst="rect">
            <a:avLst/>
          </a:prstGeom>
        </p:spPr>
      </p:pic>
      <p:sp>
        <p:nvSpPr>
          <p:cNvPr id="7" name="TextBox 6">
            <a:extLst>
              <a:ext uri="{FF2B5EF4-FFF2-40B4-BE49-F238E27FC236}">
                <a16:creationId xmlns:a16="http://schemas.microsoft.com/office/drawing/2014/main" id="{94EA2C7C-A313-B6DF-6859-9A8B561E5859}"/>
              </a:ext>
            </a:extLst>
          </p:cNvPr>
          <p:cNvSpPr txBox="1"/>
          <p:nvPr/>
        </p:nvSpPr>
        <p:spPr>
          <a:xfrm>
            <a:off x="103747" y="88288"/>
            <a:ext cx="11634597" cy="584775"/>
          </a:xfrm>
          <a:prstGeom prst="rect">
            <a:avLst/>
          </a:prstGeom>
          <a:noFill/>
        </p:spPr>
        <p:txBody>
          <a:bodyPr wrap="square" rtlCol="0">
            <a:spAutoFit/>
          </a:bodyPr>
          <a:lstStyle/>
          <a:p>
            <a:r>
              <a:rPr lang="en-GB" sz="3200" b="1">
                <a:solidFill>
                  <a:srgbClr val="002060"/>
                </a:solidFill>
                <a:latin typeface="Calibri" panose="020F0502020204030204"/>
              </a:rPr>
              <a:t>Imports</a:t>
            </a:r>
          </a:p>
        </p:txBody>
      </p:sp>
      <p:sp>
        <p:nvSpPr>
          <p:cNvPr id="5" name="Rectangle 4">
            <a:extLst>
              <a:ext uri="{FF2B5EF4-FFF2-40B4-BE49-F238E27FC236}">
                <a16:creationId xmlns:a16="http://schemas.microsoft.com/office/drawing/2014/main" id="{5E43CFAD-4C57-649C-5B21-98104A6CC54C}"/>
              </a:ext>
            </a:extLst>
          </p:cNvPr>
          <p:cNvSpPr/>
          <p:nvPr/>
        </p:nvSpPr>
        <p:spPr>
          <a:xfrm>
            <a:off x="1009650" y="3233737"/>
            <a:ext cx="1933575" cy="4238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9" name="Straight Arrow Connector 8">
            <a:extLst>
              <a:ext uri="{FF2B5EF4-FFF2-40B4-BE49-F238E27FC236}">
                <a16:creationId xmlns:a16="http://schemas.microsoft.com/office/drawing/2014/main" id="{E1AD62E6-7043-63CB-24D1-9BA40AEB4E36}"/>
              </a:ext>
            </a:extLst>
          </p:cNvPr>
          <p:cNvCxnSpPr>
            <a:cxnSpLocks/>
          </p:cNvCxnSpPr>
          <p:nvPr/>
        </p:nvCxnSpPr>
        <p:spPr>
          <a:xfrm>
            <a:off x="1812253" y="1762125"/>
            <a:ext cx="0" cy="72761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8977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2DC63C-91FB-0FE9-6405-43E6BC0C0F75}"/>
              </a:ext>
            </a:extLst>
          </p:cNvPr>
          <p:cNvPicPr>
            <a:picLocks noChangeAspect="1"/>
          </p:cNvPicPr>
          <p:nvPr/>
        </p:nvPicPr>
        <p:blipFill rotWithShape="1">
          <a:blip r:embed="rId3"/>
          <a:srcRect t="17361" r="2952" b="4306"/>
          <a:stretch/>
        </p:blipFill>
        <p:spPr>
          <a:xfrm>
            <a:off x="609600" y="1190624"/>
            <a:ext cx="10648950" cy="5372101"/>
          </a:xfrm>
          <a:prstGeom prst="rect">
            <a:avLst/>
          </a:prstGeom>
        </p:spPr>
      </p:pic>
      <p:sp>
        <p:nvSpPr>
          <p:cNvPr id="2" name="Rectangle 1">
            <a:extLst>
              <a:ext uri="{FF2B5EF4-FFF2-40B4-BE49-F238E27FC236}">
                <a16:creationId xmlns:a16="http://schemas.microsoft.com/office/drawing/2014/main" id="{84CBF1D7-AF7F-25A8-5115-7D2FD4421517}"/>
              </a:ext>
            </a:extLst>
          </p:cNvPr>
          <p:cNvSpPr/>
          <p:nvPr/>
        </p:nvSpPr>
        <p:spPr>
          <a:xfrm>
            <a:off x="3488690" y="2664777"/>
            <a:ext cx="4791710" cy="44418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 name="Rectangle 3">
            <a:extLst>
              <a:ext uri="{FF2B5EF4-FFF2-40B4-BE49-F238E27FC236}">
                <a16:creationId xmlns:a16="http://schemas.microsoft.com/office/drawing/2014/main" id="{76A17117-5E16-93D9-1AF3-FBBA89E9F62C}"/>
              </a:ext>
            </a:extLst>
          </p:cNvPr>
          <p:cNvSpPr/>
          <p:nvPr/>
        </p:nvSpPr>
        <p:spPr>
          <a:xfrm>
            <a:off x="7203440" y="4663440"/>
            <a:ext cx="731520" cy="3251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 name="Text Placeholder 1">
            <a:extLst>
              <a:ext uri="{FF2B5EF4-FFF2-40B4-BE49-F238E27FC236}">
                <a16:creationId xmlns:a16="http://schemas.microsoft.com/office/drawing/2014/main" id="{704A4B13-92C5-B83A-6904-5E12D40D5B96}"/>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Imports – select the import file and upload!</a:t>
            </a:r>
          </a:p>
        </p:txBody>
      </p:sp>
    </p:spTree>
    <p:extLst>
      <p:ext uri="{BB962C8B-B14F-4D97-AF65-F5344CB8AC3E}">
        <p14:creationId xmlns:p14="http://schemas.microsoft.com/office/powerpoint/2010/main" val="38839020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BB3AA-31AD-5C01-454A-34550376B16E}"/>
            </a:ext>
          </a:extLst>
        </p:cNvPr>
        <p:cNvGrpSpPr/>
        <p:nvPr/>
      </p:nvGrpSpPr>
      <p:grpSpPr>
        <a:xfrm>
          <a:off x="0" y="0"/>
          <a:ext cx="0" cy="0"/>
          <a:chOff x="0" y="0"/>
          <a:chExt cx="0" cy="0"/>
        </a:xfrm>
      </p:grpSpPr>
      <p:sp>
        <p:nvSpPr>
          <p:cNvPr id="5" name="Text Placeholder 1">
            <a:extLst>
              <a:ext uri="{FF2B5EF4-FFF2-40B4-BE49-F238E27FC236}">
                <a16:creationId xmlns:a16="http://schemas.microsoft.com/office/drawing/2014/main" id="{80B989CC-36C4-5032-02CE-E604883E1641}"/>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Imports – chec</a:t>
            </a:r>
            <a:r>
              <a:rPr lang="en-GB"/>
              <a:t>k final data in Reportnet!</a:t>
            </a:r>
            <a:endParaRPr lang="en-GB" sz="3200" b="1">
              <a:solidFill>
                <a:srgbClr val="002060"/>
              </a:solidFill>
              <a:latin typeface="Calibri" panose="020F0502020204030204"/>
            </a:endParaRPr>
          </a:p>
        </p:txBody>
      </p:sp>
      <p:grpSp>
        <p:nvGrpSpPr>
          <p:cNvPr id="8" name="Group 7">
            <a:extLst>
              <a:ext uri="{FF2B5EF4-FFF2-40B4-BE49-F238E27FC236}">
                <a16:creationId xmlns:a16="http://schemas.microsoft.com/office/drawing/2014/main" id="{B33BEE18-96E5-59C8-F6C2-438883F04C15}"/>
              </a:ext>
            </a:extLst>
          </p:cNvPr>
          <p:cNvGrpSpPr/>
          <p:nvPr/>
        </p:nvGrpSpPr>
        <p:grpSpPr>
          <a:xfrm>
            <a:off x="2743501" y="1628231"/>
            <a:ext cx="1882302" cy="1882302"/>
            <a:chOff x="5154849" y="1546698"/>
            <a:chExt cx="1882302" cy="1882302"/>
          </a:xfrm>
        </p:grpSpPr>
        <p:pic>
          <p:nvPicPr>
            <p:cNvPr id="6" name="Graphic 5" descr="Clipboard with solid fill">
              <a:extLst>
                <a:ext uri="{FF2B5EF4-FFF2-40B4-BE49-F238E27FC236}">
                  <a16:creationId xmlns:a16="http://schemas.microsoft.com/office/drawing/2014/main" id="{D525BFAC-61F4-9DDF-7049-5BF0531D96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54849" y="1546698"/>
              <a:ext cx="1882302" cy="1882302"/>
            </a:xfrm>
            <a:prstGeom prst="rect">
              <a:avLst/>
            </a:prstGeom>
          </p:spPr>
        </p:pic>
        <p:pic>
          <p:nvPicPr>
            <p:cNvPr id="7" name="Graphic 6" descr="Download with solid fill">
              <a:extLst>
                <a:ext uri="{FF2B5EF4-FFF2-40B4-BE49-F238E27FC236}">
                  <a16:creationId xmlns:a16="http://schemas.microsoft.com/office/drawing/2014/main" id="{C775D5D6-3EC0-6507-2C16-C205A86471B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98427" y="2190276"/>
              <a:ext cx="595146" cy="595146"/>
            </a:xfrm>
            <a:prstGeom prst="rect">
              <a:avLst/>
            </a:prstGeom>
          </p:spPr>
        </p:pic>
      </p:grpSp>
      <p:pic>
        <p:nvPicPr>
          <p:cNvPr id="10" name="Graphic 9" descr="Warning with solid fill">
            <a:extLst>
              <a:ext uri="{FF2B5EF4-FFF2-40B4-BE49-F238E27FC236}">
                <a16:creationId xmlns:a16="http://schemas.microsoft.com/office/drawing/2014/main" id="{14FF4F68-233E-B42C-A1C4-61B8FBBCA1E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66198" y="1628231"/>
            <a:ext cx="1882302" cy="1882302"/>
          </a:xfrm>
          <a:prstGeom prst="rect">
            <a:avLst/>
          </a:prstGeom>
        </p:spPr>
      </p:pic>
      <p:sp>
        <p:nvSpPr>
          <p:cNvPr id="11" name="TextBox 10">
            <a:extLst>
              <a:ext uri="{FF2B5EF4-FFF2-40B4-BE49-F238E27FC236}">
                <a16:creationId xmlns:a16="http://schemas.microsoft.com/office/drawing/2014/main" id="{7BDEC35E-6852-7EFF-583E-A03C3342EA2F}"/>
              </a:ext>
            </a:extLst>
          </p:cNvPr>
          <p:cNvSpPr txBox="1"/>
          <p:nvPr/>
        </p:nvSpPr>
        <p:spPr>
          <a:xfrm>
            <a:off x="1941964" y="3728160"/>
            <a:ext cx="3439333"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endParaRPr lang="en-GB" sz="2000" b="0"/>
          </a:p>
        </p:txBody>
      </p:sp>
      <p:sp>
        <p:nvSpPr>
          <p:cNvPr id="12" name="TextBox 11">
            <a:extLst>
              <a:ext uri="{FF2B5EF4-FFF2-40B4-BE49-F238E27FC236}">
                <a16:creationId xmlns:a16="http://schemas.microsoft.com/office/drawing/2014/main" id="{7247E1A8-AEBA-1D7E-71CF-2354503F3473}"/>
              </a:ext>
            </a:extLst>
          </p:cNvPr>
          <p:cNvSpPr txBox="1"/>
          <p:nvPr/>
        </p:nvSpPr>
        <p:spPr>
          <a:xfrm>
            <a:off x="1530995" y="3728159"/>
            <a:ext cx="4307314"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t>Review that data was imported correctly</a:t>
            </a:r>
          </a:p>
        </p:txBody>
      </p:sp>
      <p:sp>
        <p:nvSpPr>
          <p:cNvPr id="13" name="TextBox 12">
            <a:extLst>
              <a:ext uri="{FF2B5EF4-FFF2-40B4-BE49-F238E27FC236}">
                <a16:creationId xmlns:a16="http://schemas.microsoft.com/office/drawing/2014/main" id="{500D37D7-1BC3-7E03-2898-0C25D4F4CEAC}"/>
              </a:ext>
            </a:extLst>
          </p:cNvPr>
          <p:cNvSpPr txBox="1"/>
          <p:nvPr/>
        </p:nvSpPr>
        <p:spPr>
          <a:xfrm>
            <a:off x="6275052" y="3728158"/>
            <a:ext cx="4464593" cy="584775"/>
          </a:xfrm>
          <a:prstGeom prst="rect">
            <a:avLst/>
          </a:prstGeom>
        </p:spPr>
        <p:txBody>
          <a:bodyPr lIns="91440" tIns="45720" rIns="91440" bIns="45720" anchor="t">
            <a:noAutofit/>
          </a:bodyPr>
          <a:lstStyle>
            <a:defPPr>
              <a:defRPr lang="en-US"/>
            </a:defPPr>
            <a:lvl1pPr marL="228600" indent="-228600">
              <a:lnSpc>
                <a:spcPct val="90000"/>
              </a:lnSpc>
              <a:spcBef>
                <a:spcPts val="600"/>
              </a:spcBef>
              <a:spcAft>
                <a:spcPts val="600"/>
              </a:spcAft>
              <a:buFont typeface="Arial" panose="020B0604020202020204" pitchFamily="34" charset="0"/>
              <a:buChar char="•"/>
              <a:defRPr sz="3200" b="1"/>
            </a:lvl1pPr>
            <a:lvl2pPr marL="685800" lvl="1" indent="-228600">
              <a:lnSpc>
                <a:spcPct val="90000"/>
              </a:lnSpc>
              <a:spcBef>
                <a:spcPts val="600"/>
              </a:spcBef>
              <a:spcAft>
                <a:spcPts val="600"/>
              </a:spcAft>
              <a:buFont typeface="Arial" panose="020B0604020202020204" pitchFamily="34" charset="0"/>
              <a:buChar char="•"/>
              <a:defRPr sz="32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ctr">
              <a:buNone/>
            </a:pPr>
            <a:r>
              <a:rPr lang="en-GB" sz="2000"/>
              <a:t>Validate data in system to ensure format and data is to quality standards</a:t>
            </a:r>
          </a:p>
        </p:txBody>
      </p:sp>
    </p:spTree>
    <p:extLst>
      <p:ext uri="{BB962C8B-B14F-4D97-AF65-F5344CB8AC3E}">
        <p14:creationId xmlns:p14="http://schemas.microsoft.com/office/powerpoint/2010/main" val="40394703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880B6D4-AF03-76D7-9C3B-858D68E1F47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7587D3-ADE3-C220-5593-42A6A501EBC0}"/>
              </a:ext>
            </a:extLst>
          </p:cNvPr>
          <p:cNvSpPr txBox="1"/>
          <p:nvPr/>
        </p:nvSpPr>
        <p:spPr>
          <a:xfrm>
            <a:off x="4783566" y="3429000"/>
            <a:ext cx="2624886" cy="738664"/>
          </a:xfrm>
          <a:prstGeom prst="rect">
            <a:avLst/>
          </a:prstGeom>
          <a:noFill/>
        </p:spPr>
        <p:txBody>
          <a:bodyPr wrap="none" rtlCol="0">
            <a:spAutoFit/>
          </a:bodyPr>
          <a:lstStyle/>
          <a:p>
            <a:pPr algn="ctr"/>
            <a:r>
              <a:rPr lang="en-GB" sz="2400" b="1">
                <a:solidFill>
                  <a:schemeClr val="bg1"/>
                </a:solidFill>
              </a:rPr>
              <a:t>Reportnet 3</a:t>
            </a:r>
            <a:endParaRPr lang="en-GB" b="1">
              <a:solidFill>
                <a:schemeClr val="bg1"/>
              </a:solidFill>
            </a:endParaRPr>
          </a:p>
          <a:p>
            <a:pPr algn="ctr"/>
            <a:r>
              <a:rPr lang="en-GB" b="1" i="1">
                <a:solidFill>
                  <a:schemeClr val="bg1"/>
                </a:solidFill>
              </a:rPr>
              <a:t>Data input – excel export</a:t>
            </a:r>
          </a:p>
        </p:txBody>
      </p:sp>
      <p:pic>
        <p:nvPicPr>
          <p:cNvPr id="2" name="Graphic 1" descr="Clipboard with solid fill">
            <a:extLst>
              <a:ext uri="{FF2B5EF4-FFF2-40B4-BE49-F238E27FC236}">
                <a16:creationId xmlns:a16="http://schemas.microsoft.com/office/drawing/2014/main" id="{8656EE39-A759-CDB3-FE72-D9DC1CB12B1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54849" y="1546698"/>
            <a:ext cx="1882302" cy="1882302"/>
          </a:xfrm>
          <a:prstGeom prst="rect">
            <a:avLst/>
          </a:prstGeom>
        </p:spPr>
      </p:pic>
      <p:pic>
        <p:nvPicPr>
          <p:cNvPr id="5" name="Graphic 4" descr="Download with solid fill">
            <a:extLst>
              <a:ext uri="{FF2B5EF4-FFF2-40B4-BE49-F238E27FC236}">
                <a16:creationId xmlns:a16="http://schemas.microsoft.com/office/drawing/2014/main" id="{41F704A5-BF00-6626-1E43-80C8C6FF17F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798427" y="2190276"/>
            <a:ext cx="595146" cy="595146"/>
          </a:xfrm>
          <a:prstGeom prst="rect">
            <a:avLst/>
          </a:prstGeom>
        </p:spPr>
      </p:pic>
    </p:spTree>
    <p:extLst>
      <p:ext uri="{BB962C8B-B14F-4D97-AF65-F5344CB8AC3E}">
        <p14:creationId xmlns:p14="http://schemas.microsoft.com/office/powerpoint/2010/main" val="11864113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F45110B-848A-89A0-0DD5-442C54B65644}"/>
              </a:ext>
            </a:extLst>
          </p:cNvPr>
          <p:cNvPicPr>
            <a:picLocks noChangeAspect="1"/>
          </p:cNvPicPr>
          <p:nvPr/>
        </p:nvPicPr>
        <p:blipFill rotWithShape="1">
          <a:blip r:embed="rId2"/>
          <a:srcRect t="17778" r="2604" b="3889"/>
          <a:stretch/>
        </p:blipFill>
        <p:spPr>
          <a:xfrm>
            <a:off x="609600" y="1219200"/>
            <a:ext cx="10687050" cy="5372100"/>
          </a:xfrm>
          <a:prstGeom prst="rect">
            <a:avLst/>
          </a:prstGeom>
        </p:spPr>
      </p:pic>
      <p:sp>
        <p:nvSpPr>
          <p:cNvPr id="8" name="Rectangle 7">
            <a:extLst>
              <a:ext uri="{FF2B5EF4-FFF2-40B4-BE49-F238E27FC236}">
                <a16:creationId xmlns:a16="http://schemas.microsoft.com/office/drawing/2014/main" id="{D6A5EFFD-85C1-5219-82B8-F3DB3F75828D}"/>
              </a:ext>
            </a:extLst>
          </p:cNvPr>
          <p:cNvSpPr/>
          <p:nvPr/>
        </p:nvSpPr>
        <p:spPr>
          <a:xfrm>
            <a:off x="2466975" y="4224337"/>
            <a:ext cx="1933575" cy="4238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cxnSp>
        <p:nvCxnSpPr>
          <p:cNvPr id="9" name="Straight Arrow Connector 8">
            <a:extLst>
              <a:ext uri="{FF2B5EF4-FFF2-40B4-BE49-F238E27FC236}">
                <a16:creationId xmlns:a16="http://schemas.microsoft.com/office/drawing/2014/main" id="{F5A78E1F-1ED0-E5A4-2D2B-E1E10155F589}"/>
              </a:ext>
            </a:extLst>
          </p:cNvPr>
          <p:cNvCxnSpPr>
            <a:cxnSpLocks/>
          </p:cNvCxnSpPr>
          <p:nvPr/>
        </p:nvCxnSpPr>
        <p:spPr>
          <a:xfrm>
            <a:off x="3345778" y="1924050"/>
            <a:ext cx="0" cy="72761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3DA470C7-EDC1-C003-93EC-4B748DC76550}"/>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Exports – where to download the file</a:t>
            </a:r>
          </a:p>
        </p:txBody>
      </p:sp>
    </p:spTree>
    <p:extLst>
      <p:ext uri="{BB962C8B-B14F-4D97-AF65-F5344CB8AC3E}">
        <p14:creationId xmlns:p14="http://schemas.microsoft.com/office/powerpoint/2010/main" val="285561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EAE822-85EA-4F04-988D-51B12266E629}"/>
              </a:ext>
            </a:extLst>
          </p:cNvPr>
          <p:cNvPicPr>
            <a:picLocks noChangeAspect="1"/>
          </p:cNvPicPr>
          <p:nvPr/>
        </p:nvPicPr>
        <p:blipFill rotWithShape="1">
          <a:blip r:embed="rId2"/>
          <a:srcRect t="17917" r="2604" b="4167"/>
          <a:stretch/>
        </p:blipFill>
        <p:spPr>
          <a:xfrm>
            <a:off x="257175" y="971549"/>
            <a:ext cx="11182348" cy="5591175"/>
          </a:xfrm>
          <a:prstGeom prst="rect">
            <a:avLst/>
          </a:prstGeom>
        </p:spPr>
      </p:pic>
      <p:sp>
        <p:nvSpPr>
          <p:cNvPr id="5" name="Rectangle 4">
            <a:extLst>
              <a:ext uri="{FF2B5EF4-FFF2-40B4-BE49-F238E27FC236}">
                <a16:creationId xmlns:a16="http://schemas.microsoft.com/office/drawing/2014/main" id="{F4F9A6EC-2B3F-AD86-F692-C1E45B8CDF1B}"/>
              </a:ext>
            </a:extLst>
          </p:cNvPr>
          <p:cNvSpPr/>
          <p:nvPr/>
        </p:nvSpPr>
        <p:spPr>
          <a:xfrm>
            <a:off x="9499600" y="1989137"/>
            <a:ext cx="1079500" cy="42386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 name="Text Placeholder 1">
            <a:extLst>
              <a:ext uri="{FF2B5EF4-FFF2-40B4-BE49-F238E27FC236}">
                <a16:creationId xmlns:a16="http://schemas.microsoft.com/office/drawing/2014/main" id="{D6CDCD44-D573-471C-E351-7A3F8A259614}"/>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Exports – download takes a few moments</a:t>
            </a:r>
          </a:p>
        </p:txBody>
      </p:sp>
    </p:spTree>
    <p:extLst>
      <p:ext uri="{BB962C8B-B14F-4D97-AF65-F5344CB8AC3E}">
        <p14:creationId xmlns:p14="http://schemas.microsoft.com/office/powerpoint/2010/main" val="38986045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AE8BAB3-0DD2-F7E2-8720-3128ED578F1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8F56B2E-C923-4862-2478-EE96326655C0}"/>
              </a:ext>
            </a:extLst>
          </p:cNvPr>
          <p:cNvPicPr>
            <a:picLocks noChangeAspect="1"/>
          </p:cNvPicPr>
          <p:nvPr/>
        </p:nvPicPr>
        <p:blipFill>
          <a:blip r:embed="rId3"/>
          <a:stretch>
            <a:fillRect/>
          </a:stretch>
        </p:blipFill>
        <p:spPr>
          <a:xfrm>
            <a:off x="310205" y="1409279"/>
            <a:ext cx="6629076" cy="4281132"/>
          </a:xfrm>
          <a:prstGeom prst="rect">
            <a:avLst/>
          </a:prstGeom>
        </p:spPr>
      </p:pic>
      <p:sp>
        <p:nvSpPr>
          <p:cNvPr id="2" name="TextBox 1">
            <a:extLst>
              <a:ext uri="{FF2B5EF4-FFF2-40B4-BE49-F238E27FC236}">
                <a16:creationId xmlns:a16="http://schemas.microsoft.com/office/drawing/2014/main" id="{2C1A04F8-2B6F-8921-86A3-06F01C158BA8}"/>
              </a:ext>
            </a:extLst>
          </p:cNvPr>
          <p:cNvSpPr txBox="1"/>
          <p:nvPr/>
        </p:nvSpPr>
        <p:spPr>
          <a:xfrm>
            <a:off x="7429500" y="1409279"/>
            <a:ext cx="4308844" cy="3693319"/>
          </a:xfrm>
          <a:prstGeom prst="rect">
            <a:avLst/>
          </a:prstGeom>
          <a:noFill/>
        </p:spPr>
        <p:txBody>
          <a:bodyPr wrap="square" rtlCol="0">
            <a:spAutoFit/>
          </a:bodyPr>
          <a:lstStyle/>
          <a:p>
            <a:r>
              <a:rPr lang="en-GB" b="1"/>
              <a:t>Purpose of exports</a:t>
            </a:r>
            <a:r>
              <a:rPr lang="en-GB"/>
              <a:t>:</a:t>
            </a:r>
          </a:p>
          <a:p>
            <a:pPr marL="285750" indent="-285750">
              <a:buFontTx/>
              <a:buChar char="-"/>
            </a:pPr>
            <a:r>
              <a:rPr lang="en-GB"/>
              <a:t>To export reported values (green cells)</a:t>
            </a:r>
          </a:p>
          <a:p>
            <a:pPr marL="285750" indent="-285750">
              <a:buFontTx/>
              <a:buChar char="-"/>
            </a:pPr>
            <a:r>
              <a:rPr lang="en-GB"/>
              <a:t>To review prefilled (Eurostat data) (yellow cells)</a:t>
            </a:r>
          </a:p>
          <a:p>
            <a:pPr marL="285750" indent="-285750">
              <a:buFontTx/>
              <a:buChar char="-"/>
            </a:pPr>
            <a:endParaRPr lang="en-GB"/>
          </a:p>
          <a:p>
            <a:r>
              <a:rPr lang="en-GB"/>
              <a:t>Export templates can be used again as an import template.</a:t>
            </a:r>
          </a:p>
          <a:p>
            <a:endParaRPr lang="en-GB"/>
          </a:p>
          <a:p>
            <a:r>
              <a:rPr lang="en-GB" b="1">
                <a:solidFill>
                  <a:srgbClr val="FF0000"/>
                </a:solidFill>
              </a:rPr>
              <a:t>! Please note: Eurostat (prefilled) data cannot be imported into Reportnet only ‘green cell’ values !</a:t>
            </a:r>
          </a:p>
          <a:p>
            <a:endParaRPr lang="en-GB" b="1">
              <a:solidFill>
                <a:srgbClr val="FF0000"/>
              </a:solidFill>
            </a:endParaRPr>
          </a:p>
          <a:p>
            <a:r>
              <a:rPr lang="en-GB" b="1"/>
              <a:t>Dataflows with prefilling:</a:t>
            </a:r>
          </a:p>
        </p:txBody>
      </p:sp>
      <p:sp>
        <p:nvSpPr>
          <p:cNvPr id="5" name="Rectangle 4">
            <a:extLst>
              <a:ext uri="{FF2B5EF4-FFF2-40B4-BE49-F238E27FC236}">
                <a16:creationId xmlns:a16="http://schemas.microsoft.com/office/drawing/2014/main" id="{520BBB5E-14F0-570C-4965-C89AECCDB798}"/>
              </a:ext>
            </a:extLst>
          </p:cNvPr>
          <p:cNvSpPr/>
          <p:nvPr/>
        </p:nvSpPr>
        <p:spPr>
          <a:xfrm>
            <a:off x="7513320" y="5228639"/>
            <a:ext cx="1330960" cy="5847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t>RES (Annexes II &amp; XVI)</a:t>
            </a:r>
            <a:endParaRPr lang="LID4096" sz="1400"/>
          </a:p>
        </p:txBody>
      </p:sp>
      <p:sp>
        <p:nvSpPr>
          <p:cNvPr id="6" name="Rectangle 5">
            <a:extLst>
              <a:ext uri="{FF2B5EF4-FFF2-40B4-BE49-F238E27FC236}">
                <a16:creationId xmlns:a16="http://schemas.microsoft.com/office/drawing/2014/main" id="{22C1D7F1-2C27-1F68-38CF-2071B43C1A07}"/>
              </a:ext>
            </a:extLst>
          </p:cNvPr>
          <p:cNvSpPr/>
          <p:nvPr/>
        </p:nvSpPr>
        <p:spPr>
          <a:xfrm>
            <a:off x="8976360" y="5228638"/>
            <a:ext cx="1330960" cy="58477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t>EE (Annex IV)</a:t>
            </a:r>
            <a:endParaRPr lang="LID4096" sz="1400"/>
          </a:p>
        </p:txBody>
      </p:sp>
      <p:sp>
        <p:nvSpPr>
          <p:cNvPr id="9" name="Text Placeholder 1">
            <a:extLst>
              <a:ext uri="{FF2B5EF4-FFF2-40B4-BE49-F238E27FC236}">
                <a16:creationId xmlns:a16="http://schemas.microsoft.com/office/drawing/2014/main" id="{1DAF0F83-26E3-FC05-34F1-742E3D4E5D31}"/>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Purpose of exports</a:t>
            </a:r>
          </a:p>
        </p:txBody>
      </p:sp>
    </p:spTree>
    <p:extLst>
      <p:ext uri="{BB962C8B-B14F-4D97-AF65-F5344CB8AC3E}">
        <p14:creationId xmlns:p14="http://schemas.microsoft.com/office/powerpoint/2010/main" val="42122630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75249-D627-3440-AD2A-A56FAA6E08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5D0653-6D2D-A0F8-4D40-92FE903623D2}"/>
              </a:ext>
            </a:extLst>
          </p:cNvPr>
          <p:cNvSpPr txBox="1"/>
          <p:nvPr/>
        </p:nvSpPr>
        <p:spPr>
          <a:xfrm>
            <a:off x="4529750" y="3429000"/>
            <a:ext cx="3132525" cy="738664"/>
          </a:xfrm>
          <a:prstGeom prst="rect">
            <a:avLst/>
          </a:prstGeom>
          <a:noFill/>
        </p:spPr>
        <p:txBody>
          <a:bodyPr wrap="none" rtlCol="0">
            <a:spAutoFit/>
          </a:bodyPr>
          <a:lstStyle/>
          <a:p>
            <a:pPr algn="ctr"/>
            <a:r>
              <a:rPr lang="en-GB" sz="2400" b="1">
                <a:solidFill>
                  <a:schemeClr val="bg1"/>
                </a:solidFill>
              </a:rPr>
              <a:t>Reportnet 3</a:t>
            </a:r>
            <a:endParaRPr lang="en-GB" b="1">
              <a:solidFill>
                <a:schemeClr val="bg1"/>
              </a:solidFill>
            </a:endParaRPr>
          </a:p>
          <a:p>
            <a:pPr algn="ctr"/>
            <a:r>
              <a:rPr lang="en-GB" b="1" i="1">
                <a:solidFill>
                  <a:schemeClr val="bg1"/>
                </a:solidFill>
              </a:rPr>
              <a:t>Quality assurance - validations</a:t>
            </a:r>
          </a:p>
        </p:txBody>
      </p:sp>
      <p:pic>
        <p:nvPicPr>
          <p:cNvPr id="4" name="Graphic 3" descr="Shield Tick with solid fill">
            <a:extLst>
              <a:ext uri="{FF2B5EF4-FFF2-40B4-BE49-F238E27FC236}">
                <a16:creationId xmlns:a16="http://schemas.microsoft.com/office/drawing/2014/main" id="{F96418AD-0575-5E48-DC4F-D0671ED3343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54848" y="1546697"/>
            <a:ext cx="1882303" cy="1882303"/>
          </a:xfrm>
          <a:prstGeom prst="rect">
            <a:avLst/>
          </a:prstGeom>
        </p:spPr>
      </p:pic>
    </p:spTree>
    <p:extLst>
      <p:ext uri="{BB962C8B-B14F-4D97-AF65-F5344CB8AC3E}">
        <p14:creationId xmlns:p14="http://schemas.microsoft.com/office/powerpoint/2010/main" val="28106168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7DF57-D273-241C-1572-2860BE56532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49AF135-FC8D-42FF-2442-E337483E6718}"/>
              </a:ext>
            </a:extLst>
          </p:cNvPr>
          <p:cNvSpPr txBox="1"/>
          <p:nvPr/>
        </p:nvSpPr>
        <p:spPr>
          <a:xfrm>
            <a:off x="103747" y="88288"/>
            <a:ext cx="11634597" cy="584775"/>
          </a:xfrm>
          <a:prstGeom prst="rect">
            <a:avLst/>
          </a:prstGeom>
          <a:noFill/>
        </p:spPr>
        <p:txBody>
          <a:bodyPr wrap="square" rtlCol="0">
            <a:spAutoFit/>
          </a:bodyPr>
          <a:lstStyle/>
          <a:p>
            <a:r>
              <a:rPr lang="en-GB" sz="3200" b="1">
                <a:solidFill>
                  <a:srgbClr val="002060"/>
                </a:solidFill>
                <a:latin typeface="Calibri" panose="020F0502020204030204"/>
              </a:rPr>
              <a:t>Validation</a:t>
            </a:r>
          </a:p>
        </p:txBody>
      </p:sp>
      <p:sp>
        <p:nvSpPr>
          <p:cNvPr id="2" name="TextBox 1">
            <a:extLst>
              <a:ext uri="{FF2B5EF4-FFF2-40B4-BE49-F238E27FC236}">
                <a16:creationId xmlns:a16="http://schemas.microsoft.com/office/drawing/2014/main" id="{5CB93F8A-9908-5074-19F6-B3776055CA52}"/>
              </a:ext>
            </a:extLst>
          </p:cNvPr>
          <p:cNvSpPr txBox="1"/>
          <p:nvPr/>
        </p:nvSpPr>
        <p:spPr>
          <a:xfrm>
            <a:off x="474852" y="911234"/>
            <a:ext cx="11242296" cy="1200329"/>
          </a:xfrm>
          <a:prstGeom prst="rect">
            <a:avLst/>
          </a:prstGeom>
          <a:noFill/>
        </p:spPr>
        <p:txBody>
          <a:bodyPr wrap="square" rtlCol="0">
            <a:spAutoFit/>
          </a:bodyPr>
          <a:lstStyle/>
          <a:p>
            <a:r>
              <a:rPr lang="en-US"/>
              <a:t>The platform validates imported data thanks to automatic quality checks implemented in Reportnet 3 and according to predefined validation rules.</a:t>
            </a:r>
          </a:p>
          <a:p>
            <a:endParaRPr lang="en-US"/>
          </a:p>
          <a:p>
            <a:r>
              <a:rPr lang="en-US">
                <a:latin typeface="Calibri" panose="020F0502020204030204" pitchFamily="34" charset="0"/>
                <a:cs typeface="Calibri" panose="020F0502020204030204" pitchFamily="34" charset="0"/>
              </a:rPr>
              <a:t>→ After having imported the filled in template → click on </a:t>
            </a:r>
            <a:r>
              <a:rPr lang="en-US" b="1">
                <a:solidFill>
                  <a:srgbClr val="FF0000"/>
                </a:solidFill>
                <a:latin typeface="Calibri" panose="020F0502020204030204" pitchFamily="34" charset="0"/>
                <a:cs typeface="Calibri" panose="020F0502020204030204" pitchFamily="34" charset="0"/>
              </a:rPr>
              <a:t>Validate</a:t>
            </a:r>
            <a:r>
              <a:rPr lang="en-US">
                <a:latin typeface="Calibri" panose="020F0502020204030204" pitchFamily="34" charset="0"/>
                <a:cs typeface="Calibri" panose="020F0502020204030204" pitchFamily="34" charset="0"/>
              </a:rPr>
              <a:t>, and </a:t>
            </a:r>
            <a:r>
              <a:rPr lang="en-US" b="1">
                <a:solidFill>
                  <a:srgbClr val="FF0000"/>
                </a:solidFill>
                <a:latin typeface="Calibri" panose="020F0502020204030204" pitchFamily="34" charset="0"/>
                <a:cs typeface="Calibri" panose="020F0502020204030204" pitchFamily="34" charset="0"/>
              </a:rPr>
              <a:t>Refresh</a:t>
            </a:r>
            <a:endParaRPr lang="en-US" b="1">
              <a:solidFill>
                <a:srgbClr val="FF0000"/>
              </a:solidFill>
            </a:endParaRPr>
          </a:p>
        </p:txBody>
      </p:sp>
      <p:pic>
        <p:nvPicPr>
          <p:cNvPr id="29" name="Picture 28">
            <a:extLst>
              <a:ext uri="{FF2B5EF4-FFF2-40B4-BE49-F238E27FC236}">
                <a16:creationId xmlns:a16="http://schemas.microsoft.com/office/drawing/2014/main" id="{309C0998-743F-CC2C-3892-5196F4FB1E0A}"/>
              </a:ext>
            </a:extLst>
          </p:cNvPr>
          <p:cNvPicPr>
            <a:picLocks noChangeAspect="1"/>
          </p:cNvPicPr>
          <p:nvPr/>
        </p:nvPicPr>
        <p:blipFill>
          <a:blip r:embed="rId3"/>
          <a:stretch>
            <a:fillRect/>
          </a:stretch>
        </p:blipFill>
        <p:spPr>
          <a:xfrm>
            <a:off x="1738993" y="2243599"/>
            <a:ext cx="8364566" cy="3953777"/>
          </a:xfrm>
          <a:prstGeom prst="rect">
            <a:avLst/>
          </a:prstGeom>
        </p:spPr>
      </p:pic>
    </p:spTree>
    <p:extLst>
      <p:ext uri="{BB962C8B-B14F-4D97-AF65-F5344CB8AC3E}">
        <p14:creationId xmlns:p14="http://schemas.microsoft.com/office/powerpoint/2010/main" val="4217985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98D01B1-589F-97C6-6A61-7417A2A641BA}"/>
              </a:ext>
            </a:extLst>
          </p:cNvPr>
          <p:cNvSpPr txBox="1"/>
          <p:nvPr/>
        </p:nvSpPr>
        <p:spPr>
          <a:xfrm>
            <a:off x="3063602" y="1865400"/>
            <a:ext cx="5232266" cy="3539430"/>
          </a:xfrm>
          <a:prstGeom prst="rect">
            <a:avLst/>
          </a:prstGeom>
          <a:noFill/>
        </p:spPr>
        <p:txBody>
          <a:bodyPr wrap="none" rtlCol="0">
            <a:spAutoFit/>
          </a:bodyPr>
          <a:lstStyle/>
          <a:p>
            <a:pPr marL="457200" indent="-457200">
              <a:buFontTx/>
              <a:buChar char="-"/>
            </a:pPr>
            <a:r>
              <a:rPr lang="en-US" sz="3200" b="1">
                <a:solidFill>
                  <a:schemeClr val="accent4"/>
                </a:solidFill>
              </a:rPr>
              <a:t>Warning </a:t>
            </a:r>
            <a:r>
              <a:rPr lang="en-US" sz="3200" i="1"/>
              <a:t>(can release data)</a:t>
            </a:r>
          </a:p>
          <a:p>
            <a:pPr marL="457200" indent="-457200">
              <a:buFontTx/>
              <a:buChar char="-"/>
            </a:pPr>
            <a:endParaRPr lang="en-US" sz="3200" i="1"/>
          </a:p>
          <a:p>
            <a:pPr marL="457200" indent="-457200">
              <a:buFontTx/>
              <a:buChar char="-"/>
            </a:pPr>
            <a:endParaRPr lang="en-US" sz="3200" i="1"/>
          </a:p>
          <a:p>
            <a:pPr marL="457200" indent="-457200">
              <a:buFontTx/>
              <a:buChar char="-"/>
            </a:pPr>
            <a:r>
              <a:rPr lang="en-US" sz="3200" b="1">
                <a:solidFill>
                  <a:srgbClr val="FF0000"/>
                </a:solidFill>
              </a:rPr>
              <a:t>Error </a:t>
            </a:r>
            <a:r>
              <a:rPr lang="en-US" sz="3200" i="1"/>
              <a:t>(can release data)</a:t>
            </a:r>
          </a:p>
          <a:p>
            <a:pPr marL="457200" indent="-457200">
              <a:buFontTx/>
              <a:buChar char="-"/>
            </a:pPr>
            <a:endParaRPr lang="en-US" sz="3200" b="1"/>
          </a:p>
          <a:p>
            <a:pPr marL="457200" indent="-457200">
              <a:buFontTx/>
              <a:buChar char="-"/>
            </a:pPr>
            <a:endParaRPr lang="en-US" sz="3200" b="1"/>
          </a:p>
          <a:p>
            <a:pPr marL="457200" indent="-457200">
              <a:buFontTx/>
              <a:buChar char="-"/>
            </a:pPr>
            <a:r>
              <a:rPr lang="en-US" sz="3200" b="1">
                <a:solidFill>
                  <a:srgbClr val="FF0000"/>
                </a:solidFill>
              </a:rPr>
              <a:t>Blocker </a:t>
            </a:r>
            <a:r>
              <a:rPr lang="en-US" sz="3200" i="1"/>
              <a:t>(</a:t>
            </a:r>
            <a:r>
              <a:rPr lang="en-US" sz="3200" i="1" u="sng"/>
              <a:t>can’t</a:t>
            </a:r>
            <a:r>
              <a:rPr lang="en-US" sz="3200" i="1"/>
              <a:t> release data)</a:t>
            </a:r>
          </a:p>
        </p:txBody>
      </p:sp>
      <p:pic>
        <p:nvPicPr>
          <p:cNvPr id="13" name="Graphic 12" descr="Forbidden with solid fill">
            <a:extLst>
              <a:ext uri="{FF2B5EF4-FFF2-40B4-BE49-F238E27FC236}">
                <a16:creationId xmlns:a16="http://schemas.microsoft.com/office/drawing/2014/main" id="{D7399E47-80D4-3928-4022-C411CA6E23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59351" y="4694072"/>
            <a:ext cx="914400" cy="914400"/>
          </a:xfrm>
          <a:prstGeom prst="rect">
            <a:avLst/>
          </a:prstGeom>
        </p:spPr>
      </p:pic>
      <p:pic>
        <p:nvPicPr>
          <p:cNvPr id="21" name="Graphic 20" descr="Warning with solid fill">
            <a:extLst>
              <a:ext uri="{FF2B5EF4-FFF2-40B4-BE49-F238E27FC236}">
                <a16:creationId xmlns:a16="http://schemas.microsoft.com/office/drawing/2014/main" id="{9823F94B-F058-8352-F00D-9BC262AE7D2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59351" y="3177915"/>
            <a:ext cx="914400" cy="914400"/>
          </a:xfrm>
          <a:prstGeom prst="rect">
            <a:avLst/>
          </a:prstGeom>
        </p:spPr>
      </p:pic>
      <p:pic>
        <p:nvPicPr>
          <p:cNvPr id="22" name="Graphic 21" descr="Warning with solid fill">
            <a:extLst>
              <a:ext uri="{FF2B5EF4-FFF2-40B4-BE49-F238E27FC236}">
                <a16:creationId xmlns:a16="http://schemas.microsoft.com/office/drawing/2014/main" id="{34E8E636-BDC8-40A3-64DF-30C0AE2BEC0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59351" y="1661758"/>
            <a:ext cx="914400" cy="914400"/>
          </a:xfrm>
          <a:prstGeom prst="rect">
            <a:avLst/>
          </a:prstGeom>
        </p:spPr>
      </p:pic>
      <p:sp>
        <p:nvSpPr>
          <p:cNvPr id="2" name="Text Placeholder 1">
            <a:extLst>
              <a:ext uri="{FF2B5EF4-FFF2-40B4-BE49-F238E27FC236}">
                <a16:creationId xmlns:a16="http://schemas.microsoft.com/office/drawing/2014/main" id="{074BE841-AE8F-D7CF-42E0-254B585FE9E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Validations – types of errors</a:t>
            </a:r>
          </a:p>
        </p:txBody>
      </p:sp>
    </p:spTree>
    <p:extLst>
      <p:ext uri="{BB962C8B-B14F-4D97-AF65-F5344CB8AC3E}">
        <p14:creationId xmlns:p14="http://schemas.microsoft.com/office/powerpoint/2010/main" val="27296738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5886D5-723E-9C2C-2DE6-1A2C98497A67}"/>
              </a:ext>
            </a:extLst>
          </p:cNvPr>
          <p:cNvSpPr txBox="1"/>
          <p:nvPr/>
        </p:nvSpPr>
        <p:spPr>
          <a:xfrm>
            <a:off x="314037" y="1228436"/>
            <a:ext cx="5610895" cy="369332"/>
          </a:xfrm>
          <a:prstGeom prst="rect">
            <a:avLst/>
          </a:prstGeom>
          <a:noFill/>
        </p:spPr>
        <p:txBody>
          <a:bodyPr wrap="none" rtlCol="0">
            <a:spAutoFit/>
          </a:bodyPr>
          <a:lstStyle/>
          <a:p>
            <a:r>
              <a:rPr lang="en-US"/>
              <a:t>Add any number of slides for print screens for this Section</a:t>
            </a:r>
            <a:endParaRPr lang="en-DK"/>
          </a:p>
        </p:txBody>
      </p:sp>
      <p:pic>
        <p:nvPicPr>
          <p:cNvPr id="4" name="Picture 3">
            <a:extLst>
              <a:ext uri="{FF2B5EF4-FFF2-40B4-BE49-F238E27FC236}">
                <a16:creationId xmlns:a16="http://schemas.microsoft.com/office/drawing/2014/main" id="{44929A8E-7F43-867F-359E-B6E12FED03C4}"/>
              </a:ext>
            </a:extLst>
          </p:cNvPr>
          <p:cNvPicPr>
            <a:picLocks noChangeAspect="1"/>
          </p:cNvPicPr>
          <p:nvPr/>
        </p:nvPicPr>
        <p:blipFill rotWithShape="1">
          <a:blip r:embed="rId3"/>
          <a:srcRect t="1295" r="2576"/>
          <a:stretch/>
        </p:blipFill>
        <p:spPr>
          <a:xfrm>
            <a:off x="0" y="905522"/>
            <a:ext cx="12163490" cy="5748780"/>
          </a:xfrm>
          <a:prstGeom prst="rect">
            <a:avLst/>
          </a:prstGeom>
        </p:spPr>
      </p:pic>
      <p:cxnSp>
        <p:nvCxnSpPr>
          <p:cNvPr id="3" name="Straight Arrow Connector 2">
            <a:extLst>
              <a:ext uri="{FF2B5EF4-FFF2-40B4-BE49-F238E27FC236}">
                <a16:creationId xmlns:a16="http://schemas.microsoft.com/office/drawing/2014/main" id="{14028749-2EE3-4482-A0C0-CFD82E0BCF79}"/>
              </a:ext>
            </a:extLst>
          </p:cNvPr>
          <p:cNvCxnSpPr>
            <a:cxnSpLocks/>
          </p:cNvCxnSpPr>
          <p:nvPr/>
        </p:nvCxnSpPr>
        <p:spPr>
          <a:xfrm>
            <a:off x="5850244" y="2216727"/>
            <a:ext cx="0" cy="96058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3706812-08AC-6149-2DEC-70DE03E12A29}"/>
              </a:ext>
            </a:extLst>
          </p:cNvPr>
          <p:cNvCxnSpPr>
            <a:cxnSpLocks/>
          </p:cNvCxnSpPr>
          <p:nvPr/>
        </p:nvCxnSpPr>
        <p:spPr>
          <a:xfrm flipH="1">
            <a:off x="2115127" y="4322619"/>
            <a:ext cx="470062"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99FEC3B0-BD1E-A608-7116-E9ACA7F0447E}"/>
              </a:ext>
            </a:extLst>
          </p:cNvPr>
          <p:cNvPicPr>
            <a:picLocks noChangeAspect="1"/>
          </p:cNvPicPr>
          <p:nvPr/>
        </p:nvPicPr>
        <p:blipFill rotWithShape="1">
          <a:blip r:embed="rId3"/>
          <a:srcRect l="14241" t="58776" r="83762" b="38660"/>
          <a:stretch/>
        </p:blipFill>
        <p:spPr>
          <a:xfrm>
            <a:off x="11364544" y="4880643"/>
            <a:ext cx="249382" cy="149334"/>
          </a:xfrm>
          <a:prstGeom prst="rect">
            <a:avLst/>
          </a:prstGeom>
        </p:spPr>
      </p:pic>
      <p:cxnSp>
        <p:nvCxnSpPr>
          <p:cNvPr id="12" name="Straight Arrow Connector 11">
            <a:extLst>
              <a:ext uri="{FF2B5EF4-FFF2-40B4-BE49-F238E27FC236}">
                <a16:creationId xmlns:a16="http://schemas.microsoft.com/office/drawing/2014/main" id="{91F14D81-D712-E574-140C-A8B1922C2DEF}"/>
              </a:ext>
            </a:extLst>
          </p:cNvPr>
          <p:cNvCxnSpPr>
            <a:cxnSpLocks/>
          </p:cNvCxnSpPr>
          <p:nvPr/>
        </p:nvCxnSpPr>
        <p:spPr>
          <a:xfrm>
            <a:off x="10888872" y="4941456"/>
            <a:ext cx="475672"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CCDC2FC-E415-15C1-19F7-168496AF7CA8}"/>
              </a:ext>
            </a:extLst>
          </p:cNvPr>
          <p:cNvSpPr txBox="1"/>
          <p:nvPr/>
        </p:nvSpPr>
        <p:spPr>
          <a:xfrm>
            <a:off x="4902408" y="1822418"/>
            <a:ext cx="2045047" cy="369332"/>
          </a:xfrm>
          <a:prstGeom prst="rect">
            <a:avLst/>
          </a:prstGeom>
          <a:noFill/>
        </p:spPr>
        <p:txBody>
          <a:bodyPr wrap="none" rtlCol="0">
            <a:spAutoFit/>
          </a:bodyPr>
          <a:lstStyle/>
          <a:p>
            <a:r>
              <a:rPr lang="en-US" b="1">
                <a:solidFill>
                  <a:srgbClr val="FF0000"/>
                </a:solidFill>
              </a:rPr>
              <a:t>1. Table level errors</a:t>
            </a:r>
            <a:endParaRPr lang="en-DK" b="1">
              <a:solidFill>
                <a:srgbClr val="FF0000"/>
              </a:solidFill>
            </a:endParaRPr>
          </a:p>
        </p:txBody>
      </p:sp>
      <p:sp>
        <p:nvSpPr>
          <p:cNvPr id="15" name="TextBox 14">
            <a:extLst>
              <a:ext uri="{FF2B5EF4-FFF2-40B4-BE49-F238E27FC236}">
                <a16:creationId xmlns:a16="http://schemas.microsoft.com/office/drawing/2014/main" id="{392D89F9-31A6-CB2B-6E32-CC915422ECAB}"/>
              </a:ext>
            </a:extLst>
          </p:cNvPr>
          <p:cNvSpPr txBox="1"/>
          <p:nvPr/>
        </p:nvSpPr>
        <p:spPr>
          <a:xfrm>
            <a:off x="2585189" y="4137953"/>
            <a:ext cx="2202591" cy="369332"/>
          </a:xfrm>
          <a:prstGeom prst="rect">
            <a:avLst/>
          </a:prstGeom>
          <a:noFill/>
        </p:spPr>
        <p:txBody>
          <a:bodyPr wrap="none" rtlCol="0">
            <a:spAutoFit/>
          </a:bodyPr>
          <a:lstStyle/>
          <a:p>
            <a:r>
              <a:rPr lang="en-US" b="1">
                <a:solidFill>
                  <a:srgbClr val="FF0000"/>
                </a:solidFill>
              </a:rPr>
              <a:t>2. Record level errors</a:t>
            </a:r>
            <a:endParaRPr lang="en-DK" b="1">
              <a:solidFill>
                <a:srgbClr val="FF0000"/>
              </a:solidFill>
            </a:endParaRPr>
          </a:p>
        </p:txBody>
      </p:sp>
      <p:sp>
        <p:nvSpPr>
          <p:cNvPr id="16" name="TextBox 15">
            <a:extLst>
              <a:ext uri="{FF2B5EF4-FFF2-40B4-BE49-F238E27FC236}">
                <a16:creationId xmlns:a16="http://schemas.microsoft.com/office/drawing/2014/main" id="{6398C9C0-2E37-01E0-4705-0EBE6D47B1A9}"/>
              </a:ext>
            </a:extLst>
          </p:cNvPr>
          <p:cNvSpPr txBox="1"/>
          <p:nvPr/>
        </p:nvSpPr>
        <p:spPr>
          <a:xfrm>
            <a:off x="9071580" y="4749441"/>
            <a:ext cx="1817292" cy="369332"/>
          </a:xfrm>
          <a:prstGeom prst="rect">
            <a:avLst/>
          </a:prstGeom>
          <a:noFill/>
        </p:spPr>
        <p:txBody>
          <a:bodyPr wrap="none" rtlCol="0">
            <a:spAutoFit/>
          </a:bodyPr>
          <a:lstStyle/>
          <a:p>
            <a:r>
              <a:rPr lang="en-US" b="1">
                <a:solidFill>
                  <a:srgbClr val="FF0000"/>
                </a:solidFill>
              </a:rPr>
              <a:t>3. Specific errors</a:t>
            </a:r>
            <a:endParaRPr lang="en-DK" b="1">
              <a:solidFill>
                <a:srgbClr val="FF0000"/>
              </a:solidFill>
            </a:endParaRPr>
          </a:p>
        </p:txBody>
      </p:sp>
      <p:sp>
        <p:nvSpPr>
          <p:cNvPr id="18" name="Rectangle 17">
            <a:extLst>
              <a:ext uri="{FF2B5EF4-FFF2-40B4-BE49-F238E27FC236}">
                <a16:creationId xmlns:a16="http://schemas.microsoft.com/office/drawing/2014/main" id="{4C6DF848-8032-D846-D81A-C9310EB981F7}"/>
              </a:ext>
            </a:extLst>
          </p:cNvPr>
          <p:cNvSpPr/>
          <p:nvPr/>
        </p:nvSpPr>
        <p:spPr>
          <a:xfrm>
            <a:off x="4618183" y="3177309"/>
            <a:ext cx="1306748" cy="25169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9" name="Rectangle 18">
            <a:extLst>
              <a:ext uri="{FF2B5EF4-FFF2-40B4-BE49-F238E27FC236}">
                <a16:creationId xmlns:a16="http://schemas.microsoft.com/office/drawing/2014/main" id="{E0B7F26F-8BD3-C1AF-B35B-5E944296354F}"/>
              </a:ext>
            </a:extLst>
          </p:cNvPr>
          <p:cNvSpPr/>
          <p:nvPr/>
        </p:nvSpPr>
        <p:spPr>
          <a:xfrm>
            <a:off x="1483509" y="4137953"/>
            <a:ext cx="10197315" cy="34197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0" name="Rectangle 19">
            <a:extLst>
              <a:ext uri="{FF2B5EF4-FFF2-40B4-BE49-F238E27FC236}">
                <a16:creationId xmlns:a16="http://schemas.microsoft.com/office/drawing/2014/main" id="{8A3C8A8F-693D-3822-D8BB-2A42A665A74E}"/>
              </a:ext>
            </a:extLst>
          </p:cNvPr>
          <p:cNvSpPr/>
          <p:nvPr/>
        </p:nvSpPr>
        <p:spPr>
          <a:xfrm>
            <a:off x="8467725" y="4786325"/>
            <a:ext cx="3213099" cy="29526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 name="Text Placeholder 1">
            <a:extLst>
              <a:ext uri="{FF2B5EF4-FFF2-40B4-BE49-F238E27FC236}">
                <a16:creationId xmlns:a16="http://schemas.microsoft.com/office/drawing/2014/main" id="{53AF10D0-663E-C23A-7B37-E9FDF306A334}"/>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Validations – reviewing errors in the dataflow</a:t>
            </a:r>
          </a:p>
        </p:txBody>
      </p:sp>
    </p:spTree>
    <p:extLst>
      <p:ext uri="{BB962C8B-B14F-4D97-AF65-F5344CB8AC3E}">
        <p14:creationId xmlns:p14="http://schemas.microsoft.com/office/powerpoint/2010/main" val="9245710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2ABB7-510D-3B9D-8CCB-D80150396B7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22C7B2F-11E2-3587-74E6-41F20B84BDCE}"/>
              </a:ext>
            </a:extLst>
          </p:cNvPr>
          <p:cNvSpPr txBox="1"/>
          <p:nvPr/>
        </p:nvSpPr>
        <p:spPr>
          <a:xfrm>
            <a:off x="103747" y="88288"/>
            <a:ext cx="11634597" cy="584775"/>
          </a:xfrm>
          <a:prstGeom prst="rect">
            <a:avLst/>
          </a:prstGeom>
          <a:noFill/>
        </p:spPr>
        <p:txBody>
          <a:bodyPr wrap="square" rtlCol="0">
            <a:spAutoFit/>
          </a:bodyPr>
          <a:lstStyle/>
          <a:p>
            <a:r>
              <a:rPr lang="en-GB" sz="3200" b="1">
                <a:solidFill>
                  <a:srgbClr val="002060"/>
                </a:solidFill>
                <a:latin typeface="Calibri" panose="020F0502020204030204"/>
              </a:rPr>
              <a:t>Validation</a:t>
            </a:r>
          </a:p>
        </p:txBody>
      </p:sp>
      <p:sp>
        <p:nvSpPr>
          <p:cNvPr id="2" name="TextBox 1">
            <a:extLst>
              <a:ext uri="{FF2B5EF4-FFF2-40B4-BE49-F238E27FC236}">
                <a16:creationId xmlns:a16="http://schemas.microsoft.com/office/drawing/2014/main" id="{3E0F52CB-8917-1566-6F58-AD0C3D6E46E5}"/>
              </a:ext>
            </a:extLst>
          </p:cNvPr>
          <p:cNvSpPr txBox="1"/>
          <p:nvPr/>
        </p:nvSpPr>
        <p:spPr>
          <a:xfrm>
            <a:off x="474852" y="1246072"/>
            <a:ext cx="11242296" cy="461665"/>
          </a:xfrm>
          <a:prstGeom prst="rect">
            <a:avLst/>
          </a:prstGeom>
          <a:noFill/>
        </p:spPr>
        <p:txBody>
          <a:bodyPr wrap="square" rtlCol="0">
            <a:spAutoFit/>
          </a:bodyPr>
          <a:lstStyle/>
          <a:p>
            <a:r>
              <a:rPr lang="en-US" sz="2400" b="1" dirty="0">
                <a:solidFill>
                  <a:srgbClr val="FF0000"/>
                </a:solidFill>
                <a:latin typeface="Calibri" panose="020F0502020204030204" pitchFamily="34" charset="0"/>
                <a:cs typeface="Calibri" panose="020F0502020204030204" pitchFamily="34" charset="0"/>
              </a:rPr>
              <a:t>      Blocking errors </a:t>
            </a:r>
            <a:r>
              <a:rPr lang="en-US" sz="2400" dirty="0">
                <a:latin typeface="Calibri" panose="020F0502020204030204" pitchFamily="34" charset="0"/>
                <a:cs typeface="Calibri" panose="020F0502020204030204" pitchFamily="34" charset="0"/>
              </a:rPr>
              <a:t>require a change of the reporting data. Release cannot be performed.</a:t>
            </a:r>
            <a:endParaRPr lang="en-US" sz="2400" b="1" dirty="0">
              <a:solidFill>
                <a:srgbClr val="FF0000"/>
              </a:solidFill>
            </a:endParaRPr>
          </a:p>
        </p:txBody>
      </p:sp>
      <p:pic>
        <p:nvPicPr>
          <p:cNvPr id="4" name="Picture 3">
            <a:extLst>
              <a:ext uri="{FF2B5EF4-FFF2-40B4-BE49-F238E27FC236}">
                <a16:creationId xmlns:a16="http://schemas.microsoft.com/office/drawing/2014/main" id="{F5D29A54-2FC8-42CA-A188-79BC17E40CB5}"/>
              </a:ext>
            </a:extLst>
          </p:cNvPr>
          <p:cNvPicPr>
            <a:picLocks noChangeAspect="1"/>
          </p:cNvPicPr>
          <p:nvPr/>
        </p:nvPicPr>
        <p:blipFill>
          <a:blip r:embed="rId3"/>
          <a:stretch>
            <a:fillRect/>
          </a:stretch>
        </p:blipFill>
        <p:spPr>
          <a:xfrm>
            <a:off x="221718" y="1164368"/>
            <a:ext cx="504200" cy="532739"/>
          </a:xfrm>
          <a:prstGeom prst="rect">
            <a:avLst/>
          </a:prstGeom>
        </p:spPr>
      </p:pic>
      <p:sp>
        <p:nvSpPr>
          <p:cNvPr id="5" name="TextBox 4">
            <a:extLst>
              <a:ext uri="{FF2B5EF4-FFF2-40B4-BE49-F238E27FC236}">
                <a16:creationId xmlns:a16="http://schemas.microsoft.com/office/drawing/2014/main" id="{B08AD8ED-4C4B-2A57-7674-C8F3EFA07D5D}"/>
              </a:ext>
            </a:extLst>
          </p:cNvPr>
          <p:cNvSpPr txBox="1"/>
          <p:nvPr/>
        </p:nvSpPr>
        <p:spPr>
          <a:xfrm>
            <a:off x="1255903" y="2016558"/>
            <a:ext cx="6828236" cy="2862322"/>
          </a:xfrm>
          <a:prstGeom prst="rect">
            <a:avLst/>
          </a:prstGeom>
          <a:noFill/>
        </p:spPr>
        <p:txBody>
          <a:bodyPr wrap="square" rtlCol="0">
            <a:spAutoFit/>
          </a:bodyPr>
          <a:lstStyle/>
          <a:p>
            <a:r>
              <a:rPr lang="en-US" dirty="0"/>
              <a:t>Two ways to correct or update data:</a:t>
            </a:r>
          </a:p>
          <a:p>
            <a:endParaRPr lang="en-US" dirty="0"/>
          </a:p>
          <a:p>
            <a:pPr marL="285750" indent="-285750">
              <a:buFont typeface="Wingdings" panose="05000000000000000000" pitchFamily="2" charset="2"/>
              <a:buChar char="ü"/>
            </a:pPr>
            <a:r>
              <a:rPr lang="en-US" dirty="0">
                <a:sym typeface="Wingdings" panose="05000000000000000000" pitchFamily="2" charset="2"/>
              </a:rPr>
              <a:t>   Correct the Excel template and re-import the updated template</a:t>
            </a:r>
          </a:p>
          <a:p>
            <a:pPr marL="285750" indent="-285750">
              <a:buFont typeface="Wingdings" panose="05000000000000000000" pitchFamily="2" charset="2"/>
              <a:buChar char="ü"/>
            </a:pPr>
            <a:endParaRPr lang="en-US" dirty="0">
              <a:sym typeface="Wingdings" panose="05000000000000000000" pitchFamily="2" charset="2"/>
            </a:endParaRPr>
          </a:p>
          <a:p>
            <a:pPr lvl="1"/>
            <a:r>
              <a:rPr lang="en-US" dirty="0">
                <a:sym typeface="Wingdings" panose="05000000000000000000" pitchFamily="2" charset="2"/>
              </a:rPr>
              <a:t>When re-importing a modified template, always click on “</a:t>
            </a:r>
            <a:r>
              <a:rPr lang="en-US" b="1" dirty="0">
                <a:solidFill>
                  <a:srgbClr val="FF0000"/>
                </a:solidFill>
                <a:sym typeface="Wingdings" panose="05000000000000000000" pitchFamily="2" charset="2"/>
              </a:rPr>
              <a:t>Replace data</a:t>
            </a:r>
            <a:r>
              <a:rPr lang="en-US" dirty="0">
                <a:sym typeface="Wingdings" panose="05000000000000000000" pitchFamily="2" charset="2"/>
              </a:rPr>
              <a:t>” before importing and validating an updated template</a:t>
            </a:r>
          </a:p>
          <a:p>
            <a:endParaRPr lang="en-US" dirty="0">
              <a:sym typeface="Wingdings" panose="05000000000000000000" pitchFamily="2" charset="2"/>
            </a:endParaRPr>
          </a:p>
          <a:p>
            <a:endParaRPr lang="en-US" dirty="0">
              <a:sym typeface="Wingdings" panose="05000000000000000000" pitchFamily="2" charset="2"/>
            </a:endParaRPr>
          </a:p>
          <a:p>
            <a:r>
              <a:rPr lang="en-US" dirty="0">
                <a:sym typeface="Wingdings" panose="05000000000000000000" pitchFamily="2" charset="2"/>
              </a:rPr>
              <a:t>      Correct the fields directly in Reportnet by clicking on the field.</a:t>
            </a:r>
          </a:p>
        </p:txBody>
      </p:sp>
      <p:sp>
        <p:nvSpPr>
          <p:cNvPr id="6" name="TextBox 5">
            <a:extLst>
              <a:ext uri="{FF2B5EF4-FFF2-40B4-BE49-F238E27FC236}">
                <a16:creationId xmlns:a16="http://schemas.microsoft.com/office/drawing/2014/main" id="{2FAB524E-C58B-BEA0-4705-3BF3AA54EA4B}"/>
              </a:ext>
            </a:extLst>
          </p:cNvPr>
          <p:cNvSpPr txBox="1"/>
          <p:nvPr/>
        </p:nvSpPr>
        <p:spPr>
          <a:xfrm>
            <a:off x="820159" y="5611928"/>
            <a:ext cx="7902548" cy="400110"/>
          </a:xfrm>
          <a:prstGeom prst="rect">
            <a:avLst/>
          </a:prstGeom>
          <a:noFill/>
        </p:spPr>
        <p:txBody>
          <a:bodyPr wrap="none" rtlCol="0">
            <a:spAutoFit/>
          </a:bodyPr>
          <a:lstStyle/>
          <a:p>
            <a:r>
              <a:rPr lang="en-US" sz="2000" b="1" dirty="0"/>
              <a:t>In any case, the data must be validated </a:t>
            </a:r>
            <a:r>
              <a:rPr lang="en-US" sz="2000" b="1" dirty="0">
                <a:cs typeface="Calibri" panose="020F0502020204030204" pitchFamily="34" charset="0"/>
              </a:rPr>
              <a:t>→ “Validate” and “Refresh”.</a:t>
            </a:r>
            <a:endParaRPr lang="en-US" sz="2000" b="1" dirty="0"/>
          </a:p>
        </p:txBody>
      </p:sp>
    </p:spTree>
    <p:extLst>
      <p:ext uri="{BB962C8B-B14F-4D97-AF65-F5344CB8AC3E}">
        <p14:creationId xmlns:p14="http://schemas.microsoft.com/office/powerpoint/2010/main" val="31171343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EF820-C5F6-6C1F-78FD-3A7C067399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6F10CF-9438-40DE-53CF-CC062694E672}"/>
              </a:ext>
            </a:extLst>
          </p:cNvPr>
          <p:cNvSpPr txBox="1"/>
          <p:nvPr/>
        </p:nvSpPr>
        <p:spPr>
          <a:xfrm>
            <a:off x="4644978" y="3429000"/>
            <a:ext cx="2902077" cy="738664"/>
          </a:xfrm>
          <a:prstGeom prst="rect">
            <a:avLst/>
          </a:prstGeom>
          <a:noFill/>
        </p:spPr>
        <p:txBody>
          <a:bodyPr wrap="none" rtlCol="0">
            <a:spAutoFit/>
          </a:bodyPr>
          <a:lstStyle/>
          <a:p>
            <a:pPr algn="ctr"/>
            <a:r>
              <a:rPr lang="en-GB" sz="2400" b="1">
                <a:solidFill>
                  <a:schemeClr val="bg1"/>
                </a:solidFill>
              </a:rPr>
              <a:t>Reportnet 3</a:t>
            </a:r>
            <a:endParaRPr lang="en-GB" b="1">
              <a:solidFill>
                <a:schemeClr val="bg1"/>
              </a:solidFill>
            </a:endParaRPr>
          </a:p>
          <a:p>
            <a:pPr algn="ctr"/>
            <a:r>
              <a:rPr lang="en-GB" b="1" i="1">
                <a:solidFill>
                  <a:schemeClr val="bg1"/>
                </a:solidFill>
              </a:rPr>
              <a:t>Release of data - submission</a:t>
            </a:r>
          </a:p>
        </p:txBody>
      </p:sp>
      <p:pic>
        <p:nvPicPr>
          <p:cNvPr id="2" name="Graphic 1" descr="Upload with solid fill">
            <a:extLst>
              <a:ext uri="{FF2B5EF4-FFF2-40B4-BE49-F238E27FC236}">
                <a16:creationId xmlns:a16="http://schemas.microsoft.com/office/drawing/2014/main" id="{95E641E5-748C-E016-96BC-1619A6B6A3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54848" y="1546696"/>
            <a:ext cx="1882304" cy="1882304"/>
          </a:xfrm>
          <a:prstGeom prst="rect">
            <a:avLst/>
          </a:prstGeom>
        </p:spPr>
      </p:pic>
    </p:spTree>
    <p:extLst>
      <p:ext uri="{BB962C8B-B14F-4D97-AF65-F5344CB8AC3E}">
        <p14:creationId xmlns:p14="http://schemas.microsoft.com/office/powerpoint/2010/main" val="18833978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5886D5-723E-9C2C-2DE6-1A2C98497A67}"/>
              </a:ext>
            </a:extLst>
          </p:cNvPr>
          <p:cNvSpPr txBox="1"/>
          <p:nvPr/>
        </p:nvSpPr>
        <p:spPr>
          <a:xfrm>
            <a:off x="314037" y="1228436"/>
            <a:ext cx="5610895" cy="369332"/>
          </a:xfrm>
          <a:prstGeom prst="rect">
            <a:avLst/>
          </a:prstGeom>
          <a:noFill/>
        </p:spPr>
        <p:txBody>
          <a:bodyPr wrap="none" rtlCol="0">
            <a:spAutoFit/>
          </a:bodyPr>
          <a:lstStyle/>
          <a:p>
            <a:r>
              <a:rPr lang="en-US"/>
              <a:t>Add any number of slides for print screens for this Section</a:t>
            </a:r>
            <a:endParaRPr lang="en-DK"/>
          </a:p>
        </p:txBody>
      </p:sp>
      <p:pic>
        <p:nvPicPr>
          <p:cNvPr id="4" name="Picture 3">
            <a:extLst>
              <a:ext uri="{FF2B5EF4-FFF2-40B4-BE49-F238E27FC236}">
                <a16:creationId xmlns:a16="http://schemas.microsoft.com/office/drawing/2014/main" id="{E6FE5DE6-8593-D7CE-F7B3-1400726C014A}"/>
              </a:ext>
            </a:extLst>
          </p:cNvPr>
          <p:cNvPicPr>
            <a:picLocks noChangeAspect="1"/>
          </p:cNvPicPr>
          <p:nvPr/>
        </p:nvPicPr>
        <p:blipFill>
          <a:blip r:embed="rId3"/>
          <a:stretch>
            <a:fillRect/>
          </a:stretch>
        </p:blipFill>
        <p:spPr>
          <a:xfrm>
            <a:off x="0" y="979148"/>
            <a:ext cx="12192000" cy="5790564"/>
          </a:xfrm>
          <a:prstGeom prst="rect">
            <a:avLst/>
          </a:prstGeom>
        </p:spPr>
      </p:pic>
      <p:pic>
        <p:nvPicPr>
          <p:cNvPr id="6" name="Picture 5">
            <a:extLst>
              <a:ext uri="{FF2B5EF4-FFF2-40B4-BE49-F238E27FC236}">
                <a16:creationId xmlns:a16="http://schemas.microsoft.com/office/drawing/2014/main" id="{9E2E6CA8-D893-AE4D-1F2D-1987E868B72C}"/>
              </a:ext>
            </a:extLst>
          </p:cNvPr>
          <p:cNvPicPr>
            <a:picLocks noChangeAspect="1"/>
          </p:cNvPicPr>
          <p:nvPr/>
        </p:nvPicPr>
        <p:blipFill>
          <a:blip r:embed="rId4"/>
          <a:stretch>
            <a:fillRect/>
          </a:stretch>
        </p:blipFill>
        <p:spPr>
          <a:xfrm>
            <a:off x="2399146" y="2825562"/>
            <a:ext cx="1738746" cy="1451086"/>
          </a:xfrm>
          <a:prstGeom prst="rect">
            <a:avLst/>
          </a:prstGeom>
        </p:spPr>
      </p:pic>
      <p:cxnSp>
        <p:nvCxnSpPr>
          <p:cNvPr id="8" name="Straight Arrow Connector 7">
            <a:extLst>
              <a:ext uri="{FF2B5EF4-FFF2-40B4-BE49-F238E27FC236}">
                <a16:creationId xmlns:a16="http://schemas.microsoft.com/office/drawing/2014/main" id="{7D1F9539-3251-BB8A-1017-66D1EC57A702}"/>
              </a:ext>
            </a:extLst>
          </p:cNvPr>
          <p:cNvCxnSpPr>
            <a:cxnSpLocks/>
            <a:stCxn id="9" idx="0"/>
          </p:cNvCxnSpPr>
          <p:nvPr/>
        </p:nvCxnSpPr>
        <p:spPr>
          <a:xfrm flipV="1">
            <a:off x="2809566" y="3987800"/>
            <a:ext cx="0" cy="51047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descr="A document with text and images">
            <a:extLst>
              <a:ext uri="{FF2B5EF4-FFF2-40B4-BE49-F238E27FC236}">
                <a16:creationId xmlns:a16="http://schemas.microsoft.com/office/drawing/2014/main" id="{6906F385-1D9D-5CB4-FD6C-0DD4393488E2}"/>
              </a:ext>
            </a:extLst>
          </p:cNvPr>
          <p:cNvPicPr>
            <a:picLocks noChangeAspect="1"/>
          </p:cNvPicPr>
          <p:nvPr/>
        </p:nvPicPr>
        <p:blipFill>
          <a:blip r:embed="rId5"/>
          <a:stretch>
            <a:fillRect/>
          </a:stretch>
        </p:blipFill>
        <p:spPr>
          <a:xfrm>
            <a:off x="5538381" y="2825562"/>
            <a:ext cx="5253129" cy="34531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3AFA2709-F13C-8CCD-E89B-426609A8F9D2}"/>
              </a:ext>
            </a:extLst>
          </p:cNvPr>
          <p:cNvSpPr txBox="1"/>
          <p:nvPr/>
        </p:nvSpPr>
        <p:spPr>
          <a:xfrm>
            <a:off x="564532" y="4498276"/>
            <a:ext cx="4490067" cy="1200329"/>
          </a:xfrm>
          <a:prstGeom prst="rect">
            <a:avLst/>
          </a:prstGeom>
          <a:noFill/>
        </p:spPr>
        <p:txBody>
          <a:bodyPr wrap="square" rtlCol="0">
            <a:spAutoFit/>
          </a:bodyPr>
          <a:lstStyle/>
          <a:p>
            <a:r>
              <a:rPr lang="en-GB" b="1" dirty="0">
                <a:solidFill>
                  <a:srgbClr val="FF0000"/>
                </a:solidFill>
              </a:rPr>
              <a:t>Releasing data can take a while</a:t>
            </a:r>
          </a:p>
          <a:p>
            <a:r>
              <a:rPr lang="en-GB" dirty="0">
                <a:solidFill>
                  <a:srgbClr val="FF0000"/>
                </a:solidFill>
              </a:rPr>
              <a:t>This can run in the background while you do other tasks!</a:t>
            </a:r>
          </a:p>
          <a:p>
            <a:endParaRPr lang="en-GB" dirty="0">
              <a:solidFill>
                <a:srgbClr val="FF0000"/>
              </a:solidFill>
            </a:endParaRPr>
          </a:p>
        </p:txBody>
      </p:sp>
      <p:sp>
        <p:nvSpPr>
          <p:cNvPr id="5" name="Text Placeholder 1">
            <a:extLst>
              <a:ext uri="{FF2B5EF4-FFF2-40B4-BE49-F238E27FC236}">
                <a16:creationId xmlns:a16="http://schemas.microsoft.com/office/drawing/2014/main" id="{9F624B7F-0695-0C08-DF0A-0223F67116D8}"/>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Data submission</a:t>
            </a:r>
          </a:p>
        </p:txBody>
      </p:sp>
    </p:spTree>
    <p:extLst>
      <p:ext uri="{BB962C8B-B14F-4D97-AF65-F5344CB8AC3E}">
        <p14:creationId xmlns:p14="http://schemas.microsoft.com/office/powerpoint/2010/main" val="314544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36E2CC-1A80-64B4-F59C-261B1E46C0F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8EA05A-2186-9699-9C5C-D7E90E030ABF}"/>
              </a:ext>
            </a:extLst>
          </p:cNvPr>
          <p:cNvSpPr txBox="1"/>
          <p:nvPr/>
        </p:nvSpPr>
        <p:spPr>
          <a:xfrm>
            <a:off x="4234552" y="3429000"/>
            <a:ext cx="3722943" cy="738664"/>
          </a:xfrm>
          <a:prstGeom prst="rect">
            <a:avLst/>
          </a:prstGeom>
          <a:noFill/>
        </p:spPr>
        <p:txBody>
          <a:bodyPr wrap="none" rtlCol="0">
            <a:spAutoFit/>
          </a:bodyPr>
          <a:lstStyle/>
          <a:p>
            <a:pPr algn="ctr"/>
            <a:r>
              <a:rPr lang="en-GB" sz="2400" b="1">
                <a:solidFill>
                  <a:schemeClr val="bg1"/>
                </a:solidFill>
              </a:rPr>
              <a:t>Next steps</a:t>
            </a:r>
            <a:endParaRPr lang="en-GB" b="1">
              <a:solidFill>
                <a:schemeClr val="bg1"/>
              </a:solidFill>
              <a:highlight>
                <a:srgbClr val="FFFF00"/>
              </a:highlight>
            </a:endParaRPr>
          </a:p>
          <a:p>
            <a:pPr algn="ctr"/>
            <a:r>
              <a:rPr lang="en-GB" b="1" i="1">
                <a:solidFill>
                  <a:schemeClr val="bg1"/>
                </a:solidFill>
              </a:rPr>
              <a:t>Quality assurance and final datasets</a:t>
            </a:r>
          </a:p>
        </p:txBody>
      </p:sp>
      <p:pic>
        <p:nvPicPr>
          <p:cNvPr id="2" name="Graphic 1" descr="Monthly calendar with solid fill">
            <a:extLst>
              <a:ext uri="{FF2B5EF4-FFF2-40B4-BE49-F238E27FC236}">
                <a16:creationId xmlns:a16="http://schemas.microsoft.com/office/drawing/2014/main" id="{70467475-4CA7-1D82-F1B3-2A7D95ADCA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54848" y="1546696"/>
            <a:ext cx="1882304" cy="1882304"/>
          </a:xfrm>
          <a:prstGeom prst="rect">
            <a:avLst/>
          </a:prstGeom>
        </p:spPr>
      </p:pic>
    </p:spTree>
    <p:extLst>
      <p:ext uri="{BB962C8B-B14F-4D97-AF65-F5344CB8AC3E}">
        <p14:creationId xmlns:p14="http://schemas.microsoft.com/office/powerpoint/2010/main" val="34714597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1B801332-87AC-4B74-4564-0209CCEDDC75}"/>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dirty="0">
                <a:solidFill>
                  <a:srgbClr val="002060"/>
                </a:solidFill>
                <a:latin typeface="Calibri" panose="020F0502020204030204"/>
              </a:rPr>
              <a:t>Next steps – submission, quality checks, assessment</a:t>
            </a:r>
          </a:p>
        </p:txBody>
      </p:sp>
      <p:sp>
        <p:nvSpPr>
          <p:cNvPr id="10" name="Content Placeholder 2">
            <a:extLst>
              <a:ext uri="{FF2B5EF4-FFF2-40B4-BE49-F238E27FC236}">
                <a16:creationId xmlns:a16="http://schemas.microsoft.com/office/drawing/2014/main" id="{859249E5-2246-07B2-A3F7-4464D4997C4D}"/>
              </a:ext>
            </a:extLst>
          </p:cNvPr>
          <p:cNvSpPr txBox="1">
            <a:spLocks/>
          </p:cNvSpPr>
          <p:nvPr/>
        </p:nvSpPr>
        <p:spPr>
          <a:xfrm>
            <a:off x="4035169" y="1245320"/>
            <a:ext cx="3200110" cy="5375211"/>
          </a:xfrm>
          <a:prstGeom prst="rect">
            <a:avLst/>
          </a:prstGeom>
        </p:spPr>
        <p:txBody>
          <a:bodyPr lIns="91440" tIns="45720" rIns="91440" bIns="4572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None/>
            </a:pPr>
            <a:r>
              <a:rPr lang="en-US" sz="2400" b="1" dirty="0"/>
              <a:t>Deadline for reporting: </a:t>
            </a:r>
          </a:p>
          <a:p>
            <a:pPr marL="0" indent="0">
              <a:spcBef>
                <a:spcPts val="600"/>
              </a:spcBef>
              <a:spcAft>
                <a:spcPts val="600"/>
              </a:spcAft>
              <a:buNone/>
            </a:pPr>
            <a:r>
              <a:rPr lang="en-US" sz="2400" dirty="0"/>
              <a:t>15 March 2025</a:t>
            </a:r>
          </a:p>
          <a:p>
            <a:pPr>
              <a:spcBef>
                <a:spcPts val="600"/>
              </a:spcBef>
              <a:spcAft>
                <a:spcPts val="600"/>
              </a:spcAft>
            </a:pPr>
            <a:endParaRPr lang="en-US" sz="2400" b="1" dirty="0"/>
          </a:p>
          <a:p>
            <a:pPr marL="0" indent="0">
              <a:spcBef>
                <a:spcPts val="600"/>
              </a:spcBef>
              <a:spcAft>
                <a:spcPts val="600"/>
              </a:spcAft>
              <a:buNone/>
            </a:pPr>
            <a:r>
              <a:rPr lang="en-US" sz="2400" b="1" dirty="0"/>
              <a:t>Quality assurance: </a:t>
            </a:r>
          </a:p>
          <a:p>
            <a:pPr marL="0" indent="0">
              <a:spcBef>
                <a:spcPts val="600"/>
              </a:spcBef>
              <a:spcAft>
                <a:spcPts val="600"/>
              </a:spcAft>
              <a:buNone/>
            </a:pPr>
            <a:r>
              <a:rPr lang="en-US" sz="2400" dirty="0"/>
              <a:t>15 March – 15 June </a:t>
            </a:r>
          </a:p>
          <a:p>
            <a:pPr marL="0" indent="0">
              <a:spcBef>
                <a:spcPts val="600"/>
              </a:spcBef>
              <a:spcAft>
                <a:spcPts val="600"/>
              </a:spcAft>
              <a:buNone/>
            </a:pPr>
            <a:endParaRPr lang="en-US" sz="2400" b="1" dirty="0"/>
          </a:p>
          <a:p>
            <a:pPr marL="0" indent="0">
              <a:spcBef>
                <a:spcPts val="600"/>
              </a:spcBef>
              <a:spcAft>
                <a:spcPts val="600"/>
              </a:spcAft>
              <a:buNone/>
            </a:pPr>
            <a:r>
              <a:rPr lang="en-US" sz="2400" b="1" dirty="0"/>
              <a:t>Final dataset:</a:t>
            </a:r>
          </a:p>
          <a:p>
            <a:pPr marL="0" indent="0">
              <a:spcBef>
                <a:spcPts val="600"/>
              </a:spcBef>
              <a:spcAft>
                <a:spcPts val="600"/>
              </a:spcAft>
              <a:buNone/>
            </a:pPr>
            <a:r>
              <a:rPr lang="en-US" sz="2400" dirty="0"/>
              <a:t>End June</a:t>
            </a:r>
          </a:p>
          <a:p>
            <a:pPr marL="0" indent="0">
              <a:spcBef>
                <a:spcPts val="600"/>
              </a:spcBef>
              <a:spcAft>
                <a:spcPts val="600"/>
              </a:spcAft>
              <a:buNone/>
            </a:pPr>
            <a:endParaRPr lang="en-US" sz="2400" b="1" dirty="0"/>
          </a:p>
          <a:p>
            <a:pPr marL="0" indent="0">
              <a:spcBef>
                <a:spcPts val="600"/>
              </a:spcBef>
              <a:spcAft>
                <a:spcPts val="600"/>
              </a:spcAft>
              <a:buNone/>
            </a:pPr>
            <a:r>
              <a:rPr lang="en-US" sz="2400" b="1" dirty="0"/>
              <a:t>Assessment &amp; analysis:</a:t>
            </a:r>
          </a:p>
          <a:p>
            <a:pPr marL="0" indent="0">
              <a:spcBef>
                <a:spcPts val="600"/>
              </a:spcBef>
              <a:spcAft>
                <a:spcPts val="600"/>
              </a:spcAft>
              <a:buNone/>
            </a:pPr>
            <a:r>
              <a:rPr lang="en-US" sz="2400" dirty="0"/>
              <a:t>July – October </a:t>
            </a:r>
          </a:p>
          <a:p>
            <a:pPr marL="421640" indent="-421640">
              <a:spcBef>
                <a:spcPts val="600"/>
              </a:spcBef>
              <a:spcAft>
                <a:spcPts val="600"/>
              </a:spcAft>
            </a:pPr>
            <a:endParaRPr lang="en-GB" sz="2400" dirty="0"/>
          </a:p>
        </p:txBody>
      </p:sp>
      <p:pic>
        <p:nvPicPr>
          <p:cNvPr id="12" name="Graphic 11" descr="Group brainstorm with solid fill">
            <a:extLst>
              <a:ext uri="{FF2B5EF4-FFF2-40B4-BE49-F238E27FC236}">
                <a16:creationId xmlns:a16="http://schemas.microsoft.com/office/drawing/2014/main" id="{F7AB55CC-439F-3535-FB66-11522813E0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56962" y="5652357"/>
            <a:ext cx="914400" cy="914400"/>
          </a:xfrm>
          <a:prstGeom prst="rect">
            <a:avLst/>
          </a:prstGeom>
        </p:spPr>
      </p:pic>
      <p:pic>
        <p:nvPicPr>
          <p:cNvPr id="14" name="Graphic 13" descr="Research with solid fill">
            <a:extLst>
              <a:ext uri="{FF2B5EF4-FFF2-40B4-BE49-F238E27FC236}">
                <a16:creationId xmlns:a16="http://schemas.microsoft.com/office/drawing/2014/main" id="{7D3FCB6F-019D-1D66-39BB-C870C6D61E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11893" y="2714332"/>
            <a:ext cx="914400" cy="914400"/>
          </a:xfrm>
          <a:prstGeom prst="rect">
            <a:avLst/>
          </a:prstGeom>
        </p:spPr>
      </p:pic>
      <p:pic>
        <p:nvPicPr>
          <p:cNvPr id="16" name="Graphic 15" descr="Database with solid fill">
            <a:extLst>
              <a:ext uri="{FF2B5EF4-FFF2-40B4-BE49-F238E27FC236}">
                <a16:creationId xmlns:a16="http://schemas.microsoft.com/office/drawing/2014/main" id="{23A8C56F-9C19-FE10-7CDE-0E34712DCAD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56962" y="4183345"/>
            <a:ext cx="914400" cy="914400"/>
          </a:xfrm>
          <a:prstGeom prst="rect">
            <a:avLst/>
          </a:prstGeom>
        </p:spPr>
      </p:pic>
      <p:pic>
        <p:nvPicPr>
          <p:cNvPr id="18" name="Graphic 17" descr="Door Closed with solid fill">
            <a:extLst>
              <a:ext uri="{FF2B5EF4-FFF2-40B4-BE49-F238E27FC236}">
                <a16:creationId xmlns:a16="http://schemas.microsoft.com/office/drawing/2014/main" id="{ED8E2412-A1ED-C4D7-15F5-4B2FFC81F04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856962" y="1245320"/>
            <a:ext cx="914400" cy="914400"/>
          </a:xfrm>
          <a:prstGeom prst="rect">
            <a:avLst/>
          </a:prstGeom>
        </p:spPr>
      </p:pic>
      <p:sp>
        <p:nvSpPr>
          <p:cNvPr id="20" name="Arrow: Down 19">
            <a:extLst>
              <a:ext uri="{FF2B5EF4-FFF2-40B4-BE49-F238E27FC236}">
                <a16:creationId xmlns:a16="http://schemas.microsoft.com/office/drawing/2014/main" id="{5A58229E-3CCB-AD79-3A7F-562E8FD7D5EE}"/>
              </a:ext>
            </a:extLst>
          </p:cNvPr>
          <p:cNvSpPr/>
          <p:nvPr/>
        </p:nvSpPr>
        <p:spPr>
          <a:xfrm>
            <a:off x="3085180" y="2221507"/>
            <a:ext cx="457964" cy="431038"/>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1" name="Arrow: Down 20">
            <a:extLst>
              <a:ext uri="{FF2B5EF4-FFF2-40B4-BE49-F238E27FC236}">
                <a16:creationId xmlns:a16="http://schemas.microsoft.com/office/drawing/2014/main" id="{35F1FE09-FB59-B9A2-FD01-8A32E8EE64E4}"/>
              </a:ext>
            </a:extLst>
          </p:cNvPr>
          <p:cNvSpPr/>
          <p:nvPr/>
        </p:nvSpPr>
        <p:spPr>
          <a:xfrm>
            <a:off x="3085180" y="3690519"/>
            <a:ext cx="457964" cy="431038"/>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2" name="Arrow: Down 21">
            <a:extLst>
              <a:ext uri="{FF2B5EF4-FFF2-40B4-BE49-F238E27FC236}">
                <a16:creationId xmlns:a16="http://schemas.microsoft.com/office/drawing/2014/main" id="{D8C73F3D-96AD-0440-800D-EFF03DF413B8}"/>
              </a:ext>
            </a:extLst>
          </p:cNvPr>
          <p:cNvSpPr/>
          <p:nvPr/>
        </p:nvSpPr>
        <p:spPr>
          <a:xfrm>
            <a:off x="3085180" y="5170042"/>
            <a:ext cx="457964" cy="431038"/>
          </a:xfrm>
          <a:prstGeom prst="down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7" name="Rectangle 1">
            <a:extLst>
              <a:ext uri="{FF2B5EF4-FFF2-40B4-BE49-F238E27FC236}">
                <a16:creationId xmlns:a16="http://schemas.microsoft.com/office/drawing/2014/main" id="{6FA15E1C-68BD-24CC-9405-484E90C1905A}"/>
              </a:ext>
            </a:extLst>
          </p:cNvPr>
          <p:cNvSpPr>
            <a:spLocks noChangeArrowheads="1"/>
          </p:cNvSpPr>
          <p:nvPr/>
        </p:nvSpPr>
        <p:spPr bwMode="auto">
          <a:xfrm>
            <a:off x="7444155" y="2714332"/>
            <a:ext cx="4276725" cy="646331"/>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DK" altLang="en-DK" sz="1800" b="0" i="0" u="none" strike="noStrike" cap="none" normalizeH="0" baseline="0" dirty="0">
                <a:ln>
                  <a:noFill/>
                </a:ln>
                <a:solidFill>
                  <a:srgbClr val="FF0000"/>
                </a:solidFill>
                <a:effectLst/>
                <a:latin typeface="Arial" panose="020B0604020202020204" pitchFamily="34" charset="0"/>
              </a:rPr>
              <a:t>It will not be possible to extend after August</a:t>
            </a:r>
            <a:r>
              <a:rPr kumimoji="0" lang="en-US" altLang="en-DK" sz="1800" b="0" i="0" u="none" strike="noStrike" cap="none" normalizeH="0" baseline="0" dirty="0">
                <a:ln>
                  <a:noFill/>
                </a:ln>
                <a:solidFill>
                  <a:srgbClr val="FF0000"/>
                </a:solidFill>
                <a:effectLst/>
                <a:latin typeface="Arial" panose="020B0604020202020204" pitchFamily="34" charset="0"/>
              </a:rPr>
              <a:t> (6 weeks needed before)</a:t>
            </a:r>
            <a:r>
              <a:rPr kumimoji="0" lang="en-DK" altLang="en-DK" sz="1800" b="0" i="0" u="none" strike="noStrike" cap="none" normalizeH="0" baseline="0" dirty="0">
                <a:ln>
                  <a:noFill/>
                </a:ln>
                <a:solidFill>
                  <a:srgbClr val="FF0000"/>
                </a:solidFill>
                <a:effectLst/>
                <a:latin typeface="Arial" panose="020B0604020202020204" pitchFamily="34" charset="0"/>
              </a:rPr>
              <a:t>.</a:t>
            </a:r>
          </a:p>
        </p:txBody>
      </p:sp>
    </p:spTree>
    <p:extLst>
      <p:ext uri="{BB962C8B-B14F-4D97-AF65-F5344CB8AC3E}">
        <p14:creationId xmlns:p14="http://schemas.microsoft.com/office/powerpoint/2010/main" val="7988937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796EF76-86E0-F5AF-C290-2CF21C06E408}"/>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7FB0EE0D-D0E0-41AC-8821-42300043D12D}"/>
              </a:ext>
            </a:extLst>
          </p:cNvPr>
          <p:cNvSpPr txBox="1">
            <a:spLocks/>
          </p:cNvSpPr>
          <p:nvPr/>
        </p:nvSpPr>
        <p:spPr>
          <a:xfrm>
            <a:off x="500863" y="54288"/>
            <a:ext cx="11010281"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GB" sz="3200" b="1">
                <a:solidFill>
                  <a:srgbClr val="002060"/>
                </a:solidFill>
                <a:latin typeface="Calibri" panose="020F0502020204030204"/>
              </a:rPr>
              <a:t>Next steps – quality checks</a:t>
            </a:r>
          </a:p>
        </p:txBody>
      </p:sp>
      <p:pic>
        <p:nvPicPr>
          <p:cNvPr id="9" name="Picture 8">
            <a:extLst>
              <a:ext uri="{FF2B5EF4-FFF2-40B4-BE49-F238E27FC236}">
                <a16:creationId xmlns:a16="http://schemas.microsoft.com/office/drawing/2014/main" id="{7B41E6BC-3B12-BC5F-CAD7-473A0106BB52}"/>
              </a:ext>
            </a:extLst>
          </p:cNvPr>
          <p:cNvPicPr>
            <a:picLocks noChangeAspect="1"/>
          </p:cNvPicPr>
          <p:nvPr/>
        </p:nvPicPr>
        <p:blipFill>
          <a:blip r:embed="rId2"/>
          <a:stretch>
            <a:fillRect/>
          </a:stretch>
        </p:blipFill>
        <p:spPr>
          <a:xfrm>
            <a:off x="500863" y="2387892"/>
            <a:ext cx="6086756" cy="3868976"/>
          </a:xfrm>
          <a:prstGeom prst="rect">
            <a:avLst/>
          </a:prstGeom>
        </p:spPr>
      </p:pic>
      <p:sp>
        <p:nvSpPr>
          <p:cNvPr id="10" name="Content Placeholder 2">
            <a:extLst>
              <a:ext uri="{FF2B5EF4-FFF2-40B4-BE49-F238E27FC236}">
                <a16:creationId xmlns:a16="http://schemas.microsoft.com/office/drawing/2014/main" id="{DF157AA8-E6C6-014F-42A4-E5CD1B47F05B}"/>
              </a:ext>
            </a:extLst>
          </p:cNvPr>
          <p:cNvSpPr txBox="1">
            <a:spLocks/>
          </p:cNvSpPr>
          <p:nvPr/>
        </p:nvSpPr>
        <p:spPr>
          <a:xfrm>
            <a:off x="7094483" y="1056134"/>
            <a:ext cx="4416661" cy="5375211"/>
          </a:xfrm>
          <a:prstGeom prst="rect">
            <a:avLst/>
          </a:prstGeom>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None/>
            </a:pPr>
            <a:r>
              <a:rPr lang="en-US" sz="2400" b="1" dirty="0"/>
              <a:t>ETC to prepare list of possibly quality issues (COMLOG) </a:t>
            </a:r>
            <a:r>
              <a:rPr lang="en-US" sz="2400" dirty="0"/>
              <a:t>to be shared with CPS after 15 March.</a:t>
            </a:r>
          </a:p>
          <a:p>
            <a:pPr marL="0" indent="0">
              <a:spcBef>
                <a:spcPts val="600"/>
              </a:spcBef>
              <a:spcAft>
                <a:spcPts val="600"/>
              </a:spcAft>
              <a:buNone/>
            </a:pPr>
            <a:endParaRPr lang="en-US" sz="2400" dirty="0"/>
          </a:p>
          <a:p>
            <a:pPr marL="0" indent="0">
              <a:spcBef>
                <a:spcPts val="600"/>
              </a:spcBef>
              <a:spcAft>
                <a:spcPts val="600"/>
              </a:spcAft>
              <a:buNone/>
            </a:pPr>
            <a:r>
              <a:rPr lang="en-US" sz="2400" b="1" dirty="0"/>
              <a:t>CPs requested to resubmit data </a:t>
            </a:r>
            <a:r>
              <a:rPr lang="en-US" sz="2400" dirty="0"/>
              <a:t>officially in Reportnet 3.</a:t>
            </a:r>
          </a:p>
          <a:p>
            <a:pPr marL="0" indent="0">
              <a:spcBef>
                <a:spcPts val="600"/>
              </a:spcBef>
              <a:spcAft>
                <a:spcPts val="600"/>
              </a:spcAft>
              <a:buNone/>
            </a:pPr>
            <a:endParaRPr lang="en-US" sz="2400" dirty="0"/>
          </a:p>
          <a:p>
            <a:pPr marL="0" indent="0">
              <a:spcBef>
                <a:spcPts val="600"/>
              </a:spcBef>
              <a:spcAft>
                <a:spcPts val="600"/>
              </a:spcAft>
              <a:buNone/>
            </a:pPr>
            <a:r>
              <a:rPr lang="en-US" sz="2400" dirty="0"/>
              <a:t>ETC-EEA will only make updates to final dataset in communication with CPs.</a:t>
            </a:r>
          </a:p>
        </p:txBody>
      </p:sp>
      <p:sp>
        <p:nvSpPr>
          <p:cNvPr id="2" name="Rectangle 1">
            <a:extLst>
              <a:ext uri="{FF2B5EF4-FFF2-40B4-BE49-F238E27FC236}">
                <a16:creationId xmlns:a16="http://schemas.microsoft.com/office/drawing/2014/main" id="{9122943A-C393-36C5-2F48-4A0C45D81D1B}"/>
              </a:ext>
            </a:extLst>
          </p:cNvPr>
          <p:cNvSpPr/>
          <p:nvPr/>
        </p:nvSpPr>
        <p:spPr>
          <a:xfrm>
            <a:off x="588579" y="1056134"/>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t>
            </a:r>
            <a:endParaRPr lang="LID4096" b="1"/>
          </a:p>
        </p:txBody>
      </p:sp>
      <p:sp>
        <p:nvSpPr>
          <p:cNvPr id="4" name="Rectangle 3">
            <a:extLst>
              <a:ext uri="{FF2B5EF4-FFF2-40B4-BE49-F238E27FC236}">
                <a16:creationId xmlns:a16="http://schemas.microsoft.com/office/drawing/2014/main" id="{C1E16E46-674D-2CD3-746E-F257373A3E02}"/>
              </a:ext>
            </a:extLst>
          </p:cNvPr>
          <p:cNvSpPr/>
          <p:nvPr/>
        </p:nvSpPr>
        <p:spPr>
          <a:xfrm>
            <a:off x="2201915" y="1056134"/>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a:t>
            </a:r>
            <a:endParaRPr lang="LID4096" b="1"/>
          </a:p>
        </p:txBody>
      </p:sp>
      <p:sp>
        <p:nvSpPr>
          <p:cNvPr id="5" name="Rectangle 4">
            <a:extLst>
              <a:ext uri="{FF2B5EF4-FFF2-40B4-BE49-F238E27FC236}">
                <a16:creationId xmlns:a16="http://schemas.microsoft.com/office/drawing/2014/main" id="{9D42D922-F732-FB42-BA71-B0EF67E2079B}"/>
              </a:ext>
            </a:extLst>
          </p:cNvPr>
          <p:cNvSpPr/>
          <p:nvPr/>
        </p:nvSpPr>
        <p:spPr>
          <a:xfrm>
            <a:off x="3967652" y="1056133"/>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A</a:t>
            </a:r>
            <a:endParaRPr lang="LID4096" b="1"/>
          </a:p>
        </p:txBody>
      </p:sp>
      <p:sp>
        <p:nvSpPr>
          <p:cNvPr id="6" name="Rectangle 5">
            <a:extLst>
              <a:ext uri="{FF2B5EF4-FFF2-40B4-BE49-F238E27FC236}">
                <a16:creationId xmlns:a16="http://schemas.microsoft.com/office/drawing/2014/main" id="{D5EF2EC4-7F64-4AE2-ACFF-A8DF3091EC9C}"/>
              </a:ext>
            </a:extLst>
          </p:cNvPr>
          <p:cNvSpPr/>
          <p:nvPr/>
        </p:nvSpPr>
        <p:spPr>
          <a:xfrm>
            <a:off x="588579" y="1722013"/>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C</a:t>
            </a:r>
            <a:endParaRPr lang="LID4096" b="1"/>
          </a:p>
        </p:txBody>
      </p:sp>
      <p:sp>
        <p:nvSpPr>
          <p:cNvPr id="7" name="Rectangle 6">
            <a:extLst>
              <a:ext uri="{FF2B5EF4-FFF2-40B4-BE49-F238E27FC236}">
                <a16:creationId xmlns:a16="http://schemas.microsoft.com/office/drawing/2014/main" id="{B3A82F05-096B-60CD-93B6-6862A660EC62}"/>
              </a:ext>
            </a:extLst>
          </p:cNvPr>
          <p:cNvSpPr/>
          <p:nvPr/>
        </p:nvSpPr>
        <p:spPr>
          <a:xfrm>
            <a:off x="2201914" y="1722013"/>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C</a:t>
            </a:r>
            <a:endParaRPr lang="LID4096" b="1"/>
          </a:p>
        </p:txBody>
      </p:sp>
      <p:sp>
        <p:nvSpPr>
          <p:cNvPr id="8" name="Rectangle 7">
            <a:extLst>
              <a:ext uri="{FF2B5EF4-FFF2-40B4-BE49-F238E27FC236}">
                <a16:creationId xmlns:a16="http://schemas.microsoft.com/office/drawing/2014/main" id="{9538B3CA-651B-58FA-3552-A6785F4D27BA}"/>
              </a:ext>
            </a:extLst>
          </p:cNvPr>
          <p:cNvSpPr/>
          <p:nvPr/>
        </p:nvSpPr>
        <p:spPr>
          <a:xfrm>
            <a:off x="3967651" y="1722013"/>
            <a:ext cx="399393" cy="4258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C</a:t>
            </a:r>
            <a:endParaRPr lang="LID4096" b="1"/>
          </a:p>
        </p:txBody>
      </p:sp>
      <p:sp>
        <p:nvSpPr>
          <p:cNvPr id="11" name="TextBox 10">
            <a:extLst>
              <a:ext uri="{FF2B5EF4-FFF2-40B4-BE49-F238E27FC236}">
                <a16:creationId xmlns:a16="http://schemas.microsoft.com/office/drawing/2014/main" id="{A779BD59-EBE1-6D35-DC1D-DE4329C54212}"/>
              </a:ext>
            </a:extLst>
          </p:cNvPr>
          <p:cNvSpPr txBox="1"/>
          <p:nvPr/>
        </p:nvSpPr>
        <p:spPr>
          <a:xfrm>
            <a:off x="908975" y="1112626"/>
            <a:ext cx="1059906" cy="369332"/>
          </a:xfrm>
          <a:prstGeom prst="rect">
            <a:avLst/>
          </a:prstGeom>
          <a:noFill/>
        </p:spPr>
        <p:txBody>
          <a:bodyPr wrap="none" rtlCol="0">
            <a:spAutoFit/>
          </a:bodyPr>
          <a:lstStyle/>
          <a:p>
            <a:r>
              <a:rPr lang="en-GB" err="1"/>
              <a:t>imeliness</a:t>
            </a:r>
            <a:endParaRPr lang="LID4096"/>
          </a:p>
        </p:txBody>
      </p:sp>
      <p:sp>
        <p:nvSpPr>
          <p:cNvPr id="13" name="TextBox 12">
            <a:extLst>
              <a:ext uri="{FF2B5EF4-FFF2-40B4-BE49-F238E27FC236}">
                <a16:creationId xmlns:a16="http://schemas.microsoft.com/office/drawing/2014/main" id="{1DA62A9D-219C-E7F1-534D-218F83D95D95}"/>
              </a:ext>
            </a:extLst>
          </p:cNvPr>
          <p:cNvSpPr txBox="1"/>
          <p:nvPr/>
        </p:nvSpPr>
        <p:spPr>
          <a:xfrm>
            <a:off x="2524940" y="1112626"/>
            <a:ext cx="1331070" cy="369332"/>
          </a:xfrm>
          <a:prstGeom prst="rect">
            <a:avLst/>
          </a:prstGeom>
          <a:noFill/>
        </p:spPr>
        <p:txBody>
          <a:bodyPr wrap="none" rtlCol="0">
            <a:spAutoFit/>
          </a:bodyPr>
          <a:lstStyle/>
          <a:p>
            <a:r>
              <a:rPr lang="en-GB" err="1"/>
              <a:t>ranspanrecy</a:t>
            </a:r>
            <a:endParaRPr lang="LID4096"/>
          </a:p>
        </p:txBody>
      </p:sp>
      <p:sp>
        <p:nvSpPr>
          <p:cNvPr id="15" name="TextBox 14">
            <a:extLst>
              <a:ext uri="{FF2B5EF4-FFF2-40B4-BE49-F238E27FC236}">
                <a16:creationId xmlns:a16="http://schemas.microsoft.com/office/drawing/2014/main" id="{0B684068-EE58-81E3-7EF8-4E515A638231}"/>
              </a:ext>
            </a:extLst>
          </p:cNvPr>
          <p:cNvSpPr txBox="1"/>
          <p:nvPr/>
        </p:nvSpPr>
        <p:spPr>
          <a:xfrm>
            <a:off x="4283026" y="1112626"/>
            <a:ext cx="890052" cy="369332"/>
          </a:xfrm>
          <a:prstGeom prst="rect">
            <a:avLst/>
          </a:prstGeom>
          <a:noFill/>
        </p:spPr>
        <p:txBody>
          <a:bodyPr wrap="none" rtlCol="0">
            <a:spAutoFit/>
          </a:bodyPr>
          <a:lstStyle/>
          <a:p>
            <a:r>
              <a:rPr lang="en-GB" err="1"/>
              <a:t>ccuracy</a:t>
            </a:r>
            <a:endParaRPr lang="LID4096"/>
          </a:p>
        </p:txBody>
      </p:sp>
      <p:sp>
        <p:nvSpPr>
          <p:cNvPr id="17" name="TextBox 16">
            <a:extLst>
              <a:ext uri="{FF2B5EF4-FFF2-40B4-BE49-F238E27FC236}">
                <a16:creationId xmlns:a16="http://schemas.microsoft.com/office/drawing/2014/main" id="{1871EF53-D75F-7610-9B94-EE25AB8EA8FA}"/>
              </a:ext>
            </a:extLst>
          </p:cNvPr>
          <p:cNvSpPr txBox="1"/>
          <p:nvPr/>
        </p:nvSpPr>
        <p:spPr>
          <a:xfrm>
            <a:off x="908975" y="1780105"/>
            <a:ext cx="1273490" cy="369332"/>
          </a:xfrm>
          <a:prstGeom prst="rect">
            <a:avLst/>
          </a:prstGeom>
          <a:noFill/>
        </p:spPr>
        <p:txBody>
          <a:bodyPr wrap="none" rtlCol="0">
            <a:spAutoFit/>
          </a:bodyPr>
          <a:lstStyle/>
          <a:p>
            <a:r>
              <a:rPr lang="en-GB" err="1"/>
              <a:t>ompletness</a:t>
            </a:r>
            <a:endParaRPr lang="LID4096"/>
          </a:p>
        </p:txBody>
      </p:sp>
      <p:sp>
        <p:nvSpPr>
          <p:cNvPr id="19" name="TextBox 18">
            <a:extLst>
              <a:ext uri="{FF2B5EF4-FFF2-40B4-BE49-F238E27FC236}">
                <a16:creationId xmlns:a16="http://schemas.microsoft.com/office/drawing/2014/main" id="{EF6C5DFC-3EDC-8F05-4EAB-43B3C9C4ABE4}"/>
              </a:ext>
            </a:extLst>
          </p:cNvPr>
          <p:cNvSpPr txBox="1"/>
          <p:nvPr/>
        </p:nvSpPr>
        <p:spPr>
          <a:xfrm>
            <a:off x="2524940" y="1778506"/>
            <a:ext cx="1171859" cy="369332"/>
          </a:xfrm>
          <a:prstGeom prst="rect">
            <a:avLst/>
          </a:prstGeom>
          <a:noFill/>
        </p:spPr>
        <p:txBody>
          <a:bodyPr wrap="none" rtlCol="0">
            <a:spAutoFit/>
          </a:bodyPr>
          <a:lstStyle/>
          <a:p>
            <a:r>
              <a:rPr lang="en-GB" err="1"/>
              <a:t>onsistency</a:t>
            </a:r>
            <a:endParaRPr lang="LID4096"/>
          </a:p>
        </p:txBody>
      </p:sp>
      <p:sp>
        <p:nvSpPr>
          <p:cNvPr id="20" name="TextBox 19">
            <a:extLst>
              <a:ext uri="{FF2B5EF4-FFF2-40B4-BE49-F238E27FC236}">
                <a16:creationId xmlns:a16="http://schemas.microsoft.com/office/drawing/2014/main" id="{91BD95B5-BB7E-6340-900C-AA2F6C5E8BFF}"/>
              </a:ext>
            </a:extLst>
          </p:cNvPr>
          <p:cNvSpPr txBox="1"/>
          <p:nvPr/>
        </p:nvSpPr>
        <p:spPr>
          <a:xfrm>
            <a:off x="4287978" y="1778506"/>
            <a:ext cx="2669257" cy="369332"/>
          </a:xfrm>
          <a:prstGeom prst="rect">
            <a:avLst/>
          </a:prstGeom>
          <a:noFill/>
        </p:spPr>
        <p:txBody>
          <a:bodyPr wrap="none" rtlCol="0">
            <a:spAutoFit/>
          </a:bodyPr>
          <a:lstStyle/>
          <a:p>
            <a:r>
              <a:rPr lang="en-GB" err="1"/>
              <a:t>oherence</a:t>
            </a:r>
            <a:r>
              <a:rPr lang="en-GB"/>
              <a:t> &amp; comparability</a:t>
            </a:r>
            <a:endParaRPr lang="LID4096"/>
          </a:p>
        </p:txBody>
      </p:sp>
    </p:spTree>
    <p:extLst>
      <p:ext uri="{BB962C8B-B14F-4D97-AF65-F5344CB8AC3E}">
        <p14:creationId xmlns:p14="http://schemas.microsoft.com/office/powerpoint/2010/main" val="19792909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B561040F-7953-B761-0159-CD430F8D3A5A}"/>
              </a:ext>
            </a:extLst>
          </p:cNvPr>
          <p:cNvSpPr txBox="1">
            <a:spLocks/>
          </p:cNvSpPr>
          <p:nvPr/>
        </p:nvSpPr>
        <p:spPr>
          <a:xfrm>
            <a:off x="468000" y="36000"/>
            <a:ext cx="11246369" cy="584775"/>
          </a:xfrm>
          <a:prstGeom prst="rect">
            <a:avLst/>
          </a:prstGeom>
          <a:noFill/>
        </p:spPr>
        <p:txBody>
          <a:bodyPr wrap="square" rtlCol="0">
            <a:spAutoFit/>
          </a:bodyPr>
          <a:lstStyle>
            <a:defPPr>
              <a:defRPr lang="en-US"/>
            </a:defPPr>
            <a:lvl1pPr>
              <a:defRPr sz="3200" b="1">
                <a:solidFill>
                  <a:srgbClr val="002060"/>
                </a:solidFill>
                <a:latin typeface="Calibri" panose="020F0502020204030204"/>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If questions – please reach out!</a:t>
            </a:r>
          </a:p>
        </p:txBody>
      </p:sp>
      <p:pic>
        <p:nvPicPr>
          <p:cNvPr id="5" name="Graphic 4" descr="Questions with solid fill">
            <a:extLst>
              <a:ext uri="{FF2B5EF4-FFF2-40B4-BE49-F238E27FC236}">
                <a16:creationId xmlns:a16="http://schemas.microsoft.com/office/drawing/2014/main" id="{03102B9E-E952-85FB-C873-4C44FFD8E4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94167" y="1804997"/>
            <a:ext cx="2194034" cy="2194034"/>
          </a:xfrm>
          <a:prstGeom prst="rect">
            <a:avLst/>
          </a:prstGeom>
        </p:spPr>
      </p:pic>
      <p:sp>
        <p:nvSpPr>
          <p:cNvPr id="4" name="Content Placeholder 2">
            <a:extLst>
              <a:ext uri="{FF2B5EF4-FFF2-40B4-BE49-F238E27FC236}">
                <a16:creationId xmlns:a16="http://schemas.microsoft.com/office/drawing/2014/main" id="{46BD79F4-C5F8-9D58-31BB-5D074A3C64D6}"/>
              </a:ext>
            </a:extLst>
          </p:cNvPr>
          <p:cNvSpPr txBox="1">
            <a:spLocks/>
          </p:cNvSpPr>
          <p:nvPr/>
        </p:nvSpPr>
        <p:spPr>
          <a:xfrm>
            <a:off x="2361459" y="4823195"/>
            <a:ext cx="6552910" cy="720115"/>
          </a:xfrm>
          <a:prstGeom prst="rect">
            <a:avLst/>
          </a:prstGeom>
        </p:spPr>
        <p:txBody>
          <a:bodyPr lIns="91440" tIns="45720" rIns="91440" bIns="4572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600"/>
              </a:spcBef>
              <a:spcAft>
                <a:spcPts val="600"/>
              </a:spcAft>
              <a:buNone/>
            </a:pPr>
            <a:r>
              <a:rPr lang="en-US" sz="3200" b="1" dirty="0"/>
              <a:t>For</a:t>
            </a:r>
            <a:r>
              <a:rPr lang="en-US" sz="3200" dirty="0"/>
              <a:t> </a:t>
            </a:r>
            <a:r>
              <a:rPr lang="en-US" sz="3200" b="1" dirty="0"/>
              <a:t>questions</a:t>
            </a:r>
            <a:r>
              <a:rPr lang="en-US" sz="3200" dirty="0"/>
              <a:t>: </a:t>
            </a:r>
            <a:r>
              <a:rPr lang="en-US" sz="3200" b="1" dirty="0">
                <a:solidFill>
                  <a:srgbClr val="008080"/>
                </a:solidFill>
              </a:rPr>
              <a:t>magdalena.jozwicka@eea.europa.eu</a:t>
            </a:r>
            <a:endParaRPr lang="en-US" sz="3200" dirty="0"/>
          </a:p>
        </p:txBody>
      </p:sp>
    </p:spTree>
    <p:extLst>
      <p:ext uri="{BB962C8B-B14F-4D97-AF65-F5344CB8AC3E}">
        <p14:creationId xmlns:p14="http://schemas.microsoft.com/office/powerpoint/2010/main" val="12524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398BC4-B667-04BF-9EB5-2E336A5B785A}"/>
              </a:ext>
            </a:extLst>
          </p:cNvPr>
          <p:cNvPicPr>
            <a:picLocks noChangeAspect="1"/>
          </p:cNvPicPr>
          <p:nvPr/>
        </p:nvPicPr>
        <p:blipFill>
          <a:blip r:embed="rId3">
            <a:extLst>
              <a:ext uri="{28A0092B-C50C-407E-A947-70E740481C1C}">
                <a14:useLocalDpi xmlns:a14="http://schemas.microsoft.com/office/drawing/2010/main" val="0"/>
              </a:ext>
            </a:extLst>
          </a:blip>
          <a:srcRect t="7770" b="7770"/>
          <a:stretch/>
        </p:blipFill>
        <p:spPr>
          <a:xfrm>
            <a:off x="0" y="0"/>
            <a:ext cx="12192000" cy="6858000"/>
          </a:xfrm>
          <a:prstGeom prst="rect">
            <a:avLst/>
          </a:prstGeom>
        </p:spPr>
      </p:pic>
      <p:sp>
        <p:nvSpPr>
          <p:cNvPr id="7" name="TextBox 6">
            <a:extLst>
              <a:ext uri="{FF2B5EF4-FFF2-40B4-BE49-F238E27FC236}">
                <a16:creationId xmlns:a16="http://schemas.microsoft.com/office/drawing/2014/main" id="{ABE32C5D-70B6-473F-AC9F-7FB482E19507}"/>
              </a:ext>
            </a:extLst>
          </p:cNvPr>
          <p:cNvSpPr txBox="1"/>
          <p:nvPr/>
        </p:nvSpPr>
        <p:spPr>
          <a:xfrm rot="-5400000">
            <a:off x="-887299" y="5176609"/>
            <a:ext cx="2536723" cy="246221"/>
          </a:xfrm>
          <a:prstGeom prst="rect">
            <a:avLst/>
          </a:prstGeom>
          <a:noFill/>
        </p:spPr>
        <p:txBody>
          <a:bodyPr wrap="square" rtlCol="0">
            <a:spAutoFit/>
          </a:bodyPr>
          <a:lstStyle/>
          <a:p>
            <a:r>
              <a:rPr lang="en-US" sz="1000" b="0" i="0">
                <a:solidFill>
                  <a:srgbClr val="FFFFFF"/>
                </a:solidFill>
                <a:effectLst/>
                <a:latin typeface="Aptos Narrow" panose="020B0004020202020204" pitchFamily="34" charset="0"/>
              </a:rPr>
              <a:t>© Alice van Kempen, Well with Nature /EEA</a:t>
            </a:r>
            <a:endParaRPr lang="en-DK" sz="1000">
              <a:solidFill>
                <a:srgbClr val="FFFFFF"/>
              </a:solidFill>
            </a:endParaRPr>
          </a:p>
        </p:txBody>
      </p:sp>
      <p:sp>
        <p:nvSpPr>
          <p:cNvPr id="3" name="TextBox 2">
            <a:extLst>
              <a:ext uri="{FF2B5EF4-FFF2-40B4-BE49-F238E27FC236}">
                <a16:creationId xmlns:a16="http://schemas.microsoft.com/office/drawing/2014/main" id="{FDD99ECD-6A7C-4A78-BE9B-E919716CEEDC}"/>
              </a:ext>
            </a:extLst>
          </p:cNvPr>
          <p:cNvSpPr txBox="1"/>
          <p:nvPr/>
        </p:nvSpPr>
        <p:spPr>
          <a:xfrm>
            <a:off x="1" y="4445638"/>
            <a:ext cx="12191999" cy="646331"/>
          </a:xfrm>
          <a:prstGeom prst="rect">
            <a:avLst/>
          </a:prstGeom>
          <a:solidFill>
            <a:srgbClr val="13501B">
              <a:alpha val="80000"/>
            </a:srgbClr>
          </a:solidFill>
        </p:spPr>
        <p:txBody>
          <a:bodyPr wrap="square" rtlCol="0">
            <a:spAutoFit/>
          </a:bodyPr>
          <a:lstStyle>
            <a:defPPr>
              <a:defRPr lang="en-US"/>
            </a:defPPr>
            <a:lvl1pPr algn="r">
              <a:defRPr sz="3600" b="1">
                <a:solidFill>
                  <a:schemeClr val="bg1"/>
                </a:solidFill>
              </a:defRPr>
            </a:lvl1pPr>
          </a:lstStyle>
          <a:p>
            <a:pPr algn="ctr"/>
            <a:r>
              <a:rPr lang="en-GB" dirty="0"/>
              <a:t>Thank you</a:t>
            </a:r>
            <a:endParaRPr lang="en-DK" dirty="0"/>
          </a:p>
        </p:txBody>
      </p:sp>
    </p:spTree>
    <p:extLst>
      <p:ext uri="{BB962C8B-B14F-4D97-AF65-F5344CB8AC3E}">
        <p14:creationId xmlns:p14="http://schemas.microsoft.com/office/powerpoint/2010/main" val="32095475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640938-4972-C45B-C67A-05CC2F709F7A}"/>
              </a:ext>
            </a:extLst>
          </p:cNvPr>
          <p:cNvSpPr txBox="1"/>
          <p:nvPr/>
        </p:nvSpPr>
        <p:spPr>
          <a:xfrm>
            <a:off x="5334027" y="856760"/>
            <a:ext cx="1523943" cy="584775"/>
          </a:xfrm>
          <a:prstGeom prst="rect">
            <a:avLst/>
          </a:prstGeom>
          <a:noFill/>
        </p:spPr>
        <p:txBody>
          <a:bodyPr wrap="none" lIns="91440" tIns="45720" rIns="91440" bIns="45720" rtlCol="0" anchor="t">
            <a:spAutoFit/>
          </a:bodyPr>
          <a:lstStyle/>
          <a:p>
            <a:pPr algn="ctr"/>
            <a:r>
              <a:rPr lang="en-US" sz="3200" dirty="0">
                <a:solidFill>
                  <a:schemeClr val="bg1"/>
                </a:solidFill>
                <a:latin typeface="Calibri"/>
                <a:ea typeface="Calibri"/>
                <a:cs typeface="Calibri"/>
              </a:rPr>
              <a:t>Exercise</a:t>
            </a:r>
            <a:endParaRPr lang="en-US">
              <a:solidFill>
                <a:schemeClr val="bg1"/>
              </a:solidFill>
              <a:latin typeface="Calibri"/>
              <a:ea typeface="Calibri"/>
              <a:cs typeface="Calibri"/>
            </a:endParaRPr>
          </a:p>
        </p:txBody>
      </p:sp>
      <p:pic>
        <p:nvPicPr>
          <p:cNvPr id="2" name="Graphic 1" descr="Run outline">
            <a:extLst>
              <a:ext uri="{FF2B5EF4-FFF2-40B4-BE49-F238E27FC236}">
                <a16:creationId xmlns:a16="http://schemas.microsoft.com/office/drawing/2014/main" id="{6B82A9B6-B727-7048-4F7A-CC949BF908B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70324" y="2415419"/>
            <a:ext cx="2051352" cy="2039257"/>
          </a:xfrm>
          <a:prstGeom prst="rect">
            <a:avLst/>
          </a:prstGeom>
        </p:spPr>
      </p:pic>
    </p:spTree>
    <p:extLst>
      <p:ext uri="{BB962C8B-B14F-4D97-AF65-F5344CB8AC3E}">
        <p14:creationId xmlns:p14="http://schemas.microsoft.com/office/powerpoint/2010/main" val="31493099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349829-751D-06CA-F7DF-2773C36DD638}"/>
              </a:ext>
            </a:extLst>
          </p:cNvPr>
          <p:cNvSpPr txBox="1"/>
          <p:nvPr/>
        </p:nvSpPr>
        <p:spPr>
          <a:xfrm>
            <a:off x="506818" y="341446"/>
            <a:ext cx="7878726" cy="584775"/>
          </a:xfrm>
          <a:prstGeom prst="rect">
            <a:avLst/>
          </a:prstGeom>
          <a:noFill/>
        </p:spPr>
        <p:txBody>
          <a:bodyPr wrap="square" lIns="91440" tIns="45720" rIns="91440" bIns="45720" rtlCol="0" anchor="t">
            <a:spAutoFit/>
          </a:bodyPr>
          <a:lstStyle/>
          <a:p>
            <a:r>
              <a:rPr lang="en-US" sz="3200" b="1" dirty="0">
                <a:solidFill>
                  <a:srgbClr val="113A60"/>
                </a:solidFill>
              </a:rPr>
              <a:t>Exercise</a:t>
            </a:r>
          </a:p>
        </p:txBody>
      </p:sp>
      <p:sp>
        <p:nvSpPr>
          <p:cNvPr id="8" name="TextBox 7">
            <a:extLst>
              <a:ext uri="{FF2B5EF4-FFF2-40B4-BE49-F238E27FC236}">
                <a16:creationId xmlns:a16="http://schemas.microsoft.com/office/drawing/2014/main" id="{4D7E68BC-FA71-E7E8-D056-3301B1D1BABD}"/>
              </a:ext>
            </a:extLst>
          </p:cNvPr>
          <p:cNvSpPr txBox="1"/>
          <p:nvPr/>
        </p:nvSpPr>
        <p:spPr>
          <a:xfrm>
            <a:off x="647150" y="2546966"/>
            <a:ext cx="11182470" cy="2233753"/>
          </a:xfrm>
          <a:prstGeom prst="rect">
            <a:avLst/>
          </a:prstGeom>
          <a:noFill/>
        </p:spPr>
        <p:txBody>
          <a:bodyPr wrap="square" lIns="91440" tIns="45720" rIns="91440" bIns="45720" anchor="t">
            <a:spAutoFit/>
          </a:bodyPr>
          <a:lstStyle/>
          <a:p>
            <a:pPr marL="342900" indent="-342900" algn="just">
              <a:lnSpc>
                <a:spcPct val="200000"/>
              </a:lnSpc>
              <a:buAutoNum type="arabicPeriod"/>
            </a:pPr>
            <a:r>
              <a:rPr lang="en-US" b="1" dirty="0">
                <a:ea typeface="+mn-lt"/>
                <a:cs typeface="+mn-lt"/>
              </a:rPr>
              <a:t>Log into Reportnet, access the Annex XVII and open the reporting guidelines</a:t>
            </a:r>
            <a:endParaRPr lang="en-US" b="1" dirty="0">
              <a:ea typeface="Calibri"/>
              <a:cs typeface="Calibri"/>
            </a:endParaRPr>
          </a:p>
          <a:p>
            <a:pPr marL="342900" indent="-342900" algn="just">
              <a:lnSpc>
                <a:spcPct val="200000"/>
              </a:lnSpc>
              <a:buAutoNum type="arabicPeriod"/>
            </a:pPr>
            <a:r>
              <a:rPr lang="en-US" b="1" dirty="0">
                <a:ea typeface="+mn-lt"/>
                <a:cs typeface="+mn-lt"/>
              </a:rPr>
              <a:t>Review the tables </a:t>
            </a:r>
            <a:endParaRPr lang="en-US" dirty="0">
              <a:ea typeface="Calibri" panose="020F0502020204030204"/>
              <a:cs typeface="Calibri" panose="020F0502020204030204"/>
            </a:endParaRPr>
          </a:p>
          <a:p>
            <a:pPr marL="342900" indent="-342900" algn="just">
              <a:lnSpc>
                <a:spcPct val="200000"/>
              </a:lnSpc>
              <a:buAutoNum type="arabicPeriod"/>
            </a:pPr>
            <a:r>
              <a:rPr lang="en-US" b="1" dirty="0">
                <a:ea typeface="+mn-lt"/>
                <a:cs typeface="+mn-lt"/>
              </a:rPr>
              <a:t>Note any questions or concerns</a:t>
            </a:r>
          </a:p>
          <a:p>
            <a:pPr marL="342900" indent="-342900" algn="just">
              <a:lnSpc>
                <a:spcPct val="200000"/>
              </a:lnSpc>
              <a:buAutoNum type="arabicPeriod"/>
            </a:pPr>
            <a:r>
              <a:rPr lang="en-US" b="1" dirty="0">
                <a:ea typeface="+mn-lt"/>
                <a:cs typeface="+mn-lt"/>
              </a:rPr>
              <a:t>If you want, try to add some data and try to validate them</a:t>
            </a:r>
          </a:p>
        </p:txBody>
      </p:sp>
      <p:pic>
        <p:nvPicPr>
          <p:cNvPr id="3" name="Picture 2">
            <a:extLst>
              <a:ext uri="{FF2B5EF4-FFF2-40B4-BE49-F238E27FC236}">
                <a16:creationId xmlns:a16="http://schemas.microsoft.com/office/drawing/2014/main" id="{C0C6C0B7-739C-1D68-A878-8B9F47C09D1B}"/>
              </a:ext>
            </a:extLst>
          </p:cNvPr>
          <p:cNvPicPr>
            <a:picLocks noChangeAspect="1"/>
          </p:cNvPicPr>
          <p:nvPr/>
        </p:nvPicPr>
        <p:blipFill>
          <a:blip r:embed="rId3"/>
          <a:stretch>
            <a:fillRect/>
          </a:stretch>
        </p:blipFill>
        <p:spPr>
          <a:xfrm>
            <a:off x="342900" y="1019468"/>
            <a:ext cx="9766300" cy="1434251"/>
          </a:xfrm>
          <a:prstGeom prst="rect">
            <a:avLst/>
          </a:prstGeom>
        </p:spPr>
      </p:pic>
    </p:spTree>
    <p:extLst>
      <p:ext uri="{BB962C8B-B14F-4D97-AF65-F5344CB8AC3E}">
        <p14:creationId xmlns:p14="http://schemas.microsoft.com/office/powerpoint/2010/main" val="78743752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D0B16F-80BF-9719-E687-8D5269CEA3FC}"/>
              </a:ext>
            </a:extLst>
          </p:cNvPr>
          <p:cNvSpPr txBox="1"/>
          <p:nvPr/>
        </p:nvSpPr>
        <p:spPr>
          <a:xfrm>
            <a:off x="553146" y="344589"/>
            <a:ext cx="8722619" cy="461665"/>
          </a:xfrm>
          <a:prstGeom prst="rect">
            <a:avLst/>
          </a:prstGeom>
          <a:noFill/>
        </p:spPr>
        <p:txBody>
          <a:bodyPr wrap="square" rtlCol="0">
            <a:spAutoFit/>
          </a:bodyPr>
          <a:lstStyle>
            <a:defPPr>
              <a:defRPr lang="en-DK"/>
            </a:defPPr>
            <a:lvl1pPr lvl="0" fontAlgn="base">
              <a:spcBef>
                <a:spcPct val="0"/>
              </a:spcBef>
              <a:spcAft>
                <a:spcPct val="0"/>
              </a:spcAft>
              <a:defRPr sz="3200" b="1">
                <a:solidFill>
                  <a:srgbClr val="113A60"/>
                </a:solidFill>
              </a:defRPr>
            </a:lvl1pPr>
          </a:lstStyle>
          <a:p>
            <a:r>
              <a:rPr lang="en-GB" dirty="0"/>
              <a:t>Questions? </a:t>
            </a:r>
            <a:endParaRPr lang="en-US" dirty="0"/>
          </a:p>
        </p:txBody>
      </p:sp>
      <p:pic>
        <p:nvPicPr>
          <p:cNvPr id="8" name="Graphic 7" descr="Questions with solid fill">
            <a:extLst>
              <a:ext uri="{FF2B5EF4-FFF2-40B4-BE49-F238E27FC236}">
                <a16:creationId xmlns:a16="http://schemas.microsoft.com/office/drawing/2014/main" id="{3D0FD68F-A8BA-7D8C-1E2E-85488421EDF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2858" y="3690610"/>
            <a:ext cx="2585237" cy="2585237"/>
          </a:xfrm>
          <a:prstGeom prst="rect">
            <a:avLst/>
          </a:prstGeom>
        </p:spPr>
      </p:pic>
      <p:sp>
        <p:nvSpPr>
          <p:cNvPr id="4" name="TextBox 3">
            <a:extLst>
              <a:ext uri="{FF2B5EF4-FFF2-40B4-BE49-F238E27FC236}">
                <a16:creationId xmlns:a16="http://schemas.microsoft.com/office/drawing/2014/main" id="{DC3A1ED5-7D47-8FF5-5923-D52A6324D4A8}"/>
              </a:ext>
            </a:extLst>
          </p:cNvPr>
          <p:cNvSpPr txBox="1"/>
          <p:nvPr/>
        </p:nvSpPr>
        <p:spPr>
          <a:xfrm>
            <a:off x="830237" y="1131555"/>
            <a:ext cx="11126236" cy="1679755"/>
          </a:xfrm>
          <a:prstGeom prst="rect">
            <a:avLst/>
          </a:prstGeom>
          <a:noFill/>
        </p:spPr>
        <p:txBody>
          <a:bodyPr wrap="square">
            <a:spAutoFit/>
          </a:bodyPr>
          <a:lstStyle/>
          <a:p>
            <a:pPr algn="just">
              <a:lnSpc>
                <a:spcPct val="200000"/>
              </a:lnSpc>
            </a:pPr>
            <a:r>
              <a:rPr lang="en-US" b="1" dirty="0">
                <a:ea typeface="+mn-lt"/>
                <a:cs typeface="+mn-lt"/>
              </a:rPr>
              <a:t>Answer the following questions as a group: </a:t>
            </a:r>
          </a:p>
          <a:p>
            <a:pPr marL="285750" indent="-285750" algn="just">
              <a:lnSpc>
                <a:spcPct val="200000"/>
              </a:lnSpc>
              <a:buFont typeface="Arial" panose="020B0604020202020204" pitchFamily="34" charset="0"/>
              <a:buChar char="•"/>
            </a:pPr>
            <a:r>
              <a:rPr lang="en-US" b="1" dirty="0">
                <a:ea typeface="+mn-lt"/>
                <a:cs typeface="Calibri Light"/>
              </a:rPr>
              <a:t>Are you able to identify the data needed? </a:t>
            </a:r>
          </a:p>
          <a:p>
            <a:pPr marL="285750" indent="-285750" algn="just">
              <a:lnSpc>
                <a:spcPct val="200000"/>
              </a:lnSpc>
              <a:buFont typeface="Arial" panose="020B0604020202020204" pitchFamily="34" charset="0"/>
              <a:buChar char="•"/>
            </a:pPr>
            <a:r>
              <a:rPr lang="en-US" b="1" dirty="0">
                <a:ea typeface="+mn-lt"/>
                <a:cs typeface="Calibri Light"/>
              </a:rPr>
              <a:t>Do you think you will manage to submit it?</a:t>
            </a:r>
          </a:p>
        </p:txBody>
      </p:sp>
      <p:sp>
        <p:nvSpPr>
          <p:cNvPr id="3" name="Content Placeholder 2">
            <a:extLst>
              <a:ext uri="{FF2B5EF4-FFF2-40B4-BE49-F238E27FC236}">
                <a16:creationId xmlns:a16="http://schemas.microsoft.com/office/drawing/2014/main" id="{72299BEF-2EAA-C729-3E37-B73C26C0A77B}"/>
              </a:ext>
            </a:extLst>
          </p:cNvPr>
          <p:cNvSpPr txBox="1">
            <a:spLocks/>
          </p:cNvSpPr>
          <p:nvPr/>
        </p:nvSpPr>
        <p:spPr>
          <a:xfrm>
            <a:off x="3999759" y="3850175"/>
            <a:ext cx="6552910" cy="720115"/>
          </a:xfrm>
          <a:prstGeom prst="rect">
            <a:avLst/>
          </a:prstGeom>
        </p:spPr>
        <p:txBody>
          <a:bodyPr lIns="91440" tIns="45720" rIns="91440" bIns="4572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600"/>
              </a:spcBef>
              <a:spcAft>
                <a:spcPts val="600"/>
              </a:spcAft>
              <a:buNone/>
            </a:pPr>
            <a:r>
              <a:rPr lang="en-US" sz="3200" b="1" dirty="0"/>
              <a:t>For</a:t>
            </a:r>
            <a:r>
              <a:rPr lang="en-US" sz="3200" dirty="0"/>
              <a:t> </a:t>
            </a:r>
            <a:r>
              <a:rPr lang="en-US" sz="3200" b="1" dirty="0"/>
              <a:t>questions</a:t>
            </a:r>
            <a:r>
              <a:rPr lang="en-US" sz="3200" dirty="0"/>
              <a:t>: </a:t>
            </a:r>
            <a:r>
              <a:rPr lang="en-US" sz="3200" b="1" dirty="0">
                <a:solidFill>
                  <a:srgbClr val="008080"/>
                </a:solidFill>
              </a:rPr>
              <a:t>magdalena.jozwicka@eea.europa.eu</a:t>
            </a:r>
            <a:endParaRPr lang="en-US" sz="3200" dirty="0"/>
          </a:p>
        </p:txBody>
      </p:sp>
    </p:spTree>
    <p:extLst>
      <p:ext uri="{BB962C8B-B14F-4D97-AF65-F5344CB8AC3E}">
        <p14:creationId xmlns:p14="http://schemas.microsoft.com/office/powerpoint/2010/main" val="2074017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7E10156-9D77-4D0B-9B7C-078B96E658A2}"/>
</file>

<file path=customXml/itemProps2.xml><?xml version="1.0" encoding="utf-8"?>
<ds:datastoreItem xmlns:ds="http://schemas.openxmlformats.org/officeDocument/2006/customXml" ds:itemID="{FF8517FE-E0EA-4D46-B078-6508B6DFF693}">
  <ds:schemaRefs>
    <ds:schemaRef ds:uri="http://schemas.microsoft.com/office/2006/metadata/properties"/>
    <ds:schemaRef ds:uri="http://schemas.microsoft.com/office/infopath/2007/PartnerControls"/>
    <ds:schemaRef ds:uri="ab36edd1-f22d-48fa-8c14-ce14ffa55440"/>
    <ds:schemaRef ds:uri="9962651d-4d37-485e-88c7-c8ed15b30222"/>
  </ds:schemaRefs>
</ds:datastoreItem>
</file>

<file path=customXml/itemProps3.xml><?xml version="1.0" encoding="utf-8"?>
<ds:datastoreItem xmlns:ds="http://schemas.openxmlformats.org/officeDocument/2006/customXml" ds:itemID="{D989D5C8-0EE4-4A8B-87DC-A4252C2C11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26376</TotalTime>
  <Words>8785</Words>
  <Application>Microsoft Office PowerPoint</Application>
  <PresentationFormat>Widescreen</PresentationFormat>
  <Paragraphs>652</Paragraphs>
  <Slides>75</Slides>
  <Notes>67</Notes>
  <HiddenSlides>15</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75</vt:i4>
      </vt:variant>
    </vt:vector>
  </HeadingPairs>
  <TitlesOfParts>
    <vt:vector size="85" baseType="lpstr">
      <vt:lpstr>Aptos</vt:lpstr>
      <vt:lpstr>Aptos Display</vt:lpstr>
      <vt:lpstr>Aptos Narrow</vt:lpstr>
      <vt:lpstr>Arial</vt:lpstr>
      <vt:lpstr>Calibri</vt:lpstr>
      <vt:lpstr>Cambria</vt:lpstr>
      <vt:lpstr>Segoe UI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Marta Giulia Baldi</dc:creator>
  <cp:lastModifiedBy>Stephane  Quefelec</cp:lastModifiedBy>
  <cp:revision>20</cp:revision>
  <dcterms:created xsi:type="dcterms:W3CDTF">2024-09-14T20:14:29Z</dcterms:created>
  <dcterms:modified xsi:type="dcterms:W3CDTF">2025-10-08T06:44:17Z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0x010100CA9E40BF7383784999BA1B34A435B410</vt:lpwstr>
  </property>
  <property fmtid="{D5CDD505-2E9C-101B-9397-08002B2CF9AE}" pid="3" name="MediaServiceImageTags">
    <vt:lpwstr/>
  </property>
  <property fmtid="{D5CDD505-2E9C-101B-9397-08002B2CF9AE}" pid="4" name="Order">
    <vt:r8>193700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