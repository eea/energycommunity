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8.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9.xml" ContentType="application/vnd.openxmlformats-officedocument.theme+xml"/>
  <Override PartName="/ppt/slideLayouts/slideLayout3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 id="2147483687" r:id="rId5"/>
    <p:sldMasterId id="2147483672" r:id="rId6"/>
    <p:sldMasterId id="2147483695" r:id="rId7"/>
    <p:sldMasterId id="2147483706" r:id="rId8"/>
    <p:sldMasterId id="2147483699" r:id="rId9"/>
    <p:sldMasterId id="2147483708" r:id="rId10"/>
    <p:sldMasterId id="2147483738" r:id="rId11"/>
    <p:sldMasterId id="2147483740" r:id="rId12"/>
    <p:sldMasterId id="2147483745" r:id="rId13"/>
  </p:sldMasterIdLst>
  <p:notesMasterIdLst>
    <p:notesMasterId r:id="rId26"/>
  </p:notesMasterIdLst>
  <p:handoutMasterIdLst>
    <p:handoutMasterId r:id="rId27"/>
  </p:handoutMasterIdLst>
  <p:sldIdLst>
    <p:sldId id="438" r:id="rId14"/>
    <p:sldId id="461" r:id="rId15"/>
    <p:sldId id="520" r:id="rId16"/>
    <p:sldId id="522" r:id="rId17"/>
    <p:sldId id="524" r:id="rId18"/>
    <p:sldId id="525" r:id="rId19"/>
    <p:sldId id="527" r:id="rId20"/>
    <p:sldId id="528" r:id="rId21"/>
    <p:sldId id="529" r:id="rId22"/>
    <p:sldId id="530" r:id="rId23"/>
    <p:sldId id="531" r:id="rId24"/>
    <p:sldId id="436" r:id="rId25"/>
  </p:sldIdLst>
  <p:sldSz cx="9906000" cy="6858000" type="A4"/>
  <p:notesSz cx="6792913" cy="99250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227"/>
    <a:srgbClr val="000000"/>
    <a:srgbClr val="086239"/>
    <a:srgbClr val="103251"/>
    <a:srgbClr val="147E46"/>
    <a:srgbClr val="005399"/>
    <a:srgbClr val="27613F"/>
    <a:srgbClr val="00488B"/>
    <a:srgbClr val="1B659A"/>
    <a:srgbClr val="2282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977EFA-1F89-453B-891C-3F2BB4B4D5B1}" v="1082" dt="2025-10-06T16:24:00.730"/>
  </p1510:revLst>
</p1510:revInfo>
</file>

<file path=ppt/tableStyles.xml><?xml version="1.0" encoding="utf-8"?>
<a:tblStyleLst xmlns:a="http://schemas.openxmlformats.org/drawingml/2006/main" def="{72833802-FEF1-4C79-8D5D-14CF1EAF98D9}">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94404" autoAdjust="0"/>
  </p:normalViewPr>
  <p:slideViewPr>
    <p:cSldViewPr snapToGrid="0">
      <p:cViewPr varScale="1">
        <p:scale>
          <a:sx n="94" d="100"/>
          <a:sy n="94" d="100"/>
        </p:scale>
        <p:origin x="324" y="60"/>
      </p:cViewPr>
      <p:guideLst>
        <p:guide orient="horz" pos="2880"/>
        <p:guide pos="2160"/>
      </p:guideLst>
    </p:cSldViewPr>
  </p:slideViewPr>
  <p:notesTextViewPr>
    <p:cViewPr>
      <p:scale>
        <a:sx n="3" d="2"/>
        <a:sy n="3" d="2"/>
      </p:scale>
      <p:origin x="0" y="0"/>
    </p:cViewPr>
  </p:notesTextViewPr>
  <p:notesViewPr>
    <p:cSldViewPr snapToGrid="0">
      <p:cViewPr>
        <p:scale>
          <a:sx n="1" d="2"/>
          <a:sy n="1" d="2"/>
        </p:scale>
        <p:origin x="4152" y="1440"/>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ierre Chang" userId="7a5d3a12-f981-4a01-99aa-2e45acc807ae" providerId="ADAL" clId="{7EF64606-F79B-4BA7-82BF-DD27C6437E22}"/>
    <pc:docChg chg="undo custSel addSld delSld modSld sldOrd modNotesMaster modHandout">
      <pc:chgData name="Jean-Pierre Chang" userId="7a5d3a12-f981-4a01-99aa-2e45acc807ae" providerId="ADAL" clId="{7EF64606-F79B-4BA7-82BF-DD27C6437E22}" dt="2025-10-06T20:37:11.956" v="3890" actId="113"/>
      <pc:docMkLst>
        <pc:docMk/>
      </pc:docMkLst>
      <pc:sldChg chg="modSp mod">
        <pc:chgData name="Jean-Pierre Chang" userId="7a5d3a12-f981-4a01-99aa-2e45acc807ae" providerId="ADAL" clId="{7EF64606-F79B-4BA7-82BF-DD27C6437E22}" dt="2025-10-06T16:06:52.952" v="965"/>
        <pc:sldMkLst>
          <pc:docMk/>
          <pc:sldMk cId="2070119259" sldId="436"/>
        </pc:sldMkLst>
        <pc:spChg chg="mod">
          <ac:chgData name="Jean-Pierre Chang" userId="7a5d3a12-f981-4a01-99aa-2e45acc807ae" providerId="ADAL" clId="{7EF64606-F79B-4BA7-82BF-DD27C6437E22}" dt="2025-10-05T20:16:43.521" v="93" actId="790"/>
          <ac:spMkLst>
            <pc:docMk/>
            <pc:sldMk cId="2070119259" sldId="436"/>
            <ac:spMk id="3" creationId="{E0F770EB-449B-0A6F-A341-5007C2AEA25B}"/>
          </ac:spMkLst>
        </pc:spChg>
        <pc:spChg chg="mod">
          <ac:chgData name="Jean-Pierre Chang" userId="7a5d3a12-f981-4a01-99aa-2e45acc807ae" providerId="ADAL" clId="{7EF64606-F79B-4BA7-82BF-DD27C6437E22}" dt="2025-10-06T16:06:52.952" v="965"/>
          <ac:spMkLst>
            <pc:docMk/>
            <pc:sldMk cId="2070119259" sldId="436"/>
            <ac:spMk id="5" creationId="{BA5121D3-973F-824E-9D4E-1C96E8D35047}"/>
          </ac:spMkLst>
        </pc:spChg>
        <pc:spChg chg="mod">
          <ac:chgData name="Jean-Pierre Chang" userId="7a5d3a12-f981-4a01-99aa-2e45acc807ae" providerId="ADAL" clId="{7EF64606-F79B-4BA7-82BF-DD27C6437E22}" dt="2025-10-05T20:16:43.521" v="93" actId="790"/>
          <ac:spMkLst>
            <pc:docMk/>
            <pc:sldMk cId="2070119259" sldId="436"/>
            <ac:spMk id="9" creationId="{B4556FEA-D65A-2646-A854-BEEAB30BFFBF}"/>
          </ac:spMkLst>
        </pc:spChg>
        <pc:spChg chg="mod">
          <ac:chgData name="Jean-Pierre Chang" userId="7a5d3a12-f981-4a01-99aa-2e45acc807ae" providerId="ADAL" clId="{7EF64606-F79B-4BA7-82BF-DD27C6437E22}" dt="2025-10-05T20:16:43.521" v="93" actId="790"/>
          <ac:spMkLst>
            <pc:docMk/>
            <pc:sldMk cId="2070119259" sldId="436"/>
            <ac:spMk id="11" creationId="{D8E9EFD9-6574-3086-6675-204A5091F758}"/>
          </ac:spMkLst>
        </pc:spChg>
        <pc:spChg chg="mod">
          <ac:chgData name="Jean-Pierre Chang" userId="7a5d3a12-f981-4a01-99aa-2e45acc807ae" providerId="ADAL" clId="{7EF64606-F79B-4BA7-82BF-DD27C6437E22}" dt="2025-10-05T20:16:43.521" v="93" actId="790"/>
          <ac:spMkLst>
            <pc:docMk/>
            <pc:sldMk cId="2070119259" sldId="436"/>
            <ac:spMk id="12" creationId="{4EE7E82E-52DF-7074-E97F-14E886412530}"/>
          </ac:spMkLst>
        </pc:spChg>
        <pc:spChg chg="mod">
          <ac:chgData name="Jean-Pierre Chang" userId="7a5d3a12-f981-4a01-99aa-2e45acc807ae" providerId="ADAL" clId="{7EF64606-F79B-4BA7-82BF-DD27C6437E22}" dt="2025-10-05T20:16:43.521" v="93" actId="790"/>
          <ac:spMkLst>
            <pc:docMk/>
            <pc:sldMk cId="2070119259" sldId="436"/>
            <ac:spMk id="13" creationId="{95A74085-4D43-2011-5446-22B0BC5D3417}"/>
          </ac:spMkLst>
        </pc:spChg>
        <pc:spChg chg="mod">
          <ac:chgData name="Jean-Pierre Chang" userId="7a5d3a12-f981-4a01-99aa-2e45acc807ae" providerId="ADAL" clId="{7EF64606-F79B-4BA7-82BF-DD27C6437E22}" dt="2025-10-05T20:16:43.521" v="93" actId="790"/>
          <ac:spMkLst>
            <pc:docMk/>
            <pc:sldMk cId="2070119259" sldId="436"/>
            <ac:spMk id="14" creationId="{29CD6A1D-77BC-4282-675C-6C9ECAB37325}"/>
          </ac:spMkLst>
        </pc:spChg>
      </pc:sldChg>
      <pc:sldChg chg="addSp delSp modSp mod">
        <pc:chgData name="Jean-Pierre Chang" userId="7a5d3a12-f981-4a01-99aa-2e45acc807ae" providerId="ADAL" clId="{7EF64606-F79B-4BA7-82BF-DD27C6437E22}" dt="2025-10-06T15:36:43.692" v="178" actId="6549"/>
        <pc:sldMkLst>
          <pc:docMk/>
          <pc:sldMk cId="3134624895" sldId="438"/>
        </pc:sldMkLst>
        <pc:spChg chg="mod">
          <ac:chgData name="Jean-Pierre Chang" userId="7a5d3a12-f981-4a01-99aa-2e45acc807ae" providerId="ADAL" clId="{7EF64606-F79B-4BA7-82BF-DD27C6437E22}" dt="2025-10-06T15:36:43.692" v="178" actId="6549"/>
          <ac:spMkLst>
            <pc:docMk/>
            <pc:sldMk cId="3134624895" sldId="438"/>
            <ac:spMk id="2" creationId="{A564FD8F-91CB-95A5-3015-2C9B7960CC28}"/>
          </ac:spMkLst>
        </pc:spChg>
        <pc:spChg chg="add del mod">
          <ac:chgData name="Jean-Pierre Chang" userId="7a5d3a12-f981-4a01-99aa-2e45acc807ae" providerId="ADAL" clId="{7EF64606-F79B-4BA7-82BF-DD27C6437E22}" dt="2025-10-05T16:03:04.607" v="70" actId="478"/>
          <ac:spMkLst>
            <pc:docMk/>
            <pc:sldMk cId="3134624895" sldId="438"/>
            <ac:spMk id="3" creationId="{8C1A2ACB-4B0E-BE56-333A-07F0CF546D02}"/>
          </ac:spMkLst>
        </pc:spChg>
        <pc:spChg chg="add del mod">
          <ac:chgData name="Jean-Pierre Chang" userId="7a5d3a12-f981-4a01-99aa-2e45acc807ae" providerId="ADAL" clId="{7EF64606-F79B-4BA7-82BF-DD27C6437E22}" dt="2025-10-05T16:02:45.693" v="49" actId="478"/>
          <ac:spMkLst>
            <pc:docMk/>
            <pc:sldMk cId="3134624895" sldId="438"/>
            <ac:spMk id="6" creationId="{3C08BB4C-8994-6258-006B-AD635CC61081}"/>
          </ac:spMkLst>
        </pc:spChg>
      </pc:sldChg>
      <pc:sldChg chg="delSp modSp add mod delAnim">
        <pc:chgData name="Jean-Pierre Chang" userId="7a5d3a12-f981-4a01-99aa-2e45acc807ae" providerId="ADAL" clId="{7EF64606-F79B-4BA7-82BF-DD27C6437E22}" dt="2025-10-06T16:01:14.244" v="894" actId="20577"/>
        <pc:sldMkLst>
          <pc:docMk/>
          <pc:sldMk cId="1849539709" sldId="461"/>
        </pc:sldMkLst>
        <pc:spChg chg="del mod">
          <ac:chgData name="Jean-Pierre Chang" userId="7a5d3a12-f981-4a01-99aa-2e45acc807ae" providerId="ADAL" clId="{7EF64606-F79B-4BA7-82BF-DD27C6437E22}" dt="2025-10-06T15:47:51.199" v="252" actId="478"/>
          <ac:spMkLst>
            <pc:docMk/>
            <pc:sldMk cId="1849539709" sldId="461"/>
            <ac:spMk id="3" creationId="{8852DB08-805B-CFAF-F474-93AA4F5DD1F1}"/>
          </ac:spMkLst>
        </pc:spChg>
        <pc:spChg chg="del">
          <ac:chgData name="Jean-Pierre Chang" userId="7a5d3a12-f981-4a01-99aa-2e45acc807ae" providerId="ADAL" clId="{7EF64606-F79B-4BA7-82BF-DD27C6437E22}" dt="2025-10-06T15:47:49.499" v="250" actId="478"/>
          <ac:spMkLst>
            <pc:docMk/>
            <pc:sldMk cId="1849539709" sldId="461"/>
            <ac:spMk id="6" creationId="{7C3D5749-372D-538C-75B2-59ABB415810C}"/>
          </ac:spMkLst>
        </pc:spChg>
        <pc:spChg chg="mod">
          <ac:chgData name="Jean-Pierre Chang" userId="7a5d3a12-f981-4a01-99aa-2e45acc807ae" providerId="ADAL" clId="{7EF64606-F79B-4BA7-82BF-DD27C6437E22}" dt="2025-10-06T15:48:10.217" v="277" actId="1036"/>
          <ac:spMkLst>
            <pc:docMk/>
            <pc:sldMk cId="1849539709" sldId="461"/>
            <ac:spMk id="10" creationId="{A5B9858A-4B67-4AB4-C5D3-7CD76FA55E08}"/>
          </ac:spMkLst>
        </pc:spChg>
        <pc:spChg chg="mod">
          <ac:chgData name="Jean-Pierre Chang" userId="7a5d3a12-f981-4a01-99aa-2e45acc807ae" providerId="ADAL" clId="{7EF64606-F79B-4BA7-82BF-DD27C6437E22}" dt="2025-10-06T15:48:10.217" v="277" actId="1036"/>
          <ac:spMkLst>
            <pc:docMk/>
            <pc:sldMk cId="1849539709" sldId="461"/>
            <ac:spMk id="11" creationId="{918C3760-1936-1B35-AFB4-E0656ABFF54F}"/>
          </ac:spMkLst>
        </pc:spChg>
        <pc:spChg chg="mod">
          <ac:chgData name="Jean-Pierre Chang" userId="7a5d3a12-f981-4a01-99aa-2e45acc807ae" providerId="ADAL" clId="{7EF64606-F79B-4BA7-82BF-DD27C6437E22}" dt="2025-10-06T15:48:10.217" v="277" actId="1036"/>
          <ac:spMkLst>
            <pc:docMk/>
            <pc:sldMk cId="1849539709" sldId="461"/>
            <ac:spMk id="12" creationId="{BB490FF1-1341-FCC0-9484-5D99A120AFAB}"/>
          </ac:spMkLst>
        </pc:spChg>
        <pc:spChg chg="mod">
          <ac:chgData name="Jean-Pierre Chang" userId="7a5d3a12-f981-4a01-99aa-2e45acc807ae" providerId="ADAL" clId="{7EF64606-F79B-4BA7-82BF-DD27C6437E22}" dt="2025-10-06T16:00:39.500" v="885" actId="20577"/>
          <ac:spMkLst>
            <pc:docMk/>
            <pc:sldMk cId="1849539709" sldId="461"/>
            <ac:spMk id="13" creationId="{D23BF701-7D5F-2C5A-D8A9-9D8AE08E7A24}"/>
          </ac:spMkLst>
        </pc:spChg>
        <pc:spChg chg="mod">
          <ac:chgData name="Jean-Pierre Chang" userId="7a5d3a12-f981-4a01-99aa-2e45acc807ae" providerId="ADAL" clId="{7EF64606-F79B-4BA7-82BF-DD27C6437E22}" dt="2025-10-06T15:48:10.217" v="277" actId="1036"/>
          <ac:spMkLst>
            <pc:docMk/>
            <pc:sldMk cId="1849539709" sldId="461"/>
            <ac:spMk id="14" creationId="{0393C7B7-9BFA-A190-A89F-5A5A0803259F}"/>
          </ac:spMkLst>
        </pc:spChg>
        <pc:spChg chg="mod">
          <ac:chgData name="Jean-Pierre Chang" userId="7a5d3a12-f981-4a01-99aa-2e45acc807ae" providerId="ADAL" clId="{7EF64606-F79B-4BA7-82BF-DD27C6437E22}" dt="2025-10-06T15:48:10.217" v="277" actId="1036"/>
          <ac:spMkLst>
            <pc:docMk/>
            <pc:sldMk cId="1849539709" sldId="461"/>
            <ac:spMk id="17" creationId="{FE5AE14D-6E14-2B70-9CB5-39B8BAF50B67}"/>
          </ac:spMkLst>
        </pc:spChg>
        <pc:spChg chg="mod">
          <ac:chgData name="Jean-Pierre Chang" userId="7a5d3a12-f981-4a01-99aa-2e45acc807ae" providerId="ADAL" clId="{7EF64606-F79B-4BA7-82BF-DD27C6437E22}" dt="2025-10-06T16:01:14.244" v="894" actId="20577"/>
          <ac:spMkLst>
            <pc:docMk/>
            <pc:sldMk cId="1849539709" sldId="461"/>
            <ac:spMk id="22" creationId="{F91ACBEA-62B3-8095-DF23-5AE39CCD0573}"/>
          </ac:spMkLst>
        </pc:spChg>
        <pc:picChg chg="mod">
          <ac:chgData name="Jean-Pierre Chang" userId="7a5d3a12-f981-4a01-99aa-2e45acc807ae" providerId="ADAL" clId="{7EF64606-F79B-4BA7-82BF-DD27C6437E22}" dt="2025-10-06T15:48:10.217" v="277" actId="1036"/>
          <ac:picMkLst>
            <pc:docMk/>
            <pc:sldMk cId="1849539709" sldId="461"/>
            <ac:picMk id="2" creationId="{5A5AF142-98F4-57B1-CA92-3DE11F97F742}"/>
          </ac:picMkLst>
        </pc:picChg>
        <pc:picChg chg="mod">
          <ac:chgData name="Jean-Pierre Chang" userId="7a5d3a12-f981-4a01-99aa-2e45acc807ae" providerId="ADAL" clId="{7EF64606-F79B-4BA7-82BF-DD27C6437E22}" dt="2025-10-06T15:48:10.217" v="277" actId="1036"/>
          <ac:picMkLst>
            <pc:docMk/>
            <pc:sldMk cId="1849539709" sldId="461"/>
            <ac:picMk id="15" creationId="{20B3D173-89AB-0177-BE9F-AE06340DEFFC}"/>
          </ac:picMkLst>
        </pc:picChg>
      </pc:sldChg>
      <pc:sldChg chg="modSp del mod">
        <pc:chgData name="Jean-Pierre Chang" userId="7a5d3a12-f981-4a01-99aa-2e45acc807ae" providerId="ADAL" clId="{7EF64606-F79B-4BA7-82BF-DD27C6437E22}" dt="2025-10-06T16:06:16.361" v="955" actId="47"/>
        <pc:sldMkLst>
          <pc:docMk/>
          <pc:sldMk cId="3513503757" sldId="507"/>
        </pc:sldMkLst>
        <pc:spChg chg="mod">
          <ac:chgData name="Jean-Pierre Chang" userId="7a5d3a12-f981-4a01-99aa-2e45acc807ae" providerId="ADAL" clId="{7EF64606-F79B-4BA7-82BF-DD27C6437E22}" dt="2025-10-05T20:16:43.521" v="93" actId="790"/>
          <ac:spMkLst>
            <pc:docMk/>
            <pc:sldMk cId="3513503757" sldId="507"/>
            <ac:spMk id="2" creationId="{CBC5D720-C812-2C37-8C19-414D02B72A3B}"/>
          </ac:spMkLst>
        </pc:spChg>
        <pc:spChg chg="mod">
          <ac:chgData name="Jean-Pierre Chang" userId="7a5d3a12-f981-4a01-99aa-2e45acc807ae" providerId="ADAL" clId="{7EF64606-F79B-4BA7-82BF-DD27C6437E22}" dt="2025-10-05T20:16:43.521" v="93" actId="790"/>
          <ac:spMkLst>
            <pc:docMk/>
            <pc:sldMk cId="3513503757" sldId="507"/>
            <ac:spMk id="5" creationId="{BF12CBDC-F804-1303-52C8-BECEB6DC495F}"/>
          </ac:spMkLst>
        </pc:spChg>
        <pc:spChg chg="mod">
          <ac:chgData name="Jean-Pierre Chang" userId="7a5d3a12-f981-4a01-99aa-2e45acc807ae" providerId="ADAL" clId="{7EF64606-F79B-4BA7-82BF-DD27C6437E22}" dt="2025-10-05T20:17:49.866" v="145" actId="20577"/>
          <ac:spMkLst>
            <pc:docMk/>
            <pc:sldMk cId="3513503757" sldId="507"/>
            <ac:spMk id="8" creationId="{7A889E74-32D3-130B-AB1D-AE2ABD551301}"/>
          </ac:spMkLst>
        </pc:spChg>
      </pc:sldChg>
      <pc:sldChg chg="modSp del mod">
        <pc:chgData name="Jean-Pierre Chang" userId="7a5d3a12-f981-4a01-99aa-2e45acc807ae" providerId="ADAL" clId="{7EF64606-F79B-4BA7-82BF-DD27C6437E22}" dt="2025-10-06T16:06:18.109" v="957" actId="47"/>
        <pc:sldMkLst>
          <pc:docMk/>
          <pc:sldMk cId="222365324" sldId="508"/>
        </pc:sldMkLst>
        <pc:spChg chg="mod">
          <ac:chgData name="Jean-Pierre Chang" userId="7a5d3a12-f981-4a01-99aa-2e45acc807ae" providerId="ADAL" clId="{7EF64606-F79B-4BA7-82BF-DD27C6437E22}" dt="2025-10-05T20:16:43.521" v="93" actId="790"/>
          <ac:spMkLst>
            <pc:docMk/>
            <pc:sldMk cId="222365324" sldId="508"/>
            <ac:spMk id="2" creationId="{FDBF8C16-C209-21D2-0BD2-8B623708BD1D}"/>
          </ac:spMkLst>
        </pc:spChg>
        <pc:spChg chg="mod">
          <ac:chgData name="Jean-Pierre Chang" userId="7a5d3a12-f981-4a01-99aa-2e45acc807ae" providerId="ADAL" clId="{7EF64606-F79B-4BA7-82BF-DD27C6437E22}" dt="2025-10-05T20:16:43.521" v="93" actId="790"/>
          <ac:spMkLst>
            <pc:docMk/>
            <pc:sldMk cId="222365324" sldId="508"/>
            <ac:spMk id="5" creationId="{A6D781A7-87DF-114F-88C0-0074E19D9406}"/>
          </ac:spMkLst>
        </pc:spChg>
        <pc:spChg chg="mod">
          <ac:chgData name="Jean-Pierre Chang" userId="7a5d3a12-f981-4a01-99aa-2e45acc807ae" providerId="ADAL" clId="{7EF64606-F79B-4BA7-82BF-DD27C6437E22}" dt="2025-10-05T20:17:56.074" v="147" actId="20577"/>
          <ac:spMkLst>
            <pc:docMk/>
            <pc:sldMk cId="222365324" sldId="508"/>
            <ac:spMk id="8" creationId="{25AEBB3E-3F68-5E2B-BC63-CF38D7D50332}"/>
          </ac:spMkLst>
        </pc:spChg>
      </pc:sldChg>
      <pc:sldChg chg="modSp del mod">
        <pc:chgData name="Jean-Pierre Chang" userId="7a5d3a12-f981-4a01-99aa-2e45acc807ae" providerId="ADAL" clId="{7EF64606-F79B-4BA7-82BF-DD27C6437E22}" dt="2025-10-06T16:06:17.275" v="956" actId="47"/>
        <pc:sldMkLst>
          <pc:docMk/>
          <pc:sldMk cId="459440969" sldId="509"/>
        </pc:sldMkLst>
        <pc:spChg chg="mod">
          <ac:chgData name="Jean-Pierre Chang" userId="7a5d3a12-f981-4a01-99aa-2e45acc807ae" providerId="ADAL" clId="{7EF64606-F79B-4BA7-82BF-DD27C6437E22}" dt="2025-10-05T20:16:43.521" v="93" actId="790"/>
          <ac:spMkLst>
            <pc:docMk/>
            <pc:sldMk cId="459440969" sldId="509"/>
            <ac:spMk id="2" creationId="{6734E9C1-79E6-6048-32DF-BA23A70875E2}"/>
          </ac:spMkLst>
        </pc:spChg>
        <pc:spChg chg="mod">
          <ac:chgData name="Jean-Pierre Chang" userId="7a5d3a12-f981-4a01-99aa-2e45acc807ae" providerId="ADAL" clId="{7EF64606-F79B-4BA7-82BF-DD27C6437E22}" dt="2025-10-05T20:16:43.521" v="93" actId="790"/>
          <ac:spMkLst>
            <pc:docMk/>
            <pc:sldMk cId="459440969" sldId="509"/>
            <ac:spMk id="5" creationId="{18CE63B4-D5DA-2F9E-74EA-2AF813F26F4F}"/>
          </ac:spMkLst>
        </pc:spChg>
        <pc:spChg chg="mod">
          <ac:chgData name="Jean-Pierre Chang" userId="7a5d3a12-f981-4a01-99aa-2e45acc807ae" providerId="ADAL" clId="{7EF64606-F79B-4BA7-82BF-DD27C6437E22}" dt="2025-10-05T20:16:43.521" v="93" actId="790"/>
          <ac:spMkLst>
            <pc:docMk/>
            <pc:sldMk cId="459440969" sldId="509"/>
            <ac:spMk id="8" creationId="{991FCB48-4F25-CDCA-9541-C046E13CC574}"/>
          </ac:spMkLst>
        </pc:spChg>
      </pc:sldChg>
      <pc:sldChg chg="modSp del mod">
        <pc:chgData name="Jean-Pierre Chang" userId="7a5d3a12-f981-4a01-99aa-2e45acc807ae" providerId="ADAL" clId="{7EF64606-F79B-4BA7-82BF-DD27C6437E22}" dt="2025-10-06T16:06:19.404" v="958" actId="47"/>
        <pc:sldMkLst>
          <pc:docMk/>
          <pc:sldMk cId="4192951013" sldId="510"/>
        </pc:sldMkLst>
        <pc:spChg chg="mod">
          <ac:chgData name="Jean-Pierre Chang" userId="7a5d3a12-f981-4a01-99aa-2e45acc807ae" providerId="ADAL" clId="{7EF64606-F79B-4BA7-82BF-DD27C6437E22}" dt="2025-10-05T20:16:43.521" v="93" actId="790"/>
          <ac:spMkLst>
            <pc:docMk/>
            <pc:sldMk cId="4192951013" sldId="510"/>
            <ac:spMk id="2" creationId="{AFBD7671-8BBB-50AC-2083-13B763F9CA94}"/>
          </ac:spMkLst>
        </pc:spChg>
        <pc:spChg chg="mod">
          <ac:chgData name="Jean-Pierre Chang" userId="7a5d3a12-f981-4a01-99aa-2e45acc807ae" providerId="ADAL" clId="{7EF64606-F79B-4BA7-82BF-DD27C6437E22}" dt="2025-10-05T20:16:43.521" v="93" actId="790"/>
          <ac:spMkLst>
            <pc:docMk/>
            <pc:sldMk cId="4192951013" sldId="510"/>
            <ac:spMk id="5" creationId="{94C2B5BF-5E8B-46EA-DF5A-3540202FAC03}"/>
          </ac:spMkLst>
        </pc:spChg>
        <pc:spChg chg="mod">
          <ac:chgData name="Jean-Pierre Chang" userId="7a5d3a12-f981-4a01-99aa-2e45acc807ae" providerId="ADAL" clId="{7EF64606-F79B-4BA7-82BF-DD27C6437E22}" dt="2025-10-05T20:16:43.521" v="93" actId="790"/>
          <ac:spMkLst>
            <pc:docMk/>
            <pc:sldMk cId="4192951013" sldId="510"/>
            <ac:spMk id="8" creationId="{B6F2E468-95E4-B57C-EEDD-A30545A40234}"/>
          </ac:spMkLst>
        </pc:spChg>
      </pc:sldChg>
      <pc:sldChg chg="modSp del mod">
        <pc:chgData name="Jean-Pierre Chang" userId="7a5d3a12-f981-4a01-99aa-2e45acc807ae" providerId="ADAL" clId="{7EF64606-F79B-4BA7-82BF-DD27C6437E22}" dt="2025-10-06T16:06:20.626" v="959" actId="47"/>
        <pc:sldMkLst>
          <pc:docMk/>
          <pc:sldMk cId="3724719289" sldId="511"/>
        </pc:sldMkLst>
        <pc:spChg chg="mod">
          <ac:chgData name="Jean-Pierre Chang" userId="7a5d3a12-f981-4a01-99aa-2e45acc807ae" providerId="ADAL" clId="{7EF64606-F79B-4BA7-82BF-DD27C6437E22}" dt="2025-10-05T20:16:43.521" v="93" actId="790"/>
          <ac:spMkLst>
            <pc:docMk/>
            <pc:sldMk cId="3724719289" sldId="511"/>
            <ac:spMk id="2" creationId="{DFAD9C2E-6ADB-31A0-F530-FD204A4A70DF}"/>
          </ac:spMkLst>
        </pc:spChg>
        <pc:spChg chg="mod">
          <ac:chgData name="Jean-Pierre Chang" userId="7a5d3a12-f981-4a01-99aa-2e45acc807ae" providerId="ADAL" clId="{7EF64606-F79B-4BA7-82BF-DD27C6437E22}" dt="2025-10-05T20:16:43.521" v="93" actId="790"/>
          <ac:spMkLst>
            <pc:docMk/>
            <pc:sldMk cId="3724719289" sldId="511"/>
            <ac:spMk id="5" creationId="{768FA8E0-58DC-73BA-3E09-A991B21E9D40}"/>
          </ac:spMkLst>
        </pc:spChg>
        <pc:spChg chg="mod">
          <ac:chgData name="Jean-Pierre Chang" userId="7a5d3a12-f981-4a01-99aa-2e45acc807ae" providerId="ADAL" clId="{7EF64606-F79B-4BA7-82BF-DD27C6437E22}" dt="2025-10-05T20:16:43.521" v="93" actId="790"/>
          <ac:spMkLst>
            <pc:docMk/>
            <pc:sldMk cId="3724719289" sldId="511"/>
            <ac:spMk id="8" creationId="{40AA38E1-4FF6-34C7-2BD4-E01B0DCFCC4C}"/>
          </ac:spMkLst>
        </pc:spChg>
      </pc:sldChg>
      <pc:sldChg chg="modSp del mod">
        <pc:chgData name="Jean-Pierre Chang" userId="7a5d3a12-f981-4a01-99aa-2e45acc807ae" providerId="ADAL" clId="{7EF64606-F79B-4BA7-82BF-DD27C6437E22}" dt="2025-10-06T16:06:21.530" v="960" actId="47"/>
        <pc:sldMkLst>
          <pc:docMk/>
          <pc:sldMk cId="1474150866" sldId="512"/>
        </pc:sldMkLst>
        <pc:spChg chg="mod">
          <ac:chgData name="Jean-Pierre Chang" userId="7a5d3a12-f981-4a01-99aa-2e45acc807ae" providerId="ADAL" clId="{7EF64606-F79B-4BA7-82BF-DD27C6437E22}" dt="2025-10-05T20:16:43.521" v="93" actId="790"/>
          <ac:spMkLst>
            <pc:docMk/>
            <pc:sldMk cId="1474150866" sldId="512"/>
            <ac:spMk id="2" creationId="{25A0B11C-4D58-5714-E54E-C92895152A6A}"/>
          </ac:spMkLst>
        </pc:spChg>
        <pc:spChg chg="mod">
          <ac:chgData name="Jean-Pierre Chang" userId="7a5d3a12-f981-4a01-99aa-2e45acc807ae" providerId="ADAL" clId="{7EF64606-F79B-4BA7-82BF-DD27C6437E22}" dt="2025-10-05T20:16:43.521" v="93" actId="790"/>
          <ac:spMkLst>
            <pc:docMk/>
            <pc:sldMk cId="1474150866" sldId="512"/>
            <ac:spMk id="5" creationId="{598825D2-E846-43A9-8811-07CD7218F746}"/>
          </ac:spMkLst>
        </pc:spChg>
        <pc:spChg chg="mod">
          <ac:chgData name="Jean-Pierre Chang" userId="7a5d3a12-f981-4a01-99aa-2e45acc807ae" providerId="ADAL" clId="{7EF64606-F79B-4BA7-82BF-DD27C6437E22}" dt="2025-10-05T20:16:43.521" v="93" actId="790"/>
          <ac:spMkLst>
            <pc:docMk/>
            <pc:sldMk cId="1474150866" sldId="512"/>
            <ac:spMk id="8" creationId="{314D82DC-FF59-7E82-4085-17CF3D05CBFA}"/>
          </ac:spMkLst>
        </pc:spChg>
      </pc:sldChg>
      <pc:sldChg chg="modSp del mod">
        <pc:chgData name="Jean-Pierre Chang" userId="7a5d3a12-f981-4a01-99aa-2e45acc807ae" providerId="ADAL" clId="{7EF64606-F79B-4BA7-82BF-DD27C6437E22}" dt="2025-10-06T16:06:22.810" v="961" actId="47"/>
        <pc:sldMkLst>
          <pc:docMk/>
          <pc:sldMk cId="2363390037" sldId="513"/>
        </pc:sldMkLst>
        <pc:spChg chg="mod">
          <ac:chgData name="Jean-Pierre Chang" userId="7a5d3a12-f981-4a01-99aa-2e45acc807ae" providerId="ADAL" clId="{7EF64606-F79B-4BA7-82BF-DD27C6437E22}" dt="2025-10-05T20:16:43.521" v="93" actId="790"/>
          <ac:spMkLst>
            <pc:docMk/>
            <pc:sldMk cId="2363390037" sldId="513"/>
            <ac:spMk id="2" creationId="{7BC41533-0528-379F-8383-A510F5C0929F}"/>
          </ac:spMkLst>
        </pc:spChg>
        <pc:spChg chg="mod">
          <ac:chgData name="Jean-Pierre Chang" userId="7a5d3a12-f981-4a01-99aa-2e45acc807ae" providerId="ADAL" clId="{7EF64606-F79B-4BA7-82BF-DD27C6437E22}" dt="2025-10-05T20:16:43.521" v="93" actId="790"/>
          <ac:spMkLst>
            <pc:docMk/>
            <pc:sldMk cId="2363390037" sldId="513"/>
            <ac:spMk id="5" creationId="{C1C9E832-4748-15E8-BBFC-09BCA185A1D0}"/>
          </ac:spMkLst>
        </pc:spChg>
        <pc:spChg chg="mod">
          <ac:chgData name="Jean-Pierre Chang" userId="7a5d3a12-f981-4a01-99aa-2e45acc807ae" providerId="ADAL" clId="{7EF64606-F79B-4BA7-82BF-DD27C6437E22}" dt="2025-10-05T20:16:43.521" v="93" actId="790"/>
          <ac:spMkLst>
            <pc:docMk/>
            <pc:sldMk cId="2363390037" sldId="513"/>
            <ac:spMk id="8" creationId="{812652CF-BBED-0A39-D2B6-E3E70F410560}"/>
          </ac:spMkLst>
        </pc:spChg>
      </pc:sldChg>
      <pc:sldChg chg="modSp del mod">
        <pc:chgData name="Jean-Pierre Chang" userId="7a5d3a12-f981-4a01-99aa-2e45acc807ae" providerId="ADAL" clId="{7EF64606-F79B-4BA7-82BF-DD27C6437E22}" dt="2025-10-06T16:06:29.026" v="962" actId="47"/>
        <pc:sldMkLst>
          <pc:docMk/>
          <pc:sldMk cId="2988444357" sldId="514"/>
        </pc:sldMkLst>
        <pc:spChg chg="mod">
          <ac:chgData name="Jean-Pierre Chang" userId="7a5d3a12-f981-4a01-99aa-2e45acc807ae" providerId="ADAL" clId="{7EF64606-F79B-4BA7-82BF-DD27C6437E22}" dt="2025-10-05T20:16:43.521" v="93" actId="790"/>
          <ac:spMkLst>
            <pc:docMk/>
            <pc:sldMk cId="2988444357" sldId="514"/>
            <ac:spMk id="2" creationId="{3F25F4B2-560C-AF89-2151-01D0BFEA24A8}"/>
          </ac:spMkLst>
        </pc:spChg>
        <pc:spChg chg="mod">
          <ac:chgData name="Jean-Pierre Chang" userId="7a5d3a12-f981-4a01-99aa-2e45acc807ae" providerId="ADAL" clId="{7EF64606-F79B-4BA7-82BF-DD27C6437E22}" dt="2025-10-05T20:16:43.521" v="93" actId="790"/>
          <ac:spMkLst>
            <pc:docMk/>
            <pc:sldMk cId="2988444357" sldId="514"/>
            <ac:spMk id="5" creationId="{B701EF4A-631D-AB88-6474-3ABD19E5A2E5}"/>
          </ac:spMkLst>
        </pc:spChg>
        <pc:spChg chg="mod">
          <ac:chgData name="Jean-Pierre Chang" userId="7a5d3a12-f981-4a01-99aa-2e45acc807ae" providerId="ADAL" clId="{7EF64606-F79B-4BA7-82BF-DD27C6437E22}" dt="2025-10-05T20:16:43.521" v="93" actId="790"/>
          <ac:spMkLst>
            <pc:docMk/>
            <pc:sldMk cId="2988444357" sldId="514"/>
            <ac:spMk id="8" creationId="{E42F39B8-D92A-08BC-5630-AE34C38A6D29}"/>
          </ac:spMkLst>
        </pc:spChg>
      </pc:sldChg>
      <pc:sldChg chg="modSp del mod">
        <pc:chgData name="Jean-Pierre Chang" userId="7a5d3a12-f981-4a01-99aa-2e45acc807ae" providerId="ADAL" clId="{7EF64606-F79B-4BA7-82BF-DD27C6437E22}" dt="2025-10-06T15:49:23.540" v="341" actId="47"/>
        <pc:sldMkLst>
          <pc:docMk/>
          <pc:sldMk cId="1548782942" sldId="516"/>
        </pc:sldMkLst>
        <pc:spChg chg="mod">
          <ac:chgData name="Jean-Pierre Chang" userId="7a5d3a12-f981-4a01-99aa-2e45acc807ae" providerId="ADAL" clId="{7EF64606-F79B-4BA7-82BF-DD27C6437E22}" dt="2025-10-05T20:16:43.521" v="93" actId="790"/>
          <ac:spMkLst>
            <pc:docMk/>
            <pc:sldMk cId="1548782942" sldId="516"/>
            <ac:spMk id="2" creationId="{6091A469-43E1-7365-E295-26256765B17E}"/>
          </ac:spMkLst>
        </pc:spChg>
        <pc:spChg chg="mod">
          <ac:chgData name="Jean-Pierre Chang" userId="7a5d3a12-f981-4a01-99aa-2e45acc807ae" providerId="ADAL" clId="{7EF64606-F79B-4BA7-82BF-DD27C6437E22}" dt="2025-10-05T20:16:43.521" v="93" actId="790"/>
          <ac:spMkLst>
            <pc:docMk/>
            <pc:sldMk cId="1548782942" sldId="516"/>
            <ac:spMk id="5" creationId="{AC676EB6-BEA2-9B59-0F4A-578651158F04}"/>
          </ac:spMkLst>
        </pc:spChg>
        <pc:spChg chg="mod">
          <ac:chgData name="Jean-Pierre Chang" userId="7a5d3a12-f981-4a01-99aa-2e45acc807ae" providerId="ADAL" clId="{7EF64606-F79B-4BA7-82BF-DD27C6437E22}" dt="2025-10-05T20:16:43.521" v="93" actId="790"/>
          <ac:spMkLst>
            <pc:docMk/>
            <pc:sldMk cId="1548782942" sldId="516"/>
            <ac:spMk id="8" creationId="{D921C8F0-B817-5864-8EE9-E4F19D12CF5C}"/>
          </ac:spMkLst>
        </pc:spChg>
      </pc:sldChg>
      <pc:sldChg chg="modSp del mod">
        <pc:chgData name="Jean-Pierre Chang" userId="7a5d3a12-f981-4a01-99aa-2e45acc807ae" providerId="ADAL" clId="{7EF64606-F79B-4BA7-82BF-DD27C6437E22}" dt="2025-10-06T16:06:13.277" v="952" actId="47"/>
        <pc:sldMkLst>
          <pc:docMk/>
          <pc:sldMk cId="2611436325" sldId="517"/>
        </pc:sldMkLst>
        <pc:spChg chg="mod">
          <ac:chgData name="Jean-Pierre Chang" userId="7a5d3a12-f981-4a01-99aa-2e45acc807ae" providerId="ADAL" clId="{7EF64606-F79B-4BA7-82BF-DD27C6437E22}" dt="2025-10-05T20:16:43.521" v="93" actId="790"/>
          <ac:spMkLst>
            <pc:docMk/>
            <pc:sldMk cId="2611436325" sldId="517"/>
            <ac:spMk id="2" creationId="{117AB148-124F-442B-D700-5ADD45CFBC82}"/>
          </ac:spMkLst>
        </pc:spChg>
        <pc:spChg chg="mod">
          <ac:chgData name="Jean-Pierre Chang" userId="7a5d3a12-f981-4a01-99aa-2e45acc807ae" providerId="ADAL" clId="{7EF64606-F79B-4BA7-82BF-DD27C6437E22}" dt="2025-10-05T20:16:43.521" v="93" actId="790"/>
          <ac:spMkLst>
            <pc:docMk/>
            <pc:sldMk cId="2611436325" sldId="517"/>
            <ac:spMk id="5" creationId="{0D4D6F86-E47E-FB74-B8DE-C4D6487E2C32}"/>
          </ac:spMkLst>
        </pc:spChg>
        <pc:spChg chg="mod">
          <ac:chgData name="Jean-Pierre Chang" userId="7a5d3a12-f981-4a01-99aa-2e45acc807ae" providerId="ADAL" clId="{7EF64606-F79B-4BA7-82BF-DD27C6437E22}" dt="2025-10-05T20:16:43.521" v="93" actId="790"/>
          <ac:spMkLst>
            <pc:docMk/>
            <pc:sldMk cId="2611436325" sldId="517"/>
            <ac:spMk id="8" creationId="{7971755F-073F-5A3A-7390-A018D19FC152}"/>
          </ac:spMkLst>
        </pc:spChg>
      </pc:sldChg>
      <pc:sldChg chg="modSp del mod">
        <pc:chgData name="Jean-Pierre Chang" userId="7a5d3a12-f981-4a01-99aa-2e45acc807ae" providerId="ADAL" clId="{7EF64606-F79B-4BA7-82BF-DD27C6437E22}" dt="2025-10-06T16:06:14.448" v="953" actId="47"/>
        <pc:sldMkLst>
          <pc:docMk/>
          <pc:sldMk cId="3596040061" sldId="518"/>
        </pc:sldMkLst>
        <pc:spChg chg="mod">
          <ac:chgData name="Jean-Pierre Chang" userId="7a5d3a12-f981-4a01-99aa-2e45acc807ae" providerId="ADAL" clId="{7EF64606-F79B-4BA7-82BF-DD27C6437E22}" dt="2025-10-05T20:16:43.521" v="93" actId="790"/>
          <ac:spMkLst>
            <pc:docMk/>
            <pc:sldMk cId="3596040061" sldId="518"/>
            <ac:spMk id="2" creationId="{E195D2E1-3E57-772D-19B8-6C2B52DEC442}"/>
          </ac:spMkLst>
        </pc:spChg>
        <pc:spChg chg="mod">
          <ac:chgData name="Jean-Pierre Chang" userId="7a5d3a12-f981-4a01-99aa-2e45acc807ae" providerId="ADAL" clId="{7EF64606-F79B-4BA7-82BF-DD27C6437E22}" dt="2025-10-05T20:16:43.521" v="93" actId="790"/>
          <ac:spMkLst>
            <pc:docMk/>
            <pc:sldMk cId="3596040061" sldId="518"/>
            <ac:spMk id="5" creationId="{2F287211-C15A-8A18-0982-F23B3080FBBC}"/>
          </ac:spMkLst>
        </pc:spChg>
        <pc:spChg chg="mod">
          <ac:chgData name="Jean-Pierre Chang" userId="7a5d3a12-f981-4a01-99aa-2e45acc807ae" providerId="ADAL" clId="{7EF64606-F79B-4BA7-82BF-DD27C6437E22}" dt="2025-10-05T20:16:43.521" v="93" actId="790"/>
          <ac:spMkLst>
            <pc:docMk/>
            <pc:sldMk cId="3596040061" sldId="518"/>
            <ac:spMk id="8" creationId="{69175673-21A8-DA3E-84B4-ABB660C6A40E}"/>
          </ac:spMkLst>
        </pc:spChg>
      </pc:sldChg>
      <pc:sldChg chg="modSp del mod">
        <pc:chgData name="Jean-Pierre Chang" userId="7a5d3a12-f981-4a01-99aa-2e45acc807ae" providerId="ADAL" clId="{7EF64606-F79B-4BA7-82BF-DD27C6437E22}" dt="2025-10-06T16:06:15.384" v="954" actId="47"/>
        <pc:sldMkLst>
          <pc:docMk/>
          <pc:sldMk cId="150158024" sldId="519"/>
        </pc:sldMkLst>
        <pc:spChg chg="mod">
          <ac:chgData name="Jean-Pierre Chang" userId="7a5d3a12-f981-4a01-99aa-2e45acc807ae" providerId="ADAL" clId="{7EF64606-F79B-4BA7-82BF-DD27C6437E22}" dt="2025-10-05T20:16:43.521" v="93" actId="790"/>
          <ac:spMkLst>
            <pc:docMk/>
            <pc:sldMk cId="150158024" sldId="519"/>
            <ac:spMk id="2" creationId="{9C1D0750-6241-6690-323E-E3A76A5D348C}"/>
          </ac:spMkLst>
        </pc:spChg>
        <pc:spChg chg="mod">
          <ac:chgData name="Jean-Pierre Chang" userId="7a5d3a12-f981-4a01-99aa-2e45acc807ae" providerId="ADAL" clId="{7EF64606-F79B-4BA7-82BF-DD27C6437E22}" dt="2025-10-05T20:16:43.521" v="93" actId="790"/>
          <ac:spMkLst>
            <pc:docMk/>
            <pc:sldMk cId="150158024" sldId="519"/>
            <ac:spMk id="5" creationId="{25568BD1-C2A6-2AE6-B841-1DB306E0AB10}"/>
          </ac:spMkLst>
        </pc:spChg>
        <pc:spChg chg="mod">
          <ac:chgData name="Jean-Pierre Chang" userId="7a5d3a12-f981-4a01-99aa-2e45acc807ae" providerId="ADAL" clId="{7EF64606-F79B-4BA7-82BF-DD27C6437E22}" dt="2025-10-05T20:16:43.521" v="93" actId="790"/>
          <ac:spMkLst>
            <pc:docMk/>
            <pc:sldMk cId="150158024" sldId="519"/>
            <ac:spMk id="8" creationId="{57105225-5296-BEAE-0071-AEE5C7216889}"/>
          </ac:spMkLst>
        </pc:spChg>
      </pc:sldChg>
      <pc:sldChg chg="delSp modSp add mod ord delAnim modAnim">
        <pc:chgData name="Jean-Pierre Chang" userId="7a5d3a12-f981-4a01-99aa-2e45acc807ae" providerId="ADAL" clId="{7EF64606-F79B-4BA7-82BF-DD27C6437E22}" dt="2025-10-06T19:48:53.277" v="2423" actId="12"/>
        <pc:sldMkLst>
          <pc:docMk/>
          <pc:sldMk cId="3977976160" sldId="520"/>
        </pc:sldMkLst>
        <pc:spChg chg="del">
          <ac:chgData name="Jean-Pierre Chang" userId="7a5d3a12-f981-4a01-99aa-2e45acc807ae" providerId="ADAL" clId="{7EF64606-F79B-4BA7-82BF-DD27C6437E22}" dt="2025-10-06T15:50:49.644" v="355" actId="478"/>
          <ac:spMkLst>
            <pc:docMk/>
            <pc:sldMk cId="3977976160" sldId="520"/>
            <ac:spMk id="10" creationId="{EEA70174-E5F6-91A5-ECAC-CD83A2E48709}"/>
          </ac:spMkLst>
        </pc:spChg>
        <pc:spChg chg="del mod">
          <ac:chgData name="Jean-Pierre Chang" userId="7a5d3a12-f981-4a01-99aa-2e45acc807ae" providerId="ADAL" clId="{7EF64606-F79B-4BA7-82BF-DD27C6437E22}" dt="2025-10-06T15:51:00.503" v="357" actId="478"/>
          <ac:spMkLst>
            <pc:docMk/>
            <pc:sldMk cId="3977976160" sldId="520"/>
            <ac:spMk id="11" creationId="{14EF1017-B087-DA82-3ADC-BABE003D7FF2}"/>
          </ac:spMkLst>
        </pc:spChg>
        <pc:spChg chg="del">
          <ac:chgData name="Jean-Pierre Chang" userId="7a5d3a12-f981-4a01-99aa-2e45acc807ae" providerId="ADAL" clId="{7EF64606-F79B-4BA7-82BF-DD27C6437E22}" dt="2025-10-06T15:56:55.612" v="771" actId="478"/>
          <ac:spMkLst>
            <pc:docMk/>
            <pc:sldMk cId="3977976160" sldId="520"/>
            <ac:spMk id="12" creationId="{8B689583-2E83-CC71-6815-22831E305144}"/>
          </ac:spMkLst>
        </pc:spChg>
        <pc:spChg chg="del mod">
          <ac:chgData name="Jean-Pierre Chang" userId="7a5d3a12-f981-4a01-99aa-2e45acc807ae" providerId="ADAL" clId="{7EF64606-F79B-4BA7-82BF-DD27C6437E22}" dt="2025-10-06T15:57:07.407" v="773" actId="478"/>
          <ac:spMkLst>
            <pc:docMk/>
            <pc:sldMk cId="3977976160" sldId="520"/>
            <ac:spMk id="13" creationId="{245CECB1-E9CC-A47D-965E-32945FC95229}"/>
          </ac:spMkLst>
        </pc:spChg>
        <pc:spChg chg="del">
          <ac:chgData name="Jean-Pierre Chang" userId="7a5d3a12-f981-4a01-99aa-2e45acc807ae" providerId="ADAL" clId="{7EF64606-F79B-4BA7-82BF-DD27C6437E22}" dt="2025-10-06T15:56:57.478" v="772" actId="478"/>
          <ac:spMkLst>
            <pc:docMk/>
            <pc:sldMk cId="3977976160" sldId="520"/>
            <ac:spMk id="14" creationId="{BD0BE215-68CF-14AA-B8AE-D2A071621D0B}"/>
          </ac:spMkLst>
        </pc:spChg>
        <pc:spChg chg="mod">
          <ac:chgData name="Jean-Pierre Chang" userId="7a5d3a12-f981-4a01-99aa-2e45acc807ae" providerId="ADAL" clId="{7EF64606-F79B-4BA7-82BF-DD27C6437E22}" dt="2025-10-06T19:48:53.277" v="2423" actId="12"/>
          <ac:spMkLst>
            <pc:docMk/>
            <pc:sldMk cId="3977976160" sldId="520"/>
            <ac:spMk id="17" creationId="{14A4D73A-6C0A-BE98-B7FD-C10B79B3C023}"/>
          </ac:spMkLst>
        </pc:spChg>
        <pc:spChg chg="mod">
          <ac:chgData name="Jean-Pierre Chang" userId="7a5d3a12-f981-4a01-99aa-2e45acc807ae" providerId="ADAL" clId="{7EF64606-F79B-4BA7-82BF-DD27C6437E22}" dt="2025-10-06T16:02:40.853" v="948" actId="207"/>
          <ac:spMkLst>
            <pc:docMk/>
            <pc:sldMk cId="3977976160" sldId="520"/>
            <ac:spMk id="22" creationId="{8B0C2D6E-C77B-5BC0-5F51-4D6EFAF3D12D}"/>
          </ac:spMkLst>
        </pc:spChg>
        <pc:picChg chg="del">
          <ac:chgData name="Jean-Pierre Chang" userId="7a5d3a12-f981-4a01-99aa-2e45acc807ae" providerId="ADAL" clId="{7EF64606-F79B-4BA7-82BF-DD27C6437E22}" dt="2025-10-06T15:57:10.097" v="774" actId="478"/>
          <ac:picMkLst>
            <pc:docMk/>
            <pc:sldMk cId="3977976160" sldId="520"/>
            <ac:picMk id="2" creationId="{22592291-62FC-DBBA-3D05-A06129CBC1D3}"/>
          </ac:picMkLst>
        </pc:picChg>
        <pc:picChg chg="del">
          <ac:chgData name="Jean-Pierre Chang" userId="7a5d3a12-f981-4a01-99aa-2e45acc807ae" providerId="ADAL" clId="{7EF64606-F79B-4BA7-82BF-DD27C6437E22}" dt="2025-10-06T15:57:07.407" v="773" actId="478"/>
          <ac:picMkLst>
            <pc:docMk/>
            <pc:sldMk cId="3977976160" sldId="520"/>
            <ac:picMk id="15" creationId="{9385BC13-AEF4-B731-72DB-60C5551AB7D9}"/>
          </ac:picMkLst>
        </pc:picChg>
      </pc:sldChg>
      <pc:sldChg chg="modSp add del mod">
        <pc:chgData name="Jean-Pierre Chang" userId="7a5d3a12-f981-4a01-99aa-2e45acc807ae" providerId="ADAL" clId="{7EF64606-F79B-4BA7-82BF-DD27C6437E22}" dt="2025-10-06T19:01:10.086" v="2076" actId="47"/>
        <pc:sldMkLst>
          <pc:docMk/>
          <pc:sldMk cId="80921367" sldId="521"/>
        </pc:sldMkLst>
        <pc:spChg chg="mod">
          <ac:chgData name="Jean-Pierre Chang" userId="7a5d3a12-f981-4a01-99aa-2e45acc807ae" providerId="ADAL" clId="{7EF64606-F79B-4BA7-82BF-DD27C6437E22}" dt="2025-10-06T18:59:23.564" v="1981" actId="14100"/>
          <ac:spMkLst>
            <pc:docMk/>
            <pc:sldMk cId="80921367" sldId="521"/>
            <ac:spMk id="17" creationId="{16E39E5A-2E72-7BE1-2D8F-E69C3EA16EE0}"/>
          </ac:spMkLst>
        </pc:spChg>
      </pc:sldChg>
      <pc:sldChg chg="addSp modSp add mod ord modAnim">
        <pc:chgData name="Jean-Pierre Chang" userId="7a5d3a12-f981-4a01-99aa-2e45acc807ae" providerId="ADAL" clId="{7EF64606-F79B-4BA7-82BF-DD27C6437E22}" dt="2025-10-06T19:00:53.397" v="2075" actId="6549"/>
        <pc:sldMkLst>
          <pc:docMk/>
          <pc:sldMk cId="1594858274" sldId="522"/>
        </pc:sldMkLst>
        <pc:spChg chg="add mod">
          <ac:chgData name="Jean-Pierre Chang" userId="7a5d3a12-f981-4a01-99aa-2e45acc807ae" providerId="ADAL" clId="{7EF64606-F79B-4BA7-82BF-DD27C6437E22}" dt="2025-10-06T19:00:53.397" v="2075" actId="6549"/>
          <ac:spMkLst>
            <pc:docMk/>
            <pc:sldMk cId="1594858274" sldId="522"/>
            <ac:spMk id="2" creationId="{03C7266D-CDE9-11FE-0F87-E0E0B9699E36}"/>
          </ac:spMkLst>
        </pc:spChg>
        <pc:spChg chg="mod">
          <ac:chgData name="Jean-Pierre Chang" userId="7a5d3a12-f981-4a01-99aa-2e45acc807ae" providerId="ADAL" clId="{7EF64606-F79B-4BA7-82BF-DD27C6437E22}" dt="2025-10-06T18:59:06.749" v="1979"/>
          <ac:spMkLst>
            <pc:docMk/>
            <pc:sldMk cId="1594858274" sldId="522"/>
            <ac:spMk id="17" creationId="{3BEE6F64-3B81-4598-EAE9-5FC53F070425}"/>
          </ac:spMkLst>
        </pc:spChg>
      </pc:sldChg>
      <pc:sldChg chg="add del">
        <pc:chgData name="Jean-Pierre Chang" userId="7a5d3a12-f981-4a01-99aa-2e45acc807ae" providerId="ADAL" clId="{7EF64606-F79B-4BA7-82BF-DD27C6437E22}" dt="2025-10-06T16:50:32.183" v="1929" actId="47"/>
        <pc:sldMkLst>
          <pc:docMk/>
          <pc:sldMk cId="2755863012" sldId="523"/>
        </pc:sldMkLst>
      </pc:sldChg>
      <pc:sldChg chg="modSp add mod">
        <pc:chgData name="Jean-Pierre Chang" userId="7a5d3a12-f981-4a01-99aa-2e45acc807ae" providerId="ADAL" clId="{7EF64606-F79B-4BA7-82BF-DD27C6437E22}" dt="2025-10-06T19:04:32.212" v="2221" actId="20577"/>
        <pc:sldMkLst>
          <pc:docMk/>
          <pc:sldMk cId="2386586112" sldId="524"/>
        </pc:sldMkLst>
        <pc:spChg chg="mod">
          <ac:chgData name="Jean-Pierre Chang" userId="7a5d3a12-f981-4a01-99aa-2e45acc807ae" providerId="ADAL" clId="{7EF64606-F79B-4BA7-82BF-DD27C6437E22}" dt="2025-10-06T19:04:32.212" v="2221" actId="20577"/>
          <ac:spMkLst>
            <pc:docMk/>
            <pc:sldMk cId="2386586112" sldId="524"/>
            <ac:spMk id="17" creationId="{BF8169FA-7518-76AA-1D0C-6A3DCFB15014}"/>
          </ac:spMkLst>
        </pc:spChg>
      </pc:sldChg>
      <pc:sldChg chg="modSp add modAnim">
        <pc:chgData name="Jean-Pierre Chang" userId="7a5d3a12-f981-4a01-99aa-2e45acc807ae" providerId="ADAL" clId="{7EF64606-F79B-4BA7-82BF-DD27C6437E22}" dt="2025-10-06T19:49:27.709" v="2424" actId="12"/>
        <pc:sldMkLst>
          <pc:docMk/>
          <pc:sldMk cId="1969958536" sldId="525"/>
        </pc:sldMkLst>
        <pc:spChg chg="mod">
          <ac:chgData name="Jean-Pierre Chang" userId="7a5d3a12-f981-4a01-99aa-2e45acc807ae" providerId="ADAL" clId="{7EF64606-F79B-4BA7-82BF-DD27C6437E22}" dt="2025-10-06T19:49:27.709" v="2424" actId="12"/>
          <ac:spMkLst>
            <pc:docMk/>
            <pc:sldMk cId="1969958536" sldId="525"/>
            <ac:spMk id="17" creationId="{F833C0F6-701A-891D-D2E5-0F59F58FFEAC}"/>
          </ac:spMkLst>
        </pc:spChg>
      </pc:sldChg>
      <pc:sldChg chg="new del">
        <pc:chgData name="Jean-Pierre Chang" userId="7a5d3a12-f981-4a01-99aa-2e45acc807ae" providerId="ADAL" clId="{7EF64606-F79B-4BA7-82BF-DD27C6437E22}" dt="2025-10-06T16:50:46.591" v="1932" actId="47"/>
        <pc:sldMkLst>
          <pc:docMk/>
          <pc:sldMk cId="3417885684" sldId="526"/>
        </pc:sldMkLst>
      </pc:sldChg>
      <pc:sldChg chg="addSp delSp modSp add mod delAnim">
        <pc:chgData name="Jean-Pierre Chang" userId="7a5d3a12-f981-4a01-99aa-2e45acc807ae" providerId="ADAL" clId="{7EF64606-F79B-4BA7-82BF-DD27C6437E22}" dt="2025-10-06T20:12:07.293" v="2842" actId="14100"/>
        <pc:sldMkLst>
          <pc:docMk/>
          <pc:sldMk cId="476348011" sldId="527"/>
        </pc:sldMkLst>
        <pc:spChg chg="del mod">
          <ac:chgData name="Jean-Pierre Chang" userId="7a5d3a12-f981-4a01-99aa-2e45acc807ae" providerId="ADAL" clId="{7EF64606-F79B-4BA7-82BF-DD27C6437E22}" dt="2025-10-06T16:52:27.663" v="1956" actId="478"/>
          <ac:spMkLst>
            <pc:docMk/>
            <pc:sldMk cId="476348011" sldId="527"/>
            <ac:spMk id="17" creationId="{25A69A9E-581C-3473-5C45-06CF63D99735}"/>
          </ac:spMkLst>
        </pc:spChg>
        <pc:spChg chg="mod">
          <ac:chgData name="Jean-Pierre Chang" userId="7a5d3a12-f981-4a01-99aa-2e45acc807ae" providerId="ADAL" clId="{7EF64606-F79B-4BA7-82BF-DD27C6437E22}" dt="2025-10-06T19:50:31.679" v="2492" actId="20577"/>
          <ac:spMkLst>
            <pc:docMk/>
            <pc:sldMk cId="476348011" sldId="527"/>
            <ac:spMk id="22" creationId="{87A1FCD0-C659-37F6-9D88-A53A882A360E}"/>
          </ac:spMkLst>
        </pc:spChg>
        <pc:picChg chg="del mod">
          <ac:chgData name="Jean-Pierre Chang" userId="7a5d3a12-f981-4a01-99aa-2e45acc807ae" providerId="ADAL" clId="{7EF64606-F79B-4BA7-82BF-DD27C6437E22}" dt="2025-10-06T20:11:47.633" v="2840" actId="478"/>
          <ac:picMkLst>
            <pc:docMk/>
            <pc:sldMk cId="476348011" sldId="527"/>
            <ac:picMk id="2" creationId="{B9B1B87D-5F39-FFE2-DAA8-B37E3ECDD5D7}"/>
          </ac:picMkLst>
        </pc:picChg>
        <pc:picChg chg="mod">
          <ac:chgData name="Jean-Pierre Chang" userId="7a5d3a12-f981-4a01-99aa-2e45acc807ae" providerId="ADAL" clId="{7EF64606-F79B-4BA7-82BF-DD27C6437E22}" dt="2025-10-06T20:12:07.293" v="2842" actId="14100"/>
          <ac:picMkLst>
            <pc:docMk/>
            <pc:sldMk cId="476348011" sldId="527"/>
            <ac:picMk id="3" creationId="{9908CC59-89AC-3CB6-5B8F-01EF097785B3}"/>
          </ac:picMkLst>
        </pc:picChg>
        <pc:picChg chg="add del mod">
          <ac:chgData name="Jean-Pierre Chang" userId="7a5d3a12-f981-4a01-99aa-2e45acc807ae" providerId="ADAL" clId="{7EF64606-F79B-4BA7-82BF-DD27C6437E22}" dt="2025-10-06T16:55:59.739" v="1976" actId="478"/>
          <ac:picMkLst>
            <pc:docMk/>
            <pc:sldMk cId="476348011" sldId="527"/>
            <ac:picMk id="3" creationId="{ECCF6EF7-06F6-4E58-64B9-6C3D2E734175}"/>
          </ac:picMkLst>
        </pc:picChg>
        <pc:picChg chg="del mod">
          <ac:chgData name="Jean-Pierre Chang" userId="7a5d3a12-f981-4a01-99aa-2e45acc807ae" providerId="ADAL" clId="{7EF64606-F79B-4BA7-82BF-DD27C6437E22}" dt="2025-10-06T19:14:22.751" v="2357" actId="478"/>
          <ac:picMkLst>
            <pc:docMk/>
            <pc:sldMk cId="476348011" sldId="527"/>
            <ac:picMk id="4" creationId="{D4A6DB07-2A26-5CB1-04C6-22D567F04E38}"/>
          </ac:picMkLst>
        </pc:picChg>
      </pc:sldChg>
      <pc:sldChg chg="addSp modSp add mod">
        <pc:chgData name="Jean-Pierre Chang" userId="7a5d3a12-f981-4a01-99aa-2e45acc807ae" providerId="ADAL" clId="{7EF64606-F79B-4BA7-82BF-DD27C6437E22}" dt="2025-10-06T19:57:50.885" v="2837" actId="20577"/>
        <pc:sldMkLst>
          <pc:docMk/>
          <pc:sldMk cId="1535341076" sldId="528"/>
        </pc:sldMkLst>
        <pc:spChg chg="mod">
          <ac:chgData name="Jean-Pierre Chang" userId="7a5d3a12-f981-4a01-99aa-2e45acc807ae" providerId="ADAL" clId="{7EF64606-F79B-4BA7-82BF-DD27C6437E22}" dt="2025-10-06T19:57:50.885" v="2837" actId="20577"/>
          <ac:spMkLst>
            <pc:docMk/>
            <pc:sldMk cId="1535341076" sldId="528"/>
            <ac:spMk id="17" creationId="{2F0FC32D-E271-C74A-077F-378C5FC17725}"/>
          </ac:spMkLst>
        </pc:spChg>
        <pc:graphicFrameChg chg="add mod">
          <ac:chgData name="Jean-Pierre Chang" userId="7a5d3a12-f981-4a01-99aa-2e45acc807ae" providerId="ADAL" clId="{7EF64606-F79B-4BA7-82BF-DD27C6437E22}" dt="2025-10-06T19:54:46.009" v="2757" actId="1076"/>
          <ac:graphicFrameMkLst>
            <pc:docMk/>
            <pc:sldMk cId="1535341076" sldId="528"/>
            <ac:graphicFrameMk id="2" creationId="{2BA4191A-C84B-96AA-C967-4C020F6F9794}"/>
          </ac:graphicFrameMkLst>
        </pc:graphicFrameChg>
      </pc:sldChg>
      <pc:sldChg chg="add del">
        <pc:chgData name="Jean-Pierre Chang" userId="7a5d3a12-f981-4a01-99aa-2e45acc807ae" providerId="ADAL" clId="{7EF64606-F79B-4BA7-82BF-DD27C6437E22}" dt="2025-10-06T16:52:35.748" v="1958"/>
        <pc:sldMkLst>
          <pc:docMk/>
          <pc:sldMk cId="4235504974" sldId="528"/>
        </pc:sldMkLst>
      </pc:sldChg>
      <pc:sldChg chg="delSp modSp add mod">
        <pc:chgData name="Jean-Pierre Chang" userId="7a5d3a12-f981-4a01-99aa-2e45acc807ae" providerId="ADAL" clId="{7EF64606-F79B-4BA7-82BF-DD27C6437E22}" dt="2025-10-06T20:18:02.574" v="2879" actId="14100"/>
        <pc:sldMkLst>
          <pc:docMk/>
          <pc:sldMk cId="4209395821" sldId="529"/>
        </pc:sldMkLst>
        <pc:picChg chg="del">
          <ac:chgData name="Jean-Pierre Chang" userId="7a5d3a12-f981-4a01-99aa-2e45acc807ae" providerId="ADAL" clId="{7EF64606-F79B-4BA7-82BF-DD27C6437E22}" dt="2025-10-06T20:10:07.467" v="2839" actId="478"/>
          <ac:picMkLst>
            <pc:docMk/>
            <pc:sldMk cId="4209395821" sldId="529"/>
            <ac:picMk id="2" creationId="{41B79327-FC7B-BFB5-C60A-9FF98EA6C7DB}"/>
          </ac:picMkLst>
        </pc:picChg>
        <pc:picChg chg="del mod">
          <ac:chgData name="Jean-Pierre Chang" userId="7a5d3a12-f981-4a01-99aa-2e45acc807ae" providerId="ADAL" clId="{7EF64606-F79B-4BA7-82BF-DD27C6437E22}" dt="2025-10-06T20:17:45.747" v="2877" actId="478"/>
          <ac:picMkLst>
            <pc:docMk/>
            <pc:sldMk cId="4209395821" sldId="529"/>
            <ac:picMk id="3" creationId="{B518910D-FD36-46B5-9B61-20DE2A4218E5}"/>
          </ac:picMkLst>
        </pc:picChg>
        <pc:picChg chg="mod">
          <ac:chgData name="Jean-Pierre Chang" userId="7a5d3a12-f981-4a01-99aa-2e45acc807ae" providerId="ADAL" clId="{7EF64606-F79B-4BA7-82BF-DD27C6437E22}" dt="2025-10-06T20:18:02.574" v="2879" actId="14100"/>
          <ac:picMkLst>
            <pc:docMk/>
            <pc:sldMk cId="4209395821" sldId="529"/>
            <ac:picMk id="4" creationId="{D8091B7B-F2F9-AB03-CA56-9465A5CB4482}"/>
          </ac:picMkLst>
        </pc:picChg>
      </pc:sldChg>
      <pc:sldChg chg="add del">
        <pc:chgData name="Jean-Pierre Chang" userId="7a5d3a12-f981-4a01-99aa-2e45acc807ae" providerId="ADAL" clId="{7EF64606-F79B-4BA7-82BF-DD27C6437E22}" dt="2025-10-06T20:19:35.095" v="2881" actId="47"/>
        <pc:sldMkLst>
          <pc:docMk/>
          <pc:sldMk cId="233149712" sldId="530"/>
        </pc:sldMkLst>
      </pc:sldChg>
      <pc:sldChg chg="modSp add">
        <pc:chgData name="Jean-Pierre Chang" userId="7a5d3a12-f981-4a01-99aa-2e45acc807ae" providerId="ADAL" clId="{7EF64606-F79B-4BA7-82BF-DD27C6437E22}" dt="2025-10-06T20:37:11.956" v="3890" actId="113"/>
        <pc:sldMkLst>
          <pc:docMk/>
          <pc:sldMk cId="2907941200" sldId="530"/>
        </pc:sldMkLst>
        <pc:spChg chg="mod">
          <ac:chgData name="Jean-Pierre Chang" userId="7a5d3a12-f981-4a01-99aa-2e45acc807ae" providerId="ADAL" clId="{7EF64606-F79B-4BA7-82BF-DD27C6437E22}" dt="2025-10-06T20:37:11.956" v="3890" actId="113"/>
          <ac:spMkLst>
            <pc:docMk/>
            <pc:sldMk cId="2907941200" sldId="530"/>
            <ac:spMk id="17" creationId="{89C6DF3B-059E-050A-D8DF-D5588874F59E}"/>
          </ac:spMkLst>
        </pc:spChg>
      </pc:sldChg>
      <pc:sldChg chg="modSp add mod modAnim">
        <pc:chgData name="Jean-Pierre Chang" userId="7a5d3a12-f981-4a01-99aa-2e45acc807ae" providerId="ADAL" clId="{7EF64606-F79B-4BA7-82BF-DD27C6437E22}" dt="2025-10-06T20:36:39.377" v="3887" actId="20577"/>
        <pc:sldMkLst>
          <pc:docMk/>
          <pc:sldMk cId="3194360454" sldId="531"/>
        </pc:sldMkLst>
        <pc:spChg chg="mod">
          <ac:chgData name="Jean-Pierre Chang" userId="7a5d3a12-f981-4a01-99aa-2e45acc807ae" providerId="ADAL" clId="{7EF64606-F79B-4BA7-82BF-DD27C6437E22}" dt="2025-10-06T20:36:39.377" v="3887" actId="20577"/>
          <ac:spMkLst>
            <pc:docMk/>
            <pc:sldMk cId="3194360454" sldId="531"/>
            <ac:spMk id="17" creationId="{EC0172A8-1373-8F46-2A6F-510C90BDC3C0}"/>
          </ac:spMkLst>
        </pc:spChg>
        <pc:spChg chg="mod">
          <ac:chgData name="Jean-Pierre Chang" userId="7a5d3a12-f981-4a01-99aa-2e45acc807ae" providerId="ADAL" clId="{7EF64606-F79B-4BA7-82BF-DD27C6437E22}" dt="2025-10-06T20:26:41.814" v="3289" actId="6549"/>
          <ac:spMkLst>
            <pc:docMk/>
            <pc:sldMk cId="3194360454" sldId="531"/>
            <ac:spMk id="22" creationId="{4BA35F98-F8C1-1ED0-46D8-F0D565E1C9CA}"/>
          </ac:spMkLst>
        </pc:spChg>
      </pc:sldChg>
      <pc:sldMasterChg chg="delSldLayout">
        <pc:chgData name="Jean-Pierre Chang" userId="7a5d3a12-f981-4a01-99aa-2e45acc807ae" providerId="ADAL" clId="{7EF64606-F79B-4BA7-82BF-DD27C6437E22}" dt="2025-10-06T16:06:29.026" v="962" actId="47"/>
        <pc:sldMasterMkLst>
          <pc:docMk/>
          <pc:sldMasterMk cId="3836116420" sldId="2147483695"/>
        </pc:sldMasterMkLst>
        <pc:sldLayoutChg chg="del">
          <pc:chgData name="Jean-Pierre Chang" userId="7a5d3a12-f981-4a01-99aa-2e45acc807ae" providerId="ADAL" clId="{7EF64606-F79B-4BA7-82BF-DD27C6437E22}" dt="2025-10-06T16:06:29.026" v="962" actId="47"/>
          <pc:sldLayoutMkLst>
            <pc:docMk/>
            <pc:sldMasterMk cId="3836116420" sldId="2147483695"/>
            <pc:sldLayoutMk cId="3072964850" sldId="2147483749"/>
          </pc:sldLayoutMkLst>
        </pc:sldLayoutChg>
      </pc:sldMasterChg>
    </pc:docChg>
  </pc:docChgLst>
  <pc:docChgLst>
    <pc:chgData name="Jean-Pierre Chang" userId="7a5d3a12-f981-4a01-99aa-2e45acc807ae" providerId="ADAL" clId="{DEFEF7C5-38CB-4D06-8F80-9935D232FD48}"/>
    <pc:docChg chg="undo custSel addSld delSld modSld">
      <pc:chgData name="Jean-Pierre Chang" userId="7a5d3a12-f981-4a01-99aa-2e45acc807ae" providerId="ADAL" clId="{DEFEF7C5-38CB-4D06-8F80-9935D232FD48}" dt="2025-09-30T14:27:29.805" v="19" actId="47"/>
      <pc:docMkLst>
        <pc:docMk/>
      </pc:docMkLst>
      <pc:sldChg chg="add del">
        <pc:chgData name="Jean-Pierre Chang" userId="7a5d3a12-f981-4a01-99aa-2e45acc807ae" providerId="ADAL" clId="{DEFEF7C5-38CB-4D06-8F80-9935D232FD48}" dt="2025-09-30T14:27:12.716" v="16" actId="47"/>
        <pc:sldMkLst>
          <pc:docMk/>
          <pc:sldMk cId="2154438422" sldId="299"/>
        </pc:sldMkLst>
      </pc:sldChg>
      <pc:sldChg chg="add del">
        <pc:chgData name="Jean-Pierre Chang" userId="7a5d3a12-f981-4a01-99aa-2e45acc807ae" providerId="ADAL" clId="{DEFEF7C5-38CB-4D06-8F80-9935D232FD48}" dt="2025-09-30T14:27:12.716" v="16" actId="47"/>
        <pc:sldMkLst>
          <pc:docMk/>
          <pc:sldMk cId="861480260" sldId="302"/>
        </pc:sldMkLst>
      </pc:sldChg>
      <pc:sldChg chg="add del">
        <pc:chgData name="Jean-Pierre Chang" userId="7a5d3a12-f981-4a01-99aa-2e45acc807ae" providerId="ADAL" clId="{DEFEF7C5-38CB-4D06-8F80-9935D232FD48}" dt="2025-09-30T14:27:12.716" v="16" actId="47"/>
        <pc:sldMkLst>
          <pc:docMk/>
          <pc:sldMk cId="2018086486" sldId="418"/>
        </pc:sldMkLst>
      </pc:sldChg>
      <pc:sldChg chg="add del">
        <pc:chgData name="Jean-Pierre Chang" userId="7a5d3a12-f981-4a01-99aa-2e45acc807ae" providerId="ADAL" clId="{DEFEF7C5-38CB-4D06-8F80-9935D232FD48}" dt="2025-09-30T14:27:12.716" v="16" actId="47"/>
        <pc:sldMkLst>
          <pc:docMk/>
          <pc:sldMk cId="915490990" sldId="437"/>
        </pc:sldMkLst>
      </pc:sldChg>
      <pc:sldChg chg="modSp mod">
        <pc:chgData name="Jean-Pierre Chang" userId="7a5d3a12-f981-4a01-99aa-2e45acc807ae" providerId="ADAL" clId="{DEFEF7C5-38CB-4D06-8F80-9935D232FD48}" dt="2025-09-30T14:26:48.693" v="12" actId="20577"/>
        <pc:sldMkLst>
          <pc:docMk/>
          <pc:sldMk cId="3134624895" sldId="438"/>
        </pc:sldMkLst>
        <pc:spChg chg="mod">
          <ac:chgData name="Jean-Pierre Chang" userId="7a5d3a12-f981-4a01-99aa-2e45acc807ae" providerId="ADAL" clId="{DEFEF7C5-38CB-4D06-8F80-9935D232FD48}" dt="2025-09-30T14:26:48.693" v="12" actId="20577"/>
          <ac:spMkLst>
            <pc:docMk/>
            <pc:sldMk cId="3134624895" sldId="438"/>
            <ac:spMk id="2" creationId="{A564FD8F-91CB-95A5-3015-2C9B7960CC28}"/>
          </ac:spMkLst>
        </pc:spChg>
      </pc:sldChg>
      <pc:sldChg chg="add del">
        <pc:chgData name="Jean-Pierre Chang" userId="7a5d3a12-f981-4a01-99aa-2e45acc807ae" providerId="ADAL" clId="{DEFEF7C5-38CB-4D06-8F80-9935D232FD48}" dt="2025-09-30T14:27:12.716" v="16" actId="47"/>
        <pc:sldMkLst>
          <pc:docMk/>
          <pc:sldMk cId="1714581824" sldId="439"/>
        </pc:sldMkLst>
      </pc:sldChg>
      <pc:sldChg chg="add del">
        <pc:chgData name="Jean-Pierre Chang" userId="7a5d3a12-f981-4a01-99aa-2e45acc807ae" providerId="ADAL" clId="{DEFEF7C5-38CB-4D06-8F80-9935D232FD48}" dt="2025-09-30T14:27:12.716" v="16" actId="47"/>
        <pc:sldMkLst>
          <pc:docMk/>
          <pc:sldMk cId="1832129411" sldId="445"/>
        </pc:sldMkLst>
      </pc:sldChg>
      <pc:sldChg chg="add del">
        <pc:chgData name="Jean-Pierre Chang" userId="7a5d3a12-f981-4a01-99aa-2e45acc807ae" providerId="ADAL" clId="{DEFEF7C5-38CB-4D06-8F80-9935D232FD48}" dt="2025-09-30T14:27:12.716" v="16" actId="47"/>
        <pc:sldMkLst>
          <pc:docMk/>
          <pc:sldMk cId="1468199370" sldId="447"/>
        </pc:sldMkLst>
      </pc:sldChg>
      <pc:sldChg chg="del">
        <pc:chgData name="Jean-Pierre Chang" userId="7a5d3a12-f981-4a01-99aa-2e45acc807ae" providerId="ADAL" clId="{DEFEF7C5-38CB-4D06-8F80-9935D232FD48}" dt="2025-09-30T14:27:29.805" v="19" actId="47"/>
        <pc:sldMkLst>
          <pc:docMk/>
          <pc:sldMk cId="189379642" sldId="448"/>
        </pc:sldMkLst>
      </pc:sldChg>
      <pc:sldChg chg="add del">
        <pc:chgData name="Jean-Pierre Chang" userId="7a5d3a12-f981-4a01-99aa-2e45acc807ae" providerId="ADAL" clId="{DEFEF7C5-38CB-4D06-8F80-9935D232FD48}" dt="2025-09-30T14:27:17.756" v="17" actId="47"/>
        <pc:sldMkLst>
          <pc:docMk/>
          <pc:sldMk cId="1717110519" sldId="450"/>
        </pc:sldMkLst>
      </pc:sldChg>
      <pc:sldChg chg="add del">
        <pc:chgData name="Jean-Pierre Chang" userId="7a5d3a12-f981-4a01-99aa-2e45acc807ae" providerId="ADAL" clId="{DEFEF7C5-38CB-4D06-8F80-9935D232FD48}" dt="2025-09-30T14:27:12.716" v="16" actId="47"/>
        <pc:sldMkLst>
          <pc:docMk/>
          <pc:sldMk cId="3943304193" sldId="454"/>
        </pc:sldMkLst>
      </pc:sldChg>
      <pc:sldChg chg="add del">
        <pc:chgData name="Jean-Pierre Chang" userId="7a5d3a12-f981-4a01-99aa-2e45acc807ae" providerId="ADAL" clId="{DEFEF7C5-38CB-4D06-8F80-9935D232FD48}" dt="2025-09-30T14:27:12.716" v="16" actId="47"/>
        <pc:sldMkLst>
          <pc:docMk/>
          <pc:sldMk cId="1946581026" sldId="455"/>
        </pc:sldMkLst>
      </pc:sldChg>
      <pc:sldChg chg="add del">
        <pc:chgData name="Jean-Pierre Chang" userId="7a5d3a12-f981-4a01-99aa-2e45acc807ae" providerId="ADAL" clId="{DEFEF7C5-38CB-4D06-8F80-9935D232FD48}" dt="2025-09-30T14:27:12.716" v="16" actId="47"/>
        <pc:sldMkLst>
          <pc:docMk/>
          <pc:sldMk cId="4184985606" sldId="456"/>
        </pc:sldMkLst>
      </pc:sldChg>
      <pc:sldChg chg="add del">
        <pc:chgData name="Jean-Pierre Chang" userId="7a5d3a12-f981-4a01-99aa-2e45acc807ae" providerId="ADAL" clId="{DEFEF7C5-38CB-4D06-8F80-9935D232FD48}" dt="2025-09-30T14:27:12.716" v="16" actId="47"/>
        <pc:sldMkLst>
          <pc:docMk/>
          <pc:sldMk cId="2104493388" sldId="457"/>
        </pc:sldMkLst>
      </pc:sldChg>
      <pc:sldChg chg="add del">
        <pc:chgData name="Jean-Pierre Chang" userId="7a5d3a12-f981-4a01-99aa-2e45acc807ae" providerId="ADAL" clId="{DEFEF7C5-38CB-4D06-8F80-9935D232FD48}" dt="2025-09-30T14:27:12.716" v="16" actId="47"/>
        <pc:sldMkLst>
          <pc:docMk/>
          <pc:sldMk cId="483680081" sldId="458"/>
        </pc:sldMkLst>
      </pc:sldChg>
      <pc:sldChg chg="add del">
        <pc:chgData name="Jean-Pierre Chang" userId="7a5d3a12-f981-4a01-99aa-2e45acc807ae" providerId="ADAL" clId="{DEFEF7C5-38CB-4D06-8F80-9935D232FD48}" dt="2025-09-30T14:27:12.716" v="16" actId="47"/>
        <pc:sldMkLst>
          <pc:docMk/>
          <pc:sldMk cId="620294296" sldId="459"/>
        </pc:sldMkLst>
      </pc:sldChg>
      <pc:sldChg chg="add del">
        <pc:chgData name="Jean-Pierre Chang" userId="7a5d3a12-f981-4a01-99aa-2e45acc807ae" providerId="ADAL" clId="{DEFEF7C5-38CB-4D06-8F80-9935D232FD48}" dt="2025-09-30T14:27:12.716" v="16" actId="47"/>
        <pc:sldMkLst>
          <pc:docMk/>
          <pc:sldMk cId="1707335998" sldId="460"/>
        </pc:sldMkLst>
      </pc:sldChg>
      <pc:sldChg chg="add del">
        <pc:chgData name="Jean-Pierre Chang" userId="7a5d3a12-f981-4a01-99aa-2e45acc807ae" providerId="ADAL" clId="{DEFEF7C5-38CB-4D06-8F80-9935D232FD48}" dt="2025-09-30T14:27:12.716" v="16" actId="47"/>
        <pc:sldMkLst>
          <pc:docMk/>
          <pc:sldMk cId="1849539709" sldId="461"/>
        </pc:sldMkLst>
      </pc:sldChg>
      <pc:sldChg chg="add del">
        <pc:chgData name="Jean-Pierre Chang" userId="7a5d3a12-f981-4a01-99aa-2e45acc807ae" providerId="ADAL" clId="{DEFEF7C5-38CB-4D06-8F80-9935D232FD48}" dt="2025-09-30T14:27:12.716" v="16" actId="47"/>
        <pc:sldMkLst>
          <pc:docMk/>
          <pc:sldMk cId="2067680086" sldId="462"/>
        </pc:sldMkLst>
      </pc:sldChg>
      <pc:sldChg chg="add del">
        <pc:chgData name="Jean-Pierre Chang" userId="7a5d3a12-f981-4a01-99aa-2e45acc807ae" providerId="ADAL" clId="{DEFEF7C5-38CB-4D06-8F80-9935D232FD48}" dt="2025-09-30T14:27:12.716" v="16" actId="47"/>
        <pc:sldMkLst>
          <pc:docMk/>
          <pc:sldMk cId="1197562588" sldId="463"/>
        </pc:sldMkLst>
      </pc:sldChg>
      <pc:sldChg chg="add del">
        <pc:chgData name="Jean-Pierre Chang" userId="7a5d3a12-f981-4a01-99aa-2e45acc807ae" providerId="ADAL" clId="{DEFEF7C5-38CB-4D06-8F80-9935D232FD48}" dt="2025-09-30T14:27:12.716" v="16" actId="47"/>
        <pc:sldMkLst>
          <pc:docMk/>
          <pc:sldMk cId="954994106" sldId="464"/>
        </pc:sldMkLst>
      </pc:sldChg>
      <pc:sldChg chg="add del">
        <pc:chgData name="Jean-Pierre Chang" userId="7a5d3a12-f981-4a01-99aa-2e45acc807ae" providerId="ADAL" clId="{DEFEF7C5-38CB-4D06-8F80-9935D232FD48}" dt="2025-09-30T14:27:12.716" v="16" actId="47"/>
        <pc:sldMkLst>
          <pc:docMk/>
          <pc:sldMk cId="273008926" sldId="465"/>
        </pc:sldMkLst>
      </pc:sldChg>
      <pc:sldChg chg="add del">
        <pc:chgData name="Jean-Pierre Chang" userId="7a5d3a12-f981-4a01-99aa-2e45acc807ae" providerId="ADAL" clId="{DEFEF7C5-38CB-4D06-8F80-9935D232FD48}" dt="2025-09-30T14:27:12.716" v="16" actId="47"/>
        <pc:sldMkLst>
          <pc:docMk/>
          <pc:sldMk cId="1456980969" sldId="466"/>
        </pc:sldMkLst>
      </pc:sldChg>
      <pc:sldChg chg="add del">
        <pc:chgData name="Jean-Pierre Chang" userId="7a5d3a12-f981-4a01-99aa-2e45acc807ae" providerId="ADAL" clId="{DEFEF7C5-38CB-4D06-8F80-9935D232FD48}" dt="2025-09-30T14:27:12.716" v="16" actId="47"/>
        <pc:sldMkLst>
          <pc:docMk/>
          <pc:sldMk cId="2460673464" sldId="467"/>
        </pc:sldMkLst>
      </pc:sldChg>
      <pc:sldChg chg="add del">
        <pc:chgData name="Jean-Pierre Chang" userId="7a5d3a12-f981-4a01-99aa-2e45acc807ae" providerId="ADAL" clId="{DEFEF7C5-38CB-4D06-8F80-9935D232FD48}" dt="2025-09-30T14:27:12.716" v="16" actId="47"/>
        <pc:sldMkLst>
          <pc:docMk/>
          <pc:sldMk cId="1829214141" sldId="468"/>
        </pc:sldMkLst>
      </pc:sldChg>
      <pc:sldChg chg="add del">
        <pc:chgData name="Jean-Pierre Chang" userId="7a5d3a12-f981-4a01-99aa-2e45acc807ae" providerId="ADAL" clId="{DEFEF7C5-38CB-4D06-8F80-9935D232FD48}" dt="2025-09-30T14:27:12.716" v="16" actId="47"/>
        <pc:sldMkLst>
          <pc:docMk/>
          <pc:sldMk cId="1839729977" sldId="469"/>
        </pc:sldMkLst>
      </pc:sldChg>
      <pc:sldChg chg="add del">
        <pc:chgData name="Jean-Pierre Chang" userId="7a5d3a12-f981-4a01-99aa-2e45acc807ae" providerId="ADAL" clId="{DEFEF7C5-38CB-4D06-8F80-9935D232FD48}" dt="2025-09-30T14:27:12.716" v="16" actId="47"/>
        <pc:sldMkLst>
          <pc:docMk/>
          <pc:sldMk cId="3261634839" sldId="470"/>
        </pc:sldMkLst>
      </pc:sldChg>
      <pc:sldChg chg="del">
        <pc:chgData name="Jean-Pierre Chang" userId="7a5d3a12-f981-4a01-99aa-2e45acc807ae" providerId="ADAL" clId="{DEFEF7C5-38CB-4D06-8F80-9935D232FD48}" dt="2025-09-30T14:27:27.323" v="18" actId="47"/>
        <pc:sldMkLst>
          <pc:docMk/>
          <pc:sldMk cId="1997346928" sldId="471"/>
        </pc:sldMkLst>
      </pc:sldChg>
      <pc:sldChg chg="add del">
        <pc:chgData name="Jean-Pierre Chang" userId="7a5d3a12-f981-4a01-99aa-2e45acc807ae" providerId="ADAL" clId="{DEFEF7C5-38CB-4D06-8F80-9935D232FD48}" dt="2025-09-30T14:27:12.716" v="16" actId="47"/>
        <pc:sldMkLst>
          <pc:docMk/>
          <pc:sldMk cId="1645755290" sldId="472"/>
        </pc:sldMkLst>
      </pc:sldChg>
      <pc:sldChg chg="add del">
        <pc:chgData name="Jean-Pierre Chang" userId="7a5d3a12-f981-4a01-99aa-2e45acc807ae" providerId="ADAL" clId="{DEFEF7C5-38CB-4D06-8F80-9935D232FD48}" dt="2025-09-30T14:27:00.268" v="14" actId="47"/>
        <pc:sldMkLst>
          <pc:docMk/>
          <pc:sldMk cId="1548782942" sldId="516"/>
        </pc:sldMkLst>
      </pc:sldChg>
      <pc:sldChg chg="new del">
        <pc:chgData name="Jean-Pierre Chang" userId="7a5d3a12-f981-4a01-99aa-2e45acc807ae" providerId="ADAL" clId="{DEFEF7C5-38CB-4D06-8F80-9935D232FD48}" dt="2025-09-30T14:27:12.716" v="16" actId="47"/>
        <pc:sldMkLst>
          <pc:docMk/>
          <pc:sldMk cId="3612320363" sldId="5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B1A0691-073D-DA2D-6354-491D0FA4467F}"/>
              </a:ext>
            </a:extLst>
          </p:cNvPr>
          <p:cNvSpPr>
            <a:spLocks noGrp="1"/>
          </p:cNvSpPr>
          <p:nvPr>
            <p:ph type="ftr" sz="quarter" idx="2"/>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7AF4ED66-7A68-A060-72E5-9D9CE52D1871}"/>
              </a:ext>
            </a:extLst>
          </p:cNvPr>
          <p:cNvSpPr>
            <a:spLocks noGrp="1"/>
          </p:cNvSpPr>
          <p:nvPr>
            <p:ph type="sldNum" sz="quarter" idx="3"/>
          </p:nvPr>
        </p:nvSpPr>
        <p:spPr>
          <a:xfrm>
            <a:off x="3848229" y="9426502"/>
            <a:ext cx="2943596" cy="498549"/>
          </a:xfrm>
          <a:prstGeom prst="rect">
            <a:avLst/>
          </a:prstGeom>
        </p:spPr>
        <p:txBody>
          <a:bodyPr vert="horz" lIns="91440" tIns="45720" rIns="91440" bIns="45720" rtlCol="0" anchor="b"/>
          <a:lstStyle>
            <a:lvl1pPr algn="r">
              <a:defRPr sz="1200"/>
            </a:lvl1pPr>
          </a:lstStyle>
          <a:p>
            <a:fld id="{7CEE8BE2-8451-364C-B501-82D327DD25D9}" type="slidenum">
              <a:rPr lang="fr-FR" smtClean="0"/>
              <a:t>‹N°›</a:t>
            </a:fld>
            <a:endParaRPr lang="fr-FR"/>
          </a:p>
        </p:txBody>
      </p:sp>
      <p:sp>
        <p:nvSpPr>
          <p:cNvPr id="6" name="Espace réservé de l'en-tête 5">
            <a:extLst>
              <a:ext uri="{FF2B5EF4-FFF2-40B4-BE49-F238E27FC236}">
                <a16:creationId xmlns:a16="http://schemas.microsoft.com/office/drawing/2014/main" id="{0F4B5844-B8BA-8919-71C5-3C7B4D443232}"/>
              </a:ext>
            </a:extLst>
          </p:cNvPr>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Tree>
    <p:extLst>
      <p:ext uri="{BB962C8B-B14F-4D97-AF65-F5344CB8AC3E}">
        <p14:creationId xmlns:p14="http://schemas.microsoft.com/office/powerpoint/2010/main" val="35516221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8229" y="0"/>
            <a:ext cx="2943596" cy="498551"/>
          </a:xfrm>
          <a:prstGeom prst="rect">
            <a:avLst/>
          </a:prstGeom>
        </p:spPr>
        <p:txBody>
          <a:bodyPr vert="horz" lIns="91440" tIns="45720" rIns="91440" bIns="45720" rtlCol="0"/>
          <a:lstStyle>
            <a:lvl1pPr algn="r">
              <a:defRPr sz="1200"/>
            </a:lvl1pPr>
          </a:lstStyle>
          <a:p>
            <a:fld id="{3C979D8A-7E37-2C49-832F-359D11148812}" type="datetimeFigureOut">
              <a:rPr lang="fr-FR" smtClean="0"/>
              <a:t>07/10/2025</a:t>
            </a:fld>
            <a:endParaRPr lang="fr-FR"/>
          </a:p>
        </p:txBody>
      </p:sp>
      <p:sp>
        <p:nvSpPr>
          <p:cNvPr id="4" name="Espace réservé de l'image des diapositives 3"/>
          <p:cNvSpPr>
            <a:spLocks noGrp="1" noRot="1" noChangeAspect="1"/>
          </p:cNvSpPr>
          <p:nvPr>
            <p:ph type="sldImg" idx="2"/>
          </p:nvPr>
        </p:nvSpPr>
        <p:spPr>
          <a:xfrm>
            <a:off x="977900" y="1241425"/>
            <a:ext cx="4837113"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292" y="4776432"/>
            <a:ext cx="5434330" cy="3907988"/>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8229" y="9426502"/>
            <a:ext cx="2943596" cy="498549"/>
          </a:xfrm>
          <a:prstGeom prst="rect">
            <a:avLst/>
          </a:prstGeom>
        </p:spPr>
        <p:txBody>
          <a:bodyPr vert="horz" lIns="91440" tIns="45720" rIns="91440" bIns="45720" rtlCol="0" anchor="b"/>
          <a:lstStyle>
            <a:lvl1pPr algn="r">
              <a:defRPr sz="1200"/>
            </a:lvl1pPr>
          </a:lstStyle>
          <a:p>
            <a:fld id="{553438D4-9F9B-9C4D-BBE8-70F86EB77B0E}" type="slidenum">
              <a:rPr lang="fr-FR" smtClean="0"/>
              <a:t>‹N°›</a:t>
            </a:fld>
            <a:endParaRPr lang="fr-FR"/>
          </a:p>
        </p:txBody>
      </p:sp>
    </p:spTree>
    <p:extLst>
      <p:ext uri="{BB962C8B-B14F-4D97-AF65-F5344CB8AC3E}">
        <p14:creationId xmlns:p14="http://schemas.microsoft.com/office/powerpoint/2010/main" val="1310906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1AC9-6DD3-63CD-0AB5-DAB7FDC0BF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AF5A6F-EC60-D987-20A1-0CE2D088B2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8B62D08-836F-0728-2830-AFA74AB7764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8E248B-822E-994A-A34C-883905D44E3B}"/>
              </a:ext>
            </a:extLst>
          </p:cNvPr>
          <p:cNvSpPr>
            <a:spLocks noGrp="1"/>
          </p:cNvSpPr>
          <p:nvPr>
            <p:ph type="sldNum" sz="quarter" idx="5"/>
          </p:nvPr>
        </p:nvSpPr>
        <p:spPr/>
        <p:txBody>
          <a:bodyPr/>
          <a:lstStyle/>
          <a:p>
            <a:fld id="{553438D4-9F9B-9C4D-BBE8-70F86EB77B0E}" type="slidenum">
              <a:rPr lang="fr-FR" smtClean="0"/>
              <a:t>2</a:t>
            </a:fld>
            <a:endParaRPr lang="fr-FR"/>
          </a:p>
        </p:txBody>
      </p:sp>
    </p:spTree>
    <p:extLst>
      <p:ext uri="{BB962C8B-B14F-4D97-AF65-F5344CB8AC3E}">
        <p14:creationId xmlns:p14="http://schemas.microsoft.com/office/powerpoint/2010/main" val="1024130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8919C-26D8-01C9-BA31-387F76F2AC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9A4876-9DFD-4EB6-D268-BB535422C1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C20EF2-B879-F827-05B3-3D64F27394B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49A8EC2-4D9F-29BA-4CB3-538BF945DF04}"/>
              </a:ext>
            </a:extLst>
          </p:cNvPr>
          <p:cNvSpPr>
            <a:spLocks noGrp="1"/>
          </p:cNvSpPr>
          <p:nvPr>
            <p:ph type="sldNum" sz="quarter" idx="5"/>
          </p:nvPr>
        </p:nvSpPr>
        <p:spPr/>
        <p:txBody>
          <a:bodyPr/>
          <a:lstStyle/>
          <a:p>
            <a:fld id="{553438D4-9F9B-9C4D-BBE8-70F86EB77B0E}" type="slidenum">
              <a:rPr lang="fr-FR" smtClean="0"/>
              <a:t>3</a:t>
            </a:fld>
            <a:endParaRPr lang="fr-FR"/>
          </a:p>
        </p:txBody>
      </p:sp>
    </p:spTree>
    <p:extLst>
      <p:ext uri="{BB962C8B-B14F-4D97-AF65-F5344CB8AC3E}">
        <p14:creationId xmlns:p14="http://schemas.microsoft.com/office/powerpoint/2010/main" val="3209313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40060-4A82-7BC9-6358-C7C4345BCD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69806F-0764-3E66-6FD8-A8D8D1E3AA0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5BD9FC2-C318-8DEB-10D4-48B0FCE8235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2322944-940E-9AE8-BEF8-DDF1176E6935}"/>
              </a:ext>
            </a:extLst>
          </p:cNvPr>
          <p:cNvSpPr>
            <a:spLocks noGrp="1"/>
          </p:cNvSpPr>
          <p:nvPr>
            <p:ph type="sldNum" sz="quarter" idx="5"/>
          </p:nvPr>
        </p:nvSpPr>
        <p:spPr/>
        <p:txBody>
          <a:bodyPr/>
          <a:lstStyle/>
          <a:p>
            <a:fld id="{553438D4-9F9B-9C4D-BBE8-70F86EB77B0E}" type="slidenum">
              <a:rPr lang="fr-FR" smtClean="0"/>
              <a:t>4</a:t>
            </a:fld>
            <a:endParaRPr lang="fr-FR"/>
          </a:p>
        </p:txBody>
      </p:sp>
    </p:spTree>
    <p:extLst>
      <p:ext uri="{BB962C8B-B14F-4D97-AF65-F5344CB8AC3E}">
        <p14:creationId xmlns:p14="http://schemas.microsoft.com/office/powerpoint/2010/main" val="294532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9ABCC-2B91-1FBE-AE1A-46671E4E7C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55B37E-7B9A-1EFA-498B-5CC30D58B6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14E1D53-6EED-343D-6968-184C97F1D5D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1A71157-B5B1-2D96-5843-9998D937D1E8}"/>
              </a:ext>
            </a:extLst>
          </p:cNvPr>
          <p:cNvSpPr>
            <a:spLocks noGrp="1"/>
          </p:cNvSpPr>
          <p:nvPr>
            <p:ph type="sldNum" sz="quarter" idx="5"/>
          </p:nvPr>
        </p:nvSpPr>
        <p:spPr/>
        <p:txBody>
          <a:bodyPr/>
          <a:lstStyle/>
          <a:p>
            <a:fld id="{553438D4-9F9B-9C4D-BBE8-70F86EB77B0E}" type="slidenum">
              <a:rPr lang="fr-FR" smtClean="0"/>
              <a:t>5</a:t>
            </a:fld>
            <a:endParaRPr lang="fr-FR"/>
          </a:p>
        </p:txBody>
      </p:sp>
    </p:spTree>
    <p:extLst>
      <p:ext uri="{BB962C8B-B14F-4D97-AF65-F5344CB8AC3E}">
        <p14:creationId xmlns:p14="http://schemas.microsoft.com/office/powerpoint/2010/main" val="2150894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161EE-4F19-4ACB-4BA3-C289CEAAC0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AE6E35-5BE1-EC63-A146-FB56B0738B1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EEB969-CFFF-DD7C-153E-09BCAC1F967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8188899-9EE5-940A-0BBE-12B603281311}"/>
              </a:ext>
            </a:extLst>
          </p:cNvPr>
          <p:cNvSpPr>
            <a:spLocks noGrp="1"/>
          </p:cNvSpPr>
          <p:nvPr>
            <p:ph type="sldNum" sz="quarter" idx="5"/>
          </p:nvPr>
        </p:nvSpPr>
        <p:spPr/>
        <p:txBody>
          <a:bodyPr/>
          <a:lstStyle/>
          <a:p>
            <a:fld id="{553438D4-9F9B-9C4D-BBE8-70F86EB77B0E}" type="slidenum">
              <a:rPr lang="fr-FR" smtClean="0"/>
              <a:t>6</a:t>
            </a:fld>
            <a:endParaRPr lang="fr-FR"/>
          </a:p>
        </p:txBody>
      </p:sp>
    </p:spTree>
    <p:extLst>
      <p:ext uri="{BB962C8B-B14F-4D97-AF65-F5344CB8AC3E}">
        <p14:creationId xmlns:p14="http://schemas.microsoft.com/office/powerpoint/2010/main" val="680343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EAB69-4E09-7419-2933-3885FA6117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9D74D0-807C-D158-4648-EB56E47FDA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C152C8-6AC5-6D81-3E36-60522DD534E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EFF35F3-DEB1-966E-D157-D004579E140A}"/>
              </a:ext>
            </a:extLst>
          </p:cNvPr>
          <p:cNvSpPr>
            <a:spLocks noGrp="1"/>
          </p:cNvSpPr>
          <p:nvPr>
            <p:ph type="sldNum" sz="quarter" idx="5"/>
          </p:nvPr>
        </p:nvSpPr>
        <p:spPr/>
        <p:txBody>
          <a:bodyPr/>
          <a:lstStyle/>
          <a:p>
            <a:fld id="{553438D4-9F9B-9C4D-BBE8-70F86EB77B0E}" type="slidenum">
              <a:rPr lang="fr-FR" smtClean="0"/>
              <a:t>7</a:t>
            </a:fld>
            <a:endParaRPr lang="fr-FR"/>
          </a:p>
        </p:txBody>
      </p:sp>
    </p:spTree>
    <p:extLst>
      <p:ext uri="{BB962C8B-B14F-4D97-AF65-F5344CB8AC3E}">
        <p14:creationId xmlns:p14="http://schemas.microsoft.com/office/powerpoint/2010/main" val="804495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240B7-7FAB-1F7E-F616-266EF2BF86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27FDCE-D50C-729A-49D6-B648448CC36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B858146-79CD-2FD0-2BE9-9D846A39AE7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75D42E7-E6E7-331C-C850-6ACFF0D2B778}"/>
              </a:ext>
            </a:extLst>
          </p:cNvPr>
          <p:cNvSpPr>
            <a:spLocks noGrp="1"/>
          </p:cNvSpPr>
          <p:nvPr>
            <p:ph type="sldNum" sz="quarter" idx="5"/>
          </p:nvPr>
        </p:nvSpPr>
        <p:spPr/>
        <p:txBody>
          <a:bodyPr/>
          <a:lstStyle/>
          <a:p>
            <a:fld id="{553438D4-9F9B-9C4D-BBE8-70F86EB77B0E}" type="slidenum">
              <a:rPr lang="fr-FR" smtClean="0"/>
              <a:t>8</a:t>
            </a:fld>
            <a:endParaRPr lang="fr-FR"/>
          </a:p>
        </p:txBody>
      </p:sp>
    </p:spTree>
    <p:extLst>
      <p:ext uri="{BB962C8B-B14F-4D97-AF65-F5344CB8AC3E}">
        <p14:creationId xmlns:p14="http://schemas.microsoft.com/office/powerpoint/2010/main" val="959959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F3F4-6827-81A5-126E-2316AD4822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EE91FCC-6334-3EDF-69A2-D7A425427E9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9E24BDC-8E96-4E8D-7A0D-FBB9EA1758C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CAED397-A901-9ABF-0469-9BB25BEB6208}"/>
              </a:ext>
            </a:extLst>
          </p:cNvPr>
          <p:cNvSpPr>
            <a:spLocks noGrp="1"/>
          </p:cNvSpPr>
          <p:nvPr>
            <p:ph type="sldNum" sz="quarter" idx="5"/>
          </p:nvPr>
        </p:nvSpPr>
        <p:spPr/>
        <p:txBody>
          <a:bodyPr/>
          <a:lstStyle/>
          <a:p>
            <a:fld id="{553438D4-9F9B-9C4D-BBE8-70F86EB77B0E}" type="slidenum">
              <a:rPr lang="fr-FR" smtClean="0"/>
              <a:t>9</a:t>
            </a:fld>
            <a:endParaRPr lang="fr-FR"/>
          </a:p>
        </p:txBody>
      </p:sp>
    </p:spTree>
    <p:extLst>
      <p:ext uri="{BB962C8B-B14F-4D97-AF65-F5344CB8AC3E}">
        <p14:creationId xmlns:p14="http://schemas.microsoft.com/office/powerpoint/2010/main" val="281329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0FF9C-112A-41AC-E98B-22777DCDC93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BACB03E-C777-1C5F-47C9-C3CEF41941D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E5C900-5767-DF44-267B-804513B419C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4716BE2-D60F-DB11-DE72-26E4859C1B36}"/>
              </a:ext>
            </a:extLst>
          </p:cNvPr>
          <p:cNvSpPr>
            <a:spLocks noGrp="1"/>
          </p:cNvSpPr>
          <p:nvPr>
            <p:ph type="sldNum" sz="quarter" idx="5"/>
          </p:nvPr>
        </p:nvSpPr>
        <p:spPr/>
        <p:txBody>
          <a:bodyPr/>
          <a:lstStyle/>
          <a:p>
            <a:fld id="{553438D4-9F9B-9C4D-BBE8-70F86EB77B0E}" type="slidenum">
              <a:rPr lang="fr-FR" smtClean="0"/>
              <a:t>10</a:t>
            </a:fld>
            <a:endParaRPr lang="fr-FR"/>
          </a:p>
        </p:txBody>
      </p:sp>
    </p:spTree>
    <p:extLst>
      <p:ext uri="{BB962C8B-B14F-4D97-AF65-F5344CB8AC3E}">
        <p14:creationId xmlns:p14="http://schemas.microsoft.com/office/powerpoint/2010/main" val="946852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604D-90A4-B338-09DA-FE4D8BD2BE1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866F4D-526F-F0D5-2F45-BAF029D2F2E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D9A9A9A-C145-0EB0-6418-021BB782D1E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F4984B9-8CA4-10D0-6BAE-CE5F072D4F2B}"/>
              </a:ext>
            </a:extLst>
          </p:cNvPr>
          <p:cNvSpPr>
            <a:spLocks noGrp="1"/>
          </p:cNvSpPr>
          <p:nvPr>
            <p:ph type="sldNum" sz="quarter" idx="5"/>
          </p:nvPr>
        </p:nvSpPr>
        <p:spPr/>
        <p:txBody>
          <a:bodyPr/>
          <a:lstStyle/>
          <a:p>
            <a:fld id="{553438D4-9F9B-9C4D-BBE8-70F86EB77B0E}" type="slidenum">
              <a:rPr lang="fr-FR" smtClean="0"/>
              <a:t>11</a:t>
            </a:fld>
            <a:endParaRPr lang="fr-FR"/>
          </a:p>
        </p:txBody>
      </p:sp>
    </p:spTree>
    <p:extLst>
      <p:ext uri="{BB962C8B-B14F-4D97-AF65-F5344CB8AC3E}">
        <p14:creationId xmlns:p14="http://schemas.microsoft.com/office/powerpoint/2010/main" val="30371114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2728069339"/>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2" name="Image 1" descr="Une image contenant logo, symbole, Graphique, conception&#10;&#10;Description générée automatiquement">
            <a:extLst>
              <a:ext uri="{FF2B5EF4-FFF2-40B4-BE49-F238E27FC236}">
                <a16:creationId xmlns:a16="http://schemas.microsoft.com/office/drawing/2014/main" id="{02204580-2292-3F25-878B-BCC60D92AD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76400" y="2527300"/>
            <a:ext cx="1803400" cy="1803400"/>
          </a:xfrm>
          <a:prstGeom prst="rect">
            <a:avLst/>
          </a:prstGeom>
        </p:spPr>
      </p:pic>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hasCustomPrompt="1"/>
          </p:nvPr>
        </p:nvSpPr>
        <p:spPr>
          <a:xfrm>
            <a:off x="3200401" y="2438400"/>
            <a:ext cx="6705600" cy="2133600"/>
          </a:xfrm>
          <a:prstGeom prst="rect">
            <a:avLst/>
          </a:prstGeom>
        </p:spPr>
        <p:txBody>
          <a:bodyPr anchor="ctr"/>
          <a:lstStyle>
            <a:lvl1pPr>
              <a:defRPr/>
            </a:lvl1pPr>
          </a:lstStyle>
          <a:p>
            <a:r>
              <a:rPr lang="fr-FR" dirty="0">
                <a:solidFill>
                  <a:schemeClr val="bg1"/>
                </a:solidFill>
              </a:rPr>
              <a:t>Questions</a:t>
            </a: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45486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311280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Police, conception&#10;&#10;Description générée automatiquement">
            <a:extLst>
              <a:ext uri="{FF2B5EF4-FFF2-40B4-BE49-F238E27FC236}">
                <a16:creationId xmlns:a16="http://schemas.microsoft.com/office/drawing/2014/main" id="{CF1C70AE-D2AF-C415-38EB-F96350955E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276107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ercle, symbole, Graphique, créativité&#10;&#10;Description générée automatiquement">
            <a:extLst>
              <a:ext uri="{FF2B5EF4-FFF2-40B4-BE49-F238E27FC236}">
                <a16:creationId xmlns:a16="http://schemas.microsoft.com/office/drawing/2014/main" id="{4B5E5E93-2751-B592-FE6C-B1DE046A99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166407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lipart, symbole, Graphique&#10;&#10;Description générée automatiquement">
            <a:extLst>
              <a:ext uri="{FF2B5EF4-FFF2-40B4-BE49-F238E27FC236}">
                <a16:creationId xmlns:a16="http://schemas.microsoft.com/office/drawing/2014/main" id="{3500B509-E2E1-E54F-AAFD-E83AF621F9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331516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0998" y="4248993"/>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7" y="384247"/>
            <a:ext cx="7066303"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401298" y="1219200"/>
            <a:ext cx="4551702"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401296" y="2514600"/>
            <a:ext cx="4551703"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52485402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5720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40016" y="1219200"/>
            <a:ext cx="4084983"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936187205"/>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567230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287578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5720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40016" y="1219200"/>
            <a:ext cx="4084983"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638800" y="2514600"/>
            <a:ext cx="3886200" cy="31369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5720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03575" y="2514600"/>
            <a:ext cx="4130288"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dirty="0"/>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093845"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9"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27.xml"/><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5" Type="http://schemas.openxmlformats.org/officeDocument/2006/relationships/image" Target="../media/image16.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2.xml"/><Relationship Id="rId1" Type="http://schemas.openxmlformats.org/officeDocument/2006/relationships/slideLayout" Target="../slideLayouts/slideLayout31.xml"/><Relationship Id="rId4" Type="http://schemas.openxmlformats.org/officeDocument/2006/relationships/image" Target="../media/image6.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theme" Target="../theme/theme10.xml"/><Relationship Id="rId1" Type="http://schemas.openxmlformats.org/officeDocument/2006/relationships/slideLayout" Target="../slideLayouts/slideLayout3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1026" name="Picture 2">
            <a:extLst>
              <a:ext uri="{FF2B5EF4-FFF2-40B4-BE49-F238E27FC236}">
                <a16:creationId xmlns:a16="http://schemas.microsoft.com/office/drawing/2014/main" id="{92E50E7B-E82F-DF9A-A173-5E7873762EEC}"/>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6977" r="24638" b="1892"/>
          <a:stretch/>
        </p:blipFill>
        <p:spPr bwMode="auto">
          <a:xfrm>
            <a:off x="2731135" y="-1093"/>
            <a:ext cx="7174865"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12"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34" r:id="rId1"/>
    <p:sldLayoutId id="2147483688" r:id="rId2"/>
    <p:sldLayoutId id="2147483689" r:id="rId3"/>
    <p:sldLayoutId id="2147483690" r:id="rId4"/>
    <p:sldLayoutId id="2147483691" r:id="rId5"/>
    <p:sldLayoutId id="2147483713" r:id="rId6"/>
    <p:sldLayoutId id="2147483714" r:id="rId7"/>
    <p:sldLayoutId id="2147483710" r:id="rId8"/>
    <p:sldLayoutId id="2147483711" r:id="rId9"/>
    <p:sldLayoutId id="2147483712"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Réunion | Date</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693" r:id="rId1"/>
    <p:sldLayoutId id="2147483686" r:id="rId2"/>
    <p:sldLayoutId id="214748368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696" r:id="rId1"/>
    <p:sldLayoutId id="2147483750"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9"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04" r:id="rId3"/>
    <p:sldLayoutId id="2147483701" r:id="rId4"/>
    <p:sldLayoutId id="2147483703" r:id="rId5"/>
    <p:sldLayoutId id="2147483705" r:id="rId6"/>
    <p:sldLayoutId id="2147483707"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02" r:id="rId1"/>
    <p:sldLayoutId id="2147483700" r:id="rId2"/>
    <p:sldLayoutId id="214748373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5">
            <a:extLst>
              <a:ext uri="{FF2B5EF4-FFF2-40B4-BE49-F238E27FC236}">
                <a16:creationId xmlns:a16="http://schemas.microsoft.com/office/drawing/2014/main" id="{ECA27935-26A3-8C9E-A443-1AFC9591B546}"/>
              </a:ext>
            </a:extLst>
          </p:cNvPr>
          <p:cNvSpPr/>
          <p:nvPr userDrawn="1"/>
        </p:nvSpPr>
        <p:spPr>
          <a:xfrm>
            <a:off x="413994" y="6259728"/>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a:p>
        </p:txBody>
      </p:sp>
      <p:grpSp>
        <p:nvGrpSpPr>
          <p:cNvPr id="11" name="object 7">
            <a:extLst>
              <a:ext uri="{FF2B5EF4-FFF2-40B4-BE49-F238E27FC236}">
                <a16:creationId xmlns:a16="http://schemas.microsoft.com/office/drawing/2014/main" id="{A2425A54-B3BD-231D-5128-125A7D73C116}"/>
              </a:ext>
            </a:extLst>
          </p:cNvPr>
          <p:cNvGrpSpPr/>
          <p:nvPr userDrawn="1"/>
        </p:nvGrpSpPr>
        <p:grpSpPr>
          <a:xfrm>
            <a:off x="415105" y="2565707"/>
            <a:ext cx="1955164" cy="863600"/>
            <a:chOff x="415105" y="2565707"/>
            <a:chExt cx="1955164" cy="863600"/>
          </a:xfrm>
        </p:grpSpPr>
        <p:pic>
          <p:nvPicPr>
            <p:cNvPr id="12" name="object 8">
              <a:extLst>
                <a:ext uri="{FF2B5EF4-FFF2-40B4-BE49-F238E27FC236}">
                  <a16:creationId xmlns:a16="http://schemas.microsoft.com/office/drawing/2014/main" id="{4734CC89-A381-1068-A6B1-6DC77F7578D7}"/>
                </a:ext>
              </a:extLst>
            </p:cNvPr>
            <p:cNvPicPr/>
            <p:nvPr/>
          </p:nvPicPr>
          <p:blipFill>
            <a:blip r:embed="rId3" cstate="print"/>
            <a:stretch>
              <a:fillRect/>
            </a:stretch>
          </p:blipFill>
          <p:spPr>
            <a:xfrm>
              <a:off x="2221487" y="3236360"/>
              <a:ext cx="147762" cy="192646"/>
            </a:xfrm>
            <a:prstGeom prst="rect">
              <a:avLst/>
            </a:prstGeom>
          </p:spPr>
        </p:pic>
        <p:pic>
          <p:nvPicPr>
            <p:cNvPr id="13" name="object 9">
              <a:extLst>
                <a:ext uri="{FF2B5EF4-FFF2-40B4-BE49-F238E27FC236}">
                  <a16:creationId xmlns:a16="http://schemas.microsoft.com/office/drawing/2014/main" id="{C533884C-988E-55C9-2A03-81E6B2922667}"/>
                </a:ext>
              </a:extLst>
            </p:cNvPr>
            <p:cNvPicPr/>
            <p:nvPr/>
          </p:nvPicPr>
          <p:blipFill>
            <a:blip r:embed="rId4" cstate="print"/>
            <a:stretch>
              <a:fillRect/>
            </a:stretch>
          </p:blipFill>
          <p:spPr>
            <a:xfrm>
              <a:off x="415105" y="2565707"/>
              <a:ext cx="1954570" cy="863286"/>
            </a:xfrm>
            <a:prstGeom prst="rect">
              <a:avLst/>
            </a:prstGeom>
          </p:spPr>
        </p:pic>
      </p:grpSp>
      <p:sp>
        <p:nvSpPr>
          <p:cNvPr id="14" name="object 6">
            <a:extLst>
              <a:ext uri="{FF2B5EF4-FFF2-40B4-BE49-F238E27FC236}">
                <a16:creationId xmlns:a16="http://schemas.microsoft.com/office/drawing/2014/main" id="{A0AD03BB-AB97-8DFB-8076-316E72FBD42C}"/>
              </a:ext>
            </a:extLst>
          </p:cNvPr>
          <p:cNvSpPr txBox="1"/>
          <p:nvPr userDrawn="1"/>
        </p:nvSpPr>
        <p:spPr>
          <a:xfrm>
            <a:off x="401299" y="378255"/>
            <a:ext cx="3193415" cy="1610697"/>
          </a:xfrm>
          <a:prstGeom prst="rect">
            <a:avLst/>
          </a:prstGeom>
        </p:spPr>
        <p:txBody>
          <a:bodyPr vert="horz" wrap="square" lIns="0" tIns="12700" rIns="0" bIns="0" rtlCol="0">
            <a:spAutoFit/>
          </a:bodyPr>
          <a:lstStyle/>
          <a:p>
            <a:pPr marL="12700" algn="l">
              <a:lnSpc>
                <a:spcPct val="100000"/>
              </a:lnSpc>
              <a:spcBef>
                <a:spcPts val="100"/>
              </a:spcBef>
            </a:pPr>
            <a:r>
              <a:rPr sz="950" b="1" dirty="0">
                <a:solidFill>
                  <a:srgbClr val="005399"/>
                </a:solidFill>
                <a:latin typeface="Aptos" panose="020B0004020202020204" pitchFamily="34" charset="0"/>
                <a:cs typeface="Circular Std Bold Italic"/>
              </a:rPr>
              <a:t>Citepa</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est</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une</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association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qui</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guide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les</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acteurs</a:t>
            </a:r>
            <a:r>
              <a:rPr lang="fr-FR" sz="950" b="1" spc="-10" dirty="0">
                <a:solidFill>
                  <a:srgbClr val="005399"/>
                </a:solidFill>
                <a:latin typeface="Aptos" panose="020B0004020202020204" pitchFamily="34" charset="0"/>
                <a:cs typeface="Circular Std Bold Italic"/>
              </a:rPr>
              <a:t> </a:t>
            </a:r>
            <a:endParaRPr sz="950" dirty="0">
              <a:latin typeface="Aptos" panose="020B0004020202020204" pitchFamily="34" charset="0"/>
              <a:cs typeface="Circular Std Bold Italic"/>
            </a:endParaRPr>
          </a:p>
          <a:p>
            <a:pPr marL="12700" algn="l">
              <a:lnSpc>
                <a:spcPct val="100000"/>
              </a:lnSpc>
            </a:pPr>
            <a:r>
              <a:rPr lang="fr-FR" sz="950" b="1" dirty="0">
                <a:solidFill>
                  <a:srgbClr val="005399"/>
                </a:solidFill>
                <a:latin typeface="Aptos" panose="020B0004020202020204" pitchFamily="34" charset="0"/>
                <a:cs typeface="Circular Std Bold Italic"/>
              </a:rPr>
              <a:t>d</a:t>
            </a:r>
            <a:r>
              <a:rPr sz="950" b="1" dirty="0">
                <a:solidFill>
                  <a:srgbClr val="005399"/>
                </a:solidFill>
                <a:latin typeface="Aptos" panose="020B0004020202020204" pitchFamily="34" charset="0"/>
                <a:cs typeface="Circular Std Bold Italic"/>
              </a:rPr>
              <a:t>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la</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transition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écologique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France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et</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dans</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monde</a:t>
            </a:r>
            <a:r>
              <a:rPr sz="950" b="1"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91465" algn="l">
              <a:lnSpc>
                <a:spcPct val="100000"/>
              </a:lnSpc>
              <a:spcBef>
                <a:spcPts val="1140"/>
              </a:spcBef>
            </a:pP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évalue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l’impact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activités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humaines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sur</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pollution</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atmosphérique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produit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données</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référence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développe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solutions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pour</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favoriser</a:t>
            </a:r>
            <a:r>
              <a:rPr lang="fr-FR" sz="950" spc="-10" dirty="0">
                <a:solidFill>
                  <a:srgbClr val="005399"/>
                </a:solidFill>
                <a:latin typeface="Aptos" panose="020B0004020202020204" pitchFamily="34" charset="0"/>
                <a:cs typeface="Circular Std Bold Italic"/>
              </a:rPr>
              <a:t> </a:t>
            </a:r>
            <a:br>
              <a:rPr lang="fr-FR" sz="950" spc="-10" dirty="0">
                <a:solidFill>
                  <a:srgbClr val="005399"/>
                </a:solidFill>
                <a:latin typeface="Aptos" panose="020B0004020202020204" pitchFamily="34" charset="0"/>
                <a:cs typeface="Circular Std Bold Italic"/>
              </a:rPr>
            </a:b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réduction</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émissions</a:t>
            </a:r>
            <a:r>
              <a:rPr sz="950" dirty="0">
                <a:solidFill>
                  <a:srgbClr val="005399"/>
                </a:solidFill>
                <a:latin typeface="Aptos" panose="020B0004020202020204" pitchFamily="34" charset="0"/>
                <a:cs typeface="Circular Std Bold Italic"/>
              </a:rPr>
              <a: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l’amélioration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qualité</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20" noProof="0" dirty="0">
                <a:solidFill>
                  <a:srgbClr val="005399"/>
                </a:solidFill>
                <a:latin typeface="Aptos" panose="020B0004020202020204" pitchFamily="34" charset="0"/>
                <a:cs typeface="Circular Std Bold Italic"/>
              </a:rPr>
              <a:t>l’air</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l’adaptation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au</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changement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climatique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11454" algn="l">
              <a:lnSpc>
                <a:spcPct val="100000"/>
              </a:lnSpc>
              <a:spcBef>
                <a:spcPts val="1140"/>
              </a:spcBef>
            </a:pPr>
            <a:r>
              <a:rPr lang="fr-FR" sz="950" noProof="0" dirty="0">
                <a:solidFill>
                  <a:srgbClr val="005399"/>
                </a:solidFill>
                <a:latin typeface="Aptos" panose="020B0004020202020204" pitchFamily="34" charset="0"/>
                <a:cs typeface="Circular Std Bold Italic"/>
              </a:rPr>
              <a:t>Notre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équipe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pluridisciplinaire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participe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à</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construction</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d’un</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monde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durable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p:txBody>
      </p:sp>
      <p:sp>
        <p:nvSpPr>
          <p:cNvPr id="16" name="object 3">
            <a:extLst>
              <a:ext uri="{FF2B5EF4-FFF2-40B4-BE49-F238E27FC236}">
                <a16:creationId xmlns:a16="http://schemas.microsoft.com/office/drawing/2014/main" id="{8C455971-B917-544C-294C-FADEE90DBCCC}"/>
              </a:ext>
            </a:extLst>
          </p:cNvPr>
          <p:cNvSpPr txBox="1"/>
          <p:nvPr userDrawn="1"/>
        </p:nvSpPr>
        <p:spPr>
          <a:xfrm>
            <a:off x="1913346" y="6219305"/>
            <a:ext cx="721360" cy="256480"/>
          </a:xfrm>
          <a:prstGeom prst="rect">
            <a:avLst/>
          </a:prstGeom>
        </p:spPr>
        <p:txBody>
          <a:bodyPr vert="horz" wrap="square" lIns="0" tIns="12700" rIns="0" bIns="0" rtlCol="0">
            <a:spAutoFit/>
          </a:bodyPr>
          <a:lstStyle/>
          <a:p>
            <a:pPr marL="12700">
              <a:lnSpc>
                <a:spcPts val="850"/>
              </a:lnSpc>
              <a:spcBef>
                <a:spcPts val="100"/>
              </a:spcBef>
            </a:pPr>
            <a:r>
              <a:rPr sz="750">
                <a:solidFill>
                  <a:srgbClr val="005399"/>
                </a:solidFill>
                <a:latin typeface="Aptos"/>
                <a:cs typeface="Aptos"/>
              </a:rPr>
              <a:t>01448368</a:t>
            </a:r>
            <a:r>
              <a:rPr sz="750" spc="-25">
                <a:solidFill>
                  <a:srgbClr val="005399"/>
                </a:solidFill>
                <a:latin typeface="Aptos"/>
                <a:cs typeface="Aptos"/>
              </a:rPr>
              <a:t>83</a:t>
            </a:r>
            <a:endParaRPr lang="fr-FR" sz="750" spc="-25">
              <a:solidFill>
                <a:srgbClr val="005399"/>
              </a:solidFill>
              <a:latin typeface="Aptos"/>
              <a:cs typeface="Aptos"/>
            </a:endParaRPr>
          </a:p>
          <a:p>
            <a:pPr marL="12700">
              <a:lnSpc>
                <a:spcPts val="850"/>
              </a:lnSpc>
              <a:spcBef>
                <a:spcPts val="100"/>
              </a:spcBef>
            </a:pPr>
            <a:r>
              <a:rPr lang="fr-FR" sz="750" u="none" spc="-25" err="1">
                <a:ln>
                  <a:noFill/>
                </a:ln>
                <a:solidFill>
                  <a:srgbClr val="005399"/>
                </a:solidFill>
                <a:latin typeface="Aptos"/>
                <a:cs typeface="Aptos"/>
              </a:rPr>
              <a:t>infos@citepa.org</a:t>
            </a:r>
            <a:endParaRPr sz="750" u="none">
              <a:ln>
                <a:noFill/>
              </a:ln>
              <a:solidFill>
                <a:srgbClr val="000000"/>
              </a:solidFill>
              <a:latin typeface="Aptos"/>
              <a:cs typeface="Aptos"/>
            </a:endParaRPr>
          </a:p>
        </p:txBody>
      </p:sp>
      <p:sp>
        <p:nvSpPr>
          <p:cNvPr id="18" name="object 4">
            <a:extLst>
              <a:ext uri="{FF2B5EF4-FFF2-40B4-BE49-F238E27FC236}">
                <a16:creationId xmlns:a16="http://schemas.microsoft.com/office/drawing/2014/main" id="{0881AB3C-389A-A3D1-615C-4B324CA43F9B}"/>
              </a:ext>
            </a:extLst>
          </p:cNvPr>
          <p:cNvSpPr txBox="1"/>
          <p:nvPr userDrawn="1"/>
        </p:nvSpPr>
        <p:spPr>
          <a:xfrm>
            <a:off x="2971859" y="6346337"/>
            <a:ext cx="461645" cy="139700"/>
          </a:xfrm>
          <a:prstGeom prst="rect">
            <a:avLst/>
          </a:prstGeom>
        </p:spPr>
        <p:txBody>
          <a:bodyPr vert="horz" wrap="square" lIns="0" tIns="12700" rIns="0" bIns="0" rtlCol="0">
            <a:spAutoFit/>
          </a:bodyPr>
          <a:lstStyle/>
          <a:p>
            <a:pPr marL="12700">
              <a:lnSpc>
                <a:spcPct val="100000"/>
              </a:lnSpc>
              <a:spcBef>
                <a:spcPts val="100"/>
              </a:spcBef>
            </a:pPr>
            <a:r>
              <a:rPr sz="750" b="1" spc="-10">
                <a:solidFill>
                  <a:srgbClr val="29A457"/>
                </a:solidFill>
                <a:latin typeface="Aptos"/>
                <a:cs typeface="Aptos"/>
              </a:rPr>
              <a:t>citepa.org</a:t>
            </a:r>
            <a:endParaRPr sz="750">
              <a:latin typeface="Aptos"/>
              <a:cs typeface="Aptos"/>
            </a:endParaRPr>
          </a:p>
        </p:txBody>
      </p:sp>
      <p:sp>
        <p:nvSpPr>
          <p:cNvPr id="20" name="object 2">
            <a:extLst>
              <a:ext uri="{FF2B5EF4-FFF2-40B4-BE49-F238E27FC236}">
                <a16:creationId xmlns:a16="http://schemas.microsoft.com/office/drawing/2014/main" id="{DB0E6786-D142-72FF-AE9E-265D448C22B5}"/>
              </a:ext>
            </a:extLst>
          </p:cNvPr>
          <p:cNvSpPr txBox="1"/>
          <p:nvPr userDrawn="1"/>
        </p:nvSpPr>
        <p:spPr>
          <a:xfrm>
            <a:off x="779299" y="6244705"/>
            <a:ext cx="728345" cy="233141"/>
          </a:xfrm>
          <a:prstGeom prst="rect">
            <a:avLst/>
          </a:prstGeom>
        </p:spPr>
        <p:txBody>
          <a:bodyPr vert="horz" wrap="square" lIns="0" tIns="26670" rIns="0" bIns="0" rtlCol="0">
            <a:spAutoFit/>
          </a:bodyPr>
          <a:lstStyle/>
          <a:p>
            <a:pPr marL="12700" marR="5080">
              <a:lnSpc>
                <a:spcPts val="800"/>
              </a:lnSpc>
              <a:spcBef>
                <a:spcPts val="210"/>
              </a:spcBef>
            </a:pPr>
            <a:r>
              <a:rPr sz="750">
                <a:solidFill>
                  <a:srgbClr val="005399"/>
                </a:solidFill>
                <a:latin typeface="Aptos"/>
                <a:cs typeface="Aptos"/>
              </a:rPr>
              <a:t>42</a:t>
            </a:r>
            <a:r>
              <a:rPr lang="fr-FR" sz="750">
                <a:solidFill>
                  <a:srgbClr val="005399"/>
                </a:solidFill>
                <a:latin typeface="Aptos"/>
                <a:cs typeface="Aptos"/>
              </a:rPr>
              <a:t> </a:t>
            </a:r>
            <a:r>
              <a:rPr sz="750">
                <a:solidFill>
                  <a:srgbClr val="005399"/>
                </a:solidFill>
                <a:latin typeface="Aptos"/>
                <a:cs typeface="Aptos"/>
              </a:rPr>
              <a:t>rue</a:t>
            </a:r>
            <a:r>
              <a:rPr lang="fr-FR" sz="750">
                <a:solidFill>
                  <a:srgbClr val="005399"/>
                </a:solidFill>
                <a:latin typeface="Aptos"/>
                <a:cs typeface="Aptos"/>
              </a:rPr>
              <a:t> </a:t>
            </a:r>
            <a:r>
              <a:rPr sz="750">
                <a:solidFill>
                  <a:srgbClr val="005399"/>
                </a:solidFill>
                <a:latin typeface="Aptos"/>
                <a:cs typeface="Aptos"/>
              </a:rPr>
              <a:t>de</a:t>
            </a:r>
            <a:r>
              <a:rPr lang="fr-FR" sz="750">
                <a:solidFill>
                  <a:srgbClr val="005399"/>
                </a:solidFill>
                <a:latin typeface="Aptos"/>
                <a:cs typeface="Aptos"/>
              </a:rPr>
              <a:t> </a:t>
            </a:r>
            <a:r>
              <a:rPr sz="750" spc="-10">
                <a:solidFill>
                  <a:srgbClr val="005399"/>
                </a:solidFill>
                <a:latin typeface="Aptos"/>
                <a:cs typeface="Aptos"/>
              </a:rPr>
              <a:t>Paradis</a:t>
            </a:r>
            <a:r>
              <a:rPr lang="fr-FR" sz="750" spc="-10">
                <a:solidFill>
                  <a:srgbClr val="005399"/>
                </a:solidFill>
                <a:latin typeface="Aptos"/>
                <a:cs typeface="Aptos"/>
              </a:rPr>
              <a:t> </a:t>
            </a:r>
            <a:r>
              <a:rPr sz="750">
                <a:solidFill>
                  <a:srgbClr val="005399"/>
                </a:solidFill>
                <a:latin typeface="Aptos"/>
                <a:cs typeface="Aptos"/>
              </a:rPr>
              <a:t>75010</a:t>
            </a:r>
            <a:r>
              <a:rPr lang="fr-FR" sz="750">
                <a:solidFill>
                  <a:srgbClr val="005399"/>
                </a:solidFill>
                <a:latin typeface="Aptos"/>
                <a:cs typeface="Aptos"/>
              </a:rPr>
              <a:t> </a:t>
            </a:r>
            <a:r>
              <a:rPr sz="750" spc="-10">
                <a:solidFill>
                  <a:srgbClr val="005399"/>
                </a:solidFill>
                <a:latin typeface="Aptos"/>
                <a:cs typeface="Aptos"/>
              </a:rPr>
              <a:t>Paris</a:t>
            </a:r>
            <a:endParaRPr sz="750">
              <a:latin typeface="Aptos"/>
              <a:cs typeface="Aptos"/>
            </a:endParaRPr>
          </a:p>
        </p:txBody>
      </p:sp>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70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Webinar on data | 27/01/2025</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44" r:id="rId1"/>
    <p:sldLayoutId id="2147483742" r:id="rId2"/>
    <p:sldLayoutId id="2147483739"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4"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43" r:id="rId1"/>
    <p:sldLayoutId id="2147483741"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6" name="Image 5" descr="Une image contenant Visage humain, habits, personne, intérieur&#10;&#10;Description générée automatiquement">
            <a:extLst>
              <a:ext uri="{FF2B5EF4-FFF2-40B4-BE49-F238E27FC236}">
                <a16:creationId xmlns:a16="http://schemas.microsoft.com/office/drawing/2014/main" id="{7E36A98F-A6D7-E0B3-5F31-92324B499481}"/>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5784" r="2638"/>
          <a:stretch/>
        </p:blipFill>
        <p:spPr>
          <a:xfrm>
            <a:off x="2731135" y="-1093"/>
            <a:ext cx="7370394" cy="6858000"/>
          </a:xfrm>
          <a:prstGeom prst="rect">
            <a:avLst/>
          </a:prstGeom>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746"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hyperlink" Target="https://unfccc.int/ghg-inventories-annex-i-parties/2025" TargetMode="External"/><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unfccc.int/documents/646500"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mailto:Jean-pierre.chang@citepa.org" TargetMode="External"/><Relationship Id="rId1" Type="http://schemas.openxmlformats.org/officeDocument/2006/relationships/slideLayout" Target="../slideLayouts/slideLayout15.xml"/><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4FD8F-91CB-95A5-3015-2C9B7960CC28}"/>
              </a:ext>
            </a:extLst>
          </p:cNvPr>
          <p:cNvSpPr>
            <a:spLocks noGrp="1"/>
          </p:cNvSpPr>
          <p:nvPr>
            <p:ph type="title"/>
          </p:nvPr>
        </p:nvSpPr>
        <p:spPr>
          <a:xfrm>
            <a:off x="4440620" y="2359296"/>
            <a:ext cx="4876800" cy="1747621"/>
          </a:xfrm>
        </p:spPr>
        <p:txBody>
          <a:bodyPr/>
          <a:lstStyle/>
          <a:p>
            <a:r>
              <a:rPr lang="en-US" noProof="0" dirty="0"/>
              <a:t>The proxy inventory</a:t>
            </a:r>
            <a:br>
              <a:rPr lang="en-US" noProof="0" dirty="0"/>
            </a:br>
            <a:r>
              <a:rPr lang="en-US" noProof="0" dirty="0"/>
              <a:t>Trial Exercise</a:t>
            </a:r>
          </a:p>
        </p:txBody>
      </p:sp>
      <p:pic>
        <p:nvPicPr>
          <p:cNvPr id="4" name="Image 3">
            <a:extLst>
              <a:ext uri="{FF2B5EF4-FFF2-40B4-BE49-F238E27FC236}">
                <a16:creationId xmlns:a16="http://schemas.microsoft.com/office/drawing/2014/main" id="{B9A5F599-11C5-5A85-36D3-B83798820BC1}"/>
              </a:ext>
            </a:extLst>
          </p:cNvPr>
          <p:cNvPicPr>
            <a:picLocks noChangeAspect="1"/>
          </p:cNvPicPr>
          <p:nvPr/>
        </p:nvPicPr>
        <p:blipFill>
          <a:blip r:embed="rId2"/>
          <a:stretch>
            <a:fillRect/>
          </a:stretch>
        </p:blipFill>
        <p:spPr>
          <a:xfrm>
            <a:off x="2896792" y="5705341"/>
            <a:ext cx="4612121" cy="955142"/>
          </a:xfrm>
          <a:prstGeom prst="rect">
            <a:avLst/>
          </a:prstGeom>
        </p:spPr>
      </p:pic>
    </p:spTree>
    <p:extLst>
      <p:ext uri="{BB962C8B-B14F-4D97-AF65-F5344CB8AC3E}">
        <p14:creationId xmlns:p14="http://schemas.microsoft.com/office/powerpoint/2010/main" val="3134624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DC917-ECEE-D996-7430-D6944251F4DD}"/>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F5BB73E6-27B1-4DDF-D99F-5A2E0E4EF7CF}"/>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2</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F91ACBEA-62B3-8095-DF23-5AE39CCD0573}"/>
              </a:ext>
            </a:extLst>
          </p:cNvPr>
          <p:cNvSpPr txBox="1">
            <a:spLocks/>
          </p:cNvSpPr>
          <p:nvPr/>
        </p:nvSpPr>
        <p:spPr>
          <a:xfrm>
            <a:off x="481629" y="424798"/>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 proxy indicator approach</a:t>
            </a:r>
          </a:p>
          <a:p>
            <a:r>
              <a:rPr lang="en-US" sz="3200" dirty="0">
                <a:solidFill>
                  <a:srgbClr val="005399"/>
                </a:solidFill>
              </a:rPr>
              <a:t>Recall of the proxy emission calculations</a:t>
            </a:r>
            <a:endParaRPr lang="en-US" sz="3200" noProof="0" dirty="0">
              <a:solidFill>
                <a:srgbClr val="005399"/>
              </a:solidFill>
            </a:endParaRPr>
          </a:p>
        </p:txBody>
      </p:sp>
      <p:sp>
        <p:nvSpPr>
          <p:cNvPr id="17" name="Espace réservé du texte 2">
            <a:extLst>
              <a:ext uri="{FF2B5EF4-FFF2-40B4-BE49-F238E27FC236}">
                <a16:creationId xmlns:a16="http://schemas.microsoft.com/office/drawing/2014/main" id="{FE5AE14D-6E14-2B70-9CB5-39B8BAF50B67}"/>
              </a:ext>
            </a:extLst>
          </p:cNvPr>
          <p:cNvSpPr txBox="1">
            <a:spLocks/>
          </p:cNvSpPr>
          <p:nvPr/>
        </p:nvSpPr>
        <p:spPr>
          <a:xfrm>
            <a:off x="402643" y="3146086"/>
            <a:ext cx="9424371" cy="86403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noProof="0" dirty="0">
                <a:solidFill>
                  <a:srgbClr val="086239"/>
                </a:solidFill>
                <a:sym typeface="Wingdings" panose="05000000000000000000" pitchFamily="2" charset="2"/>
              </a:rPr>
              <a:t>What you need</a:t>
            </a:r>
            <a:r>
              <a:rPr lang="en-US" sz="2400" b="0" noProof="0" dirty="0">
                <a:solidFill>
                  <a:srgbClr val="000000"/>
                </a:solidFill>
                <a:sym typeface="Wingdings" panose="05000000000000000000" pitchFamily="2" charset="2"/>
              </a:rPr>
              <a:t>	 Activity data of inventoried year (X-2)</a:t>
            </a:r>
          </a:p>
          <a:p>
            <a:r>
              <a:rPr lang="en-US" sz="2400" b="0" noProof="0" dirty="0">
                <a:solidFill>
                  <a:srgbClr val="000000"/>
                </a:solidFill>
                <a:sym typeface="Wingdings" panose="05000000000000000000" pitchFamily="2" charset="2"/>
              </a:rPr>
              <a:t>			 Indicators trend ratio</a:t>
            </a:r>
            <a:r>
              <a:rPr lang="en-US" sz="2400" baseline="-25000" dirty="0">
                <a:solidFill>
                  <a:srgbClr val="000000"/>
                </a:solidFill>
                <a:sym typeface="Wingdings" panose="05000000000000000000" pitchFamily="2" charset="2"/>
              </a:rPr>
              <a:t> (X-1/X-2)</a:t>
            </a:r>
            <a:endParaRPr lang="en-US" sz="2400" b="0" noProof="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pPr marL="357188" lvl="1"/>
            <a:endParaRPr lang="en-US" sz="2400" b="0" noProof="0" dirty="0">
              <a:solidFill>
                <a:srgbClr val="000000"/>
              </a:solidFill>
              <a:sym typeface="Wingdings" panose="05000000000000000000" pitchFamily="2" charset="2"/>
            </a:endParaRPr>
          </a:p>
        </p:txBody>
      </p:sp>
      <p:sp>
        <p:nvSpPr>
          <p:cNvPr id="10" name="Espace réservé du texte 2">
            <a:extLst>
              <a:ext uri="{FF2B5EF4-FFF2-40B4-BE49-F238E27FC236}">
                <a16:creationId xmlns:a16="http://schemas.microsoft.com/office/drawing/2014/main" id="{A5B9858A-4B67-4AB4-C5D3-7CD76FA55E08}"/>
              </a:ext>
            </a:extLst>
          </p:cNvPr>
          <p:cNvSpPr txBox="1">
            <a:spLocks/>
          </p:cNvSpPr>
          <p:nvPr/>
        </p:nvSpPr>
        <p:spPr>
          <a:xfrm>
            <a:off x="402643" y="2079080"/>
            <a:ext cx="4953128" cy="45216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Proxy activity data (X-1)</a:t>
            </a:r>
          </a:p>
        </p:txBody>
      </p:sp>
      <p:sp>
        <p:nvSpPr>
          <p:cNvPr id="11" name="ZoneTexte 10">
            <a:extLst>
              <a:ext uri="{FF2B5EF4-FFF2-40B4-BE49-F238E27FC236}">
                <a16:creationId xmlns:a16="http://schemas.microsoft.com/office/drawing/2014/main" id="{918C3760-1936-1B35-AFB4-E0656ABFF54F}"/>
              </a:ext>
            </a:extLst>
          </p:cNvPr>
          <p:cNvSpPr txBox="1"/>
          <p:nvPr/>
        </p:nvSpPr>
        <p:spPr>
          <a:xfrm>
            <a:off x="852765" y="2598876"/>
            <a:ext cx="6668991" cy="461665"/>
          </a:xfrm>
          <a:prstGeom prst="rect">
            <a:avLst/>
          </a:prstGeom>
          <a:noFill/>
          <a:ln w="19050">
            <a:solidFill>
              <a:schemeClr val="tx1"/>
            </a:solidFill>
          </a:ln>
        </p:spPr>
        <p:txBody>
          <a:bodyPr wrap="square" rtlCol="0">
            <a:spAutoFit/>
          </a:bodyPr>
          <a:lstStyle/>
          <a:p>
            <a:r>
              <a:rPr lang="en-US" sz="2400" b="1" noProof="0" dirty="0">
                <a:solidFill>
                  <a:schemeClr val="tx1"/>
                </a:solidFill>
                <a:sym typeface="Wingdings" panose="05000000000000000000" pitchFamily="2" charset="2"/>
              </a:rPr>
              <a:t>AD</a:t>
            </a:r>
            <a:r>
              <a:rPr lang="en-US" sz="2400" b="1" baseline="-25000" noProof="0" dirty="0">
                <a:solidFill>
                  <a:schemeClr val="tx1"/>
                </a:solidFill>
                <a:sym typeface="Wingdings" panose="05000000000000000000" pitchFamily="2" charset="2"/>
              </a:rPr>
              <a:t>(X-1) </a:t>
            </a:r>
            <a:r>
              <a:rPr lang="en-US" sz="2400" b="1" noProof="0" dirty="0">
                <a:solidFill>
                  <a:schemeClr val="tx1"/>
                </a:solidFill>
                <a:sym typeface="Wingdings" panose="05000000000000000000" pitchFamily="2" charset="2"/>
              </a:rPr>
              <a:t>= AD</a:t>
            </a:r>
            <a:r>
              <a:rPr lang="en-US" sz="2400" b="1" baseline="-25000" noProof="0" dirty="0">
                <a:solidFill>
                  <a:schemeClr val="tx1"/>
                </a:solidFill>
                <a:sym typeface="Wingdings" panose="05000000000000000000" pitchFamily="2" charset="2"/>
              </a:rPr>
              <a:t>(X-2)</a:t>
            </a:r>
            <a:r>
              <a:rPr lang="en-US" sz="2400" b="1" noProof="0" dirty="0">
                <a:solidFill>
                  <a:schemeClr val="tx1"/>
                </a:solidFill>
                <a:sym typeface="Wingdings" panose="05000000000000000000" pitchFamily="2" charset="2"/>
              </a:rPr>
              <a:t> x Indicator </a:t>
            </a:r>
            <a:r>
              <a:rPr lang="en-US" sz="2400" b="1" noProof="0" dirty="0">
                <a:solidFill>
                  <a:srgbClr val="000000"/>
                </a:solidFill>
                <a:sym typeface="Wingdings" panose="05000000000000000000" pitchFamily="2" charset="2"/>
              </a:rPr>
              <a:t>trend ratio</a:t>
            </a:r>
            <a:r>
              <a:rPr lang="en-US" sz="2400" b="1" baseline="-25000" noProof="0" dirty="0">
                <a:solidFill>
                  <a:srgbClr val="000000"/>
                </a:solidFill>
                <a:sym typeface="Wingdings" panose="05000000000000000000" pitchFamily="2" charset="2"/>
              </a:rPr>
              <a:t>(X-1/X-2)</a:t>
            </a:r>
            <a:endParaRPr lang="en-US" sz="2400" b="1" noProof="0" dirty="0">
              <a:solidFill>
                <a:schemeClr val="tx1"/>
              </a:solidFill>
            </a:endParaRPr>
          </a:p>
        </p:txBody>
      </p:sp>
      <p:sp>
        <p:nvSpPr>
          <p:cNvPr id="12" name="Espace réservé du texte 2">
            <a:extLst>
              <a:ext uri="{FF2B5EF4-FFF2-40B4-BE49-F238E27FC236}">
                <a16:creationId xmlns:a16="http://schemas.microsoft.com/office/drawing/2014/main" id="{BB490FF1-1341-FCC0-9484-5D99A120AFAB}"/>
              </a:ext>
            </a:extLst>
          </p:cNvPr>
          <p:cNvSpPr txBox="1">
            <a:spLocks/>
          </p:cNvSpPr>
          <p:nvPr/>
        </p:nvSpPr>
        <p:spPr>
          <a:xfrm>
            <a:off x="385757" y="4264260"/>
            <a:ext cx="4729072" cy="45216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Proxy emission (X-1)</a:t>
            </a:r>
          </a:p>
        </p:txBody>
      </p:sp>
      <p:sp>
        <p:nvSpPr>
          <p:cNvPr id="13" name="Espace réservé du texte 2">
            <a:extLst>
              <a:ext uri="{FF2B5EF4-FFF2-40B4-BE49-F238E27FC236}">
                <a16:creationId xmlns:a16="http://schemas.microsoft.com/office/drawing/2014/main" id="{D23BF701-7D5F-2C5A-D8A9-9D8AE08E7A24}"/>
              </a:ext>
            </a:extLst>
          </p:cNvPr>
          <p:cNvSpPr txBox="1">
            <a:spLocks/>
          </p:cNvSpPr>
          <p:nvPr/>
        </p:nvSpPr>
        <p:spPr>
          <a:xfrm>
            <a:off x="481629" y="5374717"/>
            <a:ext cx="9424371" cy="91241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noProof="0" dirty="0">
                <a:solidFill>
                  <a:srgbClr val="086239"/>
                </a:solidFill>
                <a:sym typeface="Wingdings" panose="05000000000000000000" pitchFamily="2" charset="2"/>
              </a:rPr>
              <a:t>What you need</a:t>
            </a:r>
            <a:r>
              <a:rPr lang="en-US" sz="2400" b="0" noProof="0" dirty="0">
                <a:solidFill>
                  <a:srgbClr val="000000"/>
                </a:solidFill>
                <a:sym typeface="Wingdings" panose="05000000000000000000" pitchFamily="2" charset="2"/>
              </a:rPr>
              <a:t>	 Proxy activity data (X-1)</a:t>
            </a:r>
          </a:p>
          <a:p>
            <a:r>
              <a:rPr lang="en-US" sz="2400" b="0" noProof="0" dirty="0">
                <a:solidFill>
                  <a:srgbClr val="000000"/>
                </a:solidFill>
                <a:sym typeface="Wingdings" panose="05000000000000000000" pitchFamily="2" charset="2"/>
              </a:rPr>
              <a:t>			 Previous inventory EF (X-2 or X-1) </a:t>
            </a:r>
          </a:p>
          <a:p>
            <a:endParaRPr lang="en-US" sz="2400" b="0" noProof="0" dirty="0">
              <a:solidFill>
                <a:srgbClr val="000000"/>
              </a:solidFill>
              <a:sym typeface="Wingdings" panose="05000000000000000000" pitchFamily="2" charset="2"/>
            </a:endParaRPr>
          </a:p>
        </p:txBody>
      </p:sp>
      <p:sp>
        <p:nvSpPr>
          <p:cNvPr id="14" name="ZoneTexte 13">
            <a:extLst>
              <a:ext uri="{FF2B5EF4-FFF2-40B4-BE49-F238E27FC236}">
                <a16:creationId xmlns:a16="http://schemas.microsoft.com/office/drawing/2014/main" id="{0393C7B7-9BFA-A190-A89F-5A5A0803259F}"/>
              </a:ext>
            </a:extLst>
          </p:cNvPr>
          <p:cNvSpPr txBox="1"/>
          <p:nvPr/>
        </p:nvSpPr>
        <p:spPr>
          <a:xfrm>
            <a:off x="852766" y="4756347"/>
            <a:ext cx="3919906" cy="461665"/>
          </a:xfrm>
          <a:prstGeom prst="rect">
            <a:avLst/>
          </a:prstGeom>
          <a:noFill/>
          <a:ln w="19050">
            <a:solidFill>
              <a:schemeClr val="tx1"/>
            </a:solidFill>
          </a:ln>
        </p:spPr>
        <p:txBody>
          <a:bodyPr wrap="square" rtlCol="0">
            <a:spAutoFit/>
          </a:bodyPr>
          <a:lstStyle/>
          <a:p>
            <a:r>
              <a:rPr lang="en-US" sz="2400" b="1" noProof="0" dirty="0">
                <a:solidFill>
                  <a:srgbClr val="000000"/>
                </a:solidFill>
                <a:sym typeface="Wingdings" panose="05000000000000000000" pitchFamily="2" charset="2"/>
              </a:rPr>
              <a:t>E</a:t>
            </a:r>
            <a:r>
              <a:rPr lang="en-US" sz="2400" b="1" baseline="-25000" noProof="0" dirty="0">
                <a:solidFill>
                  <a:srgbClr val="000000"/>
                </a:solidFill>
                <a:sym typeface="Wingdings" panose="05000000000000000000" pitchFamily="2" charset="2"/>
              </a:rPr>
              <a:t>(X-1)</a:t>
            </a:r>
            <a:r>
              <a:rPr lang="en-US" sz="2400" b="1" noProof="0" dirty="0">
                <a:solidFill>
                  <a:srgbClr val="000000"/>
                </a:solidFill>
                <a:sym typeface="Wingdings" panose="05000000000000000000" pitchFamily="2" charset="2"/>
              </a:rPr>
              <a:t> = AD</a:t>
            </a:r>
            <a:r>
              <a:rPr lang="en-US" sz="2400" b="1" baseline="-25000" noProof="0" dirty="0">
                <a:solidFill>
                  <a:srgbClr val="000000"/>
                </a:solidFill>
                <a:sym typeface="Wingdings" panose="05000000000000000000" pitchFamily="2" charset="2"/>
              </a:rPr>
              <a:t>(X-1)</a:t>
            </a:r>
            <a:r>
              <a:rPr lang="en-US" sz="2400" b="1" noProof="0" dirty="0">
                <a:solidFill>
                  <a:srgbClr val="000000"/>
                </a:solidFill>
                <a:sym typeface="Wingdings" panose="05000000000000000000" pitchFamily="2" charset="2"/>
              </a:rPr>
              <a:t> x EF</a:t>
            </a:r>
            <a:r>
              <a:rPr lang="en-US" sz="2400" b="1" baseline="-25000" noProof="0" dirty="0">
                <a:solidFill>
                  <a:srgbClr val="000000"/>
                </a:solidFill>
                <a:sym typeface="Wingdings" panose="05000000000000000000" pitchFamily="2" charset="2"/>
              </a:rPr>
              <a:t>(X-2 or X-1)</a:t>
            </a:r>
            <a:endParaRPr lang="en-US" sz="2400" b="1" noProof="0" dirty="0"/>
          </a:p>
        </p:txBody>
      </p:sp>
      <p:pic>
        <p:nvPicPr>
          <p:cNvPr id="15" name="Image 14" descr="Abeille - J’aime">
            <a:extLst>
              <a:ext uri="{FF2B5EF4-FFF2-40B4-BE49-F238E27FC236}">
                <a16:creationId xmlns:a16="http://schemas.microsoft.com/office/drawing/2014/main" id="{20B3D173-89AB-0177-BE9F-AE06340DEF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62977" y="4644190"/>
            <a:ext cx="864037" cy="864037"/>
          </a:xfrm>
          <a:prstGeom prst="rect">
            <a:avLst/>
          </a:prstGeom>
        </p:spPr>
      </p:pic>
      <p:pic>
        <p:nvPicPr>
          <p:cNvPr id="2" name="Image 1" descr="Chat - Question">
            <a:extLst>
              <a:ext uri="{FF2B5EF4-FFF2-40B4-BE49-F238E27FC236}">
                <a16:creationId xmlns:a16="http://schemas.microsoft.com/office/drawing/2014/main" id="{5A5AF142-98F4-57B1-CA92-3DE11F97F7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27559" y="2856017"/>
            <a:ext cx="868891" cy="868891"/>
          </a:xfrm>
          <a:prstGeom prst="rect">
            <a:avLst/>
          </a:prstGeom>
        </p:spPr>
      </p:pic>
    </p:spTree>
    <p:extLst>
      <p:ext uri="{BB962C8B-B14F-4D97-AF65-F5344CB8AC3E}">
        <p14:creationId xmlns:p14="http://schemas.microsoft.com/office/powerpoint/2010/main" val="1849539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0" grpId="0"/>
      <p:bldP spid="11" grpId="0" animBg="1"/>
      <p:bldP spid="12" grpId="0"/>
      <p:bldP spid="13" grpId="0"/>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B315-6EBA-DECC-CA2C-F33A10E31C24}"/>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DE69F0C3-91FA-26A9-2C37-1177C6636D45}"/>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3</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8B0C2D6E-C77B-5BC0-5F51-4D6EFAF3D12D}"/>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noProof="0" dirty="0">
                <a:solidFill>
                  <a:srgbClr val="005399"/>
                </a:solidFill>
              </a:rPr>
              <a:t>Trial proxy calculations</a:t>
            </a:r>
          </a:p>
        </p:txBody>
      </p:sp>
      <p:sp>
        <p:nvSpPr>
          <p:cNvPr id="17" name="Espace réservé du texte 2">
            <a:extLst>
              <a:ext uri="{FF2B5EF4-FFF2-40B4-BE49-F238E27FC236}">
                <a16:creationId xmlns:a16="http://schemas.microsoft.com/office/drawing/2014/main" id="{14A4D73A-6C0A-BE98-B7FD-C10B79B3C023}"/>
              </a:ext>
            </a:extLst>
          </p:cNvPr>
          <p:cNvSpPr txBox="1">
            <a:spLocks/>
          </p:cNvSpPr>
          <p:nvPr/>
        </p:nvSpPr>
        <p:spPr>
          <a:xfrm>
            <a:off x="240814" y="1789931"/>
            <a:ext cx="9424371" cy="360187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solidFill>
                  <a:srgbClr val="086239"/>
                </a:solidFill>
                <a:sym typeface="Wingdings" panose="05000000000000000000" pitchFamily="2" charset="2"/>
              </a:rPr>
              <a:t>Do you have available activity data for the year X-2 and related indicators for X-2 and X-1 ?</a:t>
            </a:r>
          </a:p>
          <a:p>
            <a:endParaRPr lang="en-US" sz="2400" dirty="0">
              <a:solidFill>
                <a:srgbClr val="086239"/>
              </a:solidFill>
              <a:sym typeface="Wingdings" panose="05000000000000000000" pitchFamily="2" charset="2"/>
            </a:endParaRPr>
          </a:p>
          <a:p>
            <a:pPr marL="342900" indent="-342900">
              <a:buFont typeface="Wingdings" panose="05000000000000000000" pitchFamily="2" charset="2"/>
              <a:buChar char="à"/>
            </a:pPr>
            <a:r>
              <a:rPr lang="en-US" sz="2400" noProof="0" dirty="0">
                <a:solidFill>
                  <a:srgbClr val="000000"/>
                </a:solidFill>
                <a:sym typeface="Wingdings" panose="05000000000000000000" pitchFamily="2" charset="2"/>
              </a:rPr>
              <a:t>If yes, start the trial exercise with your own data, in an Excel file :</a:t>
            </a:r>
          </a:p>
          <a:p>
            <a:pPr marL="457200" indent="-457200">
              <a:buFont typeface="+mj-lt"/>
              <a:buAutoNum type="arabicPeriod"/>
            </a:pPr>
            <a:r>
              <a:rPr lang="en-US" sz="2400" b="0" dirty="0">
                <a:solidFill>
                  <a:srgbClr val="000000"/>
                </a:solidFill>
                <a:sym typeface="Wingdings" panose="05000000000000000000" pitchFamily="2" charset="2"/>
              </a:rPr>
              <a:t>AD (X-2) for some CRT categories / fuels</a:t>
            </a:r>
          </a:p>
          <a:p>
            <a:pPr marL="457200" indent="-457200">
              <a:buFont typeface="+mj-lt"/>
              <a:buAutoNum type="arabicPeriod"/>
            </a:pPr>
            <a:r>
              <a:rPr lang="en-US" sz="2400" b="0" dirty="0">
                <a:solidFill>
                  <a:srgbClr val="000000"/>
                </a:solidFill>
                <a:sym typeface="Wingdings" panose="05000000000000000000" pitchFamily="2" charset="2"/>
              </a:rPr>
              <a:t>Identify indicators and links with AD </a:t>
            </a:r>
          </a:p>
          <a:p>
            <a:pPr marL="457200" indent="-457200">
              <a:buFont typeface="+mj-lt"/>
              <a:buAutoNum type="arabicPeriod"/>
            </a:pPr>
            <a:r>
              <a:rPr lang="en-US" sz="2400" b="0" dirty="0">
                <a:solidFill>
                  <a:srgbClr val="000000"/>
                </a:solidFill>
                <a:sym typeface="Wingdings" panose="05000000000000000000" pitchFamily="2" charset="2"/>
              </a:rPr>
              <a:t>Indicators data for (X-2 and X-1) and trend ratio</a:t>
            </a:r>
            <a:r>
              <a:rPr lang="en-US" sz="2400" b="0" baseline="-25000" dirty="0">
                <a:solidFill>
                  <a:srgbClr val="000000"/>
                </a:solidFill>
                <a:sym typeface="Wingdings" panose="05000000000000000000" pitchFamily="2" charset="2"/>
              </a:rPr>
              <a:t>(X-1/X-2)</a:t>
            </a:r>
            <a:endParaRPr lang="en-US" sz="2400" b="0" dirty="0">
              <a:solidFill>
                <a:srgbClr val="000000"/>
              </a:solidFill>
              <a:sym typeface="Wingdings" panose="05000000000000000000" pitchFamily="2" charset="2"/>
            </a:endParaRPr>
          </a:p>
          <a:p>
            <a:pPr marL="457200" indent="-457200">
              <a:buFont typeface="+mj-lt"/>
              <a:buAutoNum type="arabicPeriod"/>
            </a:pPr>
            <a:r>
              <a:rPr lang="en-US" sz="2400" b="0" dirty="0">
                <a:solidFill>
                  <a:srgbClr val="000000"/>
                </a:solidFill>
                <a:sym typeface="Wingdings" panose="05000000000000000000" pitchFamily="2" charset="2"/>
              </a:rPr>
              <a:t>Calculation of proxy AD (X-1)</a:t>
            </a:r>
          </a:p>
          <a:p>
            <a:pPr marL="457200" indent="-457200">
              <a:buFont typeface="+mj-lt"/>
              <a:buAutoNum type="arabicPeriod"/>
            </a:pPr>
            <a:r>
              <a:rPr lang="en-US" sz="2400" b="0" dirty="0">
                <a:solidFill>
                  <a:srgbClr val="000000"/>
                </a:solidFill>
                <a:sym typeface="Wingdings" panose="05000000000000000000" pitchFamily="2" charset="2"/>
              </a:rPr>
              <a:t>Calculation of proxy emissions (X-1)</a:t>
            </a:r>
          </a:p>
          <a:p>
            <a:r>
              <a:rPr lang="en-US" sz="2400" b="0" dirty="0">
                <a:solidFill>
                  <a:srgbClr val="000000"/>
                </a:solidFill>
                <a:sym typeface="Wingdings" panose="05000000000000000000" pitchFamily="2" charset="2"/>
              </a:rPr>
              <a:t>	</a:t>
            </a: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397797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D739-D5BB-3F28-4924-CE1D6E67DE0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53B46D1C-AE3B-2B4D-CBF2-3A686A6A511C}"/>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4</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E4E5577C-3296-B450-93A9-F794FFFC3B4A}"/>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noProof="0" dirty="0">
                <a:solidFill>
                  <a:srgbClr val="005399"/>
                </a:solidFill>
              </a:rPr>
              <a:t>Trial proxy calculations</a:t>
            </a:r>
          </a:p>
        </p:txBody>
      </p:sp>
      <p:sp>
        <p:nvSpPr>
          <p:cNvPr id="17" name="Espace réservé du texte 2">
            <a:extLst>
              <a:ext uri="{FF2B5EF4-FFF2-40B4-BE49-F238E27FC236}">
                <a16:creationId xmlns:a16="http://schemas.microsoft.com/office/drawing/2014/main" id="{3BEE6F64-3B81-4598-EAE9-5FC53F070425}"/>
              </a:ext>
            </a:extLst>
          </p:cNvPr>
          <p:cNvSpPr txBox="1">
            <a:spLocks/>
          </p:cNvSpPr>
          <p:nvPr/>
        </p:nvSpPr>
        <p:spPr>
          <a:xfrm>
            <a:off x="240814" y="1789931"/>
            <a:ext cx="9424371" cy="2169594"/>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solidFill>
                  <a:srgbClr val="086239"/>
                </a:solidFill>
                <a:sym typeface="Wingdings" panose="05000000000000000000" pitchFamily="2" charset="2"/>
              </a:rPr>
              <a:t>Do you have available activity data for the year X-2 and related indicators for X-2 and X-1 ?</a:t>
            </a:r>
          </a:p>
          <a:p>
            <a:endParaRPr lang="en-US" sz="2400" dirty="0">
              <a:solidFill>
                <a:srgbClr val="086239"/>
              </a:solidFill>
              <a:sym typeface="Wingdings" panose="05000000000000000000" pitchFamily="2" charset="2"/>
            </a:endParaRPr>
          </a:p>
          <a:p>
            <a:pPr marL="342900" indent="-342900">
              <a:buFont typeface="Wingdings" panose="05000000000000000000" pitchFamily="2" charset="2"/>
              <a:buChar char="à"/>
            </a:pPr>
            <a:r>
              <a:rPr lang="en-US" sz="2400" noProof="0" dirty="0">
                <a:solidFill>
                  <a:srgbClr val="000000"/>
                </a:solidFill>
                <a:sym typeface="Wingdings" panose="05000000000000000000" pitchFamily="2" charset="2"/>
              </a:rPr>
              <a:t>If no, </a:t>
            </a:r>
            <a:r>
              <a:rPr lang="en-US" sz="2400" b="0" noProof="0" dirty="0">
                <a:solidFill>
                  <a:srgbClr val="000000"/>
                </a:solidFill>
                <a:sym typeface="Wingdings" panose="05000000000000000000" pitchFamily="2" charset="2"/>
              </a:rPr>
              <a:t>possible </a:t>
            </a:r>
            <a:r>
              <a:rPr lang="en-US" sz="2400" b="0" dirty="0">
                <a:solidFill>
                  <a:srgbClr val="000000"/>
                </a:solidFill>
                <a:sym typeface="Wingdings" panose="05000000000000000000" pitchFamily="2" charset="2"/>
              </a:rPr>
              <a:t>trial exercise based on one given example of CRT tables</a:t>
            </a:r>
            <a:r>
              <a:rPr lang="en-US" sz="2400" b="0" noProof="0" dirty="0">
                <a:solidFill>
                  <a:srgbClr val="000000"/>
                </a:solidFill>
                <a:sym typeface="Wingdings" panose="05000000000000000000" pitchFamily="2" charset="2"/>
              </a:rPr>
              <a:t> in an Excel file.</a:t>
            </a:r>
          </a:p>
          <a:p>
            <a:endParaRPr lang="en-US" sz="2400" b="0" dirty="0">
              <a:solidFill>
                <a:srgbClr val="000000"/>
              </a:solidFill>
              <a:sym typeface="Wingdings" panose="05000000000000000000" pitchFamily="2" charset="2"/>
            </a:endParaRPr>
          </a:p>
          <a:p>
            <a:r>
              <a:rPr lang="en-US" sz="2400" b="0" dirty="0">
                <a:solidFill>
                  <a:srgbClr val="000000"/>
                </a:solidFill>
                <a:sym typeface="Wingdings" panose="05000000000000000000" pitchFamily="2" charset="2"/>
              </a:rPr>
              <a:t>	</a:t>
            </a: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
        <p:nvSpPr>
          <p:cNvPr id="2" name="Espace réservé du texte 2">
            <a:extLst>
              <a:ext uri="{FF2B5EF4-FFF2-40B4-BE49-F238E27FC236}">
                <a16:creationId xmlns:a16="http://schemas.microsoft.com/office/drawing/2014/main" id="{03C7266D-CDE9-11FE-0F87-E0E0B9699E36}"/>
              </a:ext>
            </a:extLst>
          </p:cNvPr>
          <p:cNvSpPr txBox="1">
            <a:spLocks/>
          </p:cNvSpPr>
          <p:nvPr/>
        </p:nvSpPr>
        <p:spPr>
          <a:xfrm>
            <a:off x="240814" y="4084553"/>
            <a:ext cx="9424371" cy="2100582"/>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buAutoNum type="arabicParenR"/>
            </a:pPr>
            <a:r>
              <a:rPr lang="en-US" sz="2400" dirty="0">
                <a:solidFill>
                  <a:srgbClr val="000000"/>
                </a:solidFill>
                <a:sym typeface="Wingdings" panose="05000000000000000000" pitchFamily="2" charset="2"/>
              </a:rPr>
              <a:t>Collecting inventory AD (X-2) for some CRT categories / fuels</a:t>
            </a:r>
          </a:p>
          <a:p>
            <a:r>
              <a:rPr lang="en-US" sz="2400" b="0" dirty="0">
                <a:solidFill>
                  <a:srgbClr val="F58227"/>
                </a:solidFill>
                <a:sym typeface="Wingdings" panose="05000000000000000000" pitchFamily="2" charset="2"/>
              </a:rPr>
              <a:t>-&gt; For the trial exercise: can you find the CRT tables from submission 2025 of France for the year 2023 in the UNFCCC web site ?</a:t>
            </a:r>
          </a:p>
          <a:p>
            <a:endParaRPr lang="en-US" sz="2400" b="0" dirty="0">
              <a:solidFill>
                <a:srgbClr val="000000"/>
              </a:solidFill>
              <a:sym typeface="Wingdings" panose="05000000000000000000" pitchFamily="2" charset="2"/>
            </a:endParaRPr>
          </a:p>
          <a:p>
            <a:r>
              <a:rPr lang="en-US" sz="2400" b="0" dirty="0">
                <a:solidFill>
                  <a:srgbClr val="000000"/>
                </a:solidFill>
                <a:sym typeface="Wingdings" panose="05000000000000000000" pitchFamily="2" charset="2"/>
              </a:rPr>
              <a:t>	</a:t>
            </a: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159485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04D28-E1B7-BCD5-DFE6-DD5C77042AC4}"/>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8B649DC-233B-31A7-3C98-F972014FDF1A}"/>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5</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C348B698-E672-A3DE-5C26-FF8B7CC2D724}"/>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noProof="0" dirty="0">
                <a:solidFill>
                  <a:srgbClr val="005399"/>
                </a:solidFill>
              </a:rPr>
              <a:t>Trial proxy calculations</a:t>
            </a:r>
          </a:p>
        </p:txBody>
      </p:sp>
      <p:sp>
        <p:nvSpPr>
          <p:cNvPr id="17" name="Espace réservé du texte 2">
            <a:extLst>
              <a:ext uri="{FF2B5EF4-FFF2-40B4-BE49-F238E27FC236}">
                <a16:creationId xmlns:a16="http://schemas.microsoft.com/office/drawing/2014/main" id="{BF8169FA-7518-76AA-1D0C-6A3DCFB15014}"/>
              </a:ext>
            </a:extLst>
          </p:cNvPr>
          <p:cNvSpPr txBox="1">
            <a:spLocks/>
          </p:cNvSpPr>
          <p:nvPr/>
        </p:nvSpPr>
        <p:spPr>
          <a:xfrm>
            <a:off x="240814" y="1789930"/>
            <a:ext cx="9424371" cy="4791837"/>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buAutoNum type="arabicParenR"/>
            </a:pPr>
            <a:r>
              <a:rPr lang="en-US" sz="2400" dirty="0">
                <a:solidFill>
                  <a:srgbClr val="000000"/>
                </a:solidFill>
                <a:sym typeface="Wingdings" panose="05000000000000000000" pitchFamily="2" charset="2"/>
              </a:rPr>
              <a:t>Collecting inventory AD (X-2) for some CRT categories / fuels</a:t>
            </a:r>
          </a:p>
          <a:p>
            <a:r>
              <a:rPr lang="en-US" sz="2400" b="0" dirty="0">
                <a:solidFill>
                  <a:srgbClr val="147E46"/>
                </a:solidFill>
                <a:sym typeface="Wingdings" panose="05000000000000000000" pitchFamily="2" charset="2"/>
              </a:rPr>
              <a:t>-&gt; French CRT tables submission 2025 available on : </a:t>
            </a:r>
            <a:r>
              <a:rPr lang="en-US" sz="2400" dirty="0">
                <a:hlinkClick r:id="rId3"/>
              </a:rPr>
              <a:t>National Inventory Submissions 2025 | UNFCCC</a:t>
            </a:r>
            <a:r>
              <a:rPr lang="en-US" sz="2400" dirty="0"/>
              <a:t> /</a:t>
            </a:r>
            <a:r>
              <a:rPr lang="en-US" sz="2400" b="0" dirty="0">
                <a:solidFill>
                  <a:srgbClr val="000000"/>
                </a:solidFill>
                <a:sym typeface="Wingdings" panose="05000000000000000000" pitchFamily="2" charset="2"/>
              </a:rPr>
              <a:t> </a:t>
            </a:r>
            <a:r>
              <a:rPr lang="en-US" sz="2400" dirty="0">
                <a:hlinkClick r:id="rId4"/>
              </a:rPr>
              <a:t>France. 2025 Common Reporting Table (CRT). | UNFCCC</a:t>
            </a:r>
            <a:r>
              <a:rPr lang="en-US" sz="2400" b="0" dirty="0">
                <a:solidFill>
                  <a:srgbClr val="000000"/>
                </a:solidFill>
                <a:sym typeface="Wingdings" panose="05000000000000000000" pitchFamily="2" charset="2"/>
              </a:rPr>
              <a:t>	</a:t>
            </a:r>
          </a:p>
          <a:p>
            <a:r>
              <a:rPr lang="en-US" sz="2400" b="0" dirty="0">
                <a:solidFill>
                  <a:srgbClr val="147E46"/>
                </a:solidFill>
                <a:sym typeface="Wingdings" panose="05000000000000000000" pitchFamily="2" charset="2"/>
              </a:rPr>
              <a:t>CRT 2023 file: “FRA-CRT-2025-V1.0-2023-20250415-170700_awaiting submission.xlsx”</a:t>
            </a:r>
          </a:p>
          <a:p>
            <a:endParaRPr lang="en-US" sz="2400" b="0" dirty="0">
              <a:solidFill>
                <a:srgbClr val="147E46"/>
              </a:solidFill>
              <a:sym typeface="Wingdings" panose="05000000000000000000" pitchFamily="2" charset="2"/>
            </a:endParaRPr>
          </a:p>
          <a:p>
            <a:r>
              <a:rPr lang="en-US" sz="2400" b="0" dirty="0">
                <a:solidFill>
                  <a:srgbClr val="F58227"/>
                </a:solidFill>
                <a:sym typeface="Wingdings" panose="05000000000000000000" pitchFamily="2" charset="2"/>
              </a:rPr>
              <a:t>The Trial exercise will focus and be based on the background table for Energy 1A1- Combustion in industry of energy (including AD, IEF and emissions) : </a:t>
            </a:r>
          </a:p>
          <a:p>
            <a:r>
              <a:rPr lang="en-US" sz="2400" b="0" dirty="0">
                <a:solidFill>
                  <a:srgbClr val="F58227"/>
                </a:solidFill>
                <a:sym typeface="Wingdings" panose="05000000000000000000" pitchFamily="2" charset="2"/>
              </a:rPr>
              <a:t>-&gt; Can you identify and open this Excel sheet ?</a:t>
            </a: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2386586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27D08-E8C5-A4B5-376A-AE8BC31EFC96}"/>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890CBA77-92D4-1A04-041B-A4ADBDF2DE9A}"/>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1A185E27-5094-1908-DA8E-CBAA4009B2AD}"/>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noProof="0" dirty="0">
                <a:solidFill>
                  <a:srgbClr val="005399"/>
                </a:solidFill>
              </a:rPr>
              <a:t>Trial proxy calculations</a:t>
            </a:r>
          </a:p>
        </p:txBody>
      </p:sp>
      <p:sp>
        <p:nvSpPr>
          <p:cNvPr id="17" name="Espace réservé du texte 2">
            <a:extLst>
              <a:ext uri="{FF2B5EF4-FFF2-40B4-BE49-F238E27FC236}">
                <a16:creationId xmlns:a16="http://schemas.microsoft.com/office/drawing/2014/main" id="{F833C0F6-701A-891D-D2E5-0F59F58FFEAC}"/>
              </a:ext>
            </a:extLst>
          </p:cNvPr>
          <p:cNvSpPr txBox="1">
            <a:spLocks/>
          </p:cNvSpPr>
          <p:nvPr/>
        </p:nvSpPr>
        <p:spPr>
          <a:xfrm>
            <a:off x="240814" y="1789930"/>
            <a:ext cx="9424371" cy="4791837"/>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solidFill>
                  <a:srgbClr val="000000"/>
                </a:solidFill>
                <a:sym typeface="Wingdings" panose="05000000000000000000" pitchFamily="2" charset="2"/>
              </a:rPr>
              <a:t>Collecting GHG inventory AD (X-2) :</a:t>
            </a:r>
          </a:p>
          <a:p>
            <a:r>
              <a:rPr lang="en-US" sz="2400" b="0" dirty="0">
                <a:solidFill>
                  <a:srgbClr val="000000"/>
                </a:solidFill>
                <a:sym typeface="Wingdings" panose="05000000000000000000" pitchFamily="2" charset="2"/>
              </a:rPr>
              <a:t>Trial exercise based on AD from CRT background table for Energy 1A1 : </a:t>
            </a:r>
          </a:p>
          <a:p>
            <a:pPr marL="342900" indent="-342900">
              <a:buFont typeface="Wingdings" panose="05000000000000000000" pitchFamily="2" charset="2"/>
              <a:buChar char="è"/>
            </a:pPr>
            <a:r>
              <a:rPr lang="en-US" sz="2400" dirty="0">
                <a:solidFill>
                  <a:srgbClr val="147E46"/>
                </a:solidFill>
                <a:sym typeface="Wingdings" panose="05000000000000000000" pitchFamily="2" charset="2"/>
              </a:rPr>
              <a:t>Table1.A(a)s1</a:t>
            </a:r>
          </a:p>
          <a:p>
            <a:r>
              <a:rPr lang="en-US" sz="2400" b="0" dirty="0">
                <a:solidFill>
                  <a:srgbClr val="F58227"/>
                </a:solidFill>
                <a:sym typeface="Wingdings" panose="05000000000000000000" pitchFamily="2" charset="2"/>
              </a:rPr>
              <a:t> In this table you can hide rows with automatic calculations i.e. rows with input AD and emissions from the GHGI remain.</a:t>
            </a:r>
          </a:p>
          <a:p>
            <a:endParaRPr lang="en-US" sz="2400" dirty="0">
              <a:solidFill>
                <a:srgbClr val="103251"/>
              </a:solidFill>
              <a:sym typeface="Wingdings" panose="05000000000000000000" pitchFamily="2" charset="2"/>
            </a:endParaRPr>
          </a:p>
          <a:p>
            <a:r>
              <a:rPr lang="en-US" sz="2400" dirty="0">
                <a:solidFill>
                  <a:srgbClr val="103251"/>
                </a:solidFill>
                <a:sym typeface="Wingdings" panose="05000000000000000000" pitchFamily="2" charset="2"/>
              </a:rPr>
              <a:t>Then the next steps can follow: </a:t>
            </a:r>
          </a:p>
          <a:p>
            <a:pPr marL="342900" indent="-342900">
              <a:buFont typeface="Wingdings" panose="05000000000000000000" pitchFamily="2" charset="2"/>
              <a:buChar char="ü"/>
            </a:pPr>
            <a:r>
              <a:rPr lang="en-US" sz="2400" b="0" dirty="0">
                <a:solidFill>
                  <a:srgbClr val="F58227"/>
                </a:solidFill>
                <a:sym typeface="Wingdings" panose="05000000000000000000" pitchFamily="2" charset="2"/>
              </a:rPr>
              <a:t>Identify indicators and links with AD </a:t>
            </a:r>
          </a:p>
          <a:p>
            <a:pPr marL="342900" indent="-342900">
              <a:buFont typeface="Wingdings" panose="05000000000000000000" pitchFamily="2" charset="2"/>
              <a:buChar char="ü"/>
            </a:pPr>
            <a:r>
              <a:rPr lang="en-US" sz="2400" b="0" dirty="0">
                <a:solidFill>
                  <a:srgbClr val="F58227"/>
                </a:solidFill>
                <a:sym typeface="Wingdings" panose="05000000000000000000" pitchFamily="2" charset="2"/>
              </a:rPr>
              <a:t>Indicators data for (X-2 and X-1) and trend ratio</a:t>
            </a:r>
            <a:r>
              <a:rPr lang="en-US" sz="2400" b="0" baseline="-25000" dirty="0">
                <a:solidFill>
                  <a:srgbClr val="F58227"/>
                </a:solidFill>
                <a:sym typeface="Wingdings" panose="05000000000000000000" pitchFamily="2" charset="2"/>
              </a:rPr>
              <a:t>(X-1/X-2)</a:t>
            </a:r>
            <a:endParaRPr lang="en-US" sz="2400" b="0" dirty="0">
              <a:solidFill>
                <a:srgbClr val="F58227"/>
              </a:solidFill>
              <a:sym typeface="Wingdings" panose="05000000000000000000" pitchFamily="2" charset="2"/>
            </a:endParaRPr>
          </a:p>
          <a:p>
            <a:pPr marL="342900" indent="-342900">
              <a:buFont typeface="Wingdings" panose="05000000000000000000" pitchFamily="2" charset="2"/>
              <a:buChar char="ü"/>
            </a:pPr>
            <a:r>
              <a:rPr lang="en-US" sz="2400" b="0" dirty="0">
                <a:solidFill>
                  <a:srgbClr val="F58227"/>
                </a:solidFill>
                <a:sym typeface="Wingdings" panose="05000000000000000000" pitchFamily="2" charset="2"/>
              </a:rPr>
              <a:t>Calculation of proxy AD (X-1)</a:t>
            </a:r>
          </a:p>
          <a:p>
            <a:pPr marL="342900" indent="-342900">
              <a:buFont typeface="Wingdings" panose="05000000000000000000" pitchFamily="2" charset="2"/>
              <a:buChar char="ü"/>
            </a:pPr>
            <a:r>
              <a:rPr lang="en-US" sz="2400" b="0" dirty="0">
                <a:solidFill>
                  <a:srgbClr val="F58227"/>
                </a:solidFill>
                <a:sym typeface="Wingdings" panose="05000000000000000000" pitchFamily="2" charset="2"/>
              </a:rPr>
              <a:t>Calculation of proxy emissions (X-1)</a:t>
            </a:r>
          </a:p>
          <a:p>
            <a:pPr marL="342900" indent="-342900">
              <a:buFont typeface="Wingdings" panose="05000000000000000000" pitchFamily="2" charset="2"/>
              <a:buChar char="ü"/>
            </a:pPr>
            <a:endParaRPr lang="en-US" sz="2400" dirty="0">
              <a:solidFill>
                <a:srgbClr val="103251"/>
              </a:solidFill>
              <a:sym typeface="Wingdings" panose="05000000000000000000" pitchFamily="2" charset="2"/>
            </a:endParaRPr>
          </a:p>
          <a:p>
            <a:pPr marL="342900" indent="-342900">
              <a:buFont typeface="Wingdings" panose="05000000000000000000" pitchFamily="2" charset="2"/>
              <a:buChar char="è"/>
            </a:pPr>
            <a:endParaRPr lang="en-US" sz="2400" dirty="0">
              <a:solidFill>
                <a:srgbClr val="147E46"/>
              </a:solidFill>
              <a:sym typeface="Wingdings" panose="05000000000000000000" pitchFamily="2" charset="2"/>
            </a:endParaRPr>
          </a:p>
          <a:p>
            <a:endParaRPr lang="en-US" sz="2400" dirty="0">
              <a:solidFill>
                <a:srgbClr val="147E46"/>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196995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544-0947-C426-092B-1D8CD31B0830}"/>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49516B19-4D9C-CE71-11D5-E7206C255947}"/>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7</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87A1FCD0-C659-37F6-9D88-A53A882A360E}"/>
              </a:ext>
            </a:extLst>
          </p:cNvPr>
          <p:cNvSpPr txBox="1">
            <a:spLocks/>
          </p:cNvSpPr>
          <p:nvPr/>
        </p:nvSpPr>
        <p:spPr>
          <a:xfrm>
            <a:off x="495019" y="206587"/>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dirty="0">
                <a:solidFill>
                  <a:srgbClr val="005399"/>
                </a:solidFill>
              </a:rPr>
              <a:t>Simple trial calculation</a:t>
            </a:r>
            <a:endParaRPr lang="en-US" sz="3200" noProof="0" dirty="0">
              <a:solidFill>
                <a:srgbClr val="005399"/>
              </a:solidFill>
            </a:endParaRPr>
          </a:p>
        </p:txBody>
      </p:sp>
      <p:pic>
        <p:nvPicPr>
          <p:cNvPr id="5" name="Image 4">
            <a:extLst>
              <a:ext uri="{FF2B5EF4-FFF2-40B4-BE49-F238E27FC236}">
                <a16:creationId xmlns:a16="http://schemas.microsoft.com/office/drawing/2014/main" id="{60E4A579-4F3B-0395-F0C1-2A471CF46696}"/>
              </a:ext>
            </a:extLst>
          </p:cNvPr>
          <p:cNvPicPr>
            <a:picLocks noChangeAspect="1"/>
          </p:cNvPicPr>
          <p:nvPr/>
        </p:nvPicPr>
        <p:blipFill>
          <a:blip r:embed="rId3"/>
          <a:stretch>
            <a:fillRect/>
          </a:stretch>
        </p:blipFill>
        <p:spPr>
          <a:xfrm>
            <a:off x="62230" y="1220047"/>
            <a:ext cx="9811940" cy="5431366"/>
          </a:xfrm>
          <a:prstGeom prst="rect">
            <a:avLst/>
          </a:prstGeom>
        </p:spPr>
      </p:pic>
    </p:spTree>
    <p:extLst>
      <p:ext uri="{BB962C8B-B14F-4D97-AF65-F5344CB8AC3E}">
        <p14:creationId xmlns:p14="http://schemas.microsoft.com/office/powerpoint/2010/main" val="476348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5E2C-52CC-4FA5-88D2-A530B1C4348F}"/>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23E4ACE4-A799-5E66-9C11-9CC623965441}"/>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8</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63CC5659-6B56-4072-D7A4-C08FAD3BE820}"/>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p:txBody>
      </p:sp>
      <p:sp>
        <p:nvSpPr>
          <p:cNvPr id="17" name="Espace réservé du texte 2">
            <a:extLst>
              <a:ext uri="{FF2B5EF4-FFF2-40B4-BE49-F238E27FC236}">
                <a16:creationId xmlns:a16="http://schemas.microsoft.com/office/drawing/2014/main" id="{2F0FC32D-E271-C74A-077F-378C5FC17725}"/>
              </a:ext>
            </a:extLst>
          </p:cNvPr>
          <p:cNvSpPr txBox="1">
            <a:spLocks/>
          </p:cNvSpPr>
          <p:nvPr/>
        </p:nvSpPr>
        <p:spPr>
          <a:xfrm>
            <a:off x="402643" y="1033081"/>
            <a:ext cx="9424371" cy="4791837"/>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dirty="0">
                <a:solidFill>
                  <a:srgbClr val="103251"/>
                </a:solidFill>
                <a:sym typeface="Wingdings" panose="05000000000000000000" pitchFamily="2" charset="2"/>
              </a:rPr>
              <a:t>Trial identification of indicators for the CRT 1A1 – Combustion in energy industry : </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EP1: Electricity production – coal</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EP2: Electricity production – fuel oil</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EP3: Electricity production – natural gas</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EP4: Electricity production – wood</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HP: Heat production from heat plant</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PP: Petroleum production</a:t>
            </a:r>
          </a:p>
          <a:p>
            <a:pPr marL="342900" indent="-342900">
              <a:buFont typeface="Arial" panose="020B0604020202020204" pitchFamily="34" charset="0"/>
              <a:buChar char="•"/>
            </a:pPr>
            <a:r>
              <a:rPr lang="en-US" sz="2400" b="0" dirty="0">
                <a:solidFill>
                  <a:srgbClr val="103251"/>
                </a:solidFill>
                <a:sym typeface="Wingdings" panose="05000000000000000000" pitchFamily="2" charset="2"/>
              </a:rPr>
              <a:t>SFP: Solid fuel production</a:t>
            </a:r>
          </a:p>
          <a:p>
            <a:endParaRPr lang="en-US" sz="2400" dirty="0">
              <a:solidFill>
                <a:srgbClr val="103251"/>
              </a:solidFill>
              <a:sym typeface="Wingdings" panose="05000000000000000000" pitchFamily="2" charset="2"/>
            </a:endParaRPr>
          </a:p>
          <a:p>
            <a:r>
              <a:rPr lang="en-US" sz="2400" dirty="0">
                <a:solidFill>
                  <a:srgbClr val="F58227"/>
                </a:solidFill>
                <a:sym typeface="Wingdings" panose="05000000000000000000" pitchFamily="2" charset="2"/>
              </a:rPr>
              <a:t>-&gt; Can you link the CRT AD (1A1x/fuel type) with those indicators ?</a:t>
            </a:r>
          </a:p>
          <a:p>
            <a:endParaRPr lang="en-US" sz="2400" dirty="0">
              <a:solidFill>
                <a:srgbClr val="103251"/>
              </a:solidFill>
              <a:sym typeface="Wingdings" panose="05000000000000000000" pitchFamily="2" charset="2"/>
            </a:endParaRPr>
          </a:p>
          <a:p>
            <a:pPr marL="342900" indent="-342900">
              <a:buFont typeface="Wingdings" panose="05000000000000000000" pitchFamily="2" charset="2"/>
              <a:buChar char="è"/>
            </a:pPr>
            <a:endParaRPr lang="en-US" sz="2400" dirty="0">
              <a:solidFill>
                <a:srgbClr val="147E46"/>
              </a:solidFill>
              <a:sym typeface="Wingdings" panose="05000000000000000000" pitchFamily="2" charset="2"/>
            </a:endParaRPr>
          </a:p>
          <a:p>
            <a:endParaRPr lang="en-US" sz="2400" dirty="0">
              <a:solidFill>
                <a:srgbClr val="147E46"/>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153534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CCF48-2825-5A98-562A-97F76625521C}"/>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B0F7BA3C-6D7E-0C81-BCC0-15C55E585AB8}"/>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9</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D7B3E0C5-485D-3B7F-159B-A37D0907D246}"/>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dirty="0">
                <a:solidFill>
                  <a:srgbClr val="005399"/>
                </a:solidFill>
              </a:rPr>
              <a:t>Simple trial calculation</a:t>
            </a:r>
            <a:endParaRPr lang="en-US" sz="3200" noProof="0" dirty="0">
              <a:solidFill>
                <a:srgbClr val="005399"/>
              </a:solidFill>
            </a:endParaRPr>
          </a:p>
        </p:txBody>
      </p:sp>
      <p:pic>
        <p:nvPicPr>
          <p:cNvPr id="4" name="Image 3">
            <a:extLst>
              <a:ext uri="{FF2B5EF4-FFF2-40B4-BE49-F238E27FC236}">
                <a16:creationId xmlns:a16="http://schemas.microsoft.com/office/drawing/2014/main" id="{D8091B7B-F2F9-AB03-CA56-9465A5CB4482}"/>
              </a:ext>
            </a:extLst>
          </p:cNvPr>
          <p:cNvPicPr>
            <a:picLocks noChangeAspect="1"/>
          </p:cNvPicPr>
          <p:nvPr/>
        </p:nvPicPr>
        <p:blipFill>
          <a:blip r:embed="rId3"/>
          <a:stretch>
            <a:fillRect/>
          </a:stretch>
        </p:blipFill>
        <p:spPr>
          <a:xfrm>
            <a:off x="0" y="1314749"/>
            <a:ext cx="10644996" cy="5319003"/>
          </a:xfrm>
          <a:prstGeom prst="rect">
            <a:avLst/>
          </a:prstGeom>
        </p:spPr>
      </p:pic>
    </p:spTree>
    <p:extLst>
      <p:ext uri="{BB962C8B-B14F-4D97-AF65-F5344CB8AC3E}">
        <p14:creationId xmlns:p14="http://schemas.microsoft.com/office/powerpoint/2010/main" val="420939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C8C63-AA43-DCF3-EA50-2865696A9B84}"/>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26FDF52F-F651-2AC9-38E2-51BFA56DBE9D}"/>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07BB616D-EAB1-365E-FC62-BADB50DC0B34}"/>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noProof="0" dirty="0">
                <a:solidFill>
                  <a:srgbClr val="005399"/>
                </a:solidFill>
              </a:rPr>
              <a:t>Trial proxy calculations</a:t>
            </a:r>
          </a:p>
        </p:txBody>
      </p:sp>
      <p:sp>
        <p:nvSpPr>
          <p:cNvPr id="17" name="Espace réservé du texte 2">
            <a:extLst>
              <a:ext uri="{FF2B5EF4-FFF2-40B4-BE49-F238E27FC236}">
                <a16:creationId xmlns:a16="http://schemas.microsoft.com/office/drawing/2014/main" id="{89C6DF3B-059E-050A-D8DF-D5588874F59E}"/>
              </a:ext>
            </a:extLst>
          </p:cNvPr>
          <p:cNvSpPr txBox="1">
            <a:spLocks/>
          </p:cNvSpPr>
          <p:nvPr/>
        </p:nvSpPr>
        <p:spPr>
          <a:xfrm>
            <a:off x="240814" y="1789931"/>
            <a:ext cx="9424371" cy="360187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noProof="0" dirty="0">
                <a:solidFill>
                  <a:srgbClr val="000000"/>
                </a:solidFill>
                <a:sym typeface="Wingdings" panose="05000000000000000000" pitchFamily="2" charset="2"/>
              </a:rPr>
              <a:t>Compilation of trial proxy calculation in an Excel file :</a:t>
            </a:r>
          </a:p>
          <a:p>
            <a:pPr marL="457200" indent="-457200">
              <a:buFont typeface="Wingdings" panose="05000000000000000000" pitchFamily="2" charset="2"/>
              <a:buChar char="ü"/>
            </a:pPr>
            <a:r>
              <a:rPr lang="en-US" sz="2400" b="0" dirty="0">
                <a:solidFill>
                  <a:srgbClr val="086239"/>
                </a:solidFill>
                <a:sym typeface="Wingdings" panose="05000000000000000000" pitchFamily="2" charset="2"/>
              </a:rPr>
              <a:t>AD (X-2) for some CRT categories / fuels: done</a:t>
            </a:r>
          </a:p>
          <a:p>
            <a:pPr marL="457200" indent="-457200">
              <a:buFont typeface="Wingdings" panose="05000000000000000000" pitchFamily="2" charset="2"/>
              <a:buChar char="ü"/>
            </a:pPr>
            <a:r>
              <a:rPr lang="en-US" sz="2400" b="0" dirty="0">
                <a:solidFill>
                  <a:srgbClr val="086239"/>
                </a:solidFill>
                <a:sym typeface="Wingdings" panose="05000000000000000000" pitchFamily="2" charset="2"/>
              </a:rPr>
              <a:t>Identify indicators and links with AD: done</a:t>
            </a:r>
          </a:p>
          <a:p>
            <a:pPr marL="457200" indent="-457200">
              <a:buFont typeface="Wingdings" panose="05000000000000000000" pitchFamily="2" charset="2"/>
              <a:buChar char="ü"/>
            </a:pPr>
            <a:endParaRPr lang="en-US" sz="2400" b="0" dirty="0">
              <a:solidFill>
                <a:srgbClr val="086239"/>
              </a:solidFill>
              <a:sym typeface="Wingdings" panose="05000000000000000000" pitchFamily="2" charset="2"/>
            </a:endParaRPr>
          </a:p>
          <a:p>
            <a:r>
              <a:rPr lang="en-US" sz="2400" dirty="0">
                <a:solidFill>
                  <a:srgbClr val="000000"/>
                </a:solidFill>
                <a:sym typeface="Wingdings" panose="05000000000000000000" pitchFamily="2" charset="2"/>
              </a:rPr>
              <a:t>Remaining steps to finish the trial exercise in the Excel file (</a:t>
            </a:r>
            <a:r>
              <a:rPr lang="en-US" sz="2400" dirty="0" err="1">
                <a:solidFill>
                  <a:srgbClr val="000000"/>
                </a:solidFill>
                <a:sym typeface="Wingdings" panose="05000000000000000000" pitchFamily="2" charset="2"/>
              </a:rPr>
              <a:t>homeworks</a:t>
            </a:r>
            <a:r>
              <a:rPr lang="en-US" sz="2400" dirty="0">
                <a:solidFill>
                  <a:srgbClr val="000000"/>
                </a:solidFill>
                <a:sym typeface="Wingdings" panose="05000000000000000000" pitchFamily="2" charset="2"/>
              </a:rPr>
              <a:t>):</a:t>
            </a:r>
          </a:p>
          <a:p>
            <a:pPr marL="457200" indent="-457200">
              <a:buFont typeface="Wingdings" panose="05000000000000000000" pitchFamily="2" charset="2"/>
              <a:buChar char="Ø"/>
            </a:pPr>
            <a:r>
              <a:rPr lang="en-US" sz="2400" b="0" dirty="0">
                <a:solidFill>
                  <a:srgbClr val="F58227"/>
                </a:solidFill>
                <a:sym typeface="Wingdings" panose="05000000000000000000" pitchFamily="2" charset="2"/>
              </a:rPr>
              <a:t>Indicators data for (X-2 and X-1) and trend ratio</a:t>
            </a:r>
            <a:r>
              <a:rPr lang="en-US" sz="2400" b="0" baseline="-25000" dirty="0">
                <a:solidFill>
                  <a:srgbClr val="F58227"/>
                </a:solidFill>
                <a:sym typeface="Wingdings" panose="05000000000000000000" pitchFamily="2" charset="2"/>
              </a:rPr>
              <a:t>(X-1/X-2)</a:t>
            </a:r>
            <a:endParaRPr lang="en-US" sz="2400" b="0" dirty="0">
              <a:solidFill>
                <a:srgbClr val="F58227"/>
              </a:solidFill>
              <a:sym typeface="Wingdings" panose="05000000000000000000" pitchFamily="2" charset="2"/>
            </a:endParaRPr>
          </a:p>
          <a:p>
            <a:pPr marL="457200" indent="-457200">
              <a:buFont typeface="Wingdings" panose="05000000000000000000" pitchFamily="2" charset="2"/>
              <a:buChar char="Ø"/>
            </a:pPr>
            <a:r>
              <a:rPr lang="en-US" sz="2400" b="0" dirty="0">
                <a:solidFill>
                  <a:srgbClr val="F58227"/>
                </a:solidFill>
                <a:sym typeface="Wingdings" panose="05000000000000000000" pitchFamily="2" charset="2"/>
              </a:rPr>
              <a:t>Calculation of proxy AD (X-1)</a:t>
            </a:r>
          </a:p>
          <a:p>
            <a:pPr marL="457200" indent="-457200">
              <a:buFont typeface="Wingdings" panose="05000000000000000000" pitchFamily="2" charset="2"/>
              <a:buChar char="Ø"/>
            </a:pPr>
            <a:r>
              <a:rPr lang="en-US" sz="2400" b="0" dirty="0">
                <a:solidFill>
                  <a:srgbClr val="F58227"/>
                </a:solidFill>
                <a:sym typeface="Wingdings" panose="05000000000000000000" pitchFamily="2" charset="2"/>
              </a:rPr>
              <a:t>Calculation of proxy emissions (X-1)</a:t>
            </a:r>
          </a:p>
          <a:p>
            <a:r>
              <a:rPr lang="en-US" sz="2400" b="0" dirty="0">
                <a:solidFill>
                  <a:srgbClr val="000000"/>
                </a:solidFill>
                <a:sym typeface="Wingdings" panose="05000000000000000000" pitchFamily="2" charset="2"/>
              </a:rPr>
              <a:t>	</a:t>
            </a: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dirty="0">
              <a:solidFill>
                <a:srgbClr val="000000"/>
              </a:solidFill>
              <a:sym typeface="Wingdings" panose="05000000000000000000" pitchFamily="2" charset="2"/>
            </a:endParaRPr>
          </a:p>
          <a:p>
            <a:endParaRPr lang="en-US" sz="2400" b="0" noProof="0" dirty="0">
              <a:solidFill>
                <a:srgbClr val="000000"/>
              </a:solidFill>
              <a:sym typeface="Wingdings" panose="05000000000000000000" pitchFamily="2" charset="2"/>
            </a:endParaRPr>
          </a:p>
          <a:p>
            <a:r>
              <a:rPr lang="en-US" sz="2400" b="0" noProof="0" dirty="0">
                <a:solidFill>
                  <a:srgbClr val="000000"/>
                </a:solidFill>
                <a:sym typeface="Wingdings" panose="05000000000000000000" pitchFamily="2" charset="2"/>
              </a:rPr>
              <a:t>			</a:t>
            </a:r>
          </a:p>
        </p:txBody>
      </p:sp>
    </p:spTree>
    <p:extLst>
      <p:ext uri="{BB962C8B-B14F-4D97-AF65-F5344CB8AC3E}">
        <p14:creationId xmlns:p14="http://schemas.microsoft.com/office/powerpoint/2010/main" val="290794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BA48E-8F90-B92E-ED95-F53160701952}"/>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B60D8D6B-EF6B-C8A3-0C0F-8923DF811F5C}"/>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11</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22" name="Titre 1">
            <a:extLst>
              <a:ext uri="{FF2B5EF4-FFF2-40B4-BE49-F238E27FC236}">
                <a16:creationId xmlns:a16="http://schemas.microsoft.com/office/drawing/2014/main" id="{4BA35F98-F8C1-1ED0-46D8-F0D565E1C9CA}"/>
              </a:ext>
            </a:extLst>
          </p:cNvPr>
          <p:cNvSpPr txBox="1">
            <a:spLocks/>
          </p:cNvSpPr>
          <p:nvPr/>
        </p:nvSpPr>
        <p:spPr>
          <a:xfrm>
            <a:off x="467926" y="276232"/>
            <a:ext cx="9293806" cy="1215190"/>
          </a:xfrm>
          <a:prstGeom prst="rect">
            <a:avLst/>
          </a:prstGeom>
        </p:spPr>
        <p:txBody>
          <a:bodyPr lIns="0" tIns="0" rIns="0" bIns="0"/>
          <a:lstStyle>
            <a:lvl1pPr>
              <a:defRPr sz="2200" b="1" i="0">
                <a:solidFill>
                  <a:srgbClr val="58595B"/>
                </a:solidFill>
                <a:latin typeface="Aptos"/>
                <a:ea typeface="+mj-ea"/>
                <a:cs typeface="Aptos"/>
              </a:defRPr>
            </a:lvl1pPr>
          </a:lstStyle>
          <a:p>
            <a:r>
              <a:rPr lang="en-US" sz="3200" noProof="0" dirty="0"/>
              <a:t>Trial exercise: proxy indicator approach</a:t>
            </a:r>
          </a:p>
          <a:p>
            <a:r>
              <a:rPr lang="en-US" sz="3200" dirty="0">
                <a:solidFill>
                  <a:srgbClr val="005399"/>
                </a:solidFill>
              </a:rPr>
              <a:t>P</a:t>
            </a:r>
            <a:r>
              <a:rPr lang="en-US" sz="3200" noProof="0" dirty="0" err="1">
                <a:solidFill>
                  <a:srgbClr val="005399"/>
                </a:solidFill>
              </a:rPr>
              <a:t>roxy</a:t>
            </a:r>
            <a:r>
              <a:rPr lang="en-US" sz="3200" noProof="0" dirty="0">
                <a:solidFill>
                  <a:srgbClr val="005399"/>
                </a:solidFill>
              </a:rPr>
              <a:t> calculations</a:t>
            </a:r>
          </a:p>
        </p:txBody>
      </p:sp>
      <p:sp>
        <p:nvSpPr>
          <p:cNvPr id="17" name="Espace réservé du texte 2">
            <a:extLst>
              <a:ext uri="{FF2B5EF4-FFF2-40B4-BE49-F238E27FC236}">
                <a16:creationId xmlns:a16="http://schemas.microsoft.com/office/drawing/2014/main" id="{EC0172A8-1373-8F46-2A6F-510C90BDC3C0}"/>
              </a:ext>
            </a:extLst>
          </p:cNvPr>
          <p:cNvSpPr txBox="1">
            <a:spLocks/>
          </p:cNvSpPr>
          <p:nvPr/>
        </p:nvSpPr>
        <p:spPr>
          <a:xfrm>
            <a:off x="272079" y="1491422"/>
            <a:ext cx="9424371" cy="4987016"/>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400" noProof="0" dirty="0">
                <a:solidFill>
                  <a:srgbClr val="000000"/>
                </a:solidFill>
                <a:sym typeface="Wingdings" panose="05000000000000000000" pitchFamily="2" charset="2"/>
              </a:rPr>
              <a:t>In the present trial exercise, a simplified implementation has been used : </a:t>
            </a:r>
          </a:p>
          <a:p>
            <a:r>
              <a:rPr lang="en-US" sz="2400" b="0" dirty="0">
                <a:solidFill>
                  <a:srgbClr val="000000"/>
                </a:solidFill>
                <a:sym typeface="Wingdings" panose="05000000000000000000" pitchFamily="2" charset="2"/>
              </a:rPr>
              <a:t>. A choice of implementation based on the CRT level for proxy AD </a:t>
            </a:r>
          </a:p>
          <a:p>
            <a:r>
              <a:rPr lang="en-US" sz="2400" b="0" dirty="0">
                <a:solidFill>
                  <a:srgbClr val="000000"/>
                </a:solidFill>
                <a:sym typeface="Wingdings" panose="05000000000000000000" pitchFamily="2" charset="2"/>
              </a:rPr>
              <a:t>. A simple calculation in Excel</a:t>
            </a:r>
          </a:p>
          <a:p>
            <a:endParaRPr lang="en-US" sz="2400" dirty="0">
              <a:solidFill>
                <a:srgbClr val="000000"/>
              </a:solidFill>
              <a:sym typeface="Wingdings" panose="05000000000000000000" pitchFamily="2" charset="2"/>
            </a:endParaRPr>
          </a:p>
          <a:p>
            <a:r>
              <a:rPr lang="en-US" sz="2400" dirty="0">
                <a:solidFill>
                  <a:srgbClr val="000000"/>
                </a:solidFill>
                <a:sym typeface="Wingdings" panose="05000000000000000000" pitchFamily="2" charset="2"/>
              </a:rPr>
              <a:t>In general, more complex and systematic implementation can be developed: </a:t>
            </a:r>
          </a:p>
          <a:p>
            <a:r>
              <a:rPr lang="en-US" sz="2400" b="0" dirty="0">
                <a:solidFill>
                  <a:srgbClr val="000000"/>
                </a:solidFill>
                <a:sym typeface="Wingdings" panose="05000000000000000000" pitchFamily="2" charset="2"/>
              </a:rPr>
              <a:t>. An implementation at the national GHG inventory system level where activity data may be defined generally at more detailed sub-categories of sources, and with more detailed sub-categories of fuels…. </a:t>
            </a:r>
          </a:p>
          <a:p>
            <a:r>
              <a:rPr lang="en-US" sz="2400" b="0" dirty="0">
                <a:solidFill>
                  <a:srgbClr val="000000"/>
                </a:solidFill>
                <a:sym typeface="Wingdings" panose="05000000000000000000" pitchFamily="2" charset="2"/>
              </a:rPr>
              <a:t>. IT implementation using databases (of AD, EF, Emissions and indicators) for the proxy calculations.</a:t>
            </a:r>
          </a:p>
        </p:txBody>
      </p:sp>
    </p:spTree>
    <p:extLst>
      <p:ext uri="{BB962C8B-B14F-4D97-AF65-F5344CB8AC3E}">
        <p14:creationId xmlns:p14="http://schemas.microsoft.com/office/powerpoint/2010/main" val="319436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6">
            <a:extLst>
              <a:ext uri="{FF2B5EF4-FFF2-40B4-BE49-F238E27FC236}">
                <a16:creationId xmlns:a16="http://schemas.microsoft.com/office/drawing/2014/main" id="{B4556FEA-D65A-2646-A854-BEEAB30BFFBF}"/>
              </a:ext>
            </a:extLst>
          </p:cNvPr>
          <p:cNvSpPr txBox="1"/>
          <p:nvPr/>
        </p:nvSpPr>
        <p:spPr>
          <a:xfrm>
            <a:off x="6221996" y="377948"/>
            <a:ext cx="3193415" cy="1449115"/>
          </a:xfrm>
          <a:prstGeom prst="rect">
            <a:avLst/>
          </a:prstGeom>
        </p:spPr>
        <p:txBody>
          <a:bodyPr vert="horz" wrap="square" lIns="0" tIns="12700" rIns="0" bIns="0" rtlCol="0">
            <a:spAutoFit/>
          </a:bodyPr>
          <a:lstStyle/>
          <a:p>
            <a:pPr>
              <a:lnSpc>
                <a:spcPct val="107000"/>
              </a:lnSpc>
              <a:spcAft>
                <a:spcPts val="800"/>
              </a:spcAft>
            </a:pPr>
            <a:r>
              <a:rPr lang="en-US" sz="950" b="1" spc="-10" noProof="0" dirty="0">
                <a:solidFill>
                  <a:srgbClr val="005399"/>
                </a:solidFill>
                <a:latin typeface="Aptos" panose="020B0004020202020204" pitchFamily="34" charset="0"/>
              </a:rPr>
              <a:t>Citepa is an association that guides players in the ecological transition in France and around the world.</a:t>
            </a:r>
          </a:p>
          <a:p>
            <a:pPr>
              <a:lnSpc>
                <a:spcPct val="107000"/>
              </a:lnSpc>
              <a:spcAft>
                <a:spcPts val="800"/>
              </a:spcAft>
            </a:pPr>
            <a:r>
              <a:rPr lang="en-US" sz="950" noProof="0" dirty="0">
                <a:solidFill>
                  <a:srgbClr val="005399"/>
                </a:solidFill>
                <a:latin typeface="Aptos" panose="020B0004020202020204" pitchFamily="34" charset="0"/>
              </a:rPr>
              <a:t>It assesses the impact of human activities on climate and air pollution. It produces reference data and develops solutions to encourage action to reduce emissions, improve air quality and adapt to climate change.</a:t>
            </a:r>
          </a:p>
          <a:p>
            <a:r>
              <a:rPr lang="en-US" sz="950" noProof="0" dirty="0">
                <a:solidFill>
                  <a:srgbClr val="005399"/>
                </a:solidFill>
                <a:latin typeface="Aptos" panose="020B0004020202020204" pitchFamily="34" charset="0"/>
              </a:rPr>
              <a:t>Our multidisciplinary team contributes to building a sustainable world.</a:t>
            </a:r>
            <a:endParaRPr lang="en-US" sz="950" noProof="0" dirty="0">
              <a:latin typeface="Aptos" panose="020B0004020202020204" pitchFamily="34" charset="0"/>
              <a:cs typeface="Circular Std Bold Italic"/>
            </a:endParaRPr>
          </a:p>
        </p:txBody>
      </p:sp>
      <p:sp>
        <p:nvSpPr>
          <p:cNvPr id="11" name="object 5">
            <a:extLst>
              <a:ext uri="{FF2B5EF4-FFF2-40B4-BE49-F238E27FC236}">
                <a16:creationId xmlns:a16="http://schemas.microsoft.com/office/drawing/2014/main" id="{D8E9EFD9-6574-3086-6675-204A5091F758}"/>
              </a:ext>
            </a:extLst>
          </p:cNvPr>
          <p:cNvSpPr/>
          <p:nvPr/>
        </p:nvSpPr>
        <p:spPr>
          <a:xfrm>
            <a:off x="6518658" y="6248467"/>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lang="en-US" noProof="0" dirty="0"/>
          </a:p>
        </p:txBody>
      </p:sp>
      <p:sp>
        <p:nvSpPr>
          <p:cNvPr id="12" name="object 3">
            <a:extLst>
              <a:ext uri="{FF2B5EF4-FFF2-40B4-BE49-F238E27FC236}">
                <a16:creationId xmlns:a16="http://schemas.microsoft.com/office/drawing/2014/main" id="{4EE7E82E-52DF-7074-E97F-14E886412530}"/>
              </a:ext>
            </a:extLst>
          </p:cNvPr>
          <p:cNvSpPr txBox="1"/>
          <p:nvPr/>
        </p:nvSpPr>
        <p:spPr>
          <a:xfrm>
            <a:off x="8018009" y="6208044"/>
            <a:ext cx="836215" cy="256480"/>
          </a:xfrm>
          <a:prstGeom prst="rect">
            <a:avLst/>
          </a:prstGeom>
        </p:spPr>
        <p:txBody>
          <a:bodyPr vert="horz" wrap="square" lIns="0" tIns="12700" rIns="0" bIns="0" rtlCol="0">
            <a:spAutoFit/>
          </a:bodyPr>
          <a:lstStyle/>
          <a:p>
            <a:pPr marL="12700">
              <a:lnSpc>
                <a:spcPts val="850"/>
              </a:lnSpc>
              <a:spcBef>
                <a:spcPts val="100"/>
              </a:spcBef>
            </a:pPr>
            <a:r>
              <a:rPr lang="en-US" sz="750" noProof="0" dirty="0">
                <a:solidFill>
                  <a:srgbClr val="005399"/>
                </a:solidFill>
                <a:latin typeface="Aptos"/>
                <a:cs typeface="Aptos"/>
              </a:rPr>
              <a:t>0033 144</a:t>
            </a:r>
            <a:r>
              <a:rPr lang="en-US" sz="750" spc="-10" noProof="0" dirty="0">
                <a:solidFill>
                  <a:srgbClr val="005399"/>
                </a:solidFill>
                <a:latin typeface="Aptos"/>
                <a:cs typeface="Aptos"/>
              </a:rPr>
              <a:t> </a:t>
            </a:r>
            <a:r>
              <a:rPr lang="en-US" sz="750" noProof="0" dirty="0">
                <a:solidFill>
                  <a:srgbClr val="005399"/>
                </a:solidFill>
                <a:latin typeface="Aptos"/>
                <a:cs typeface="Aptos"/>
              </a:rPr>
              <a:t>836 8</a:t>
            </a:r>
            <a:r>
              <a:rPr lang="en-US" sz="750" spc="-25" noProof="0" dirty="0">
                <a:solidFill>
                  <a:srgbClr val="005399"/>
                </a:solidFill>
                <a:latin typeface="Aptos"/>
                <a:cs typeface="Aptos"/>
              </a:rPr>
              <a:t>83</a:t>
            </a:r>
          </a:p>
          <a:p>
            <a:pPr marL="12700">
              <a:lnSpc>
                <a:spcPts val="850"/>
              </a:lnSpc>
              <a:spcBef>
                <a:spcPts val="100"/>
              </a:spcBef>
            </a:pPr>
            <a:r>
              <a:rPr lang="en-US" sz="750" u="none" spc="-25" noProof="0" dirty="0">
                <a:ln>
                  <a:noFill/>
                </a:ln>
                <a:solidFill>
                  <a:srgbClr val="005399"/>
                </a:solidFill>
                <a:latin typeface="Aptos"/>
                <a:cs typeface="Aptos"/>
              </a:rPr>
              <a:t>infos@citepa.org</a:t>
            </a:r>
            <a:endParaRPr lang="en-US" sz="750" u="none" noProof="0" dirty="0">
              <a:ln>
                <a:noFill/>
              </a:ln>
              <a:solidFill>
                <a:srgbClr val="000000"/>
              </a:solidFill>
              <a:latin typeface="Aptos"/>
              <a:cs typeface="Aptos"/>
            </a:endParaRPr>
          </a:p>
        </p:txBody>
      </p:sp>
      <p:sp>
        <p:nvSpPr>
          <p:cNvPr id="13" name="object 4">
            <a:extLst>
              <a:ext uri="{FF2B5EF4-FFF2-40B4-BE49-F238E27FC236}">
                <a16:creationId xmlns:a16="http://schemas.microsoft.com/office/drawing/2014/main" id="{95A74085-4D43-2011-5446-22B0BC5D3417}"/>
              </a:ext>
            </a:extLst>
          </p:cNvPr>
          <p:cNvSpPr txBox="1"/>
          <p:nvPr/>
        </p:nvSpPr>
        <p:spPr>
          <a:xfrm>
            <a:off x="9076523" y="6335076"/>
            <a:ext cx="461645" cy="139700"/>
          </a:xfrm>
          <a:prstGeom prst="rect">
            <a:avLst/>
          </a:prstGeom>
        </p:spPr>
        <p:txBody>
          <a:bodyPr vert="horz" wrap="square" lIns="0" tIns="12700" rIns="0" bIns="0" rtlCol="0">
            <a:spAutoFit/>
          </a:bodyPr>
          <a:lstStyle/>
          <a:p>
            <a:pPr marL="12700">
              <a:lnSpc>
                <a:spcPct val="100000"/>
              </a:lnSpc>
              <a:spcBef>
                <a:spcPts val="100"/>
              </a:spcBef>
            </a:pPr>
            <a:r>
              <a:rPr lang="en-US" sz="750" b="1" spc="-10" noProof="0" dirty="0">
                <a:solidFill>
                  <a:srgbClr val="29A457"/>
                </a:solidFill>
                <a:latin typeface="Aptos"/>
                <a:cs typeface="Aptos"/>
              </a:rPr>
              <a:t>citepa.org</a:t>
            </a:r>
            <a:endParaRPr lang="en-US" sz="750" noProof="0" dirty="0">
              <a:latin typeface="Aptos"/>
              <a:cs typeface="Aptos"/>
            </a:endParaRPr>
          </a:p>
        </p:txBody>
      </p:sp>
      <p:sp>
        <p:nvSpPr>
          <p:cNvPr id="14" name="object 2">
            <a:extLst>
              <a:ext uri="{FF2B5EF4-FFF2-40B4-BE49-F238E27FC236}">
                <a16:creationId xmlns:a16="http://schemas.microsoft.com/office/drawing/2014/main" id="{29CD6A1D-77BC-4282-675C-6C9ECAB37325}"/>
              </a:ext>
            </a:extLst>
          </p:cNvPr>
          <p:cNvSpPr txBox="1"/>
          <p:nvPr/>
        </p:nvSpPr>
        <p:spPr>
          <a:xfrm>
            <a:off x="6883963" y="6233444"/>
            <a:ext cx="728345" cy="241935"/>
          </a:xfrm>
          <a:prstGeom prst="rect">
            <a:avLst/>
          </a:prstGeom>
        </p:spPr>
        <p:txBody>
          <a:bodyPr vert="horz" wrap="square" lIns="0" tIns="26670" rIns="0" bIns="0" rtlCol="0">
            <a:spAutoFit/>
          </a:bodyPr>
          <a:lstStyle/>
          <a:p>
            <a:pPr marL="12700" marR="5080">
              <a:lnSpc>
                <a:spcPts val="800"/>
              </a:lnSpc>
              <a:spcBef>
                <a:spcPts val="210"/>
              </a:spcBef>
            </a:pPr>
            <a:r>
              <a:rPr lang="en-US" sz="750" noProof="0" dirty="0">
                <a:solidFill>
                  <a:srgbClr val="005399"/>
                </a:solidFill>
                <a:latin typeface="Aptos"/>
                <a:cs typeface="Aptos"/>
              </a:rPr>
              <a:t>42</a:t>
            </a:r>
            <a:r>
              <a:rPr lang="en-US" sz="750" spc="-20" noProof="0" dirty="0">
                <a:solidFill>
                  <a:srgbClr val="005399"/>
                </a:solidFill>
                <a:latin typeface="Aptos"/>
                <a:cs typeface="Aptos"/>
              </a:rPr>
              <a:t> </a:t>
            </a:r>
            <a:r>
              <a:rPr lang="en-US" sz="750" noProof="0" dirty="0">
                <a:solidFill>
                  <a:srgbClr val="005399"/>
                </a:solidFill>
                <a:latin typeface="Aptos"/>
                <a:cs typeface="Aptos"/>
              </a:rPr>
              <a:t>rue</a:t>
            </a:r>
            <a:r>
              <a:rPr lang="en-US" sz="750" spc="-15" noProof="0" dirty="0">
                <a:solidFill>
                  <a:srgbClr val="005399"/>
                </a:solidFill>
                <a:latin typeface="Aptos"/>
                <a:cs typeface="Aptos"/>
              </a:rPr>
              <a:t> </a:t>
            </a:r>
            <a:r>
              <a:rPr lang="en-US" sz="750" noProof="0" dirty="0">
                <a:solidFill>
                  <a:srgbClr val="005399"/>
                </a:solidFill>
                <a:latin typeface="Aptos"/>
                <a:cs typeface="Aptos"/>
              </a:rPr>
              <a:t>de</a:t>
            </a:r>
            <a:r>
              <a:rPr lang="en-US" sz="750" spc="-15" noProof="0" dirty="0">
                <a:solidFill>
                  <a:srgbClr val="005399"/>
                </a:solidFill>
                <a:latin typeface="Aptos"/>
                <a:cs typeface="Aptos"/>
              </a:rPr>
              <a:t> </a:t>
            </a:r>
            <a:r>
              <a:rPr lang="en-US" sz="750" spc="-10" noProof="0" dirty="0">
                <a:solidFill>
                  <a:srgbClr val="005399"/>
                </a:solidFill>
                <a:latin typeface="Aptos"/>
                <a:cs typeface="Aptos"/>
              </a:rPr>
              <a:t>Paradis</a:t>
            </a:r>
            <a:r>
              <a:rPr lang="en-US" sz="750" spc="500" noProof="0" dirty="0">
                <a:solidFill>
                  <a:srgbClr val="005399"/>
                </a:solidFill>
                <a:latin typeface="Aptos"/>
                <a:cs typeface="Aptos"/>
              </a:rPr>
              <a:t> </a:t>
            </a:r>
            <a:r>
              <a:rPr lang="en-US" sz="750" noProof="0" dirty="0">
                <a:solidFill>
                  <a:srgbClr val="005399"/>
                </a:solidFill>
                <a:latin typeface="Aptos"/>
                <a:cs typeface="Aptos"/>
              </a:rPr>
              <a:t>75010</a:t>
            </a:r>
            <a:r>
              <a:rPr lang="en-US" sz="750" spc="-25" noProof="0" dirty="0">
                <a:solidFill>
                  <a:srgbClr val="005399"/>
                </a:solidFill>
                <a:latin typeface="Aptos"/>
                <a:cs typeface="Aptos"/>
              </a:rPr>
              <a:t> </a:t>
            </a:r>
            <a:r>
              <a:rPr lang="en-US" sz="750" spc="-10" noProof="0" dirty="0">
                <a:solidFill>
                  <a:srgbClr val="005399"/>
                </a:solidFill>
                <a:latin typeface="Aptos"/>
                <a:cs typeface="Aptos"/>
              </a:rPr>
              <a:t>Paris</a:t>
            </a:r>
            <a:endParaRPr lang="en-US" sz="750" noProof="0" dirty="0">
              <a:latin typeface="Aptos"/>
              <a:cs typeface="Aptos"/>
            </a:endParaRPr>
          </a:p>
        </p:txBody>
      </p:sp>
      <p:sp>
        <p:nvSpPr>
          <p:cNvPr id="3" name="Rectangle 2">
            <a:extLst>
              <a:ext uri="{FF2B5EF4-FFF2-40B4-BE49-F238E27FC236}">
                <a16:creationId xmlns:a16="http://schemas.microsoft.com/office/drawing/2014/main" id="{E0F770EB-449B-0A6F-A341-5007C2AEA25B}"/>
              </a:ext>
            </a:extLst>
          </p:cNvPr>
          <p:cNvSpPr/>
          <p:nvPr/>
        </p:nvSpPr>
        <p:spPr>
          <a:xfrm>
            <a:off x="0" y="-14448"/>
            <a:ext cx="5028073" cy="6891783"/>
          </a:xfrm>
          <a:prstGeom prst="rect">
            <a:avLst/>
          </a:prstGeom>
          <a:solidFill>
            <a:srgbClr val="00488B"/>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noProof="0" dirty="0"/>
          </a:p>
        </p:txBody>
      </p:sp>
      <p:sp>
        <p:nvSpPr>
          <p:cNvPr id="5" name="ZoneTexte 4">
            <a:extLst>
              <a:ext uri="{FF2B5EF4-FFF2-40B4-BE49-F238E27FC236}">
                <a16:creationId xmlns:a16="http://schemas.microsoft.com/office/drawing/2014/main" id="{BA5121D3-973F-824E-9D4E-1C96E8D35047}"/>
              </a:ext>
            </a:extLst>
          </p:cNvPr>
          <p:cNvSpPr txBox="1"/>
          <p:nvPr/>
        </p:nvSpPr>
        <p:spPr>
          <a:xfrm>
            <a:off x="827676" y="2165403"/>
            <a:ext cx="329272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noProof="0" dirty="0">
                <a:solidFill>
                  <a:schemeClr val="bg1"/>
                </a:solidFill>
                <a:latin typeface="Aptos Display"/>
              </a:rPr>
              <a:t>Thank you for your attention</a:t>
            </a:r>
          </a:p>
          <a:p>
            <a:pPr algn="l"/>
            <a:endParaRPr lang="en-US" sz="2000" dirty="0">
              <a:solidFill>
                <a:schemeClr val="bg1"/>
              </a:solidFill>
              <a:latin typeface="Aptos Display"/>
            </a:endParaRPr>
          </a:p>
          <a:p>
            <a:pPr algn="l"/>
            <a:endParaRPr lang="en-US" sz="2000" noProof="0" dirty="0">
              <a:solidFill>
                <a:schemeClr val="bg1">
                  <a:lumMod val="85000"/>
                </a:schemeClr>
              </a:solidFill>
              <a:latin typeface="Aptos Display"/>
            </a:endParaRPr>
          </a:p>
          <a:p>
            <a:pPr algn="l"/>
            <a:r>
              <a:rPr lang="en-US" sz="2000" i="1" noProof="0" dirty="0">
                <a:solidFill>
                  <a:schemeClr val="bg1">
                    <a:lumMod val="85000"/>
                  </a:schemeClr>
                </a:solidFill>
                <a:latin typeface="Aptos Display"/>
                <a:hlinkClick r:id="rId2">
                  <a:extLst>
                    <a:ext uri="{A12FA001-AC4F-418D-AE19-62706E023703}">
                      <ahyp:hlinkClr xmlns:ahyp="http://schemas.microsoft.com/office/drawing/2018/hyperlinkcolor" val="tx"/>
                    </a:ext>
                  </a:extLst>
                </a:hlinkClick>
              </a:rPr>
              <a:t>Jean-pierre.chang@citepa.org</a:t>
            </a:r>
            <a:endParaRPr lang="en-US" sz="2000" i="1" noProof="0" dirty="0">
              <a:solidFill>
                <a:schemeClr val="bg1">
                  <a:lumMod val="85000"/>
                </a:schemeClr>
              </a:solidFill>
              <a:latin typeface="Aptos Display"/>
            </a:endParaRPr>
          </a:p>
          <a:p>
            <a:pPr algn="l"/>
            <a:endParaRPr lang="en-US" sz="2000" noProof="0" dirty="0">
              <a:solidFill>
                <a:schemeClr val="bg1"/>
              </a:solidFill>
              <a:latin typeface="Aptos Display"/>
            </a:endParaRPr>
          </a:p>
        </p:txBody>
      </p:sp>
      <p:pic>
        <p:nvPicPr>
          <p:cNvPr id="2" name="Graphique 1">
            <a:extLst>
              <a:ext uri="{FF2B5EF4-FFF2-40B4-BE49-F238E27FC236}">
                <a16:creationId xmlns:a16="http://schemas.microsoft.com/office/drawing/2014/main" id="{F4E29529-4EDF-E88A-3F0F-781EC72E02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72486" y="2165403"/>
            <a:ext cx="2404037" cy="722854"/>
          </a:xfrm>
          <a:prstGeom prst="rect">
            <a:avLst/>
          </a:prstGeom>
        </p:spPr>
      </p:pic>
    </p:spTree>
    <p:extLst>
      <p:ext uri="{BB962C8B-B14F-4D97-AF65-F5344CB8AC3E}">
        <p14:creationId xmlns:p14="http://schemas.microsoft.com/office/powerpoint/2010/main" val="2070119259"/>
      </p:ext>
    </p:extLst>
  </p:cSld>
  <p:clrMapOvr>
    <a:masterClrMapping/>
  </p:clrMapOvr>
</p:sld>
</file>

<file path=ppt/theme/theme1.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89F675-3E38-49BD-8E71-035DDB14BA7E}">
  <ds:schemaRefs>
    <ds:schemaRef ds:uri="http://schemas.microsoft.com/sharepoint/v3/contenttype/forms"/>
  </ds:schemaRefs>
</ds:datastoreItem>
</file>

<file path=customXml/itemProps2.xml><?xml version="1.0" encoding="utf-8"?>
<ds:datastoreItem xmlns:ds="http://schemas.openxmlformats.org/officeDocument/2006/customXml" ds:itemID="{030EB9CA-DC5A-4856-B828-4724E8AC1968}">
  <ds:schemaRefs>
    <ds:schemaRef ds:uri="6a719482-6e7f-454f-a5d4-f03a406291ce"/>
    <ds:schemaRef ds:uri="http://purl.org/dc/elements/1.1/"/>
    <ds:schemaRef ds:uri="http://schemas.openxmlformats.org/package/2006/metadata/core-properties"/>
    <ds:schemaRef ds:uri="http://schemas.microsoft.com/office/infopath/2007/PartnerControls"/>
    <ds:schemaRef ds:uri="http://schemas.microsoft.com/office/2006/metadata/properties"/>
    <ds:schemaRef ds:uri="http://purl.org/dc/terms/"/>
    <ds:schemaRef ds:uri="3331daee-1646-4c3a-8c45-78356b5a9d77"/>
    <ds:schemaRef ds:uri="e7ea681a-bbea-4e4a-abe1-e1ae1a52e2ef"/>
    <ds:schemaRef ds:uri="http://schemas.microsoft.com/office/2006/documentManagement/types"/>
    <ds:schemaRef ds:uri="aa63012a-dca0-4847-9039-1b3f0d0527af"/>
    <ds:schemaRef ds:uri="http://www.w3.org/XML/1998/namespace"/>
    <ds:schemaRef ds:uri="http://purl.org/dc/dcmitype/"/>
  </ds:schemaRefs>
</ds:datastoreItem>
</file>

<file path=customXml/itemProps3.xml><?xml version="1.0" encoding="utf-8"?>
<ds:datastoreItem xmlns:ds="http://schemas.openxmlformats.org/officeDocument/2006/customXml" ds:itemID="{0B67D82A-F9E0-4A40-890E-AB21D62E1DC9}"/>
</file>

<file path=docProps/app.xml><?xml version="1.0" encoding="utf-8"?>
<Properties xmlns="http://schemas.openxmlformats.org/officeDocument/2006/extended-properties" xmlns:vt="http://schemas.openxmlformats.org/officeDocument/2006/docPropsVTypes">
  <Template/>
  <TotalTime>2555</TotalTime>
  <Words>915</Words>
  <Application>Microsoft Office PowerPoint</Application>
  <PresentationFormat>Format A4 (210 x 297 mm)</PresentationFormat>
  <Paragraphs>154</Paragraphs>
  <Slides>12</Slides>
  <Notes>10</Notes>
  <HiddenSlides>0</HiddenSlides>
  <MMClips>0</MMClips>
  <ScaleCrop>false</ScaleCrop>
  <HeadingPairs>
    <vt:vector size="6" baseType="variant">
      <vt:variant>
        <vt:lpstr>Polices utilisées</vt:lpstr>
      </vt:variant>
      <vt:variant>
        <vt:i4>6</vt:i4>
      </vt:variant>
      <vt:variant>
        <vt:lpstr>Thème</vt:lpstr>
      </vt:variant>
      <vt:variant>
        <vt:i4>10</vt:i4>
      </vt:variant>
      <vt:variant>
        <vt:lpstr>Titres des diapositives</vt:lpstr>
      </vt:variant>
      <vt:variant>
        <vt:i4>12</vt:i4>
      </vt:variant>
    </vt:vector>
  </HeadingPairs>
  <TitlesOfParts>
    <vt:vector size="28" baseType="lpstr">
      <vt:lpstr>Aptos</vt:lpstr>
      <vt:lpstr>Aptos Black</vt:lpstr>
      <vt:lpstr>Aptos Display</vt:lpstr>
      <vt:lpstr>Aptos Light</vt:lpstr>
      <vt:lpstr>Arial</vt:lpstr>
      <vt:lpstr>Wingdings</vt:lpstr>
      <vt:lpstr>Conception personnalisée</vt:lpstr>
      <vt:lpstr>1_Conception personnalisée</vt:lpstr>
      <vt:lpstr>1_Office Theme</vt:lpstr>
      <vt:lpstr>3_Conception personnalisée</vt:lpstr>
      <vt:lpstr>1_Conception personnalisée</vt:lpstr>
      <vt:lpstr>1_Office Theme</vt:lpstr>
      <vt:lpstr>3_Conception personnalisée</vt:lpstr>
      <vt:lpstr>1_Office Theme</vt:lpstr>
      <vt:lpstr>1_Conception personnalisée</vt:lpstr>
      <vt:lpstr>Conception personnalisée</vt:lpstr>
      <vt:lpstr>The proxy inventory Trial Exercise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Alexia</dc:creator>
  <cp:lastModifiedBy>Jean-Pierre Chang</cp:lastModifiedBy>
  <cp:revision>11</cp:revision>
  <dcterms:created xsi:type="dcterms:W3CDTF">2024-06-06T06:17:41Z</dcterms:created>
  <dcterms:modified xsi:type="dcterms:W3CDTF">2025-10-07T18:37:24Z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2024-04-29T00:00:00Z</vt:filetime>
  </property>
  <property fmtid="{D5CDD505-2E9C-101B-9397-08002B2CF9AE}" pid="3" name="Creator">
    <vt:lpwstr>Adobe InDesign 19.3 (Macintosh)</vt:lpwstr>
  </property>
  <property fmtid="{D5CDD505-2E9C-101B-9397-08002B2CF9AE}" pid="4" name="LastSaved">
    <vt:filetime>2024-06-06T00:00:00Z</vt:filetime>
  </property>
  <property fmtid="{D5CDD505-2E9C-101B-9397-08002B2CF9AE}" pid="5" name="Producer">
    <vt:lpwstr>Adobe PDF Library 17.0</vt:lpwstr>
  </property>
  <property fmtid="{D5CDD505-2E9C-101B-9397-08002B2CF9AE}" pid="6" name="ContentTypeId">
    <vt:lpwstr>0x010100CA9E40BF7383784999BA1B34A435B410</vt:lpwstr>
  </property>
  <property fmtid="{D5CDD505-2E9C-101B-9397-08002B2CF9AE}" pid="7" name="MediaServiceImageTags">
    <vt:lpwstr/>
  </property>
  <property fmtid="{D5CDD505-2E9C-101B-9397-08002B2CF9AE}" pid="8" name="Order">
    <vt:r8>185800</vt:r8>
  </property>
  <property fmtid="{D5CDD505-2E9C-101B-9397-08002B2CF9AE}" pid="9" name="xd_Signature">
    <vt:bool>false</vt:bool>
  </property>
  <property fmtid="{D5CDD505-2E9C-101B-9397-08002B2CF9AE}" pid="10" name="xd_ProgID">
    <vt:lpwstr/>
  </property>
  <property fmtid="{D5CDD505-2E9C-101B-9397-08002B2CF9AE}" pid="11" name="_SourceUrl">
    <vt:lpwstr/>
  </property>
  <property fmtid="{D5CDD505-2E9C-101B-9397-08002B2CF9AE}" pid="12" name="_SharedFileIndex">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ies>
</file>