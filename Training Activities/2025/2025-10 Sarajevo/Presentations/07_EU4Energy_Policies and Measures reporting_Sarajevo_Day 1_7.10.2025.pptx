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7" r:id="rId4"/>
    <p:sldMasterId id="2147483804" r:id="rId5"/>
  </p:sldMasterIdLst>
  <p:notesMasterIdLst>
    <p:notesMasterId r:id="rId22"/>
  </p:notesMasterIdLst>
  <p:handoutMasterIdLst>
    <p:handoutMasterId r:id="rId23"/>
  </p:handoutMasterIdLst>
  <p:sldIdLst>
    <p:sldId id="1129" r:id="rId6"/>
    <p:sldId id="415" r:id="rId7"/>
    <p:sldId id="1130" r:id="rId8"/>
    <p:sldId id="1131" r:id="rId9"/>
    <p:sldId id="1132" r:id="rId10"/>
    <p:sldId id="1133" r:id="rId11"/>
    <p:sldId id="1134" r:id="rId12"/>
    <p:sldId id="1135" r:id="rId13"/>
    <p:sldId id="1136" r:id="rId14"/>
    <p:sldId id="1137" r:id="rId15"/>
    <p:sldId id="1138" r:id="rId16"/>
    <p:sldId id="1139" r:id="rId17"/>
    <p:sldId id="1140" r:id="rId18"/>
    <p:sldId id="1141" r:id="rId19"/>
    <p:sldId id="1142" r:id="rId20"/>
    <p:sldId id="1143" r:id="rId21"/>
  </p:sldIdLst>
  <p:sldSz cx="12192000" cy="6858000"/>
  <p:notesSz cx="6858000" cy="9144000"/>
  <p:defaultTextStyle>
    <a:defPPr>
      <a:defRPr lang="b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5C19C4E-730D-D16E-EACE-52FFDD871F2C}" name="Alessandra Barreca" initials="AB" userId="54793511e4c503a0" providerId="Windows Live"/>
  <p188:author id="{87DDEEC5-7573-CBC4-5047-B8DB1C056DF7}" name="Tehnička asistencija" initials="TA" userId="Tehnička asistencija" providerId="None"/>
  <p188:author id="{A588CCCB-FF00-D06A-4811-30C544E64E09}" name="Tehnicka asistencija" initials="TA" userId="Tehnicka asistencija"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U4Energy" initials="EU4Energy" lastIdx="1" clrIdx="0">
    <p:extLst>
      <p:ext uri="{19B8F6BF-5375-455C-9EA6-DF929625EA0E}">
        <p15:presenceInfo xmlns:p15="http://schemas.microsoft.com/office/powerpoint/2012/main" userId="EU4Energ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D24C4C"/>
    <a:srgbClr val="C00000"/>
    <a:srgbClr val="5F2888"/>
    <a:srgbClr val="006699"/>
    <a:srgbClr val="9C5ACE"/>
    <a:srgbClr val="3A1953"/>
    <a:srgbClr val="C7A1E3"/>
    <a:srgbClr val="0739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91" autoAdjust="0"/>
    <p:restoredTop sz="95226" autoAdjust="0"/>
  </p:normalViewPr>
  <p:slideViewPr>
    <p:cSldViewPr snapToGrid="0">
      <p:cViewPr varScale="1">
        <p:scale>
          <a:sx n="107" d="100"/>
          <a:sy n="107" d="100"/>
        </p:scale>
        <p:origin x="1188" y="102"/>
      </p:cViewPr>
      <p:guideLst>
        <p:guide orient="horz" pos="2160"/>
        <p:guide pos="3840"/>
      </p:guideLst>
    </p:cSldViewPr>
  </p:slideViewPr>
  <p:notesTextViewPr>
    <p:cViewPr>
      <p:scale>
        <a:sx n="1" d="1"/>
        <a:sy n="1" d="1"/>
      </p:scale>
      <p:origin x="0" y="0"/>
    </p:cViewPr>
  </p:notesTextViewPr>
  <p:sorterViewPr>
    <p:cViewPr varScale="1">
      <p:scale>
        <a:sx n="1" d="1"/>
        <a:sy n="1" d="1"/>
      </p:scale>
      <p:origin x="0" y="-1272"/>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005A74-8192-E243-BF05-19FAA54770A7}"/>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9EE06139-B360-6641-8870-A73A6F312FB9}"/>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4400B075-6191-2C4A-8193-1A00EE3832A8}" type="datetimeFigureOut">
              <a:rPr lang="en-US" smtClean="0">
                <a:latin typeface="Arial" panose="020B0604020202020204" pitchFamily="34" charset="0"/>
              </a:rPr>
              <a:t>10/6/2025</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9E74DB19-38C5-2248-8123-DFA22CA544C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94EF6CDA-6B14-0543-B4E7-3146E832E5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32EFB9-C4E9-5545-821A-1AB601A44092}"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23071593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A1292C84-C571-9E4B-B574-75AB31C44F0E}" type="datetimeFigureOut">
              <a:rPr lang="en-US" smtClean="0"/>
              <a:pPr/>
              <a:t>10/6/2025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EEADBA4F-8DE6-A546-9160-9B04B784B47A}" type="slidenum">
              <a:rPr lang="en-US" smtClean="0"/>
              <a:pPr/>
              <a:t>‹#›</a:t>
            </a:fld>
            <a:endParaRPr lang="en-US"/>
          </a:p>
        </p:txBody>
      </p:sp>
    </p:spTree>
    <p:extLst>
      <p:ext uri="{BB962C8B-B14F-4D97-AF65-F5344CB8AC3E}">
        <p14:creationId xmlns:p14="http://schemas.microsoft.com/office/powerpoint/2010/main" val="3657297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ADBA4F-8DE6-A546-9160-9B04B784B47A}" type="slidenum">
              <a:rPr lang="en-US" smtClean="0"/>
              <a:pPr/>
              <a:t>1</a:t>
            </a:fld>
            <a:endParaRPr lang="en-US"/>
          </a:p>
        </p:txBody>
      </p:sp>
    </p:spTree>
    <p:extLst>
      <p:ext uri="{BB962C8B-B14F-4D97-AF65-F5344CB8AC3E}">
        <p14:creationId xmlns:p14="http://schemas.microsoft.com/office/powerpoint/2010/main" val="3401141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11759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159B6-3286-BDF7-5A1C-FB1E4584E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F0258-02F9-B6CD-8AAF-2E366C8AC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B53491-3FE0-09E8-DE9B-E4B46BD9D1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DF2093-7D26-B975-BF32-65EED2FAB2C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46185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254B-9C53-2AE3-5942-4684A419B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106A5-E3D6-A4FC-F822-96BD21BBC5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49CDA9-4296-57BA-4824-77BB256531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093F09-84E6-22D4-AE4E-31299E475E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102208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E5E47-2455-3415-3D83-6EE0792F4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A5C923-878F-D4BC-5584-68AAF9AB4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60B24D-29FF-EE47-C894-0B29697833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4D29CB-536C-87B2-21B4-B492E05A74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41154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E47A8-8291-C079-6AF1-CF81CD7DB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4A6CEC-D5C5-8239-7835-D9BB4E421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714419-4F1D-3AA4-7C06-B91C79EE96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1BA002-132F-2A3B-C95F-CB36B22A23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97469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0C0E5-CDAB-EFD6-FA9A-485BBAD60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1E8202-E0F2-E951-611C-5090AE2F1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EC6CE-BEDD-188B-F481-55CE40D91F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1A819B-443F-2EC8-7D5A-09AB96892C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20177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489EB-3CF7-0B91-E65F-6FABAD8B5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31F62-726C-F304-679A-38643896C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BA99EB-B635-B14E-F96D-12248CDAA6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B7008C-F8EF-9F9D-9543-F44A56E547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181004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4AE60-F185-AF60-18BA-05F9D622E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2D259-B38D-5837-FD36-4E0005DBEA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7C8CD4-DE2F-4553-AC63-E9B9745EBA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2792A0-2227-8827-259D-2F02F00AB5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169179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6FE05-BF8A-F633-877B-782956B63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A22649-D4E6-34D4-5414-05A78126CC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BCC09-D19A-26C3-35CA-CADFB9186D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FC0D21-ACDB-88D7-13AA-9BD2E6F0996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31464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2C3A-35C6-BB3C-F519-CE1170BE3A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B5C79-54F9-0A43-03FB-9C42EFC70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29D4B-C25B-2F20-194B-0169C7E372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AC98BC-A302-B104-62B4-97C3AEF7B1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91562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36BF8-1B82-AB06-D494-85CB14F130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23556-43E3-DC49-D369-E38D6979F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990E3-30BC-25D2-94A7-F25D149ADD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50355E-94F1-3FE4-5CD1-1E5CEE1136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12874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B2F15-EF6F-52C2-36BF-E144F5A46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3A2E9B-8A48-27C1-2850-05D357CB2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8A0685-E4CD-0C68-73F9-ACE07D0EEA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F9BE95-C592-0C4C-2612-B6F72D8B92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875748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DC646-6521-3E59-EEDC-E8D9D95B8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B284B-478F-6FED-D5FC-A3A852848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CA796-3959-3A0B-91A0-23CCD6EDFB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0DF385-AE9F-191D-3114-07F22C1849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53709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2FDA4-E21E-E984-288A-8DB048DFE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0C9893-08F9-5AEA-4E6F-3BAAA3A1A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4CF932-B85A-C5AC-74BC-169C7870A0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582E8B-49F6-5CE9-3055-34AD9F8BCD4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573399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A5DF1-7248-DF30-490B-AE3E41D4A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E4DDE-B465-CC92-67B1-A7E88C4919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34C1DD-EAFA-EEFB-CC4D-DB7F23267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36DEF2-B9CE-530E-A202-2830D7BE41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200620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1C3DDF2-9EC4-1348-BA55-CF7556117905}"/>
              </a:ext>
            </a:extLst>
          </p:cNvPr>
          <p:cNvPicPr>
            <a:picLocks noChangeAspect="1"/>
          </p:cNvPicPr>
          <p:nvPr userDrawn="1"/>
        </p:nvPicPr>
        <p:blipFill>
          <a:blip r:embed="rId2"/>
          <a:srcRect/>
          <a:stretch/>
        </p:blipFill>
        <p:spPr>
          <a:xfrm>
            <a:off x="-1" y="4545"/>
            <a:ext cx="12192000" cy="5501342"/>
          </a:xfrm>
          <a:prstGeom prst="rect">
            <a:avLst/>
          </a:prstGeom>
        </p:spPr>
      </p:pic>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8B0F826-8891-A141-8130-B96AB0C07DFF}"/>
              </a:ext>
            </a:extLst>
          </p:cNvPr>
          <p:cNvPicPr>
            <a:picLocks noChangeAspect="1"/>
          </p:cNvPicPr>
          <p:nvPr userDrawn="1"/>
        </p:nvPicPr>
        <p:blipFill>
          <a:blip r:embed="rId3"/>
          <a:stretch>
            <a:fillRect/>
          </a:stretch>
        </p:blipFill>
        <p:spPr>
          <a:xfrm>
            <a:off x="790831" y="5892801"/>
            <a:ext cx="1651000" cy="596900"/>
          </a:xfrm>
          <a:prstGeom prst="rect">
            <a:avLst/>
          </a:prstGeom>
        </p:spPr>
      </p:pic>
      <p:sp>
        <p:nvSpPr>
          <p:cNvPr id="12" name="Text Placeholder 13" descr="Place your title in Uppercase">
            <a:extLst>
              <a:ext uri="{FF2B5EF4-FFF2-40B4-BE49-F238E27FC236}">
                <a16:creationId xmlns:a16="http://schemas.microsoft.com/office/drawing/2014/main" id="{9241A955-071C-E246-A9FB-9916A8AEB268}"/>
              </a:ext>
            </a:extLst>
          </p:cNvPr>
          <p:cNvSpPr>
            <a:spLocks noGrp="1" noChangeAspect="1"/>
          </p:cNvSpPr>
          <p:nvPr>
            <p:ph type="body" sz="quarter" idx="11" hasCustomPrompt="1"/>
          </p:nvPr>
        </p:nvSpPr>
        <p:spPr>
          <a:xfrm>
            <a:off x="790829" y="368299"/>
            <a:ext cx="9531042" cy="3144173"/>
          </a:xfrm>
          <a:prstGeom prst="rect">
            <a:avLst/>
          </a:prstGeom>
        </p:spPr>
        <p:txBody>
          <a:bodyPr vert="horz" anchor="b"/>
          <a:lstStyle>
            <a:lvl1pPr marL="0" indent="0">
              <a:buNone/>
              <a:defRPr sz="5400" b="1" i="0" spc="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a:t>PRESENTATION TITLE GOES HERE </a:t>
            </a:r>
            <a:br>
              <a:rPr lang="en-US"/>
            </a:br>
            <a:r>
              <a:rPr lang="en-US"/>
              <a:t>IN ALL CAPS</a:t>
            </a:r>
          </a:p>
        </p:txBody>
      </p:sp>
      <p:sp>
        <p:nvSpPr>
          <p:cNvPr id="10" name="Text Placeholder 2">
            <a:extLst>
              <a:ext uri="{FF2B5EF4-FFF2-40B4-BE49-F238E27FC236}">
                <a16:creationId xmlns:a16="http://schemas.microsoft.com/office/drawing/2014/main" id="{2C4B9709-7A4D-B049-B64B-FEF18BAF39BD}"/>
              </a:ext>
            </a:extLst>
          </p:cNvPr>
          <p:cNvSpPr>
            <a:spLocks noGrp="1"/>
          </p:cNvSpPr>
          <p:nvPr>
            <p:ph type="body" sz="quarter" idx="13" hasCustomPrompt="1"/>
          </p:nvPr>
        </p:nvSpPr>
        <p:spPr>
          <a:xfrm>
            <a:off x="790829" y="4204152"/>
            <a:ext cx="10491459" cy="308473"/>
          </a:xfrm>
          <a:prstGeom prst="rect">
            <a:avLst/>
          </a:prstGeom>
        </p:spPr>
        <p:txBody>
          <a:bodyPr/>
          <a:lstStyle>
            <a:lvl1pPr marL="0" indent="0" algn="l">
              <a:buNone/>
              <a:defRPr sz="1800" b="1" i="0">
                <a:solidFill>
                  <a:schemeClr val="tx2"/>
                </a:solidFill>
                <a:latin typeface="Arial" panose="020B0604020202020204" pitchFamily="34" charset="0"/>
              </a:defRPr>
            </a:lvl1pPr>
          </a:lstStyle>
          <a:p>
            <a:pPr lvl="0"/>
            <a:r>
              <a:rPr lang="en-US"/>
              <a:t>PRESENTATION BY NAME LASTNAME</a:t>
            </a:r>
          </a:p>
        </p:txBody>
      </p:sp>
      <p:sp>
        <p:nvSpPr>
          <p:cNvPr id="4" name="Text Placeholder 3">
            <a:extLst>
              <a:ext uri="{FF2B5EF4-FFF2-40B4-BE49-F238E27FC236}">
                <a16:creationId xmlns:a16="http://schemas.microsoft.com/office/drawing/2014/main" id="{EF24FAA0-D364-A145-89E9-9ABEA37BC8F4}"/>
              </a:ext>
            </a:extLst>
          </p:cNvPr>
          <p:cNvSpPr>
            <a:spLocks noGrp="1"/>
          </p:cNvSpPr>
          <p:nvPr>
            <p:ph type="body" sz="quarter" idx="14" hasCustomPrompt="1"/>
          </p:nvPr>
        </p:nvSpPr>
        <p:spPr>
          <a:xfrm>
            <a:off x="790830" y="4512624"/>
            <a:ext cx="3504080" cy="368301"/>
          </a:xfrm>
          <a:prstGeom prst="rect">
            <a:avLst/>
          </a:prstGeom>
        </p:spPr>
        <p:txBody>
          <a:bodyPr/>
          <a:lstStyle>
            <a:lvl1pPr marL="0" indent="0">
              <a:buNone/>
              <a:defRPr sz="1600" b="0" i="0">
                <a:latin typeface="Arial" panose="020B0604020202020204" pitchFamily="34" charset="0"/>
              </a:defRPr>
            </a:lvl1pPr>
          </a:lstStyle>
          <a:p>
            <a:pPr lvl="0"/>
            <a:r>
              <a:rPr lang="en-US"/>
              <a:t>Mai 7, 2020</a:t>
            </a:r>
          </a:p>
        </p:txBody>
      </p:sp>
    </p:spTree>
    <p:extLst>
      <p:ext uri="{BB962C8B-B14F-4D97-AF65-F5344CB8AC3E}">
        <p14:creationId xmlns:p14="http://schemas.microsoft.com/office/powerpoint/2010/main" val="1403467293"/>
      </p:ext>
    </p:extLst>
  </p:cSld>
  <p:clrMapOvr>
    <a:masterClrMapping/>
  </p:clrMapOvr>
  <p:extLst>
    <p:ext uri="{DCECCB84-F9BA-43D5-87BE-67443E8EF086}">
      <p15:sldGuideLst xmlns:p15="http://schemas.microsoft.com/office/powerpoint/2012/main">
        <p15:guide id="1" orient="horz" pos="3480">
          <p15:clr>
            <a:srgbClr val="FBAE40"/>
          </p15:clr>
        </p15:guide>
        <p15:guide id="2" pos="504">
          <p15:clr>
            <a:srgbClr val="FBAE40"/>
          </p15:clr>
        </p15:guide>
        <p15:guide id="4" orient="horz" pos="3120">
          <p15:clr>
            <a:srgbClr val="FBAE40"/>
          </p15:clr>
        </p15:guide>
        <p15:guide id="5" orient="horz" pos="223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eynote Speaker">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BAAF84-0D33-8344-B266-43CC959D58DC}"/>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2">
            <a:extLst>
              <a:ext uri="{FF2B5EF4-FFF2-40B4-BE49-F238E27FC236}">
                <a16:creationId xmlns:a16="http://schemas.microsoft.com/office/drawing/2014/main" id="{5361A29D-078D-4548-A011-97206E81CC3F}"/>
              </a:ext>
            </a:extLst>
          </p:cNvPr>
          <p:cNvSpPr>
            <a:spLocks noGrp="1"/>
          </p:cNvSpPr>
          <p:nvPr>
            <p:ph type="pic" idx="1"/>
          </p:nvPr>
        </p:nvSpPr>
        <p:spPr>
          <a:xfrm>
            <a:off x="7520940" y="0"/>
            <a:ext cx="4671060" cy="638547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8" name="Text Placeholder 14">
            <a:extLst>
              <a:ext uri="{FF2B5EF4-FFF2-40B4-BE49-F238E27FC236}">
                <a16:creationId xmlns:a16="http://schemas.microsoft.com/office/drawing/2014/main" id="{200DF219-47DD-114F-B42F-1D445AD76AC3}"/>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SPEAKER</a:t>
            </a:r>
          </a:p>
        </p:txBody>
      </p:sp>
      <p:sp>
        <p:nvSpPr>
          <p:cNvPr id="29" name="Rectangle 28">
            <a:extLst>
              <a:ext uri="{FF2B5EF4-FFF2-40B4-BE49-F238E27FC236}">
                <a16:creationId xmlns:a16="http://schemas.microsoft.com/office/drawing/2014/main" id="{96EF2F9E-C541-2343-AE77-2253D6EAE9DA}"/>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BA1CF4E8-1B17-D14D-B42F-A6C96F787369}"/>
              </a:ext>
            </a:extLst>
          </p:cNvPr>
          <p:cNvSpPr>
            <a:spLocks noGrp="1"/>
          </p:cNvSpPr>
          <p:nvPr>
            <p:ph type="body" sz="quarter" idx="16" hasCustomPrompt="1"/>
          </p:nvPr>
        </p:nvSpPr>
        <p:spPr>
          <a:xfrm>
            <a:off x="3454403" y="475191"/>
            <a:ext cx="3677918" cy="561872"/>
          </a:xfrm>
          <a:prstGeom prst="rect">
            <a:avLst/>
          </a:prstGeom>
        </p:spPr>
        <p:txBody>
          <a:bodyPr vert="horz" anchor="b">
            <a:normAutofit/>
          </a:bodyPr>
          <a:lstStyle>
            <a:lvl1pPr marL="0" marR="0" indent="0" algn="l" defTabSz="914400" rtl="0" eaLnBrk="1" fontAlgn="auto" latinLnBrk="0" hangingPunct="1">
              <a:lnSpc>
                <a:spcPct val="50000"/>
              </a:lnSpc>
              <a:spcBef>
                <a:spcPts val="1000"/>
              </a:spcBef>
              <a:spcAft>
                <a:spcPts val="0"/>
              </a:spcAft>
              <a:buClrTx/>
              <a:buSzTx/>
              <a:buFont typeface="Arial" panose="020B0604020202020204" pitchFamily="34" charset="0"/>
              <a:buNone/>
              <a:tabLst/>
              <a:defRPr sz="20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NAME LASTNAME</a:t>
            </a:r>
          </a:p>
        </p:txBody>
      </p:sp>
      <p:sp>
        <p:nvSpPr>
          <p:cNvPr id="12" name="Text Placeholder 3">
            <a:extLst>
              <a:ext uri="{FF2B5EF4-FFF2-40B4-BE49-F238E27FC236}">
                <a16:creationId xmlns:a16="http://schemas.microsoft.com/office/drawing/2014/main" id="{CF958254-1742-1D48-AB0F-3790A26EDBDF}"/>
              </a:ext>
            </a:extLst>
          </p:cNvPr>
          <p:cNvSpPr>
            <a:spLocks noGrp="1"/>
          </p:cNvSpPr>
          <p:nvPr>
            <p:ph type="body" sz="half" idx="17" hasCustomPrompt="1"/>
          </p:nvPr>
        </p:nvSpPr>
        <p:spPr>
          <a:xfrm>
            <a:off x="3454401" y="1208281"/>
            <a:ext cx="3677918" cy="484567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Title and Team</a:t>
            </a:r>
          </a:p>
          <a:p>
            <a:pPr lvl="1"/>
            <a:r>
              <a:rPr lang="en-US"/>
              <a:t>Roles &amp; Responsibility</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462563-80DC-9044-8A5D-910E2C1EB67B}"/>
              </a:ext>
            </a:extLst>
          </p:cNvPr>
          <p:cNvSpPr>
            <a:spLocks noGrp="1"/>
          </p:cNvSpPr>
          <p:nvPr>
            <p:ph type="dt" sz="half" idx="18"/>
          </p:nvPr>
        </p:nvSpPr>
        <p:spPr/>
        <p:txBody>
          <a:bodyPr/>
          <a:lstStyle/>
          <a:p>
            <a:r>
              <a:rPr lang="en-US"/>
              <a:t>DAI Global UK Step Review Template</a:t>
            </a:r>
          </a:p>
        </p:txBody>
      </p:sp>
      <p:sp>
        <p:nvSpPr>
          <p:cNvPr id="5" name="Slide Number Placeholder 4">
            <a:extLst>
              <a:ext uri="{FF2B5EF4-FFF2-40B4-BE49-F238E27FC236}">
                <a16:creationId xmlns:a16="http://schemas.microsoft.com/office/drawing/2014/main" id="{7C586F27-910B-B040-8E1F-8B828BA3B7F5}"/>
              </a:ext>
            </a:extLst>
          </p:cNvPr>
          <p:cNvSpPr>
            <a:spLocks noGrp="1"/>
          </p:cNvSpPr>
          <p:nvPr>
            <p:ph type="sldNum" sz="quarter" idx="19"/>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08673719"/>
      </p:ext>
    </p:extLst>
  </p:cSld>
  <p:clrMapOvr>
    <a:masterClrMapping/>
  </p:clrMapOvr>
  <p:extLst>
    <p:ext uri="{DCECCB84-F9BA-43D5-87BE-67443E8EF086}">
      <p15:sldGuideLst xmlns:p15="http://schemas.microsoft.com/office/powerpoint/2012/main">
        <p15:guide id="1" orient="horz" pos="648">
          <p15:clr>
            <a:srgbClr val="FBAE40"/>
          </p15:clr>
        </p15:guide>
        <p15:guide id="2" pos="1776">
          <p15:clr>
            <a:srgbClr val="FBAE40"/>
          </p15:clr>
        </p15:guide>
        <p15:guide id="3" orient="horz" pos="2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B28C483-5B05-1646-BF7E-62948D3522D4}"/>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Placeholder 18">
            <a:extLst>
              <a:ext uri="{FF2B5EF4-FFF2-40B4-BE49-F238E27FC236}">
                <a16:creationId xmlns:a16="http://schemas.microsoft.com/office/drawing/2014/main" id="{345D825F-0729-D442-A875-14AE0BF169EA}"/>
              </a:ext>
            </a:extLst>
          </p:cNvPr>
          <p:cNvSpPr>
            <a:spLocks noGrp="1"/>
          </p:cNvSpPr>
          <p:nvPr>
            <p:ph type="body" sz="quarter" idx="49" hasCustomPrompt="1"/>
          </p:nvPr>
        </p:nvSpPr>
        <p:spPr>
          <a:xfrm>
            <a:off x="4418689" y="482045"/>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1" i="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1</a:t>
            </a:r>
            <a:endParaRPr lang="en-US"/>
          </a:p>
        </p:txBody>
      </p:sp>
      <p:sp>
        <p:nvSpPr>
          <p:cNvPr id="28" name="Picture Placeholder 2">
            <a:extLst>
              <a:ext uri="{FF2B5EF4-FFF2-40B4-BE49-F238E27FC236}">
                <a16:creationId xmlns:a16="http://schemas.microsoft.com/office/drawing/2014/main" id="{6456C157-2EEB-0C41-B8F6-80374B0E3C00}"/>
              </a:ext>
            </a:extLst>
          </p:cNvPr>
          <p:cNvSpPr>
            <a:spLocks noGrp="1"/>
          </p:cNvSpPr>
          <p:nvPr>
            <p:ph type="pic" sz="quarter" idx="50" hasCustomPrompt="1"/>
          </p:nvPr>
        </p:nvSpPr>
        <p:spPr>
          <a:xfrm rot="10800000" flipV="1">
            <a:off x="3487058" y="496444"/>
            <a:ext cx="592483" cy="623557"/>
          </a:xfrm>
          <a:prstGeom prst="rect">
            <a:avLst/>
          </a:prstGeom>
          <a:noFill/>
        </p:spPr>
        <p:txBody>
          <a:bodyPr>
            <a:normAutofit/>
          </a:bodyPr>
          <a:lstStyle>
            <a:lvl1pPr marL="0" indent="0">
              <a:buNone/>
              <a:defRPr sz="800" b="0"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a:t>Insert icon here or delete</a:t>
            </a:r>
          </a:p>
        </p:txBody>
      </p:sp>
      <p:sp>
        <p:nvSpPr>
          <p:cNvPr id="30" name="Text Placeholder 18">
            <a:extLst>
              <a:ext uri="{FF2B5EF4-FFF2-40B4-BE49-F238E27FC236}">
                <a16:creationId xmlns:a16="http://schemas.microsoft.com/office/drawing/2014/main" id="{77ACFC34-1484-8742-9C4E-0651DAB0F1A9}"/>
              </a:ext>
            </a:extLst>
          </p:cNvPr>
          <p:cNvSpPr>
            <a:spLocks noGrp="1"/>
          </p:cNvSpPr>
          <p:nvPr>
            <p:ph type="body" sz="quarter" idx="52" hasCustomPrompt="1"/>
          </p:nvPr>
        </p:nvSpPr>
        <p:spPr>
          <a:xfrm>
            <a:off x="4418689" y="1385622"/>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2</a:t>
            </a:r>
            <a:endParaRPr lang="en-US"/>
          </a:p>
        </p:txBody>
      </p:sp>
      <p:sp>
        <p:nvSpPr>
          <p:cNvPr id="31" name="Text Placeholder 18">
            <a:extLst>
              <a:ext uri="{FF2B5EF4-FFF2-40B4-BE49-F238E27FC236}">
                <a16:creationId xmlns:a16="http://schemas.microsoft.com/office/drawing/2014/main" id="{592374D6-650C-C846-9795-F809B71C027A}"/>
              </a:ext>
            </a:extLst>
          </p:cNvPr>
          <p:cNvSpPr>
            <a:spLocks noGrp="1"/>
          </p:cNvSpPr>
          <p:nvPr>
            <p:ph type="body" sz="quarter" idx="53" hasCustomPrompt="1"/>
          </p:nvPr>
        </p:nvSpPr>
        <p:spPr>
          <a:xfrm>
            <a:off x="4418689" y="231007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3</a:t>
            </a:r>
            <a:endParaRPr lang="en-US"/>
          </a:p>
        </p:txBody>
      </p:sp>
      <p:sp>
        <p:nvSpPr>
          <p:cNvPr id="33" name="Text Placeholder 18">
            <a:extLst>
              <a:ext uri="{FF2B5EF4-FFF2-40B4-BE49-F238E27FC236}">
                <a16:creationId xmlns:a16="http://schemas.microsoft.com/office/drawing/2014/main" id="{6069DC40-7B17-174F-AAE7-B50A3C951999}"/>
              </a:ext>
            </a:extLst>
          </p:cNvPr>
          <p:cNvSpPr>
            <a:spLocks noGrp="1"/>
          </p:cNvSpPr>
          <p:nvPr>
            <p:ph type="body" sz="quarter" idx="54" hasCustomPrompt="1"/>
          </p:nvPr>
        </p:nvSpPr>
        <p:spPr>
          <a:xfrm>
            <a:off x="4418689" y="3208917"/>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4</a:t>
            </a:r>
            <a:endParaRPr lang="en-US"/>
          </a:p>
        </p:txBody>
      </p:sp>
      <p:sp>
        <p:nvSpPr>
          <p:cNvPr id="34" name="Text Placeholder 18">
            <a:extLst>
              <a:ext uri="{FF2B5EF4-FFF2-40B4-BE49-F238E27FC236}">
                <a16:creationId xmlns:a16="http://schemas.microsoft.com/office/drawing/2014/main" id="{25515D1C-0049-D745-AB5F-9458F8E7EC18}"/>
              </a:ext>
            </a:extLst>
          </p:cNvPr>
          <p:cNvSpPr>
            <a:spLocks noGrp="1"/>
          </p:cNvSpPr>
          <p:nvPr>
            <p:ph type="body" sz="quarter" idx="55" hasCustomPrompt="1"/>
          </p:nvPr>
        </p:nvSpPr>
        <p:spPr>
          <a:xfrm>
            <a:off x="4418689" y="410056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5</a:t>
            </a:r>
            <a:endParaRPr lang="en-US"/>
          </a:p>
        </p:txBody>
      </p:sp>
      <p:sp>
        <p:nvSpPr>
          <p:cNvPr id="35" name="Text Placeholder 18">
            <a:extLst>
              <a:ext uri="{FF2B5EF4-FFF2-40B4-BE49-F238E27FC236}">
                <a16:creationId xmlns:a16="http://schemas.microsoft.com/office/drawing/2014/main" id="{9969D78D-3170-AF41-A442-6E55076B0BCA}"/>
              </a:ext>
            </a:extLst>
          </p:cNvPr>
          <p:cNvSpPr>
            <a:spLocks noGrp="1"/>
          </p:cNvSpPr>
          <p:nvPr>
            <p:ph type="body" sz="quarter" idx="56" hasCustomPrompt="1"/>
          </p:nvPr>
        </p:nvSpPr>
        <p:spPr>
          <a:xfrm>
            <a:off x="4418689" y="5025010"/>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6</a:t>
            </a:r>
            <a:endParaRPr lang="en-US"/>
          </a:p>
        </p:txBody>
      </p:sp>
      <p:sp>
        <p:nvSpPr>
          <p:cNvPr id="41" name="Text Placeholder 14">
            <a:extLst>
              <a:ext uri="{FF2B5EF4-FFF2-40B4-BE49-F238E27FC236}">
                <a16:creationId xmlns:a16="http://schemas.microsoft.com/office/drawing/2014/main" id="{60559500-39AA-974A-B448-798F8C7F001B}"/>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AGENDA</a:t>
            </a:r>
          </a:p>
        </p:txBody>
      </p:sp>
      <p:sp>
        <p:nvSpPr>
          <p:cNvPr id="19" name="Rectangle 18">
            <a:extLst>
              <a:ext uri="{FF2B5EF4-FFF2-40B4-BE49-F238E27FC236}">
                <a16:creationId xmlns:a16="http://schemas.microsoft.com/office/drawing/2014/main" id="{B8ECA762-90B6-AD4A-BE2E-CEFD722145C6}"/>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7EDE3AA-B830-504E-8EDE-FFCC8EA616D0}"/>
              </a:ext>
            </a:extLst>
          </p:cNvPr>
          <p:cNvSpPr>
            <a:spLocks noGrp="1"/>
          </p:cNvSpPr>
          <p:nvPr>
            <p:ph type="dt" sz="half" idx="57"/>
          </p:nvPr>
        </p:nvSpPr>
        <p:spPr/>
        <p:txBody>
          <a:bodyPr/>
          <a:lstStyle>
            <a:lvl1pPr>
              <a:defRPr>
                <a:solidFill>
                  <a:schemeClr val="tx2"/>
                </a:solidFill>
              </a:defRPr>
            </a:lvl1pPr>
          </a:lstStyle>
          <a:p>
            <a:r>
              <a:rPr lang="en-US"/>
              <a:t>DAI Global UK Step Review Template</a:t>
            </a:r>
          </a:p>
        </p:txBody>
      </p:sp>
      <p:sp>
        <p:nvSpPr>
          <p:cNvPr id="5" name="Slide Number Placeholder 4">
            <a:extLst>
              <a:ext uri="{FF2B5EF4-FFF2-40B4-BE49-F238E27FC236}">
                <a16:creationId xmlns:a16="http://schemas.microsoft.com/office/drawing/2014/main" id="{033D58C7-CD84-1D43-A662-48C22C646C5D}"/>
              </a:ext>
            </a:extLst>
          </p:cNvPr>
          <p:cNvSpPr>
            <a:spLocks noGrp="1"/>
          </p:cNvSpPr>
          <p:nvPr>
            <p:ph type="sldNum" sz="quarter" idx="58"/>
          </p:nvPr>
        </p:nvSpPr>
        <p:spPr/>
        <p:txBody>
          <a:bodyPr/>
          <a:lstStyle/>
          <a:p>
            <a:fld id="{FC1D1ACA-FB83-934A-8F4B-0DD1CC60E8BD}" type="slidenum">
              <a:rPr lang="en-US" smtClean="0"/>
              <a:pPr/>
              <a:t>‹#›</a:t>
            </a:fld>
            <a:r>
              <a:rPr lang="en-US"/>
              <a:t> |</a:t>
            </a:r>
          </a:p>
        </p:txBody>
      </p:sp>
      <p:sp>
        <p:nvSpPr>
          <p:cNvPr id="22" name="Picture Placeholder 2">
            <a:extLst>
              <a:ext uri="{FF2B5EF4-FFF2-40B4-BE49-F238E27FC236}">
                <a16:creationId xmlns:a16="http://schemas.microsoft.com/office/drawing/2014/main" id="{9F32A50A-BF22-344E-8CAE-C9ED730ADEC3}"/>
              </a:ext>
            </a:extLst>
          </p:cNvPr>
          <p:cNvSpPr>
            <a:spLocks noGrp="1"/>
          </p:cNvSpPr>
          <p:nvPr>
            <p:ph type="pic" sz="quarter" idx="59" hasCustomPrompt="1"/>
          </p:nvPr>
        </p:nvSpPr>
        <p:spPr>
          <a:xfrm rot="10800000" flipV="1">
            <a:off x="3487058" y="1385622"/>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4" name="Picture Placeholder 2">
            <a:extLst>
              <a:ext uri="{FF2B5EF4-FFF2-40B4-BE49-F238E27FC236}">
                <a16:creationId xmlns:a16="http://schemas.microsoft.com/office/drawing/2014/main" id="{43137099-F280-C745-98B1-3E52B2987E41}"/>
              </a:ext>
            </a:extLst>
          </p:cNvPr>
          <p:cNvSpPr>
            <a:spLocks noGrp="1"/>
          </p:cNvSpPr>
          <p:nvPr>
            <p:ph type="pic" sz="quarter" idx="60" hasCustomPrompt="1"/>
          </p:nvPr>
        </p:nvSpPr>
        <p:spPr>
          <a:xfrm rot="10800000" flipV="1">
            <a:off x="3487058" y="2310070"/>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5" name="Picture Placeholder 2">
            <a:extLst>
              <a:ext uri="{FF2B5EF4-FFF2-40B4-BE49-F238E27FC236}">
                <a16:creationId xmlns:a16="http://schemas.microsoft.com/office/drawing/2014/main" id="{A5B719CA-506E-9643-ACA7-4B9B6C4136B0}"/>
              </a:ext>
            </a:extLst>
          </p:cNvPr>
          <p:cNvSpPr>
            <a:spLocks noGrp="1"/>
          </p:cNvSpPr>
          <p:nvPr>
            <p:ph type="pic" sz="quarter" idx="61" hasCustomPrompt="1"/>
          </p:nvPr>
        </p:nvSpPr>
        <p:spPr>
          <a:xfrm rot="10800000" flipV="1">
            <a:off x="3487058" y="3237713"/>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6" name="Picture Placeholder 2">
            <a:extLst>
              <a:ext uri="{FF2B5EF4-FFF2-40B4-BE49-F238E27FC236}">
                <a16:creationId xmlns:a16="http://schemas.microsoft.com/office/drawing/2014/main" id="{6D68D7AC-6044-DA47-AAB0-D4AB90FB70ED}"/>
              </a:ext>
            </a:extLst>
          </p:cNvPr>
          <p:cNvSpPr>
            <a:spLocks noGrp="1"/>
          </p:cNvSpPr>
          <p:nvPr>
            <p:ph type="pic" sz="quarter" idx="62" hasCustomPrompt="1"/>
          </p:nvPr>
        </p:nvSpPr>
        <p:spPr>
          <a:xfrm rot="10800000" flipV="1">
            <a:off x="3487058" y="4100561"/>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32" name="Picture Placeholder 2">
            <a:extLst>
              <a:ext uri="{FF2B5EF4-FFF2-40B4-BE49-F238E27FC236}">
                <a16:creationId xmlns:a16="http://schemas.microsoft.com/office/drawing/2014/main" id="{51985880-543B-AF4A-9B5F-DE68230C41B4}"/>
              </a:ext>
            </a:extLst>
          </p:cNvPr>
          <p:cNvSpPr>
            <a:spLocks noGrp="1"/>
          </p:cNvSpPr>
          <p:nvPr>
            <p:ph type="pic" sz="quarter" idx="63" hasCustomPrompt="1"/>
          </p:nvPr>
        </p:nvSpPr>
        <p:spPr>
          <a:xfrm rot="10800000" flipV="1">
            <a:off x="3487058" y="5025009"/>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Tree>
    <p:extLst>
      <p:ext uri="{BB962C8B-B14F-4D97-AF65-F5344CB8AC3E}">
        <p14:creationId xmlns:p14="http://schemas.microsoft.com/office/powerpoint/2010/main" val="2426375165"/>
      </p:ext>
    </p:extLst>
  </p:cSld>
  <p:clrMapOvr>
    <a:masterClrMapping/>
  </p:clrMapOvr>
  <p:extLst>
    <p:ext uri="{DCECCB84-F9BA-43D5-87BE-67443E8EF086}">
      <p15:sldGuideLst xmlns:p15="http://schemas.microsoft.com/office/powerpoint/2012/main">
        <p15:guide id="1" orient="horz" pos="288">
          <p15:clr>
            <a:srgbClr val="FBAE40"/>
          </p15:clr>
        </p15:guide>
        <p15:guide id="2" pos="2184">
          <p15:clr>
            <a:srgbClr val="FBAE40"/>
          </p15:clr>
        </p15:guide>
        <p15:guide id="3" orient="horz" pos="648">
          <p15:clr>
            <a:srgbClr val="FBAE40"/>
          </p15:clr>
        </p15:guide>
        <p15:guide id="4" pos="2568">
          <p15:clr>
            <a:srgbClr val="FBAE40"/>
          </p15:clr>
        </p15:guide>
        <p15:guide id="5" pos="27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FAA1349-AAC0-9142-B4AA-F1F1CC5B25A7}"/>
              </a:ext>
            </a:extLst>
          </p:cNvPr>
          <p:cNvSpPr/>
          <p:nvPr userDrawn="1"/>
        </p:nvSpPr>
        <p:spPr>
          <a:xfrm>
            <a:off x="0" y="0"/>
            <a:ext cx="12192001" cy="5524501"/>
          </a:xfrm>
          <a:prstGeom prst="rect">
            <a:avLst/>
          </a:prstGeom>
          <a:solidFill>
            <a:srgbClr val="D3E3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Text Placeholder 3">
            <a:extLst>
              <a:ext uri="{FF2B5EF4-FFF2-40B4-BE49-F238E27FC236}">
                <a16:creationId xmlns:a16="http://schemas.microsoft.com/office/drawing/2014/main" id="{9E3E988D-C5B5-F94C-8DDA-8EA9BE464989}"/>
              </a:ext>
            </a:extLst>
          </p:cNvPr>
          <p:cNvSpPr>
            <a:spLocks noGrp="1"/>
          </p:cNvSpPr>
          <p:nvPr>
            <p:ph type="body" sz="quarter" idx="12" hasCustomPrompt="1"/>
          </p:nvPr>
        </p:nvSpPr>
        <p:spPr>
          <a:xfrm>
            <a:off x="790832" y="993381"/>
            <a:ext cx="8834431" cy="2585323"/>
          </a:xfrm>
          <a:prstGeom prst="rect">
            <a:avLst/>
          </a:prstGeom>
        </p:spPr>
        <p:txBody>
          <a:bodyPr anchor="b"/>
          <a:lstStyle>
            <a:lvl1pPr marL="0" indent="0">
              <a:buNone/>
              <a:defRPr sz="5400" b="1" i="0">
                <a:solidFill>
                  <a:schemeClr val="tx2"/>
                </a:solidFill>
                <a:latin typeface="+mj-lt"/>
                <a:cs typeface="Arial" panose="020B0604020202020204" pitchFamily="34" charset="0"/>
              </a:defRPr>
            </a:lvl1pPr>
          </a:lstStyle>
          <a:p>
            <a:pPr lvl="0"/>
            <a:r>
              <a:rPr lang="en-US"/>
              <a:t>PLACE SECTION TITLE HERE</a:t>
            </a:r>
          </a:p>
        </p:txBody>
      </p:sp>
      <p:sp>
        <p:nvSpPr>
          <p:cNvPr id="10" name="Text Placeholder 2">
            <a:extLst>
              <a:ext uri="{FF2B5EF4-FFF2-40B4-BE49-F238E27FC236}">
                <a16:creationId xmlns:a16="http://schemas.microsoft.com/office/drawing/2014/main" id="{5B7E8172-D72B-3345-B694-874B5A589F42}"/>
              </a:ext>
            </a:extLst>
          </p:cNvPr>
          <p:cNvSpPr>
            <a:spLocks noGrp="1"/>
          </p:cNvSpPr>
          <p:nvPr>
            <p:ph type="body" sz="quarter" idx="13" hasCustomPrompt="1"/>
          </p:nvPr>
        </p:nvSpPr>
        <p:spPr>
          <a:xfrm>
            <a:off x="790829" y="4204152"/>
            <a:ext cx="8834431" cy="952050"/>
          </a:xfrm>
          <a:prstGeom prst="rect">
            <a:avLst/>
          </a:prstGeom>
        </p:spPr>
        <p:txBody>
          <a:bodyPr/>
          <a:lstStyle>
            <a:lvl1pPr marL="0" indent="0" algn="l">
              <a:lnSpc>
                <a:spcPct val="100000"/>
              </a:lnSpc>
              <a:buNone/>
              <a:defRPr sz="2400" b="0" i="0">
                <a:solidFill>
                  <a:schemeClr val="tx2"/>
                </a:solidFill>
                <a:latin typeface="+mj-lt"/>
                <a:cs typeface="Arial" panose="020B0604020202020204" pitchFamily="34" charset="0"/>
              </a:defRPr>
            </a:lvl1pPr>
          </a:lstStyle>
          <a:p>
            <a:pPr lvl="0"/>
            <a:r>
              <a:rPr lang="en-US"/>
              <a:t>Click to edit the subtitle of the section.</a:t>
            </a:r>
          </a:p>
        </p:txBody>
      </p:sp>
      <p:sp>
        <p:nvSpPr>
          <p:cNvPr id="2" name="Date Placeholder 1">
            <a:extLst>
              <a:ext uri="{FF2B5EF4-FFF2-40B4-BE49-F238E27FC236}">
                <a16:creationId xmlns:a16="http://schemas.microsoft.com/office/drawing/2014/main" id="{A50D681F-672F-D045-BDE9-96B7A2B549EF}"/>
              </a:ext>
            </a:extLst>
          </p:cNvPr>
          <p:cNvSpPr>
            <a:spLocks noGrp="1"/>
          </p:cNvSpPr>
          <p:nvPr>
            <p:ph type="dt" sz="half" idx="15"/>
          </p:nvPr>
        </p:nvSpPr>
        <p:spPr>
          <a:xfrm>
            <a:off x="1154323" y="6022069"/>
            <a:ext cx="10634906" cy="338364"/>
          </a:xfrm>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3D6BCAE9-ED82-9A4D-908C-1B8A9542A49F}"/>
              </a:ext>
            </a:extLst>
          </p:cNvPr>
          <p:cNvSpPr>
            <a:spLocks noGrp="1"/>
          </p:cNvSpPr>
          <p:nvPr>
            <p:ph type="sldNum" sz="quarter" idx="16"/>
          </p:nvPr>
        </p:nvSpPr>
        <p:spPr>
          <a:xfrm>
            <a:off x="790829" y="6022069"/>
            <a:ext cx="651882" cy="338364"/>
          </a:xfrm>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033281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Section Titl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931488-95AF-1A4A-B82F-0A48F2962661}"/>
              </a:ext>
            </a:extLst>
          </p:cNvPr>
          <p:cNvSpPr/>
          <p:nvPr userDrawn="1"/>
        </p:nvSpPr>
        <p:spPr>
          <a:xfrm>
            <a:off x="0" y="1"/>
            <a:ext cx="12183739" cy="6857999"/>
          </a:xfrm>
          <a:prstGeom prst="rect">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FB8DFA8-8FA4-6948-8067-CA6AFA2DE9AB}"/>
              </a:ext>
            </a:extLst>
          </p:cNvPr>
          <p:cNvSpPr/>
          <p:nvPr userDrawn="1"/>
        </p:nvSpPr>
        <p:spPr>
          <a:xfrm>
            <a:off x="792778" y="4390683"/>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E6E7F"/>
              </a:solidFill>
            </a:endParaRPr>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792778" y="1516063"/>
            <a:ext cx="5559036" cy="2585323"/>
          </a:xfrm>
          <a:prstGeom prst="rect">
            <a:avLst/>
          </a:prstGeom>
        </p:spPr>
        <p:txBody>
          <a:bodyPr anchor="b"/>
          <a:lstStyle>
            <a:lvl1pPr marL="0" indent="0">
              <a:buNone/>
              <a:defRPr sz="5400" b="1">
                <a:solidFill>
                  <a:schemeClr val="tx2"/>
                </a:solidFill>
                <a:latin typeface="+mj-lt"/>
                <a:cs typeface="Arial" panose="020B0604020202020204" pitchFamily="34" charset="0"/>
              </a:defRPr>
            </a:lvl1pPr>
          </a:lstStyle>
          <a:p>
            <a:pPr lvl="0"/>
            <a:r>
              <a:rPr lang="en-US"/>
              <a:t>PLACE SUB-SECTION TITLE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790830" y="4840617"/>
            <a:ext cx="5559036" cy="952050"/>
          </a:xfrm>
          <a:prstGeom prst="rect">
            <a:avLst/>
          </a:prstGeom>
        </p:spPr>
        <p:txBody>
          <a:bodyPr/>
          <a:lstStyle>
            <a:lvl1pPr marL="0" indent="0" algn="l">
              <a:lnSpc>
                <a:spcPct val="100000"/>
              </a:lnSpc>
              <a:buNone/>
              <a:defRPr sz="2400" b="0" i="0">
                <a:solidFill>
                  <a:schemeClr val="tx2"/>
                </a:solidFill>
                <a:latin typeface="+mn-lt"/>
                <a:cs typeface="Arial" panose="020B0604020202020204" pitchFamily="34" charset="0"/>
              </a:defRPr>
            </a:lvl1pPr>
          </a:lstStyle>
          <a:p>
            <a:pPr lvl="0"/>
            <a:r>
              <a:rPr lang="en-US"/>
              <a:t>Click to edit the subtitle of the sub-section.</a:t>
            </a:r>
          </a:p>
        </p:txBody>
      </p:sp>
      <p:sp>
        <p:nvSpPr>
          <p:cNvPr id="6" name="Rectangle 5">
            <a:extLst>
              <a:ext uri="{FF2B5EF4-FFF2-40B4-BE49-F238E27FC236}">
                <a16:creationId xmlns:a16="http://schemas.microsoft.com/office/drawing/2014/main" id="{78898946-1EF9-4B4C-AD51-3EF876E9BED5}"/>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7" name="Picture Placeholder 5">
            <a:extLst>
              <a:ext uri="{FF2B5EF4-FFF2-40B4-BE49-F238E27FC236}">
                <a16:creationId xmlns:a16="http://schemas.microsoft.com/office/drawing/2014/main" id="{3B7E65DD-B01A-EA42-AED4-5AA8201FDF49}"/>
              </a:ext>
            </a:extLst>
          </p:cNvPr>
          <p:cNvSpPr>
            <a:spLocks noGrp="1"/>
          </p:cNvSpPr>
          <p:nvPr>
            <p:ph type="pic" sz="quarter" idx="14"/>
          </p:nvPr>
        </p:nvSpPr>
        <p:spPr>
          <a:xfrm>
            <a:off x="6962327" y="-1"/>
            <a:ext cx="5210287" cy="6858000"/>
          </a:xfrm>
          <a:pattFill prst="pct5">
            <a:fgClr>
              <a:schemeClr val="accent1"/>
            </a:fgClr>
            <a:bgClr>
              <a:schemeClr val="bg1"/>
            </a:bgClr>
          </a:pattFill>
        </p:spPr>
        <p:txBody>
          <a:bodyPr/>
          <a:lstStyle/>
          <a:p>
            <a:r>
              <a:rPr lang="en-US"/>
              <a:t>Click icon to add picture</a:t>
            </a:r>
          </a:p>
        </p:txBody>
      </p:sp>
    </p:spTree>
    <p:extLst>
      <p:ext uri="{BB962C8B-B14F-4D97-AF65-F5344CB8AC3E}">
        <p14:creationId xmlns:p14="http://schemas.microsoft.com/office/powerpoint/2010/main" val="9146568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838200" y="115751"/>
            <a:ext cx="10515600"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838199" y="1531213"/>
            <a:ext cx="10855299"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B716DF0-8B9E-0241-818E-3D3AD1CA2BF7}"/>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A2DEDFA-16F0-E14A-957A-02FF45A2E5B8}"/>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012610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4C7F28C-DC7C-5F4E-9F29-328E1BE9E332}"/>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3EDC95AB-5E0C-504A-ADB8-92DE84077505}"/>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798604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511559102"/>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454BFA5-C693-4A4C-93EB-1A16A08F3BD1}"/>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8382406"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4">
            <a:extLst>
              <a:ext uri="{FF2B5EF4-FFF2-40B4-BE49-F238E27FC236}">
                <a16:creationId xmlns:a16="http://schemas.microsoft.com/office/drawing/2014/main" id="{04EF87E8-B846-0B46-82D8-CDF1C7F55DB4}"/>
              </a:ext>
            </a:extLst>
          </p:cNvPr>
          <p:cNvSpPr>
            <a:spLocks noGrp="1"/>
          </p:cNvSpPr>
          <p:nvPr>
            <p:ph type="body" sz="quarter" idx="10" hasCustomPrompt="1"/>
          </p:nvPr>
        </p:nvSpPr>
        <p:spPr>
          <a:xfrm>
            <a:off x="198130" y="110961"/>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4" name="Text Placeholder 14">
            <a:extLst>
              <a:ext uri="{FF2B5EF4-FFF2-40B4-BE49-F238E27FC236}">
                <a16:creationId xmlns:a16="http://schemas.microsoft.com/office/drawing/2014/main" id="{5BAE26F7-6E1C-8D40-B54E-2C241ECD84E5}"/>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FE4F7DE7-296D-244A-89E7-2AA0C67CE716}"/>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C34569A2-7F3E-0A4A-8AA9-1DB7FED9C6EA}"/>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5" name="Text Placeholder 4">
            <a:extLst>
              <a:ext uri="{FF2B5EF4-FFF2-40B4-BE49-F238E27FC236}">
                <a16:creationId xmlns:a16="http://schemas.microsoft.com/office/drawing/2014/main" id="{8362B8DE-9B02-9E44-B60B-F13546564910}"/>
              </a:ext>
            </a:extLst>
          </p:cNvPr>
          <p:cNvSpPr>
            <a:spLocks noGrp="1"/>
          </p:cNvSpPr>
          <p:nvPr>
            <p:ph type="body" sz="quarter" idx="14" hasCustomPrompt="1"/>
          </p:nvPr>
        </p:nvSpPr>
        <p:spPr>
          <a:xfrm>
            <a:off x="3311092" y="0"/>
            <a:ext cx="8382406"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2427161755"/>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682389"/>
            <a:ext cx="2867649" cy="5260658"/>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chemeClr val="tx2"/>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Paragraph</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567887448"/>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0" y="110962"/>
            <a:ext cx="283993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COMPARE SLIDE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16" name="Text Placeholder 3">
            <a:extLst>
              <a:ext uri="{FF2B5EF4-FFF2-40B4-BE49-F238E27FC236}">
                <a16:creationId xmlns:a16="http://schemas.microsoft.com/office/drawing/2014/main" id="{4CC1F227-5257-7345-8FBC-BE9CA51E6D70}"/>
              </a:ext>
            </a:extLst>
          </p:cNvPr>
          <p:cNvSpPr>
            <a:spLocks noGrp="1"/>
          </p:cNvSpPr>
          <p:nvPr>
            <p:ph type="body" sz="half" idx="18"/>
          </p:nvPr>
        </p:nvSpPr>
        <p:spPr>
          <a:xfrm>
            <a:off x="7782186" y="1528156"/>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CDEEDB2-1204-CF43-A97E-8AD06DC069FF}"/>
              </a:ext>
            </a:extLst>
          </p:cNvPr>
          <p:cNvSpPr>
            <a:spLocks noGrp="1"/>
          </p:cNvSpPr>
          <p:nvPr>
            <p:ph type="dt" sz="half" idx="19"/>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B0928BD4-779E-514C-B70E-7F71FE793DD3}"/>
              </a:ext>
            </a:extLst>
          </p:cNvPr>
          <p:cNvSpPr>
            <a:spLocks noGrp="1"/>
          </p:cNvSpPr>
          <p:nvPr>
            <p:ph type="sldNum" sz="quarter" idx="20"/>
          </p:nvPr>
        </p:nvSpPr>
        <p:spPr/>
        <p:txBody>
          <a:bodyPr/>
          <a:lstStyle/>
          <a:p>
            <a:fld id="{FC1D1ACA-FB83-934A-8F4B-0DD1CC60E8BD}" type="slidenum">
              <a:rPr lang="en-US" smtClean="0"/>
              <a:pPr/>
              <a:t>‹#›</a:t>
            </a:fld>
            <a:r>
              <a:rPr lang="en-US"/>
              <a:t> |</a:t>
            </a:r>
          </a:p>
        </p:txBody>
      </p:sp>
      <p:sp>
        <p:nvSpPr>
          <p:cNvPr id="12" name="Text Placeholder 4">
            <a:extLst>
              <a:ext uri="{FF2B5EF4-FFF2-40B4-BE49-F238E27FC236}">
                <a16:creationId xmlns:a16="http://schemas.microsoft.com/office/drawing/2014/main" id="{90A0B43C-8690-D343-8C56-86335D95BB09}"/>
              </a:ext>
            </a:extLst>
          </p:cNvPr>
          <p:cNvSpPr>
            <a:spLocks noGrp="1"/>
          </p:cNvSpPr>
          <p:nvPr>
            <p:ph type="body" sz="quarter" idx="14" hasCustomPrompt="1"/>
          </p:nvPr>
        </p:nvSpPr>
        <p:spPr>
          <a:xfrm>
            <a:off x="3311092" y="0"/>
            <a:ext cx="4198072" cy="1124999"/>
          </a:xfrm>
        </p:spPr>
        <p:txBody>
          <a:bodyPr anchor="b"/>
          <a:lstStyle>
            <a:lvl1pPr marL="0" indent="0">
              <a:buNone/>
              <a:defRPr b="1">
                <a:latin typeface="+mj-lt"/>
              </a:defRPr>
            </a:lvl1pPr>
          </a:lstStyle>
          <a:p>
            <a:pPr lvl="0"/>
            <a:r>
              <a:rPr lang="en-US"/>
              <a:t>CLICK TO EDIT MASTER TEXT STYLES</a:t>
            </a:r>
          </a:p>
        </p:txBody>
      </p:sp>
      <p:sp>
        <p:nvSpPr>
          <p:cNvPr id="13" name="Text Placeholder 4">
            <a:extLst>
              <a:ext uri="{FF2B5EF4-FFF2-40B4-BE49-F238E27FC236}">
                <a16:creationId xmlns:a16="http://schemas.microsoft.com/office/drawing/2014/main" id="{8902C443-6219-ED49-BFC5-FC4C16E1053D}"/>
              </a:ext>
            </a:extLst>
          </p:cNvPr>
          <p:cNvSpPr>
            <a:spLocks noGrp="1"/>
          </p:cNvSpPr>
          <p:nvPr>
            <p:ph type="body" sz="quarter" idx="21" hasCustomPrompt="1"/>
          </p:nvPr>
        </p:nvSpPr>
        <p:spPr>
          <a:xfrm>
            <a:off x="7750889" y="0"/>
            <a:ext cx="4198072"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3094362893"/>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ompar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885DB07-B7A2-8F4C-86B4-C1E28D55A859}"/>
              </a:ext>
            </a:extLst>
          </p:cNvPr>
          <p:cNvSpPr/>
          <p:nvPr userDrawn="1"/>
        </p:nvSpPr>
        <p:spPr>
          <a:xfrm>
            <a:off x="6096001" y="1315677"/>
            <a:ext cx="6095999" cy="5165981"/>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4" name="Rectangle 13">
            <a:extLst>
              <a:ext uri="{FF2B5EF4-FFF2-40B4-BE49-F238E27FC236}">
                <a16:creationId xmlns:a16="http://schemas.microsoft.com/office/drawing/2014/main" id="{EFF0AAE0-3DD4-4146-BCC7-C2641EE58E0D}"/>
              </a:ext>
            </a:extLst>
          </p:cNvPr>
          <p:cNvSpPr/>
          <p:nvPr userDrawn="1"/>
        </p:nvSpPr>
        <p:spPr>
          <a:xfrm>
            <a:off x="0" y="1315676"/>
            <a:ext cx="5911703" cy="5166189"/>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33DBA28E-9C95-0548-948A-AFC23501D80D}"/>
              </a:ext>
            </a:extLst>
          </p:cNvPr>
          <p:cNvSpPr/>
          <p:nvPr userDrawn="1"/>
        </p:nvSpPr>
        <p:spPr>
          <a:xfrm>
            <a:off x="0" y="-20263"/>
            <a:ext cx="5911703" cy="133594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33E5C62-FA3B-8545-AA88-062DEE3012EC}"/>
              </a:ext>
            </a:extLst>
          </p:cNvPr>
          <p:cNvSpPr/>
          <p:nvPr userDrawn="1"/>
        </p:nvSpPr>
        <p:spPr>
          <a:xfrm>
            <a:off x="6096000" y="1"/>
            <a:ext cx="6096001" cy="1315676"/>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19099" y="1562749"/>
            <a:ext cx="5073503"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0BE5C26D-31A1-7D44-96A1-E7BFCA82EA5F}"/>
              </a:ext>
            </a:extLst>
          </p:cNvPr>
          <p:cNvSpPr>
            <a:spLocks noGrp="1"/>
          </p:cNvSpPr>
          <p:nvPr>
            <p:ph type="body" sz="half" idx="11"/>
          </p:nvPr>
        </p:nvSpPr>
        <p:spPr>
          <a:xfrm>
            <a:off x="6699400" y="1531213"/>
            <a:ext cx="5257801"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8457884E-1897-764D-B5EC-9184C0A88570}"/>
              </a:ext>
            </a:extLst>
          </p:cNvPr>
          <p:cNvSpPr>
            <a:spLocks noGrp="1"/>
          </p:cNvSpPr>
          <p:nvPr>
            <p:ph sz="quarter" idx="12" hasCustomPrompt="1"/>
          </p:nvPr>
        </p:nvSpPr>
        <p:spPr>
          <a:xfrm>
            <a:off x="6096000" y="226602"/>
            <a:ext cx="6096000" cy="968786"/>
          </a:xfrm>
        </p:spPr>
        <p:txBody>
          <a:bodyPr anchor="ctr">
            <a:normAutofit/>
          </a:bodyPr>
          <a:lstStyle>
            <a:lvl1pPr marL="0" indent="0" algn="ctr">
              <a:lnSpc>
                <a:spcPct val="100000"/>
              </a:lnSpc>
              <a:buNone/>
              <a:defRPr lang="en-US" sz="2800" b="0" kern="1200" dirty="0">
                <a:solidFill>
                  <a:schemeClr val="bg1"/>
                </a:solidFill>
                <a:latin typeface="+mj-lt"/>
                <a:ea typeface="+mj-ea"/>
                <a:cs typeface="+mj-cs"/>
              </a:defRPr>
            </a:lvl1pPr>
          </a:lstStyle>
          <a:p>
            <a:pPr lvl="0"/>
            <a:r>
              <a:rPr lang="en-US"/>
              <a:t>click to edit master text styles</a:t>
            </a:r>
          </a:p>
        </p:txBody>
      </p:sp>
      <p:sp>
        <p:nvSpPr>
          <p:cNvPr id="3" name="Date Placeholder 2">
            <a:extLst>
              <a:ext uri="{FF2B5EF4-FFF2-40B4-BE49-F238E27FC236}">
                <a16:creationId xmlns:a16="http://schemas.microsoft.com/office/drawing/2014/main" id="{95CF314C-25DF-0D44-8190-5D06D15ADC56}"/>
              </a:ext>
            </a:extLst>
          </p:cNvPr>
          <p:cNvSpPr>
            <a:spLocks noGrp="1"/>
          </p:cNvSpPr>
          <p:nvPr>
            <p:ph type="dt" sz="half" idx="13"/>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92E7EDF0-DC17-3E45-9235-56656C85C221}"/>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5" name="Title 4">
            <a:extLst>
              <a:ext uri="{FF2B5EF4-FFF2-40B4-BE49-F238E27FC236}">
                <a16:creationId xmlns:a16="http://schemas.microsoft.com/office/drawing/2014/main" id="{992FECEC-E392-F340-AA9C-336D1FB699D2}"/>
              </a:ext>
            </a:extLst>
          </p:cNvPr>
          <p:cNvSpPr>
            <a:spLocks noGrp="1"/>
          </p:cNvSpPr>
          <p:nvPr>
            <p:ph type="title" hasCustomPrompt="1"/>
          </p:nvPr>
        </p:nvSpPr>
        <p:spPr>
          <a:xfrm>
            <a:off x="1" y="226809"/>
            <a:ext cx="5911702" cy="968786"/>
          </a:xfrm>
        </p:spPr>
        <p:txBody>
          <a:bodyPr anchor="ctr"/>
          <a:lstStyle>
            <a:lvl1pPr algn="ctr">
              <a:lnSpc>
                <a:spcPct val="100000"/>
              </a:lnSpc>
              <a:defRPr b="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306723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Quo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1D750503-4B77-D843-89A5-78019AE22CD5}"/>
              </a:ext>
            </a:extLst>
          </p:cNvPr>
          <p:cNvSpPr/>
          <p:nvPr userDrawn="1"/>
        </p:nvSpPr>
        <p:spPr>
          <a:xfrm>
            <a:off x="6981713" y="0"/>
            <a:ext cx="5210287" cy="685800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4" name="Text Placeholder 3">
            <a:extLst>
              <a:ext uri="{FF2B5EF4-FFF2-40B4-BE49-F238E27FC236}">
                <a16:creationId xmlns:a16="http://schemas.microsoft.com/office/drawing/2014/main" id="{6F817B6A-9447-4A4E-BFE9-B05174CF4B33}"/>
              </a:ext>
            </a:extLst>
          </p:cNvPr>
          <p:cNvSpPr>
            <a:spLocks noGrp="1"/>
          </p:cNvSpPr>
          <p:nvPr>
            <p:ph type="body" sz="quarter" idx="11" hasCustomPrompt="1"/>
          </p:nvPr>
        </p:nvSpPr>
        <p:spPr>
          <a:xfrm>
            <a:off x="7638200" y="2984378"/>
            <a:ext cx="3897312" cy="889245"/>
          </a:xfrm>
        </p:spPr>
        <p:txBody>
          <a:bodyPr anchor="ctr">
            <a:normAutofit/>
          </a:bodyPr>
          <a:lstStyle>
            <a:lvl1pPr marL="0" indent="0" algn="l">
              <a:buNone/>
              <a:defRPr sz="2400" b="1">
                <a:solidFill>
                  <a:schemeClr val="bg1"/>
                </a:solidFill>
                <a:latin typeface="+mj-lt"/>
              </a:defRPr>
            </a:lvl1pPr>
            <a:lvl2pPr marL="457200" indent="0">
              <a:buNone/>
              <a:defRPr/>
            </a:lvl2pPr>
          </a:lstStyle>
          <a:p>
            <a:pPr lvl="0"/>
            <a:r>
              <a:rPr lang="en-US"/>
              <a:t>“Click to edit your quote or image here”</a:t>
            </a:r>
          </a:p>
        </p:txBody>
      </p:sp>
      <p:sp>
        <p:nvSpPr>
          <p:cNvPr id="5" name="Date Placeholder 4">
            <a:extLst>
              <a:ext uri="{FF2B5EF4-FFF2-40B4-BE49-F238E27FC236}">
                <a16:creationId xmlns:a16="http://schemas.microsoft.com/office/drawing/2014/main" id="{4C69C21C-1E75-0A41-8039-6C24FA92724A}"/>
              </a:ext>
            </a:extLst>
          </p:cNvPr>
          <p:cNvSpPr>
            <a:spLocks noGrp="1"/>
          </p:cNvSpPr>
          <p:nvPr>
            <p:ph type="dt" sz="half" idx="12"/>
          </p:nvPr>
        </p:nvSpPr>
        <p:spPr>
          <a:xfrm>
            <a:off x="617308" y="6481865"/>
            <a:ext cx="6097816" cy="297835"/>
          </a:xfrm>
        </p:spPr>
        <p:txBody>
          <a:bodyPr/>
          <a:lstStyle/>
          <a:p>
            <a:r>
              <a:rPr lang="en-US"/>
              <a:t>DAI Global UK Step Review Template</a:t>
            </a:r>
          </a:p>
        </p:txBody>
      </p:sp>
      <p:sp>
        <p:nvSpPr>
          <p:cNvPr id="6" name="Slide Number Placeholder 5">
            <a:extLst>
              <a:ext uri="{FF2B5EF4-FFF2-40B4-BE49-F238E27FC236}">
                <a16:creationId xmlns:a16="http://schemas.microsoft.com/office/drawing/2014/main" id="{BD7E08BD-8905-1345-855C-D78E8D5C494D}"/>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716891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meline">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TIMELINE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10" name="Rectangle 9">
            <a:extLst>
              <a:ext uri="{FF2B5EF4-FFF2-40B4-BE49-F238E27FC236}">
                <a16:creationId xmlns:a16="http://schemas.microsoft.com/office/drawing/2014/main" id="{A1CA3714-FACF-8046-B1D0-7C8864D422D3}"/>
              </a:ext>
            </a:extLst>
          </p:cNvPr>
          <p:cNvSpPr/>
          <p:nvPr userDrawn="1"/>
        </p:nvSpPr>
        <p:spPr>
          <a:xfrm>
            <a:off x="6183371" y="3523274"/>
            <a:ext cx="2898648"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1487F297-822B-B443-BAED-A307762F3768}"/>
              </a:ext>
            </a:extLst>
          </p:cNvPr>
          <p:cNvSpPr/>
          <p:nvPr userDrawn="1"/>
        </p:nvSpPr>
        <p:spPr>
          <a:xfrm>
            <a:off x="9311640"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57E79B0-BF5B-9D45-9ED9-912DB58D50CD}"/>
              </a:ext>
            </a:extLst>
          </p:cNvPr>
          <p:cNvSpPr/>
          <p:nvPr userDrawn="1"/>
        </p:nvSpPr>
        <p:spPr>
          <a:xfrm>
            <a:off x="3073391"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5" name="Rectangle 14">
            <a:extLst>
              <a:ext uri="{FF2B5EF4-FFF2-40B4-BE49-F238E27FC236}">
                <a16:creationId xmlns:a16="http://schemas.microsoft.com/office/drawing/2014/main" id="{31655673-9E70-784E-B808-BD39C1B2EE02}"/>
              </a:ext>
            </a:extLst>
          </p:cNvPr>
          <p:cNvSpPr/>
          <p:nvPr userDrawn="1"/>
        </p:nvSpPr>
        <p:spPr>
          <a:xfrm>
            <a:off x="3073390" y="2910626"/>
            <a:ext cx="2884676"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8" name="Rectangle 17">
            <a:extLst>
              <a:ext uri="{FF2B5EF4-FFF2-40B4-BE49-F238E27FC236}">
                <a16:creationId xmlns:a16="http://schemas.microsoft.com/office/drawing/2014/main" id="{7ED15A6B-A2AE-F74B-9066-CDF48B03B92A}"/>
              </a:ext>
            </a:extLst>
          </p:cNvPr>
          <p:cNvSpPr/>
          <p:nvPr userDrawn="1"/>
        </p:nvSpPr>
        <p:spPr>
          <a:xfrm>
            <a:off x="6185529" y="2910626"/>
            <a:ext cx="2898648"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21" name="Rectangle 20">
            <a:extLst>
              <a:ext uri="{FF2B5EF4-FFF2-40B4-BE49-F238E27FC236}">
                <a16:creationId xmlns:a16="http://schemas.microsoft.com/office/drawing/2014/main" id="{9FC8A256-D95B-2642-AF3B-A3C28A7BCAD7}"/>
              </a:ext>
            </a:extLst>
          </p:cNvPr>
          <p:cNvSpPr/>
          <p:nvPr userDrawn="1"/>
        </p:nvSpPr>
        <p:spPr>
          <a:xfrm>
            <a:off x="9311640" y="2910626"/>
            <a:ext cx="2880360"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5" name="Picture Placeholder 4">
            <a:extLst>
              <a:ext uri="{FF2B5EF4-FFF2-40B4-BE49-F238E27FC236}">
                <a16:creationId xmlns:a16="http://schemas.microsoft.com/office/drawing/2014/main" id="{CA3D8956-FAE4-DF4B-A43D-682C26BBE26E}"/>
              </a:ext>
            </a:extLst>
          </p:cNvPr>
          <p:cNvSpPr>
            <a:spLocks noGrp="1"/>
          </p:cNvSpPr>
          <p:nvPr>
            <p:ph type="pic" sz="quarter" idx="14" hasCustomPrompt="1"/>
          </p:nvPr>
        </p:nvSpPr>
        <p:spPr>
          <a:xfrm>
            <a:off x="3065779" y="10263"/>
            <a:ext cx="2880360" cy="2900363"/>
          </a:xfrm>
          <a:pattFill prst="pct5">
            <a:fgClr>
              <a:schemeClr val="accent1"/>
            </a:fgClr>
            <a:bgClr>
              <a:schemeClr val="bg1"/>
            </a:bgClr>
          </a:pattFill>
        </p:spPr>
        <p:txBody>
          <a:bodyPr/>
          <a:lstStyle>
            <a:lvl1pPr marL="0" indent="0">
              <a:buNone/>
              <a:defRPr/>
            </a:lvl1pPr>
          </a:lstStyle>
          <a:p>
            <a:r>
              <a:rPr lang="en-US"/>
              <a:t>Picture</a:t>
            </a:r>
          </a:p>
        </p:txBody>
      </p:sp>
      <p:sp>
        <p:nvSpPr>
          <p:cNvPr id="29" name="Picture Placeholder 4">
            <a:extLst>
              <a:ext uri="{FF2B5EF4-FFF2-40B4-BE49-F238E27FC236}">
                <a16:creationId xmlns:a16="http://schemas.microsoft.com/office/drawing/2014/main" id="{19375E87-CAF3-7E45-8974-B93C2834B165}"/>
              </a:ext>
            </a:extLst>
          </p:cNvPr>
          <p:cNvSpPr>
            <a:spLocks noGrp="1"/>
          </p:cNvSpPr>
          <p:nvPr>
            <p:ph type="pic" sz="quarter" idx="15" hasCustomPrompt="1"/>
          </p:nvPr>
        </p:nvSpPr>
        <p:spPr>
          <a:xfrm>
            <a:off x="6188709" y="11978"/>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9311640" y="10263"/>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7" name="Text Placeholder 6">
            <a:extLst>
              <a:ext uri="{FF2B5EF4-FFF2-40B4-BE49-F238E27FC236}">
                <a16:creationId xmlns:a16="http://schemas.microsoft.com/office/drawing/2014/main" id="{2FA23E7E-8EF2-E741-A84E-5AD15996C15A}"/>
              </a:ext>
            </a:extLst>
          </p:cNvPr>
          <p:cNvSpPr>
            <a:spLocks noGrp="1"/>
          </p:cNvSpPr>
          <p:nvPr>
            <p:ph type="body" sz="quarter" idx="17" hasCustomPrompt="1"/>
          </p:nvPr>
        </p:nvSpPr>
        <p:spPr>
          <a:xfrm>
            <a:off x="307339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1" name="Text Placeholder 6">
            <a:extLst>
              <a:ext uri="{FF2B5EF4-FFF2-40B4-BE49-F238E27FC236}">
                <a16:creationId xmlns:a16="http://schemas.microsoft.com/office/drawing/2014/main" id="{D5F7F3E0-288F-A645-8127-B310AB079293}"/>
              </a:ext>
            </a:extLst>
          </p:cNvPr>
          <p:cNvSpPr>
            <a:spLocks noGrp="1"/>
          </p:cNvSpPr>
          <p:nvPr>
            <p:ph type="body" sz="quarter" idx="18" hasCustomPrompt="1"/>
          </p:nvPr>
        </p:nvSpPr>
        <p:spPr>
          <a:xfrm>
            <a:off x="621283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2" name="Text Placeholder 6">
            <a:extLst>
              <a:ext uri="{FF2B5EF4-FFF2-40B4-BE49-F238E27FC236}">
                <a16:creationId xmlns:a16="http://schemas.microsoft.com/office/drawing/2014/main" id="{4885194A-B5AE-DE4A-A36C-6C7341915CFD}"/>
              </a:ext>
            </a:extLst>
          </p:cNvPr>
          <p:cNvSpPr>
            <a:spLocks noGrp="1"/>
          </p:cNvSpPr>
          <p:nvPr>
            <p:ph type="body" sz="quarter" idx="19" hasCustomPrompt="1"/>
          </p:nvPr>
        </p:nvSpPr>
        <p:spPr>
          <a:xfrm>
            <a:off x="9312079"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3" name="Text Placeholder 32">
            <a:extLst>
              <a:ext uri="{FF2B5EF4-FFF2-40B4-BE49-F238E27FC236}">
                <a16:creationId xmlns:a16="http://schemas.microsoft.com/office/drawing/2014/main" id="{D3852F33-8A35-EF41-822B-0C1BDB40D7A8}"/>
              </a:ext>
            </a:extLst>
          </p:cNvPr>
          <p:cNvSpPr>
            <a:spLocks noGrp="1"/>
          </p:cNvSpPr>
          <p:nvPr>
            <p:ph type="body" sz="quarter" idx="20"/>
          </p:nvPr>
        </p:nvSpPr>
        <p:spPr>
          <a:xfrm>
            <a:off x="3291085" y="397510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6" name="Text Placeholder 32">
            <a:extLst>
              <a:ext uri="{FF2B5EF4-FFF2-40B4-BE49-F238E27FC236}">
                <a16:creationId xmlns:a16="http://schemas.microsoft.com/office/drawing/2014/main" id="{1F8C85DD-FC03-5B43-B318-65C3717E7304}"/>
              </a:ext>
            </a:extLst>
          </p:cNvPr>
          <p:cNvSpPr>
            <a:spLocks noGrp="1"/>
          </p:cNvSpPr>
          <p:nvPr>
            <p:ph type="body" sz="quarter" idx="21"/>
          </p:nvPr>
        </p:nvSpPr>
        <p:spPr>
          <a:xfrm>
            <a:off x="6395674"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7" name="Text Placeholder 32">
            <a:extLst>
              <a:ext uri="{FF2B5EF4-FFF2-40B4-BE49-F238E27FC236}">
                <a16:creationId xmlns:a16="http://schemas.microsoft.com/office/drawing/2014/main" id="{59AAE73B-AE16-5448-A32D-CDC79973E39A}"/>
              </a:ext>
            </a:extLst>
          </p:cNvPr>
          <p:cNvSpPr>
            <a:spLocks noGrp="1"/>
          </p:cNvSpPr>
          <p:nvPr>
            <p:ph type="body" sz="quarter" idx="22"/>
          </p:nvPr>
        </p:nvSpPr>
        <p:spPr>
          <a:xfrm>
            <a:off x="9508461"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36371049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 pictures">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6981712" y="10262"/>
            <a:ext cx="5210288" cy="3279279"/>
          </a:xfrm>
          <a:pattFill prst="pct5">
            <a:fgClr>
              <a:schemeClr val="accent1"/>
            </a:fgClr>
            <a:bgClr>
              <a:schemeClr val="bg1"/>
            </a:bgClr>
          </a:pattFill>
        </p:spPr>
        <p:txBody>
          <a:bodyPr/>
          <a:lstStyle>
            <a:lvl1pPr marL="0" indent="0">
              <a:buNone/>
              <a:defRPr/>
            </a:lvl1pPr>
          </a:lstStyle>
          <a:p>
            <a:r>
              <a:rPr lang="en-US"/>
              <a:t>Picture</a:t>
            </a:r>
          </a:p>
        </p:txBody>
      </p:sp>
      <p:sp>
        <p:nvSpPr>
          <p:cNvPr id="24" name="Picture Placeholder 4">
            <a:extLst>
              <a:ext uri="{FF2B5EF4-FFF2-40B4-BE49-F238E27FC236}">
                <a16:creationId xmlns:a16="http://schemas.microsoft.com/office/drawing/2014/main" id="{FEAD95BE-5091-B446-932C-08A72FF613D4}"/>
              </a:ext>
            </a:extLst>
          </p:cNvPr>
          <p:cNvSpPr>
            <a:spLocks noGrp="1"/>
          </p:cNvSpPr>
          <p:nvPr>
            <p:ph type="pic" sz="quarter" idx="17" hasCustomPrompt="1"/>
          </p:nvPr>
        </p:nvSpPr>
        <p:spPr>
          <a:xfrm>
            <a:off x="6981712" y="3299803"/>
            <a:ext cx="5210288" cy="3571508"/>
          </a:xfrm>
          <a:pattFill prst="pct5">
            <a:fgClr>
              <a:schemeClr val="accent1"/>
            </a:fgClr>
            <a:bgClr>
              <a:schemeClr val="bg1"/>
            </a:bgClr>
          </a:pattFill>
        </p:spPr>
        <p:txBody>
          <a:bodyPr/>
          <a:lstStyle>
            <a:lvl1pPr marL="0" indent="0">
              <a:buNone/>
              <a:defRPr/>
            </a:lvl1pPr>
          </a:lstStyle>
          <a:p>
            <a:r>
              <a:rPr lang="en-US"/>
              <a:t>Picture</a:t>
            </a:r>
          </a:p>
        </p:txBody>
      </p:sp>
      <p:sp>
        <p:nvSpPr>
          <p:cNvPr id="25" name="Text Placeholder 3">
            <a:extLst>
              <a:ext uri="{FF2B5EF4-FFF2-40B4-BE49-F238E27FC236}">
                <a16:creationId xmlns:a16="http://schemas.microsoft.com/office/drawing/2014/main" id="{11F9F74B-5EBB-BA44-9237-103B061C270C}"/>
              </a:ext>
            </a:extLst>
          </p:cNvPr>
          <p:cNvSpPr>
            <a:spLocks noGrp="1"/>
          </p:cNvSpPr>
          <p:nvPr>
            <p:ph type="body" sz="half" idx="2"/>
          </p:nvPr>
        </p:nvSpPr>
        <p:spPr>
          <a:xfrm>
            <a:off x="3311092" y="682388"/>
            <a:ext cx="3374188" cy="577921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59992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Title Content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236A3CF-857C-EC4D-8872-08076A68D205}"/>
              </a:ext>
            </a:extLst>
          </p:cNvPr>
          <p:cNvSpPr/>
          <p:nvPr userDrawn="1"/>
        </p:nvSpPr>
        <p:spPr>
          <a:xfrm>
            <a:off x="0" y="6403565"/>
            <a:ext cx="6981711"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EA595CF-F827-8849-BBEE-64A2BF7B5BBC}"/>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6" name="Picture Placeholder 5">
            <a:extLst>
              <a:ext uri="{FF2B5EF4-FFF2-40B4-BE49-F238E27FC236}">
                <a16:creationId xmlns:a16="http://schemas.microsoft.com/office/drawing/2014/main" id="{A1A47198-CF20-CE43-A89F-AE5F0EFAF05D}"/>
              </a:ext>
            </a:extLst>
          </p:cNvPr>
          <p:cNvSpPr>
            <a:spLocks noGrp="1"/>
          </p:cNvSpPr>
          <p:nvPr>
            <p:ph type="pic" sz="quarter" idx="12"/>
          </p:nvPr>
        </p:nvSpPr>
        <p:spPr>
          <a:xfrm>
            <a:off x="6981712" y="-7191"/>
            <a:ext cx="5210287" cy="6858000"/>
          </a:xfrm>
          <a:pattFill prst="pct5">
            <a:fgClr>
              <a:schemeClr val="accent1"/>
            </a:fgClr>
            <a:bgClr>
              <a:schemeClr val="bg1"/>
            </a:bgClr>
          </a:pattFill>
        </p:spPr>
        <p:txBody>
          <a:bodyPr/>
          <a:lstStyle/>
          <a:p>
            <a:r>
              <a:rPr lang="en-US"/>
              <a:t>Click icon to add picture</a:t>
            </a:r>
          </a:p>
        </p:txBody>
      </p:sp>
      <p:sp>
        <p:nvSpPr>
          <p:cNvPr id="3" name="Date Placeholder 2">
            <a:extLst>
              <a:ext uri="{FF2B5EF4-FFF2-40B4-BE49-F238E27FC236}">
                <a16:creationId xmlns:a16="http://schemas.microsoft.com/office/drawing/2014/main" id="{854E7CE1-D133-FC47-A2E9-8BB902448D6B}"/>
              </a:ext>
            </a:extLst>
          </p:cNvPr>
          <p:cNvSpPr>
            <a:spLocks noGrp="1"/>
          </p:cNvSpPr>
          <p:nvPr>
            <p:ph type="dt" sz="half" idx="13"/>
          </p:nvPr>
        </p:nvSpPr>
        <p:spPr>
          <a:xfrm>
            <a:off x="617308" y="6481865"/>
            <a:ext cx="6097816" cy="297835"/>
          </a:xfrm>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F29058C-70C1-4D47-8FED-95852139D3BE}"/>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18" name="Title 1">
            <a:extLst>
              <a:ext uri="{FF2B5EF4-FFF2-40B4-BE49-F238E27FC236}">
                <a16:creationId xmlns:a16="http://schemas.microsoft.com/office/drawing/2014/main" id="{EBBCC13F-DB14-DC4D-8801-474CABB4983A}"/>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9" name="Rectangle 18">
            <a:extLst>
              <a:ext uri="{FF2B5EF4-FFF2-40B4-BE49-F238E27FC236}">
                <a16:creationId xmlns:a16="http://schemas.microsoft.com/office/drawing/2014/main" id="{8624EBD5-ED52-CB42-831C-4DDD143E7B56}"/>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8D644471-A07B-F245-9ABC-5B586B51AFBF}"/>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4305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Content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1" y="110962"/>
            <a:ext cx="2856898"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263909" y="3084723"/>
            <a:ext cx="8382406" cy="305167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18138420-A711-0544-85FF-256A6478A5DF}"/>
              </a:ext>
            </a:extLst>
          </p:cNvPr>
          <p:cNvSpPr>
            <a:spLocks noGrp="1"/>
          </p:cNvSpPr>
          <p:nvPr>
            <p:ph type="pic" sz="quarter" idx="16"/>
          </p:nvPr>
        </p:nvSpPr>
        <p:spPr>
          <a:xfrm>
            <a:off x="3065780" y="0"/>
            <a:ext cx="9116091" cy="2822402"/>
          </a:xfrm>
          <a:prstGeom prst="rect">
            <a:avLst/>
          </a:prstGeom>
          <a:pattFill prst="pct5">
            <a:fgClr>
              <a:schemeClr val="accent1"/>
            </a:fgClr>
            <a:bgClr>
              <a:schemeClr val="bg1"/>
            </a:bgClr>
          </a:pattFill>
        </p:spPr>
        <p:txBody>
          <a:bodyPr/>
          <a:lstStyle>
            <a:lvl1pPr marL="0" indent="0">
              <a:buNone/>
              <a:defRPr/>
            </a:lvl1pPr>
          </a:lstStyle>
          <a:p>
            <a:r>
              <a:rPr lang="en-US"/>
              <a:t>Click icon to add picture</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5689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699A3CEA-C523-094E-A118-E89314F9EBA3}"/>
              </a:ext>
            </a:extLst>
          </p:cNvPr>
          <p:cNvSpPr>
            <a:spLocks noGrp="1"/>
          </p:cNvSpPr>
          <p:nvPr>
            <p:ph type="dt" sz="half" idx="17"/>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24A83E3F-B3DD-BD4A-99B8-95B7EFC9D1D4}"/>
              </a:ext>
            </a:extLst>
          </p:cNvPr>
          <p:cNvSpPr>
            <a:spLocks noGrp="1"/>
          </p:cNvSpPr>
          <p:nvPr>
            <p:ph type="sldNum" sz="quarter" idx="18"/>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131434898"/>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C53B9CA-4B25-CD46-8109-9D8A0E91D928}"/>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2">
            <a:extLst>
              <a:ext uri="{FF2B5EF4-FFF2-40B4-BE49-F238E27FC236}">
                <a16:creationId xmlns:a16="http://schemas.microsoft.com/office/drawing/2014/main" id="{063C64AA-0FDB-0E46-8A4F-BEC5A97251B7}"/>
              </a:ext>
            </a:extLst>
          </p:cNvPr>
          <p:cNvSpPr>
            <a:spLocks noGrp="1"/>
          </p:cNvSpPr>
          <p:nvPr>
            <p:ph type="pic" idx="1"/>
          </p:nvPr>
        </p:nvSpPr>
        <p:spPr>
          <a:xfrm>
            <a:off x="3065780" y="0"/>
            <a:ext cx="9126219" cy="6380922"/>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6" name="Rectangle 15">
            <a:extLst>
              <a:ext uri="{FF2B5EF4-FFF2-40B4-BE49-F238E27FC236}">
                <a16:creationId xmlns:a16="http://schemas.microsoft.com/office/drawing/2014/main" id="{36D8E1EB-4CEB-B342-B9B2-0EE875DF4D56}"/>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4">
            <a:extLst>
              <a:ext uri="{FF2B5EF4-FFF2-40B4-BE49-F238E27FC236}">
                <a16:creationId xmlns:a16="http://schemas.microsoft.com/office/drawing/2014/main" id="{D9CAEC74-15A6-4042-BA3A-9DE8666F5A3E}"/>
              </a:ext>
            </a:extLst>
          </p:cNvPr>
          <p:cNvSpPr>
            <a:spLocks noGrp="1"/>
          </p:cNvSpPr>
          <p:nvPr>
            <p:ph type="body" sz="quarter" idx="10" hasCustomPrompt="1"/>
          </p:nvPr>
        </p:nvSpPr>
        <p:spPr>
          <a:xfrm>
            <a:off x="198130" y="110962"/>
            <a:ext cx="286764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7" name="Text Placeholder 14">
            <a:extLst>
              <a:ext uri="{FF2B5EF4-FFF2-40B4-BE49-F238E27FC236}">
                <a16:creationId xmlns:a16="http://schemas.microsoft.com/office/drawing/2014/main" id="{61099818-DE47-9D44-8177-EE88CC8103F2}"/>
              </a:ext>
            </a:extLst>
          </p:cNvPr>
          <p:cNvSpPr>
            <a:spLocks noGrp="1"/>
          </p:cNvSpPr>
          <p:nvPr>
            <p:ph type="body" sz="quarter" idx="11" hasCustomPrompt="1"/>
          </p:nvPr>
        </p:nvSpPr>
        <p:spPr>
          <a:xfrm>
            <a:off x="198130" y="1776933"/>
            <a:ext cx="2867650"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9C76ACE1-8643-FE44-A61F-7F8AA82CAEE2}"/>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841AD59E-6B54-3B43-B351-45F7E62C1EFC}"/>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375046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ED935A7-9941-4C44-89BE-2AE9B5FDA900}"/>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1B6D11C8-D61E-9846-8AF9-7FD637346A1F}"/>
              </a:ext>
            </a:extLst>
          </p:cNvPr>
          <p:cNvSpPr>
            <a:spLocks noGrp="1"/>
          </p:cNvSpPr>
          <p:nvPr>
            <p:ph type="pic" idx="1"/>
          </p:nvPr>
        </p:nvSpPr>
        <p:spPr>
          <a:xfrm>
            <a:off x="-2" y="1"/>
            <a:ext cx="12192000" cy="6390860"/>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Date Placeholder 1">
            <a:extLst>
              <a:ext uri="{FF2B5EF4-FFF2-40B4-BE49-F238E27FC236}">
                <a16:creationId xmlns:a16="http://schemas.microsoft.com/office/drawing/2014/main" id="{A36E6120-472D-4245-AA37-5A8F14525472}"/>
              </a:ext>
            </a:extLst>
          </p:cNvPr>
          <p:cNvSpPr>
            <a:spLocks noGrp="1"/>
          </p:cNvSpPr>
          <p:nvPr>
            <p:ph type="dt" sz="half" idx="10"/>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5B47A114-E183-584F-BA95-7B599913FCE4}"/>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7616400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E356CDF-BC71-E84C-B4AB-7C304EA18B3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9931488-95AF-1A4A-B82F-0A48F2962661}"/>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1503650" y="1218544"/>
            <a:ext cx="9191835" cy="4114239"/>
          </a:xfrm>
          <a:prstGeom prst="rect">
            <a:avLst/>
          </a:prstGeom>
        </p:spPr>
        <p:txBody>
          <a:bodyPr anchor="ctr">
            <a:normAutofit/>
          </a:bodyPr>
          <a:lstStyle>
            <a:lvl1pPr marL="0" indent="0" algn="ctr">
              <a:lnSpc>
                <a:spcPct val="100000"/>
              </a:lnSpc>
              <a:buNone/>
              <a:defRPr sz="4000" b="1" i="0">
                <a:solidFill>
                  <a:schemeClr val="bg1"/>
                </a:solidFill>
                <a:latin typeface="+mj-lt"/>
                <a:cs typeface="Arial" panose="020B0604020202020204" pitchFamily="34" charset="0"/>
              </a:defRPr>
            </a:lvl1pPr>
          </a:lstStyle>
          <a:p>
            <a:pPr lvl="0"/>
            <a:r>
              <a:rPr lang="en-US"/>
              <a:t>PLACE YOUR QUOTE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1558476" y="5349183"/>
            <a:ext cx="8572003" cy="532205"/>
          </a:xfrm>
          <a:prstGeom prst="rect">
            <a:avLst/>
          </a:prstGeom>
        </p:spPr>
        <p:txBody>
          <a:bodyPr/>
          <a:lstStyle>
            <a:lvl1pPr marL="0" indent="0" algn="r">
              <a:lnSpc>
                <a:spcPct val="100000"/>
              </a:lnSpc>
              <a:buNone/>
              <a:defRPr sz="2400" b="0" i="0">
                <a:solidFill>
                  <a:schemeClr val="bg1"/>
                </a:solidFill>
                <a:latin typeface="+mn-lt"/>
                <a:cs typeface="Arial" panose="020B0604020202020204" pitchFamily="34" charset="0"/>
              </a:defRPr>
            </a:lvl1pPr>
          </a:lstStyle>
          <a:p>
            <a:pPr lvl="0"/>
            <a:r>
              <a:rPr lang="en-US"/>
              <a:t>By first name last name</a:t>
            </a:r>
          </a:p>
        </p:txBody>
      </p:sp>
      <p:pic>
        <p:nvPicPr>
          <p:cNvPr id="6" name="Picture 5">
            <a:extLst>
              <a:ext uri="{FF2B5EF4-FFF2-40B4-BE49-F238E27FC236}">
                <a16:creationId xmlns:a16="http://schemas.microsoft.com/office/drawing/2014/main" id="{96422407-63E0-E441-94E9-3303C7637DAC}"/>
              </a:ext>
            </a:extLst>
          </p:cNvPr>
          <p:cNvPicPr>
            <a:picLocks noChangeAspect="1"/>
          </p:cNvPicPr>
          <p:nvPr userDrawn="1"/>
        </p:nvPicPr>
        <p:blipFill>
          <a:blip r:embed="rId2"/>
          <a:stretch>
            <a:fillRect/>
          </a:stretch>
        </p:blipFill>
        <p:spPr>
          <a:xfrm rot="5400000">
            <a:off x="1199644" y="928418"/>
            <a:ext cx="608010" cy="608010"/>
          </a:xfrm>
          <a:prstGeom prst="rect">
            <a:avLst/>
          </a:prstGeom>
        </p:spPr>
      </p:pic>
      <p:pic>
        <p:nvPicPr>
          <p:cNvPr id="7" name="Picture 6">
            <a:extLst>
              <a:ext uri="{FF2B5EF4-FFF2-40B4-BE49-F238E27FC236}">
                <a16:creationId xmlns:a16="http://schemas.microsoft.com/office/drawing/2014/main" id="{599099D0-B6FA-5743-82BF-AA4EDE7C243F}"/>
              </a:ext>
            </a:extLst>
          </p:cNvPr>
          <p:cNvPicPr>
            <a:picLocks noChangeAspect="1"/>
          </p:cNvPicPr>
          <p:nvPr userDrawn="1"/>
        </p:nvPicPr>
        <p:blipFill>
          <a:blip r:embed="rId2"/>
          <a:stretch>
            <a:fillRect/>
          </a:stretch>
        </p:blipFill>
        <p:spPr>
          <a:xfrm rot="16200000">
            <a:off x="10406990" y="5332783"/>
            <a:ext cx="565006" cy="565006"/>
          </a:xfrm>
          <a:prstGeom prst="rect">
            <a:avLst/>
          </a:prstGeom>
        </p:spPr>
      </p:pic>
    </p:spTree>
    <p:extLst>
      <p:ext uri="{BB962C8B-B14F-4D97-AF65-F5344CB8AC3E}">
        <p14:creationId xmlns:p14="http://schemas.microsoft.com/office/powerpoint/2010/main" val="7528495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Ending Slide Light">
    <p:spTree>
      <p:nvGrpSpPr>
        <p:cNvPr id="1" name=""/>
        <p:cNvGrpSpPr/>
        <p:nvPr/>
      </p:nvGrpSpPr>
      <p:grpSpPr>
        <a:xfrm>
          <a:off x="0" y="0"/>
          <a:ext cx="0" cy="0"/>
          <a:chOff x="0" y="0"/>
          <a:chExt cx="0" cy="0"/>
        </a:xfrm>
      </p:grpSpPr>
      <p:pic>
        <p:nvPicPr>
          <p:cNvPr id="3" name="Picture 2" descr="A picture containing umbrella, game&#10;&#10;Description automatically generated">
            <a:extLst>
              <a:ext uri="{FF2B5EF4-FFF2-40B4-BE49-F238E27FC236}">
                <a16:creationId xmlns:a16="http://schemas.microsoft.com/office/drawing/2014/main" id="{E6C8F624-0CCA-B64C-9259-C90B79B2D74D}"/>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530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Ending Slid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4CC0B-990F-9743-BB08-D865C859A5DA}"/>
              </a:ext>
            </a:extLst>
          </p:cNvPr>
          <p:cNvPicPr>
            <a:picLocks noChangeAspect="1"/>
          </p:cNvPicPr>
          <p:nvPr userDrawn="1"/>
        </p:nvPicPr>
        <p:blipFill>
          <a:blip r:embed="rId2"/>
          <a:srcRect/>
          <a:stretch/>
        </p:blipFill>
        <p:spPr>
          <a:xfrm>
            <a:off x="6096" y="0"/>
            <a:ext cx="12185904" cy="6858000"/>
          </a:xfrm>
          <a:prstGeom prst="rect">
            <a:avLst/>
          </a:prstGeom>
        </p:spPr>
      </p:pic>
    </p:spTree>
    <p:extLst>
      <p:ext uri="{BB962C8B-B14F-4D97-AF65-F5344CB8AC3E}">
        <p14:creationId xmlns:p14="http://schemas.microsoft.com/office/powerpoint/2010/main" val="42019493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ntent and Objec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8" y="1825625"/>
            <a:ext cx="5328000" cy="3906435"/>
          </a:xfrm>
        </p:spPr>
        <p:txBody>
          <a:bodyPr>
            <a:noAutofit/>
          </a:bodyPr>
          <a:lstStyle>
            <a:lvl1pPr>
              <a:spcAft>
                <a:spcPts val="1800"/>
              </a:spcAft>
              <a:defRPr/>
            </a:lvl1pPr>
            <a:lvl2pPr>
              <a:spcAft>
                <a:spcPts val="1800"/>
              </a:spcAft>
              <a:defRPr/>
            </a:lvl2pPr>
            <a:lvl3pPr>
              <a:spcAft>
                <a:spcPts val="1800"/>
              </a:spcAft>
              <a:defRPr/>
            </a:lvl3pPr>
            <a:lvl4pPr>
              <a:spcAft>
                <a:spcPts val="1800"/>
              </a:spcAft>
              <a:defRPr/>
            </a:lvl4pPr>
            <a:lvl5pPr>
              <a:spcAft>
                <a:spcPts val="180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402250" y="1825625"/>
            <a:ext cx="5328000" cy="3906435"/>
          </a:xfrm>
          <a:noFill/>
        </p:spPr>
        <p:txBody>
          <a:bodyPr>
            <a:noAutofit/>
          </a:bodyPr>
          <a:lstStyle>
            <a:lvl1pPr marL="0" indent="0">
              <a:buNone/>
              <a:defRPr/>
            </a:lvl1pPr>
          </a:lstStyle>
          <a:p>
            <a:pPr lvl="0"/>
            <a:r>
              <a:rPr lang="en-US"/>
              <a:t>Edit Master text styles</a:t>
            </a:r>
          </a:p>
        </p:txBody>
      </p:sp>
      <p:sp>
        <p:nvSpPr>
          <p:cNvPr id="7" name="Slide Number Placeholder 6"/>
          <p:cNvSpPr>
            <a:spLocks noGrp="1"/>
          </p:cNvSpPr>
          <p:nvPr>
            <p:ph type="sldNum" sz="quarter" idx="12"/>
          </p:nvPr>
        </p:nvSpPr>
        <p:spPr/>
        <p:txBody>
          <a:bodyPr>
            <a:noAutofit/>
          </a:bodyPr>
          <a:lstStyle/>
          <a:p>
            <a:fld id="{F46C79FD-C571-418B-AB0F-5EE936C85276}" type="slidenum">
              <a:rPr lang="en-GB" smtClean="0"/>
              <a:t>‹#›</a:t>
            </a:fld>
            <a:endParaRPr lang="en-GB" dirty="0"/>
          </a:p>
        </p:txBody>
      </p:sp>
      <p:cxnSp>
        <p:nvCxnSpPr>
          <p:cNvPr id="9" name="Straight Connector 8"/>
          <p:cNvCxnSpPr/>
          <p:nvPr userDrawn="1"/>
        </p:nvCxnSpPr>
        <p:spPr>
          <a:xfrm flipH="1">
            <a:off x="838199" y="0"/>
            <a:ext cx="1" cy="1276357"/>
          </a:xfrm>
          <a:prstGeom prst="line">
            <a:avLst/>
          </a:prstGeom>
          <a:ln w="28575">
            <a:solidFill>
              <a:srgbClr val="90C852"/>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p:nvPr>
        </p:nvSpPr>
        <p:spPr>
          <a:xfrm>
            <a:off x="970722" y="482860"/>
            <a:ext cx="10515600" cy="782357"/>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10254993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1C3DDF2-9EC4-1348-BA55-CF7556117905}"/>
              </a:ext>
            </a:extLst>
          </p:cNvPr>
          <p:cNvPicPr>
            <a:picLocks noChangeAspect="1"/>
          </p:cNvPicPr>
          <p:nvPr userDrawn="1"/>
        </p:nvPicPr>
        <p:blipFill>
          <a:blip r:embed="rId2"/>
          <a:srcRect/>
          <a:stretch/>
        </p:blipFill>
        <p:spPr>
          <a:xfrm>
            <a:off x="-1" y="4545"/>
            <a:ext cx="12192000" cy="5501342"/>
          </a:xfrm>
          <a:prstGeom prst="rect">
            <a:avLst/>
          </a:prstGeom>
        </p:spPr>
      </p:pic>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8B0F826-8891-A141-8130-B96AB0C07DFF}"/>
              </a:ext>
            </a:extLst>
          </p:cNvPr>
          <p:cNvPicPr>
            <a:picLocks noChangeAspect="1"/>
          </p:cNvPicPr>
          <p:nvPr userDrawn="1"/>
        </p:nvPicPr>
        <p:blipFill>
          <a:blip r:embed="rId3"/>
          <a:stretch>
            <a:fillRect/>
          </a:stretch>
        </p:blipFill>
        <p:spPr>
          <a:xfrm>
            <a:off x="790831" y="5892801"/>
            <a:ext cx="1651000" cy="596900"/>
          </a:xfrm>
          <a:prstGeom prst="rect">
            <a:avLst/>
          </a:prstGeom>
        </p:spPr>
      </p:pic>
      <p:sp>
        <p:nvSpPr>
          <p:cNvPr id="12" name="Text Placeholder 13" descr="Place your title in Uppercase">
            <a:extLst>
              <a:ext uri="{FF2B5EF4-FFF2-40B4-BE49-F238E27FC236}">
                <a16:creationId xmlns:a16="http://schemas.microsoft.com/office/drawing/2014/main" id="{9241A955-071C-E246-A9FB-9916A8AEB268}"/>
              </a:ext>
            </a:extLst>
          </p:cNvPr>
          <p:cNvSpPr>
            <a:spLocks noGrp="1" noChangeAspect="1"/>
          </p:cNvSpPr>
          <p:nvPr>
            <p:ph type="body" sz="quarter" idx="11" hasCustomPrompt="1"/>
          </p:nvPr>
        </p:nvSpPr>
        <p:spPr>
          <a:xfrm>
            <a:off x="790829" y="368299"/>
            <a:ext cx="9531042" cy="3144173"/>
          </a:xfrm>
          <a:prstGeom prst="rect">
            <a:avLst/>
          </a:prstGeom>
        </p:spPr>
        <p:txBody>
          <a:bodyPr vert="horz" anchor="b"/>
          <a:lstStyle>
            <a:lvl1pPr marL="0" indent="0">
              <a:buNone/>
              <a:defRPr sz="5400" b="1" i="0" spc="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a:t>PRESENTATION TITLE GOES HERE </a:t>
            </a:r>
            <a:br>
              <a:rPr lang="en-US"/>
            </a:br>
            <a:r>
              <a:rPr lang="en-US"/>
              <a:t>IN ALL CAPS</a:t>
            </a:r>
          </a:p>
        </p:txBody>
      </p:sp>
      <p:sp>
        <p:nvSpPr>
          <p:cNvPr id="10" name="Text Placeholder 2">
            <a:extLst>
              <a:ext uri="{FF2B5EF4-FFF2-40B4-BE49-F238E27FC236}">
                <a16:creationId xmlns:a16="http://schemas.microsoft.com/office/drawing/2014/main" id="{2C4B9709-7A4D-B049-B64B-FEF18BAF39BD}"/>
              </a:ext>
            </a:extLst>
          </p:cNvPr>
          <p:cNvSpPr>
            <a:spLocks noGrp="1"/>
          </p:cNvSpPr>
          <p:nvPr>
            <p:ph type="body" sz="quarter" idx="13" hasCustomPrompt="1"/>
          </p:nvPr>
        </p:nvSpPr>
        <p:spPr>
          <a:xfrm>
            <a:off x="790829" y="4204152"/>
            <a:ext cx="10491459" cy="308473"/>
          </a:xfrm>
          <a:prstGeom prst="rect">
            <a:avLst/>
          </a:prstGeom>
        </p:spPr>
        <p:txBody>
          <a:bodyPr/>
          <a:lstStyle>
            <a:lvl1pPr marL="0" indent="0" algn="l">
              <a:buNone/>
              <a:defRPr sz="1800" b="1" i="0">
                <a:solidFill>
                  <a:schemeClr val="tx2"/>
                </a:solidFill>
                <a:latin typeface="Arial" panose="020B0604020202020204" pitchFamily="34" charset="0"/>
              </a:defRPr>
            </a:lvl1pPr>
          </a:lstStyle>
          <a:p>
            <a:pPr lvl="0"/>
            <a:r>
              <a:rPr lang="en-US"/>
              <a:t>PRESENTATION BY NAME LASTNAME</a:t>
            </a:r>
          </a:p>
        </p:txBody>
      </p:sp>
      <p:sp>
        <p:nvSpPr>
          <p:cNvPr id="4" name="Text Placeholder 3">
            <a:extLst>
              <a:ext uri="{FF2B5EF4-FFF2-40B4-BE49-F238E27FC236}">
                <a16:creationId xmlns:a16="http://schemas.microsoft.com/office/drawing/2014/main" id="{EF24FAA0-D364-A145-89E9-9ABEA37BC8F4}"/>
              </a:ext>
            </a:extLst>
          </p:cNvPr>
          <p:cNvSpPr>
            <a:spLocks noGrp="1"/>
          </p:cNvSpPr>
          <p:nvPr>
            <p:ph type="body" sz="quarter" idx="14" hasCustomPrompt="1"/>
          </p:nvPr>
        </p:nvSpPr>
        <p:spPr>
          <a:xfrm>
            <a:off x="790830" y="4512624"/>
            <a:ext cx="3504080" cy="368301"/>
          </a:xfrm>
          <a:prstGeom prst="rect">
            <a:avLst/>
          </a:prstGeom>
        </p:spPr>
        <p:txBody>
          <a:bodyPr/>
          <a:lstStyle>
            <a:lvl1pPr marL="0" indent="0">
              <a:buNone/>
              <a:defRPr sz="1600" b="0" i="0">
                <a:latin typeface="Arial" panose="020B0604020202020204" pitchFamily="34" charset="0"/>
              </a:defRPr>
            </a:lvl1pPr>
          </a:lstStyle>
          <a:p>
            <a:pPr lvl="0"/>
            <a:r>
              <a:rPr lang="en-US"/>
              <a:t>Mai 7, 2020</a:t>
            </a:r>
          </a:p>
        </p:txBody>
      </p:sp>
    </p:spTree>
    <p:extLst>
      <p:ext uri="{BB962C8B-B14F-4D97-AF65-F5344CB8AC3E}">
        <p14:creationId xmlns:p14="http://schemas.microsoft.com/office/powerpoint/2010/main" val="2142715553"/>
      </p:ext>
    </p:extLst>
  </p:cSld>
  <p:clrMapOvr>
    <a:masterClrMapping/>
  </p:clrMapOvr>
  <p:extLst>
    <p:ext uri="{DCECCB84-F9BA-43D5-87BE-67443E8EF086}">
      <p15:sldGuideLst xmlns:p15="http://schemas.microsoft.com/office/powerpoint/2012/main">
        <p15:guide id="1" orient="horz" pos="3480">
          <p15:clr>
            <a:srgbClr val="FBAE40"/>
          </p15:clr>
        </p15:guide>
        <p15:guide id="2" pos="504">
          <p15:clr>
            <a:srgbClr val="FBAE40"/>
          </p15:clr>
        </p15:guide>
        <p15:guide id="4" orient="horz" pos="3120">
          <p15:clr>
            <a:srgbClr val="FBAE40"/>
          </p15:clr>
        </p15:guide>
        <p15:guide id="5" orient="horz" pos="223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note Speaker">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BAAF84-0D33-8344-B266-43CC959D58DC}"/>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2">
            <a:extLst>
              <a:ext uri="{FF2B5EF4-FFF2-40B4-BE49-F238E27FC236}">
                <a16:creationId xmlns:a16="http://schemas.microsoft.com/office/drawing/2014/main" id="{5361A29D-078D-4548-A011-97206E81CC3F}"/>
              </a:ext>
            </a:extLst>
          </p:cNvPr>
          <p:cNvSpPr>
            <a:spLocks noGrp="1"/>
          </p:cNvSpPr>
          <p:nvPr>
            <p:ph type="pic" idx="1"/>
          </p:nvPr>
        </p:nvSpPr>
        <p:spPr>
          <a:xfrm>
            <a:off x="7520940" y="0"/>
            <a:ext cx="4671060" cy="638547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8" name="Text Placeholder 14">
            <a:extLst>
              <a:ext uri="{FF2B5EF4-FFF2-40B4-BE49-F238E27FC236}">
                <a16:creationId xmlns:a16="http://schemas.microsoft.com/office/drawing/2014/main" id="{200DF219-47DD-114F-B42F-1D445AD76AC3}"/>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SPEAKER</a:t>
            </a:r>
          </a:p>
        </p:txBody>
      </p:sp>
      <p:sp>
        <p:nvSpPr>
          <p:cNvPr id="29" name="Rectangle 28">
            <a:extLst>
              <a:ext uri="{FF2B5EF4-FFF2-40B4-BE49-F238E27FC236}">
                <a16:creationId xmlns:a16="http://schemas.microsoft.com/office/drawing/2014/main" id="{96EF2F9E-C541-2343-AE77-2253D6EAE9DA}"/>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BA1CF4E8-1B17-D14D-B42F-A6C96F787369}"/>
              </a:ext>
            </a:extLst>
          </p:cNvPr>
          <p:cNvSpPr>
            <a:spLocks noGrp="1"/>
          </p:cNvSpPr>
          <p:nvPr>
            <p:ph type="body" sz="quarter" idx="16" hasCustomPrompt="1"/>
          </p:nvPr>
        </p:nvSpPr>
        <p:spPr>
          <a:xfrm>
            <a:off x="3454403" y="475191"/>
            <a:ext cx="3677918" cy="561872"/>
          </a:xfrm>
          <a:prstGeom prst="rect">
            <a:avLst/>
          </a:prstGeom>
        </p:spPr>
        <p:txBody>
          <a:bodyPr vert="horz" anchor="b">
            <a:normAutofit/>
          </a:bodyPr>
          <a:lstStyle>
            <a:lvl1pPr marL="0" marR="0" indent="0" algn="l" defTabSz="914400" rtl="0" eaLnBrk="1" fontAlgn="auto" latinLnBrk="0" hangingPunct="1">
              <a:lnSpc>
                <a:spcPct val="50000"/>
              </a:lnSpc>
              <a:spcBef>
                <a:spcPts val="1000"/>
              </a:spcBef>
              <a:spcAft>
                <a:spcPts val="0"/>
              </a:spcAft>
              <a:buClrTx/>
              <a:buSzTx/>
              <a:buFont typeface="Arial" panose="020B0604020202020204" pitchFamily="34" charset="0"/>
              <a:buNone/>
              <a:tabLst/>
              <a:defRPr sz="20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NAME LASTNAME</a:t>
            </a:r>
          </a:p>
        </p:txBody>
      </p:sp>
      <p:sp>
        <p:nvSpPr>
          <p:cNvPr id="12" name="Text Placeholder 3">
            <a:extLst>
              <a:ext uri="{FF2B5EF4-FFF2-40B4-BE49-F238E27FC236}">
                <a16:creationId xmlns:a16="http://schemas.microsoft.com/office/drawing/2014/main" id="{CF958254-1742-1D48-AB0F-3790A26EDBDF}"/>
              </a:ext>
            </a:extLst>
          </p:cNvPr>
          <p:cNvSpPr>
            <a:spLocks noGrp="1"/>
          </p:cNvSpPr>
          <p:nvPr>
            <p:ph type="body" sz="half" idx="17" hasCustomPrompt="1"/>
          </p:nvPr>
        </p:nvSpPr>
        <p:spPr>
          <a:xfrm>
            <a:off x="3454401" y="1208281"/>
            <a:ext cx="3677918" cy="484567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Title and Team</a:t>
            </a:r>
          </a:p>
          <a:p>
            <a:pPr lvl="1"/>
            <a:r>
              <a:rPr lang="en-US"/>
              <a:t>Roles &amp; Responsibility</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462563-80DC-9044-8A5D-910E2C1EB67B}"/>
              </a:ext>
            </a:extLst>
          </p:cNvPr>
          <p:cNvSpPr>
            <a:spLocks noGrp="1"/>
          </p:cNvSpPr>
          <p:nvPr>
            <p:ph type="dt" sz="half" idx="18"/>
          </p:nvPr>
        </p:nvSpPr>
        <p:spPr/>
        <p:txBody>
          <a:bodyPr/>
          <a:lstStyle/>
          <a:p>
            <a:r>
              <a:rPr lang="en-US"/>
              <a:t>DAI Global UK Step Review Template</a:t>
            </a:r>
          </a:p>
        </p:txBody>
      </p:sp>
      <p:sp>
        <p:nvSpPr>
          <p:cNvPr id="5" name="Slide Number Placeholder 4">
            <a:extLst>
              <a:ext uri="{FF2B5EF4-FFF2-40B4-BE49-F238E27FC236}">
                <a16:creationId xmlns:a16="http://schemas.microsoft.com/office/drawing/2014/main" id="{7C586F27-910B-B040-8E1F-8B828BA3B7F5}"/>
              </a:ext>
            </a:extLst>
          </p:cNvPr>
          <p:cNvSpPr>
            <a:spLocks noGrp="1"/>
          </p:cNvSpPr>
          <p:nvPr>
            <p:ph type="sldNum" sz="quarter" idx="19"/>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741211943"/>
      </p:ext>
    </p:extLst>
  </p:cSld>
  <p:clrMapOvr>
    <a:masterClrMapping/>
  </p:clrMapOvr>
  <p:extLst>
    <p:ext uri="{DCECCB84-F9BA-43D5-87BE-67443E8EF086}">
      <p15:sldGuideLst xmlns:p15="http://schemas.microsoft.com/office/powerpoint/2012/main">
        <p15:guide id="1" orient="horz" pos="648">
          <p15:clr>
            <a:srgbClr val="FBAE40"/>
          </p15:clr>
        </p15:guide>
        <p15:guide id="2" pos="1776">
          <p15:clr>
            <a:srgbClr val="FBAE40"/>
          </p15:clr>
        </p15:guide>
        <p15:guide id="3" orient="horz" pos="28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B28C483-5B05-1646-BF7E-62948D3522D4}"/>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Placeholder 18">
            <a:extLst>
              <a:ext uri="{FF2B5EF4-FFF2-40B4-BE49-F238E27FC236}">
                <a16:creationId xmlns:a16="http://schemas.microsoft.com/office/drawing/2014/main" id="{345D825F-0729-D442-A875-14AE0BF169EA}"/>
              </a:ext>
            </a:extLst>
          </p:cNvPr>
          <p:cNvSpPr>
            <a:spLocks noGrp="1"/>
          </p:cNvSpPr>
          <p:nvPr>
            <p:ph type="body" sz="quarter" idx="49" hasCustomPrompt="1"/>
          </p:nvPr>
        </p:nvSpPr>
        <p:spPr>
          <a:xfrm>
            <a:off x="4418689" y="482045"/>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1" i="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1</a:t>
            </a:r>
            <a:endParaRPr lang="en-US"/>
          </a:p>
        </p:txBody>
      </p:sp>
      <p:sp>
        <p:nvSpPr>
          <p:cNvPr id="28" name="Picture Placeholder 2">
            <a:extLst>
              <a:ext uri="{FF2B5EF4-FFF2-40B4-BE49-F238E27FC236}">
                <a16:creationId xmlns:a16="http://schemas.microsoft.com/office/drawing/2014/main" id="{6456C157-2EEB-0C41-B8F6-80374B0E3C00}"/>
              </a:ext>
            </a:extLst>
          </p:cNvPr>
          <p:cNvSpPr>
            <a:spLocks noGrp="1"/>
          </p:cNvSpPr>
          <p:nvPr>
            <p:ph type="pic" sz="quarter" idx="50" hasCustomPrompt="1"/>
          </p:nvPr>
        </p:nvSpPr>
        <p:spPr>
          <a:xfrm rot="10800000" flipV="1">
            <a:off x="3487058" y="496444"/>
            <a:ext cx="592483" cy="623557"/>
          </a:xfrm>
          <a:prstGeom prst="rect">
            <a:avLst/>
          </a:prstGeom>
          <a:noFill/>
        </p:spPr>
        <p:txBody>
          <a:bodyPr>
            <a:normAutofit/>
          </a:bodyPr>
          <a:lstStyle>
            <a:lvl1pPr marL="0" indent="0">
              <a:buNone/>
              <a:defRPr sz="800" b="0"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a:t>Insert icon here or delete</a:t>
            </a:r>
          </a:p>
        </p:txBody>
      </p:sp>
      <p:sp>
        <p:nvSpPr>
          <p:cNvPr id="30" name="Text Placeholder 18">
            <a:extLst>
              <a:ext uri="{FF2B5EF4-FFF2-40B4-BE49-F238E27FC236}">
                <a16:creationId xmlns:a16="http://schemas.microsoft.com/office/drawing/2014/main" id="{77ACFC34-1484-8742-9C4E-0651DAB0F1A9}"/>
              </a:ext>
            </a:extLst>
          </p:cNvPr>
          <p:cNvSpPr>
            <a:spLocks noGrp="1"/>
          </p:cNvSpPr>
          <p:nvPr>
            <p:ph type="body" sz="quarter" idx="52" hasCustomPrompt="1"/>
          </p:nvPr>
        </p:nvSpPr>
        <p:spPr>
          <a:xfrm>
            <a:off x="4418689" y="1385622"/>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2</a:t>
            </a:r>
            <a:endParaRPr lang="en-US"/>
          </a:p>
        </p:txBody>
      </p:sp>
      <p:sp>
        <p:nvSpPr>
          <p:cNvPr id="31" name="Text Placeholder 18">
            <a:extLst>
              <a:ext uri="{FF2B5EF4-FFF2-40B4-BE49-F238E27FC236}">
                <a16:creationId xmlns:a16="http://schemas.microsoft.com/office/drawing/2014/main" id="{592374D6-650C-C846-9795-F809B71C027A}"/>
              </a:ext>
            </a:extLst>
          </p:cNvPr>
          <p:cNvSpPr>
            <a:spLocks noGrp="1"/>
          </p:cNvSpPr>
          <p:nvPr>
            <p:ph type="body" sz="quarter" idx="53" hasCustomPrompt="1"/>
          </p:nvPr>
        </p:nvSpPr>
        <p:spPr>
          <a:xfrm>
            <a:off x="4418689" y="231007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3</a:t>
            </a:r>
            <a:endParaRPr lang="en-US"/>
          </a:p>
        </p:txBody>
      </p:sp>
      <p:sp>
        <p:nvSpPr>
          <p:cNvPr id="33" name="Text Placeholder 18">
            <a:extLst>
              <a:ext uri="{FF2B5EF4-FFF2-40B4-BE49-F238E27FC236}">
                <a16:creationId xmlns:a16="http://schemas.microsoft.com/office/drawing/2014/main" id="{6069DC40-7B17-174F-AAE7-B50A3C951999}"/>
              </a:ext>
            </a:extLst>
          </p:cNvPr>
          <p:cNvSpPr>
            <a:spLocks noGrp="1"/>
          </p:cNvSpPr>
          <p:nvPr>
            <p:ph type="body" sz="quarter" idx="54" hasCustomPrompt="1"/>
          </p:nvPr>
        </p:nvSpPr>
        <p:spPr>
          <a:xfrm>
            <a:off x="4418689" y="3208917"/>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4</a:t>
            </a:r>
            <a:endParaRPr lang="en-US"/>
          </a:p>
        </p:txBody>
      </p:sp>
      <p:sp>
        <p:nvSpPr>
          <p:cNvPr id="34" name="Text Placeholder 18">
            <a:extLst>
              <a:ext uri="{FF2B5EF4-FFF2-40B4-BE49-F238E27FC236}">
                <a16:creationId xmlns:a16="http://schemas.microsoft.com/office/drawing/2014/main" id="{25515D1C-0049-D745-AB5F-9458F8E7EC18}"/>
              </a:ext>
            </a:extLst>
          </p:cNvPr>
          <p:cNvSpPr>
            <a:spLocks noGrp="1"/>
          </p:cNvSpPr>
          <p:nvPr>
            <p:ph type="body" sz="quarter" idx="55" hasCustomPrompt="1"/>
          </p:nvPr>
        </p:nvSpPr>
        <p:spPr>
          <a:xfrm>
            <a:off x="4418689" y="410056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5</a:t>
            </a:r>
            <a:endParaRPr lang="en-US"/>
          </a:p>
        </p:txBody>
      </p:sp>
      <p:sp>
        <p:nvSpPr>
          <p:cNvPr id="35" name="Text Placeholder 18">
            <a:extLst>
              <a:ext uri="{FF2B5EF4-FFF2-40B4-BE49-F238E27FC236}">
                <a16:creationId xmlns:a16="http://schemas.microsoft.com/office/drawing/2014/main" id="{9969D78D-3170-AF41-A442-6E55076B0BCA}"/>
              </a:ext>
            </a:extLst>
          </p:cNvPr>
          <p:cNvSpPr>
            <a:spLocks noGrp="1"/>
          </p:cNvSpPr>
          <p:nvPr>
            <p:ph type="body" sz="quarter" idx="56" hasCustomPrompt="1"/>
          </p:nvPr>
        </p:nvSpPr>
        <p:spPr>
          <a:xfrm>
            <a:off x="4418689" y="5025010"/>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6</a:t>
            </a:r>
            <a:endParaRPr lang="en-US"/>
          </a:p>
        </p:txBody>
      </p:sp>
      <p:sp>
        <p:nvSpPr>
          <p:cNvPr id="41" name="Text Placeholder 14">
            <a:extLst>
              <a:ext uri="{FF2B5EF4-FFF2-40B4-BE49-F238E27FC236}">
                <a16:creationId xmlns:a16="http://schemas.microsoft.com/office/drawing/2014/main" id="{60559500-39AA-974A-B448-798F8C7F001B}"/>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AGENDA</a:t>
            </a:r>
          </a:p>
        </p:txBody>
      </p:sp>
      <p:sp>
        <p:nvSpPr>
          <p:cNvPr id="19" name="Rectangle 18">
            <a:extLst>
              <a:ext uri="{FF2B5EF4-FFF2-40B4-BE49-F238E27FC236}">
                <a16:creationId xmlns:a16="http://schemas.microsoft.com/office/drawing/2014/main" id="{B8ECA762-90B6-AD4A-BE2E-CEFD722145C6}"/>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7EDE3AA-B830-504E-8EDE-FFCC8EA616D0}"/>
              </a:ext>
            </a:extLst>
          </p:cNvPr>
          <p:cNvSpPr>
            <a:spLocks noGrp="1"/>
          </p:cNvSpPr>
          <p:nvPr>
            <p:ph type="dt" sz="half" idx="57"/>
          </p:nvPr>
        </p:nvSpPr>
        <p:spPr/>
        <p:txBody>
          <a:bodyPr/>
          <a:lstStyle>
            <a:lvl1pPr>
              <a:defRPr>
                <a:solidFill>
                  <a:schemeClr val="tx2"/>
                </a:solidFill>
              </a:defRPr>
            </a:lvl1pPr>
          </a:lstStyle>
          <a:p>
            <a:r>
              <a:rPr lang="en-US"/>
              <a:t>DAI Global UK Step Review Template</a:t>
            </a:r>
          </a:p>
        </p:txBody>
      </p:sp>
      <p:sp>
        <p:nvSpPr>
          <p:cNvPr id="5" name="Slide Number Placeholder 4">
            <a:extLst>
              <a:ext uri="{FF2B5EF4-FFF2-40B4-BE49-F238E27FC236}">
                <a16:creationId xmlns:a16="http://schemas.microsoft.com/office/drawing/2014/main" id="{033D58C7-CD84-1D43-A662-48C22C646C5D}"/>
              </a:ext>
            </a:extLst>
          </p:cNvPr>
          <p:cNvSpPr>
            <a:spLocks noGrp="1"/>
          </p:cNvSpPr>
          <p:nvPr>
            <p:ph type="sldNum" sz="quarter" idx="58"/>
          </p:nvPr>
        </p:nvSpPr>
        <p:spPr/>
        <p:txBody>
          <a:bodyPr/>
          <a:lstStyle/>
          <a:p>
            <a:fld id="{FC1D1ACA-FB83-934A-8F4B-0DD1CC60E8BD}" type="slidenum">
              <a:rPr lang="en-US" smtClean="0"/>
              <a:pPr/>
              <a:t>‹#›</a:t>
            </a:fld>
            <a:r>
              <a:rPr lang="en-US"/>
              <a:t> |</a:t>
            </a:r>
          </a:p>
        </p:txBody>
      </p:sp>
      <p:sp>
        <p:nvSpPr>
          <p:cNvPr id="22" name="Picture Placeholder 2">
            <a:extLst>
              <a:ext uri="{FF2B5EF4-FFF2-40B4-BE49-F238E27FC236}">
                <a16:creationId xmlns:a16="http://schemas.microsoft.com/office/drawing/2014/main" id="{9F32A50A-BF22-344E-8CAE-C9ED730ADEC3}"/>
              </a:ext>
            </a:extLst>
          </p:cNvPr>
          <p:cNvSpPr>
            <a:spLocks noGrp="1"/>
          </p:cNvSpPr>
          <p:nvPr>
            <p:ph type="pic" sz="quarter" idx="59" hasCustomPrompt="1"/>
          </p:nvPr>
        </p:nvSpPr>
        <p:spPr>
          <a:xfrm rot="10800000" flipV="1">
            <a:off x="3487058" y="1385622"/>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4" name="Picture Placeholder 2">
            <a:extLst>
              <a:ext uri="{FF2B5EF4-FFF2-40B4-BE49-F238E27FC236}">
                <a16:creationId xmlns:a16="http://schemas.microsoft.com/office/drawing/2014/main" id="{43137099-F280-C745-98B1-3E52B2987E41}"/>
              </a:ext>
            </a:extLst>
          </p:cNvPr>
          <p:cNvSpPr>
            <a:spLocks noGrp="1"/>
          </p:cNvSpPr>
          <p:nvPr>
            <p:ph type="pic" sz="quarter" idx="60" hasCustomPrompt="1"/>
          </p:nvPr>
        </p:nvSpPr>
        <p:spPr>
          <a:xfrm rot="10800000" flipV="1">
            <a:off x="3487058" y="2310070"/>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5" name="Picture Placeholder 2">
            <a:extLst>
              <a:ext uri="{FF2B5EF4-FFF2-40B4-BE49-F238E27FC236}">
                <a16:creationId xmlns:a16="http://schemas.microsoft.com/office/drawing/2014/main" id="{A5B719CA-506E-9643-ACA7-4B9B6C4136B0}"/>
              </a:ext>
            </a:extLst>
          </p:cNvPr>
          <p:cNvSpPr>
            <a:spLocks noGrp="1"/>
          </p:cNvSpPr>
          <p:nvPr>
            <p:ph type="pic" sz="quarter" idx="61" hasCustomPrompt="1"/>
          </p:nvPr>
        </p:nvSpPr>
        <p:spPr>
          <a:xfrm rot="10800000" flipV="1">
            <a:off x="3487058" y="3237713"/>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6" name="Picture Placeholder 2">
            <a:extLst>
              <a:ext uri="{FF2B5EF4-FFF2-40B4-BE49-F238E27FC236}">
                <a16:creationId xmlns:a16="http://schemas.microsoft.com/office/drawing/2014/main" id="{6D68D7AC-6044-DA47-AAB0-D4AB90FB70ED}"/>
              </a:ext>
            </a:extLst>
          </p:cNvPr>
          <p:cNvSpPr>
            <a:spLocks noGrp="1"/>
          </p:cNvSpPr>
          <p:nvPr>
            <p:ph type="pic" sz="quarter" idx="62" hasCustomPrompt="1"/>
          </p:nvPr>
        </p:nvSpPr>
        <p:spPr>
          <a:xfrm rot="10800000" flipV="1">
            <a:off x="3487058" y="4100561"/>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32" name="Picture Placeholder 2">
            <a:extLst>
              <a:ext uri="{FF2B5EF4-FFF2-40B4-BE49-F238E27FC236}">
                <a16:creationId xmlns:a16="http://schemas.microsoft.com/office/drawing/2014/main" id="{51985880-543B-AF4A-9B5F-DE68230C41B4}"/>
              </a:ext>
            </a:extLst>
          </p:cNvPr>
          <p:cNvSpPr>
            <a:spLocks noGrp="1"/>
          </p:cNvSpPr>
          <p:nvPr>
            <p:ph type="pic" sz="quarter" idx="63" hasCustomPrompt="1"/>
          </p:nvPr>
        </p:nvSpPr>
        <p:spPr>
          <a:xfrm rot="10800000" flipV="1">
            <a:off x="3487058" y="5025009"/>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Tree>
    <p:extLst>
      <p:ext uri="{BB962C8B-B14F-4D97-AF65-F5344CB8AC3E}">
        <p14:creationId xmlns:p14="http://schemas.microsoft.com/office/powerpoint/2010/main" val="604671397"/>
      </p:ext>
    </p:extLst>
  </p:cSld>
  <p:clrMapOvr>
    <a:masterClrMapping/>
  </p:clrMapOvr>
  <p:extLst>
    <p:ext uri="{DCECCB84-F9BA-43D5-87BE-67443E8EF086}">
      <p15:sldGuideLst xmlns:p15="http://schemas.microsoft.com/office/powerpoint/2012/main">
        <p15:guide id="1" orient="horz" pos="288">
          <p15:clr>
            <a:srgbClr val="FBAE40"/>
          </p15:clr>
        </p15:guide>
        <p15:guide id="2" pos="2184">
          <p15:clr>
            <a:srgbClr val="FBAE40"/>
          </p15:clr>
        </p15:guide>
        <p15:guide id="3" orient="horz" pos="648">
          <p15:clr>
            <a:srgbClr val="FBAE40"/>
          </p15:clr>
        </p15:guide>
        <p15:guide id="4" pos="2568">
          <p15:clr>
            <a:srgbClr val="FBAE40"/>
          </p15:clr>
        </p15:guide>
        <p15:guide id="5" pos="27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FAA1349-AAC0-9142-B4AA-F1F1CC5B25A7}"/>
              </a:ext>
            </a:extLst>
          </p:cNvPr>
          <p:cNvSpPr/>
          <p:nvPr userDrawn="1"/>
        </p:nvSpPr>
        <p:spPr>
          <a:xfrm>
            <a:off x="0" y="0"/>
            <a:ext cx="12192001" cy="5524501"/>
          </a:xfrm>
          <a:prstGeom prst="rect">
            <a:avLst/>
          </a:prstGeom>
          <a:solidFill>
            <a:srgbClr val="D3E3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Text Placeholder 3">
            <a:extLst>
              <a:ext uri="{FF2B5EF4-FFF2-40B4-BE49-F238E27FC236}">
                <a16:creationId xmlns:a16="http://schemas.microsoft.com/office/drawing/2014/main" id="{9E3E988D-C5B5-F94C-8DDA-8EA9BE464989}"/>
              </a:ext>
            </a:extLst>
          </p:cNvPr>
          <p:cNvSpPr>
            <a:spLocks noGrp="1"/>
          </p:cNvSpPr>
          <p:nvPr>
            <p:ph type="body" sz="quarter" idx="12" hasCustomPrompt="1"/>
          </p:nvPr>
        </p:nvSpPr>
        <p:spPr>
          <a:xfrm>
            <a:off x="790832" y="993381"/>
            <a:ext cx="8834431" cy="2585323"/>
          </a:xfrm>
          <a:prstGeom prst="rect">
            <a:avLst/>
          </a:prstGeom>
        </p:spPr>
        <p:txBody>
          <a:bodyPr anchor="b"/>
          <a:lstStyle>
            <a:lvl1pPr marL="0" indent="0">
              <a:buNone/>
              <a:defRPr sz="5400" b="1" i="0">
                <a:solidFill>
                  <a:schemeClr val="tx2"/>
                </a:solidFill>
                <a:latin typeface="+mj-lt"/>
                <a:cs typeface="Arial" panose="020B0604020202020204" pitchFamily="34" charset="0"/>
              </a:defRPr>
            </a:lvl1pPr>
          </a:lstStyle>
          <a:p>
            <a:pPr lvl="0"/>
            <a:r>
              <a:rPr lang="en-US"/>
              <a:t>PLACE SECTION TITLE HERE</a:t>
            </a:r>
          </a:p>
        </p:txBody>
      </p:sp>
      <p:sp>
        <p:nvSpPr>
          <p:cNvPr id="10" name="Text Placeholder 2">
            <a:extLst>
              <a:ext uri="{FF2B5EF4-FFF2-40B4-BE49-F238E27FC236}">
                <a16:creationId xmlns:a16="http://schemas.microsoft.com/office/drawing/2014/main" id="{5B7E8172-D72B-3345-B694-874B5A589F42}"/>
              </a:ext>
            </a:extLst>
          </p:cNvPr>
          <p:cNvSpPr>
            <a:spLocks noGrp="1"/>
          </p:cNvSpPr>
          <p:nvPr>
            <p:ph type="body" sz="quarter" idx="13" hasCustomPrompt="1"/>
          </p:nvPr>
        </p:nvSpPr>
        <p:spPr>
          <a:xfrm>
            <a:off x="790829" y="4204152"/>
            <a:ext cx="8834431" cy="952050"/>
          </a:xfrm>
          <a:prstGeom prst="rect">
            <a:avLst/>
          </a:prstGeom>
        </p:spPr>
        <p:txBody>
          <a:bodyPr/>
          <a:lstStyle>
            <a:lvl1pPr marL="0" indent="0" algn="l">
              <a:lnSpc>
                <a:spcPct val="100000"/>
              </a:lnSpc>
              <a:buNone/>
              <a:defRPr sz="2400" b="0" i="0">
                <a:solidFill>
                  <a:schemeClr val="tx2"/>
                </a:solidFill>
                <a:latin typeface="+mj-lt"/>
                <a:cs typeface="Arial" panose="020B0604020202020204" pitchFamily="34" charset="0"/>
              </a:defRPr>
            </a:lvl1pPr>
          </a:lstStyle>
          <a:p>
            <a:pPr lvl="0"/>
            <a:r>
              <a:rPr lang="en-US"/>
              <a:t>Click to edit the subtitle of the section.</a:t>
            </a:r>
          </a:p>
        </p:txBody>
      </p:sp>
      <p:sp>
        <p:nvSpPr>
          <p:cNvPr id="2" name="Date Placeholder 1">
            <a:extLst>
              <a:ext uri="{FF2B5EF4-FFF2-40B4-BE49-F238E27FC236}">
                <a16:creationId xmlns:a16="http://schemas.microsoft.com/office/drawing/2014/main" id="{A50D681F-672F-D045-BDE9-96B7A2B549EF}"/>
              </a:ext>
            </a:extLst>
          </p:cNvPr>
          <p:cNvSpPr>
            <a:spLocks noGrp="1"/>
          </p:cNvSpPr>
          <p:nvPr>
            <p:ph type="dt" sz="half" idx="15"/>
          </p:nvPr>
        </p:nvSpPr>
        <p:spPr>
          <a:xfrm>
            <a:off x="1154323" y="6022069"/>
            <a:ext cx="10634906" cy="338364"/>
          </a:xfrm>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3D6BCAE9-ED82-9A4D-908C-1B8A9542A49F}"/>
              </a:ext>
            </a:extLst>
          </p:cNvPr>
          <p:cNvSpPr>
            <a:spLocks noGrp="1"/>
          </p:cNvSpPr>
          <p:nvPr>
            <p:ph type="sldNum" sz="quarter" idx="16"/>
          </p:nvPr>
        </p:nvSpPr>
        <p:spPr>
          <a:xfrm>
            <a:off x="790829" y="6022069"/>
            <a:ext cx="651882" cy="338364"/>
          </a:xfrm>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8882329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ub-Section Titl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931488-95AF-1A4A-B82F-0A48F2962661}"/>
              </a:ext>
            </a:extLst>
          </p:cNvPr>
          <p:cNvSpPr/>
          <p:nvPr userDrawn="1"/>
        </p:nvSpPr>
        <p:spPr>
          <a:xfrm>
            <a:off x="0" y="1"/>
            <a:ext cx="12183739" cy="6857999"/>
          </a:xfrm>
          <a:prstGeom prst="rect">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FB8DFA8-8FA4-6948-8067-CA6AFA2DE9AB}"/>
              </a:ext>
            </a:extLst>
          </p:cNvPr>
          <p:cNvSpPr/>
          <p:nvPr userDrawn="1"/>
        </p:nvSpPr>
        <p:spPr>
          <a:xfrm>
            <a:off x="792778" y="4390683"/>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E6E7F"/>
              </a:solidFill>
            </a:endParaRPr>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792778" y="1516063"/>
            <a:ext cx="5559036" cy="2585323"/>
          </a:xfrm>
          <a:prstGeom prst="rect">
            <a:avLst/>
          </a:prstGeom>
        </p:spPr>
        <p:txBody>
          <a:bodyPr anchor="b"/>
          <a:lstStyle>
            <a:lvl1pPr marL="0" indent="0">
              <a:buNone/>
              <a:defRPr sz="5400" b="1">
                <a:solidFill>
                  <a:schemeClr val="tx2"/>
                </a:solidFill>
                <a:latin typeface="+mj-lt"/>
                <a:cs typeface="Arial" panose="020B0604020202020204" pitchFamily="34" charset="0"/>
              </a:defRPr>
            </a:lvl1pPr>
          </a:lstStyle>
          <a:p>
            <a:pPr lvl="0"/>
            <a:r>
              <a:rPr lang="en-US"/>
              <a:t>PLACE SUB-SECTION TITLE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790830" y="4840617"/>
            <a:ext cx="5559036" cy="952050"/>
          </a:xfrm>
          <a:prstGeom prst="rect">
            <a:avLst/>
          </a:prstGeom>
        </p:spPr>
        <p:txBody>
          <a:bodyPr/>
          <a:lstStyle>
            <a:lvl1pPr marL="0" indent="0" algn="l">
              <a:lnSpc>
                <a:spcPct val="100000"/>
              </a:lnSpc>
              <a:buNone/>
              <a:defRPr sz="2400" b="0" i="0">
                <a:solidFill>
                  <a:schemeClr val="tx2"/>
                </a:solidFill>
                <a:latin typeface="+mn-lt"/>
                <a:cs typeface="Arial" panose="020B0604020202020204" pitchFamily="34" charset="0"/>
              </a:defRPr>
            </a:lvl1pPr>
          </a:lstStyle>
          <a:p>
            <a:pPr lvl="0"/>
            <a:r>
              <a:rPr lang="en-US"/>
              <a:t>Click to edit the subtitle of the sub-section.</a:t>
            </a:r>
          </a:p>
        </p:txBody>
      </p:sp>
      <p:sp>
        <p:nvSpPr>
          <p:cNvPr id="6" name="Rectangle 5">
            <a:extLst>
              <a:ext uri="{FF2B5EF4-FFF2-40B4-BE49-F238E27FC236}">
                <a16:creationId xmlns:a16="http://schemas.microsoft.com/office/drawing/2014/main" id="{78898946-1EF9-4B4C-AD51-3EF876E9BED5}"/>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7" name="Picture Placeholder 5">
            <a:extLst>
              <a:ext uri="{FF2B5EF4-FFF2-40B4-BE49-F238E27FC236}">
                <a16:creationId xmlns:a16="http://schemas.microsoft.com/office/drawing/2014/main" id="{3B7E65DD-B01A-EA42-AED4-5AA8201FDF49}"/>
              </a:ext>
            </a:extLst>
          </p:cNvPr>
          <p:cNvSpPr>
            <a:spLocks noGrp="1"/>
          </p:cNvSpPr>
          <p:nvPr>
            <p:ph type="pic" sz="quarter" idx="14"/>
          </p:nvPr>
        </p:nvSpPr>
        <p:spPr>
          <a:xfrm>
            <a:off x="6962327" y="-1"/>
            <a:ext cx="5210287" cy="6858000"/>
          </a:xfrm>
          <a:pattFill prst="pct5">
            <a:fgClr>
              <a:schemeClr val="accent1"/>
            </a:fgClr>
            <a:bgClr>
              <a:schemeClr val="bg1"/>
            </a:bgClr>
          </a:pattFill>
        </p:spPr>
        <p:txBody>
          <a:bodyPr/>
          <a:lstStyle/>
          <a:p>
            <a:r>
              <a:rPr lang="en-US"/>
              <a:t>Click icon to add picture</a:t>
            </a:r>
          </a:p>
        </p:txBody>
      </p:sp>
    </p:spTree>
    <p:extLst>
      <p:ext uri="{BB962C8B-B14F-4D97-AF65-F5344CB8AC3E}">
        <p14:creationId xmlns:p14="http://schemas.microsoft.com/office/powerpoint/2010/main" val="21220147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838200" y="115751"/>
            <a:ext cx="10515600"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838199" y="1531213"/>
            <a:ext cx="10855299"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B716DF0-8B9E-0241-818E-3D3AD1CA2BF7}"/>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A2DEDFA-16F0-E14A-957A-02FF45A2E5B8}"/>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20168950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4C7F28C-DC7C-5F4E-9F29-328E1BE9E332}"/>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3EDC95AB-5E0C-504A-ADB8-92DE84077505}"/>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2875953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379080302"/>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454BFA5-C693-4A4C-93EB-1A16A08F3BD1}"/>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8382406"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4">
            <a:extLst>
              <a:ext uri="{FF2B5EF4-FFF2-40B4-BE49-F238E27FC236}">
                <a16:creationId xmlns:a16="http://schemas.microsoft.com/office/drawing/2014/main" id="{04EF87E8-B846-0B46-82D8-CDF1C7F55DB4}"/>
              </a:ext>
            </a:extLst>
          </p:cNvPr>
          <p:cNvSpPr>
            <a:spLocks noGrp="1"/>
          </p:cNvSpPr>
          <p:nvPr>
            <p:ph type="body" sz="quarter" idx="10" hasCustomPrompt="1"/>
          </p:nvPr>
        </p:nvSpPr>
        <p:spPr>
          <a:xfrm>
            <a:off x="198130" y="110961"/>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4" name="Text Placeholder 14">
            <a:extLst>
              <a:ext uri="{FF2B5EF4-FFF2-40B4-BE49-F238E27FC236}">
                <a16:creationId xmlns:a16="http://schemas.microsoft.com/office/drawing/2014/main" id="{5BAE26F7-6E1C-8D40-B54E-2C241ECD84E5}"/>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FE4F7DE7-296D-244A-89E7-2AA0C67CE716}"/>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C34569A2-7F3E-0A4A-8AA9-1DB7FED9C6EA}"/>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5" name="Text Placeholder 4">
            <a:extLst>
              <a:ext uri="{FF2B5EF4-FFF2-40B4-BE49-F238E27FC236}">
                <a16:creationId xmlns:a16="http://schemas.microsoft.com/office/drawing/2014/main" id="{8362B8DE-9B02-9E44-B60B-F13546564910}"/>
              </a:ext>
            </a:extLst>
          </p:cNvPr>
          <p:cNvSpPr>
            <a:spLocks noGrp="1"/>
          </p:cNvSpPr>
          <p:nvPr>
            <p:ph type="body" sz="quarter" idx="14" hasCustomPrompt="1"/>
          </p:nvPr>
        </p:nvSpPr>
        <p:spPr>
          <a:xfrm>
            <a:off x="3311092" y="0"/>
            <a:ext cx="8382406"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457662287"/>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682389"/>
            <a:ext cx="2867649" cy="5260658"/>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chemeClr val="tx2"/>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Paragraph</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2317527039"/>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ompa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0" y="110962"/>
            <a:ext cx="283993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COMPARE SLIDE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16" name="Text Placeholder 3">
            <a:extLst>
              <a:ext uri="{FF2B5EF4-FFF2-40B4-BE49-F238E27FC236}">
                <a16:creationId xmlns:a16="http://schemas.microsoft.com/office/drawing/2014/main" id="{4CC1F227-5257-7345-8FBC-BE9CA51E6D70}"/>
              </a:ext>
            </a:extLst>
          </p:cNvPr>
          <p:cNvSpPr>
            <a:spLocks noGrp="1"/>
          </p:cNvSpPr>
          <p:nvPr>
            <p:ph type="body" sz="half" idx="18"/>
          </p:nvPr>
        </p:nvSpPr>
        <p:spPr>
          <a:xfrm>
            <a:off x="7782186" y="1528156"/>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CDEEDB2-1204-CF43-A97E-8AD06DC069FF}"/>
              </a:ext>
            </a:extLst>
          </p:cNvPr>
          <p:cNvSpPr>
            <a:spLocks noGrp="1"/>
          </p:cNvSpPr>
          <p:nvPr>
            <p:ph type="dt" sz="half" idx="19"/>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B0928BD4-779E-514C-B70E-7F71FE793DD3}"/>
              </a:ext>
            </a:extLst>
          </p:cNvPr>
          <p:cNvSpPr>
            <a:spLocks noGrp="1"/>
          </p:cNvSpPr>
          <p:nvPr>
            <p:ph type="sldNum" sz="quarter" idx="20"/>
          </p:nvPr>
        </p:nvSpPr>
        <p:spPr/>
        <p:txBody>
          <a:bodyPr/>
          <a:lstStyle/>
          <a:p>
            <a:fld id="{FC1D1ACA-FB83-934A-8F4B-0DD1CC60E8BD}" type="slidenum">
              <a:rPr lang="en-US" smtClean="0"/>
              <a:pPr/>
              <a:t>‹#›</a:t>
            </a:fld>
            <a:r>
              <a:rPr lang="en-US"/>
              <a:t> |</a:t>
            </a:r>
          </a:p>
        </p:txBody>
      </p:sp>
      <p:sp>
        <p:nvSpPr>
          <p:cNvPr id="12" name="Text Placeholder 4">
            <a:extLst>
              <a:ext uri="{FF2B5EF4-FFF2-40B4-BE49-F238E27FC236}">
                <a16:creationId xmlns:a16="http://schemas.microsoft.com/office/drawing/2014/main" id="{90A0B43C-8690-D343-8C56-86335D95BB09}"/>
              </a:ext>
            </a:extLst>
          </p:cNvPr>
          <p:cNvSpPr>
            <a:spLocks noGrp="1"/>
          </p:cNvSpPr>
          <p:nvPr>
            <p:ph type="body" sz="quarter" idx="14" hasCustomPrompt="1"/>
          </p:nvPr>
        </p:nvSpPr>
        <p:spPr>
          <a:xfrm>
            <a:off x="3311092" y="0"/>
            <a:ext cx="4198072" cy="1124999"/>
          </a:xfrm>
        </p:spPr>
        <p:txBody>
          <a:bodyPr anchor="b"/>
          <a:lstStyle>
            <a:lvl1pPr marL="0" indent="0">
              <a:buNone/>
              <a:defRPr b="1">
                <a:latin typeface="+mj-lt"/>
              </a:defRPr>
            </a:lvl1pPr>
          </a:lstStyle>
          <a:p>
            <a:pPr lvl="0"/>
            <a:r>
              <a:rPr lang="en-US"/>
              <a:t>CLICK TO EDIT MASTER TEXT STYLES</a:t>
            </a:r>
          </a:p>
        </p:txBody>
      </p:sp>
      <p:sp>
        <p:nvSpPr>
          <p:cNvPr id="13" name="Text Placeholder 4">
            <a:extLst>
              <a:ext uri="{FF2B5EF4-FFF2-40B4-BE49-F238E27FC236}">
                <a16:creationId xmlns:a16="http://schemas.microsoft.com/office/drawing/2014/main" id="{8902C443-6219-ED49-BFC5-FC4C16E1053D}"/>
              </a:ext>
            </a:extLst>
          </p:cNvPr>
          <p:cNvSpPr>
            <a:spLocks noGrp="1"/>
          </p:cNvSpPr>
          <p:nvPr>
            <p:ph type="body" sz="quarter" idx="21" hasCustomPrompt="1"/>
          </p:nvPr>
        </p:nvSpPr>
        <p:spPr>
          <a:xfrm>
            <a:off x="7750889" y="0"/>
            <a:ext cx="4198072"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4077424559"/>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Compar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885DB07-B7A2-8F4C-86B4-C1E28D55A859}"/>
              </a:ext>
            </a:extLst>
          </p:cNvPr>
          <p:cNvSpPr/>
          <p:nvPr userDrawn="1"/>
        </p:nvSpPr>
        <p:spPr>
          <a:xfrm>
            <a:off x="6096001" y="1315677"/>
            <a:ext cx="6095999" cy="5165981"/>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4" name="Rectangle 13">
            <a:extLst>
              <a:ext uri="{FF2B5EF4-FFF2-40B4-BE49-F238E27FC236}">
                <a16:creationId xmlns:a16="http://schemas.microsoft.com/office/drawing/2014/main" id="{EFF0AAE0-3DD4-4146-BCC7-C2641EE58E0D}"/>
              </a:ext>
            </a:extLst>
          </p:cNvPr>
          <p:cNvSpPr/>
          <p:nvPr userDrawn="1"/>
        </p:nvSpPr>
        <p:spPr>
          <a:xfrm>
            <a:off x="0" y="1315676"/>
            <a:ext cx="5911703" cy="5166189"/>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33DBA28E-9C95-0548-948A-AFC23501D80D}"/>
              </a:ext>
            </a:extLst>
          </p:cNvPr>
          <p:cNvSpPr/>
          <p:nvPr userDrawn="1"/>
        </p:nvSpPr>
        <p:spPr>
          <a:xfrm>
            <a:off x="0" y="-20263"/>
            <a:ext cx="5911703" cy="133594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33E5C62-FA3B-8545-AA88-062DEE3012EC}"/>
              </a:ext>
            </a:extLst>
          </p:cNvPr>
          <p:cNvSpPr/>
          <p:nvPr userDrawn="1"/>
        </p:nvSpPr>
        <p:spPr>
          <a:xfrm>
            <a:off x="6096000" y="1"/>
            <a:ext cx="6096001" cy="1315676"/>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19099" y="1562749"/>
            <a:ext cx="5073503"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0BE5C26D-31A1-7D44-96A1-E7BFCA82EA5F}"/>
              </a:ext>
            </a:extLst>
          </p:cNvPr>
          <p:cNvSpPr>
            <a:spLocks noGrp="1"/>
          </p:cNvSpPr>
          <p:nvPr>
            <p:ph type="body" sz="half" idx="11"/>
          </p:nvPr>
        </p:nvSpPr>
        <p:spPr>
          <a:xfrm>
            <a:off x="6699400" y="1531213"/>
            <a:ext cx="5257801"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8457884E-1897-764D-B5EC-9184C0A88570}"/>
              </a:ext>
            </a:extLst>
          </p:cNvPr>
          <p:cNvSpPr>
            <a:spLocks noGrp="1"/>
          </p:cNvSpPr>
          <p:nvPr>
            <p:ph sz="quarter" idx="12" hasCustomPrompt="1"/>
          </p:nvPr>
        </p:nvSpPr>
        <p:spPr>
          <a:xfrm>
            <a:off x="6096000" y="226602"/>
            <a:ext cx="6096000" cy="968786"/>
          </a:xfrm>
        </p:spPr>
        <p:txBody>
          <a:bodyPr anchor="ctr">
            <a:normAutofit/>
          </a:bodyPr>
          <a:lstStyle>
            <a:lvl1pPr marL="0" indent="0" algn="ctr">
              <a:lnSpc>
                <a:spcPct val="100000"/>
              </a:lnSpc>
              <a:buNone/>
              <a:defRPr lang="en-US" sz="2800" b="0" kern="1200" dirty="0">
                <a:solidFill>
                  <a:schemeClr val="bg1"/>
                </a:solidFill>
                <a:latin typeface="+mj-lt"/>
                <a:ea typeface="+mj-ea"/>
                <a:cs typeface="+mj-cs"/>
              </a:defRPr>
            </a:lvl1pPr>
          </a:lstStyle>
          <a:p>
            <a:pPr lvl="0"/>
            <a:r>
              <a:rPr lang="en-US"/>
              <a:t>click to edit master text styles</a:t>
            </a:r>
          </a:p>
        </p:txBody>
      </p:sp>
      <p:sp>
        <p:nvSpPr>
          <p:cNvPr id="3" name="Date Placeholder 2">
            <a:extLst>
              <a:ext uri="{FF2B5EF4-FFF2-40B4-BE49-F238E27FC236}">
                <a16:creationId xmlns:a16="http://schemas.microsoft.com/office/drawing/2014/main" id="{95CF314C-25DF-0D44-8190-5D06D15ADC56}"/>
              </a:ext>
            </a:extLst>
          </p:cNvPr>
          <p:cNvSpPr>
            <a:spLocks noGrp="1"/>
          </p:cNvSpPr>
          <p:nvPr>
            <p:ph type="dt" sz="half" idx="13"/>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92E7EDF0-DC17-3E45-9235-56656C85C221}"/>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5" name="Title 4">
            <a:extLst>
              <a:ext uri="{FF2B5EF4-FFF2-40B4-BE49-F238E27FC236}">
                <a16:creationId xmlns:a16="http://schemas.microsoft.com/office/drawing/2014/main" id="{992FECEC-E392-F340-AA9C-336D1FB699D2}"/>
              </a:ext>
            </a:extLst>
          </p:cNvPr>
          <p:cNvSpPr>
            <a:spLocks noGrp="1"/>
          </p:cNvSpPr>
          <p:nvPr>
            <p:ph type="title" hasCustomPrompt="1"/>
          </p:nvPr>
        </p:nvSpPr>
        <p:spPr>
          <a:xfrm>
            <a:off x="1" y="226809"/>
            <a:ext cx="5911702" cy="968786"/>
          </a:xfrm>
        </p:spPr>
        <p:txBody>
          <a:bodyPr anchor="ctr"/>
          <a:lstStyle>
            <a:lvl1pPr algn="ctr">
              <a:lnSpc>
                <a:spcPct val="100000"/>
              </a:lnSpc>
              <a:defRPr b="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338393717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Quo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1D750503-4B77-D843-89A5-78019AE22CD5}"/>
              </a:ext>
            </a:extLst>
          </p:cNvPr>
          <p:cNvSpPr/>
          <p:nvPr userDrawn="1"/>
        </p:nvSpPr>
        <p:spPr>
          <a:xfrm>
            <a:off x="6981713" y="0"/>
            <a:ext cx="5210287" cy="685800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4" name="Text Placeholder 3">
            <a:extLst>
              <a:ext uri="{FF2B5EF4-FFF2-40B4-BE49-F238E27FC236}">
                <a16:creationId xmlns:a16="http://schemas.microsoft.com/office/drawing/2014/main" id="{6F817B6A-9447-4A4E-BFE9-B05174CF4B33}"/>
              </a:ext>
            </a:extLst>
          </p:cNvPr>
          <p:cNvSpPr>
            <a:spLocks noGrp="1"/>
          </p:cNvSpPr>
          <p:nvPr>
            <p:ph type="body" sz="quarter" idx="11" hasCustomPrompt="1"/>
          </p:nvPr>
        </p:nvSpPr>
        <p:spPr>
          <a:xfrm>
            <a:off x="7638200" y="2984378"/>
            <a:ext cx="3897312" cy="889245"/>
          </a:xfrm>
        </p:spPr>
        <p:txBody>
          <a:bodyPr anchor="ctr">
            <a:normAutofit/>
          </a:bodyPr>
          <a:lstStyle>
            <a:lvl1pPr marL="0" indent="0" algn="l">
              <a:buNone/>
              <a:defRPr sz="2400" b="1">
                <a:solidFill>
                  <a:schemeClr val="bg1"/>
                </a:solidFill>
                <a:latin typeface="+mj-lt"/>
              </a:defRPr>
            </a:lvl1pPr>
            <a:lvl2pPr marL="457200" indent="0">
              <a:buNone/>
              <a:defRPr/>
            </a:lvl2pPr>
          </a:lstStyle>
          <a:p>
            <a:pPr lvl="0"/>
            <a:r>
              <a:rPr lang="en-US"/>
              <a:t>“Click to edit your quote or image here”</a:t>
            </a:r>
          </a:p>
        </p:txBody>
      </p:sp>
      <p:sp>
        <p:nvSpPr>
          <p:cNvPr id="5" name="Date Placeholder 4">
            <a:extLst>
              <a:ext uri="{FF2B5EF4-FFF2-40B4-BE49-F238E27FC236}">
                <a16:creationId xmlns:a16="http://schemas.microsoft.com/office/drawing/2014/main" id="{4C69C21C-1E75-0A41-8039-6C24FA92724A}"/>
              </a:ext>
            </a:extLst>
          </p:cNvPr>
          <p:cNvSpPr>
            <a:spLocks noGrp="1"/>
          </p:cNvSpPr>
          <p:nvPr>
            <p:ph type="dt" sz="half" idx="12"/>
          </p:nvPr>
        </p:nvSpPr>
        <p:spPr>
          <a:xfrm>
            <a:off x="617308" y="6481865"/>
            <a:ext cx="6097816" cy="297835"/>
          </a:xfrm>
        </p:spPr>
        <p:txBody>
          <a:bodyPr/>
          <a:lstStyle/>
          <a:p>
            <a:r>
              <a:rPr lang="en-US"/>
              <a:t>DAI Global UK Step Review Template</a:t>
            </a:r>
          </a:p>
        </p:txBody>
      </p:sp>
      <p:sp>
        <p:nvSpPr>
          <p:cNvPr id="6" name="Slide Number Placeholder 5">
            <a:extLst>
              <a:ext uri="{FF2B5EF4-FFF2-40B4-BE49-F238E27FC236}">
                <a16:creationId xmlns:a16="http://schemas.microsoft.com/office/drawing/2014/main" id="{BD7E08BD-8905-1345-855C-D78E8D5C494D}"/>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3243211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meline">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TIMELINE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10" name="Rectangle 9">
            <a:extLst>
              <a:ext uri="{FF2B5EF4-FFF2-40B4-BE49-F238E27FC236}">
                <a16:creationId xmlns:a16="http://schemas.microsoft.com/office/drawing/2014/main" id="{A1CA3714-FACF-8046-B1D0-7C8864D422D3}"/>
              </a:ext>
            </a:extLst>
          </p:cNvPr>
          <p:cNvSpPr/>
          <p:nvPr userDrawn="1"/>
        </p:nvSpPr>
        <p:spPr>
          <a:xfrm>
            <a:off x="6183371" y="3523274"/>
            <a:ext cx="2898648"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1487F297-822B-B443-BAED-A307762F3768}"/>
              </a:ext>
            </a:extLst>
          </p:cNvPr>
          <p:cNvSpPr/>
          <p:nvPr userDrawn="1"/>
        </p:nvSpPr>
        <p:spPr>
          <a:xfrm>
            <a:off x="9311640"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57E79B0-BF5B-9D45-9ED9-912DB58D50CD}"/>
              </a:ext>
            </a:extLst>
          </p:cNvPr>
          <p:cNvSpPr/>
          <p:nvPr userDrawn="1"/>
        </p:nvSpPr>
        <p:spPr>
          <a:xfrm>
            <a:off x="3073391"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5" name="Rectangle 14">
            <a:extLst>
              <a:ext uri="{FF2B5EF4-FFF2-40B4-BE49-F238E27FC236}">
                <a16:creationId xmlns:a16="http://schemas.microsoft.com/office/drawing/2014/main" id="{31655673-9E70-784E-B808-BD39C1B2EE02}"/>
              </a:ext>
            </a:extLst>
          </p:cNvPr>
          <p:cNvSpPr/>
          <p:nvPr userDrawn="1"/>
        </p:nvSpPr>
        <p:spPr>
          <a:xfrm>
            <a:off x="3073390" y="2910626"/>
            <a:ext cx="2884676"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8" name="Rectangle 17">
            <a:extLst>
              <a:ext uri="{FF2B5EF4-FFF2-40B4-BE49-F238E27FC236}">
                <a16:creationId xmlns:a16="http://schemas.microsoft.com/office/drawing/2014/main" id="{7ED15A6B-A2AE-F74B-9066-CDF48B03B92A}"/>
              </a:ext>
            </a:extLst>
          </p:cNvPr>
          <p:cNvSpPr/>
          <p:nvPr userDrawn="1"/>
        </p:nvSpPr>
        <p:spPr>
          <a:xfrm>
            <a:off x="6185529" y="2910626"/>
            <a:ext cx="2898648"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21" name="Rectangle 20">
            <a:extLst>
              <a:ext uri="{FF2B5EF4-FFF2-40B4-BE49-F238E27FC236}">
                <a16:creationId xmlns:a16="http://schemas.microsoft.com/office/drawing/2014/main" id="{9FC8A256-D95B-2642-AF3B-A3C28A7BCAD7}"/>
              </a:ext>
            </a:extLst>
          </p:cNvPr>
          <p:cNvSpPr/>
          <p:nvPr userDrawn="1"/>
        </p:nvSpPr>
        <p:spPr>
          <a:xfrm>
            <a:off x="9311640" y="2910626"/>
            <a:ext cx="2880360"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5" name="Picture Placeholder 4">
            <a:extLst>
              <a:ext uri="{FF2B5EF4-FFF2-40B4-BE49-F238E27FC236}">
                <a16:creationId xmlns:a16="http://schemas.microsoft.com/office/drawing/2014/main" id="{CA3D8956-FAE4-DF4B-A43D-682C26BBE26E}"/>
              </a:ext>
            </a:extLst>
          </p:cNvPr>
          <p:cNvSpPr>
            <a:spLocks noGrp="1"/>
          </p:cNvSpPr>
          <p:nvPr>
            <p:ph type="pic" sz="quarter" idx="14" hasCustomPrompt="1"/>
          </p:nvPr>
        </p:nvSpPr>
        <p:spPr>
          <a:xfrm>
            <a:off x="3065779" y="10263"/>
            <a:ext cx="2880360" cy="2900363"/>
          </a:xfrm>
          <a:pattFill prst="pct5">
            <a:fgClr>
              <a:schemeClr val="accent1"/>
            </a:fgClr>
            <a:bgClr>
              <a:schemeClr val="bg1"/>
            </a:bgClr>
          </a:pattFill>
        </p:spPr>
        <p:txBody>
          <a:bodyPr/>
          <a:lstStyle>
            <a:lvl1pPr marL="0" indent="0">
              <a:buNone/>
              <a:defRPr/>
            </a:lvl1pPr>
          </a:lstStyle>
          <a:p>
            <a:r>
              <a:rPr lang="en-US"/>
              <a:t>Picture</a:t>
            </a:r>
          </a:p>
        </p:txBody>
      </p:sp>
      <p:sp>
        <p:nvSpPr>
          <p:cNvPr id="29" name="Picture Placeholder 4">
            <a:extLst>
              <a:ext uri="{FF2B5EF4-FFF2-40B4-BE49-F238E27FC236}">
                <a16:creationId xmlns:a16="http://schemas.microsoft.com/office/drawing/2014/main" id="{19375E87-CAF3-7E45-8974-B93C2834B165}"/>
              </a:ext>
            </a:extLst>
          </p:cNvPr>
          <p:cNvSpPr>
            <a:spLocks noGrp="1"/>
          </p:cNvSpPr>
          <p:nvPr>
            <p:ph type="pic" sz="quarter" idx="15" hasCustomPrompt="1"/>
          </p:nvPr>
        </p:nvSpPr>
        <p:spPr>
          <a:xfrm>
            <a:off x="6188709" y="11978"/>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9311640" y="10263"/>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7" name="Text Placeholder 6">
            <a:extLst>
              <a:ext uri="{FF2B5EF4-FFF2-40B4-BE49-F238E27FC236}">
                <a16:creationId xmlns:a16="http://schemas.microsoft.com/office/drawing/2014/main" id="{2FA23E7E-8EF2-E741-A84E-5AD15996C15A}"/>
              </a:ext>
            </a:extLst>
          </p:cNvPr>
          <p:cNvSpPr>
            <a:spLocks noGrp="1"/>
          </p:cNvSpPr>
          <p:nvPr>
            <p:ph type="body" sz="quarter" idx="17" hasCustomPrompt="1"/>
          </p:nvPr>
        </p:nvSpPr>
        <p:spPr>
          <a:xfrm>
            <a:off x="307339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1" name="Text Placeholder 6">
            <a:extLst>
              <a:ext uri="{FF2B5EF4-FFF2-40B4-BE49-F238E27FC236}">
                <a16:creationId xmlns:a16="http://schemas.microsoft.com/office/drawing/2014/main" id="{D5F7F3E0-288F-A645-8127-B310AB079293}"/>
              </a:ext>
            </a:extLst>
          </p:cNvPr>
          <p:cNvSpPr>
            <a:spLocks noGrp="1"/>
          </p:cNvSpPr>
          <p:nvPr>
            <p:ph type="body" sz="quarter" idx="18" hasCustomPrompt="1"/>
          </p:nvPr>
        </p:nvSpPr>
        <p:spPr>
          <a:xfrm>
            <a:off x="621283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2" name="Text Placeholder 6">
            <a:extLst>
              <a:ext uri="{FF2B5EF4-FFF2-40B4-BE49-F238E27FC236}">
                <a16:creationId xmlns:a16="http://schemas.microsoft.com/office/drawing/2014/main" id="{4885194A-B5AE-DE4A-A36C-6C7341915CFD}"/>
              </a:ext>
            </a:extLst>
          </p:cNvPr>
          <p:cNvSpPr>
            <a:spLocks noGrp="1"/>
          </p:cNvSpPr>
          <p:nvPr>
            <p:ph type="body" sz="quarter" idx="19" hasCustomPrompt="1"/>
          </p:nvPr>
        </p:nvSpPr>
        <p:spPr>
          <a:xfrm>
            <a:off x="9312079"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3" name="Text Placeholder 32">
            <a:extLst>
              <a:ext uri="{FF2B5EF4-FFF2-40B4-BE49-F238E27FC236}">
                <a16:creationId xmlns:a16="http://schemas.microsoft.com/office/drawing/2014/main" id="{D3852F33-8A35-EF41-822B-0C1BDB40D7A8}"/>
              </a:ext>
            </a:extLst>
          </p:cNvPr>
          <p:cNvSpPr>
            <a:spLocks noGrp="1"/>
          </p:cNvSpPr>
          <p:nvPr>
            <p:ph type="body" sz="quarter" idx="20"/>
          </p:nvPr>
        </p:nvSpPr>
        <p:spPr>
          <a:xfrm>
            <a:off x="3291085" y="397510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6" name="Text Placeholder 32">
            <a:extLst>
              <a:ext uri="{FF2B5EF4-FFF2-40B4-BE49-F238E27FC236}">
                <a16:creationId xmlns:a16="http://schemas.microsoft.com/office/drawing/2014/main" id="{1F8C85DD-FC03-5B43-B318-65C3717E7304}"/>
              </a:ext>
            </a:extLst>
          </p:cNvPr>
          <p:cNvSpPr>
            <a:spLocks noGrp="1"/>
          </p:cNvSpPr>
          <p:nvPr>
            <p:ph type="body" sz="quarter" idx="21"/>
          </p:nvPr>
        </p:nvSpPr>
        <p:spPr>
          <a:xfrm>
            <a:off x="6395674"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7" name="Text Placeholder 32">
            <a:extLst>
              <a:ext uri="{FF2B5EF4-FFF2-40B4-BE49-F238E27FC236}">
                <a16:creationId xmlns:a16="http://schemas.microsoft.com/office/drawing/2014/main" id="{59AAE73B-AE16-5448-A32D-CDC79973E39A}"/>
              </a:ext>
            </a:extLst>
          </p:cNvPr>
          <p:cNvSpPr>
            <a:spLocks noGrp="1"/>
          </p:cNvSpPr>
          <p:nvPr>
            <p:ph type="body" sz="quarter" idx="22"/>
          </p:nvPr>
        </p:nvSpPr>
        <p:spPr>
          <a:xfrm>
            <a:off x="9508461"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1214389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 pictures">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6981712" y="10262"/>
            <a:ext cx="5210288" cy="3279279"/>
          </a:xfrm>
          <a:pattFill prst="pct5">
            <a:fgClr>
              <a:schemeClr val="accent1"/>
            </a:fgClr>
            <a:bgClr>
              <a:schemeClr val="bg1"/>
            </a:bgClr>
          </a:pattFill>
        </p:spPr>
        <p:txBody>
          <a:bodyPr/>
          <a:lstStyle>
            <a:lvl1pPr marL="0" indent="0">
              <a:buNone/>
              <a:defRPr/>
            </a:lvl1pPr>
          </a:lstStyle>
          <a:p>
            <a:r>
              <a:rPr lang="en-US"/>
              <a:t>Picture</a:t>
            </a:r>
          </a:p>
        </p:txBody>
      </p:sp>
      <p:sp>
        <p:nvSpPr>
          <p:cNvPr id="24" name="Picture Placeholder 4">
            <a:extLst>
              <a:ext uri="{FF2B5EF4-FFF2-40B4-BE49-F238E27FC236}">
                <a16:creationId xmlns:a16="http://schemas.microsoft.com/office/drawing/2014/main" id="{FEAD95BE-5091-B446-932C-08A72FF613D4}"/>
              </a:ext>
            </a:extLst>
          </p:cNvPr>
          <p:cNvSpPr>
            <a:spLocks noGrp="1"/>
          </p:cNvSpPr>
          <p:nvPr>
            <p:ph type="pic" sz="quarter" idx="17" hasCustomPrompt="1"/>
          </p:nvPr>
        </p:nvSpPr>
        <p:spPr>
          <a:xfrm>
            <a:off x="6981712" y="3299803"/>
            <a:ext cx="5210288" cy="3571508"/>
          </a:xfrm>
          <a:pattFill prst="pct5">
            <a:fgClr>
              <a:schemeClr val="accent1"/>
            </a:fgClr>
            <a:bgClr>
              <a:schemeClr val="bg1"/>
            </a:bgClr>
          </a:pattFill>
        </p:spPr>
        <p:txBody>
          <a:bodyPr/>
          <a:lstStyle>
            <a:lvl1pPr marL="0" indent="0">
              <a:buNone/>
              <a:defRPr/>
            </a:lvl1pPr>
          </a:lstStyle>
          <a:p>
            <a:r>
              <a:rPr lang="en-US"/>
              <a:t>Picture</a:t>
            </a:r>
          </a:p>
        </p:txBody>
      </p:sp>
      <p:sp>
        <p:nvSpPr>
          <p:cNvPr id="25" name="Text Placeholder 3">
            <a:extLst>
              <a:ext uri="{FF2B5EF4-FFF2-40B4-BE49-F238E27FC236}">
                <a16:creationId xmlns:a16="http://schemas.microsoft.com/office/drawing/2014/main" id="{11F9F74B-5EBB-BA44-9237-103B061C270C}"/>
              </a:ext>
            </a:extLst>
          </p:cNvPr>
          <p:cNvSpPr>
            <a:spLocks noGrp="1"/>
          </p:cNvSpPr>
          <p:nvPr>
            <p:ph type="body" sz="half" idx="2"/>
          </p:nvPr>
        </p:nvSpPr>
        <p:spPr>
          <a:xfrm>
            <a:off x="3311092" y="682388"/>
            <a:ext cx="3374188" cy="577921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62341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_Title Content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236A3CF-857C-EC4D-8872-08076A68D205}"/>
              </a:ext>
            </a:extLst>
          </p:cNvPr>
          <p:cNvSpPr/>
          <p:nvPr userDrawn="1"/>
        </p:nvSpPr>
        <p:spPr>
          <a:xfrm>
            <a:off x="0" y="6403565"/>
            <a:ext cx="6981711"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EA595CF-F827-8849-BBEE-64A2BF7B5BBC}"/>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6" name="Picture Placeholder 5">
            <a:extLst>
              <a:ext uri="{FF2B5EF4-FFF2-40B4-BE49-F238E27FC236}">
                <a16:creationId xmlns:a16="http://schemas.microsoft.com/office/drawing/2014/main" id="{A1A47198-CF20-CE43-A89F-AE5F0EFAF05D}"/>
              </a:ext>
            </a:extLst>
          </p:cNvPr>
          <p:cNvSpPr>
            <a:spLocks noGrp="1"/>
          </p:cNvSpPr>
          <p:nvPr>
            <p:ph type="pic" sz="quarter" idx="12"/>
          </p:nvPr>
        </p:nvSpPr>
        <p:spPr>
          <a:xfrm>
            <a:off x="6981712" y="-7191"/>
            <a:ext cx="5210287" cy="6858000"/>
          </a:xfrm>
          <a:pattFill prst="pct5">
            <a:fgClr>
              <a:schemeClr val="accent1"/>
            </a:fgClr>
            <a:bgClr>
              <a:schemeClr val="bg1"/>
            </a:bgClr>
          </a:pattFill>
        </p:spPr>
        <p:txBody>
          <a:bodyPr/>
          <a:lstStyle/>
          <a:p>
            <a:r>
              <a:rPr lang="en-US"/>
              <a:t>Click icon to add picture</a:t>
            </a:r>
          </a:p>
        </p:txBody>
      </p:sp>
      <p:sp>
        <p:nvSpPr>
          <p:cNvPr id="3" name="Date Placeholder 2">
            <a:extLst>
              <a:ext uri="{FF2B5EF4-FFF2-40B4-BE49-F238E27FC236}">
                <a16:creationId xmlns:a16="http://schemas.microsoft.com/office/drawing/2014/main" id="{854E7CE1-D133-FC47-A2E9-8BB902448D6B}"/>
              </a:ext>
            </a:extLst>
          </p:cNvPr>
          <p:cNvSpPr>
            <a:spLocks noGrp="1"/>
          </p:cNvSpPr>
          <p:nvPr>
            <p:ph type="dt" sz="half" idx="13"/>
          </p:nvPr>
        </p:nvSpPr>
        <p:spPr>
          <a:xfrm>
            <a:off x="617308" y="6481865"/>
            <a:ext cx="6097816" cy="297835"/>
          </a:xfrm>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F29058C-70C1-4D47-8FED-95852139D3BE}"/>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18" name="Title 1">
            <a:extLst>
              <a:ext uri="{FF2B5EF4-FFF2-40B4-BE49-F238E27FC236}">
                <a16:creationId xmlns:a16="http://schemas.microsoft.com/office/drawing/2014/main" id="{EBBCC13F-DB14-DC4D-8801-474CABB4983A}"/>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9" name="Rectangle 18">
            <a:extLst>
              <a:ext uri="{FF2B5EF4-FFF2-40B4-BE49-F238E27FC236}">
                <a16:creationId xmlns:a16="http://schemas.microsoft.com/office/drawing/2014/main" id="{8624EBD5-ED52-CB42-831C-4DDD143E7B56}"/>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8D644471-A07B-F245-9ABC-5B586B51AFBF}"/>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58468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itle Content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1" y="110962"/>
            <a:ext cx="2856898"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263909" y="3084723"/>
            <a:ext cx="8382406" cy="305167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18138420-A711-0544-85FF-256A6478A5DF}"/>
              </a:ext>
            </a:extLst>
          </p:cNvPr>
          <p:cNvSpPr>
            <a:spLocks noGrp="1"/>
          </p:cNvSpPr>
          <p:nvPr>
            <p:ph type="pic" sz="quarter" idx="16"/>
          </p:nvPr>
        </p:nvSpPr>
        <p:spPr>
          <a:xfrm>
            <a:off x="3065780" y="0"/>
            <a:ext cx="9116091" cy="2822402"/>
          </a:xfrm>
          <a:prstGeom prst="rect">
            <a:avLst/>
          </a:prstGeom>
          <a:pattFill prst="pct5">
            <a:fgClr>
              <a:schemeClr val="accent1"/>
            </a:fgClr>
            <a:bgClr>
              <a:schemeClr val="bg1"/>
            </a:bgClr>
          </a:pattFill>
        </p:spPr>
        <p:txBody>
          <a:bodyPr/>
          <a:lstStyle>
            <a:lvl1pPr marL="0" indent="0">
              <a:buNone/>
              <a:defRPr/>
            </a:lvl1pPr>
          </a:lstStyle>
          <a:p>
            <a:r>
              <a:rPr lang="en-US"/>
              <a:t>Click icon to add picture</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5689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699A3CEA-C523-094E-A118-E89314F9EBA3}"/>
              </a:ext>
            </a:extLst>
          </p:cNvPr>
          <p:cNvSpPr>
            <a:spLocks noGrp="1"/>
          </p:cNvSpPr>
          <p:nvPr>
            <p:ph type="dt" sz="half" idx="17"/>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24A83E3F-B3DD-BD4A-99B8-95B7EFC9D1D4}"/>
              </a:ext>
            </a:extLst>
          </p:cNvPr>
          <p:cNvSpPr>
            <a:spLocks noGrp="1"/>
          </p:cNvSpPr>
          <p:nvPr>
            <p:ph type="sldNum" sz="quarter" idx="18"/>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747746398"/>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C53B9CA-4B25-CD46-8109-9D8A0E91D928}"/>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2">
            <a:extLst>
              <a:ext uri="{FF2B5EF4-FFF2-40B4-BE49-F238E27FC236}">
                <a16:creationId xmlns:a16="http://schemas.microsoft.com/office/drawing/2014/main" id="{063C64AA-0FDB-0E46-8A4F-BEC5A97251B7}"/>
              </a:ext>
            </a:extLst>
          </p:cNvPr>
          <p:cNvSpPr>
            <a:spLocks noGrp="1"/>
          </p:cNvSpPr>
          <p:nvPr>
            <p:ph type="pic" idx="1"/>
          </p:nvPr>
        </p:nvSpPr>
        <p:spPr>
          <a:xfrm>
            <a:off x="3065780" y="0"/>
            <a:ext cx="9126219" cy="6380922"/>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6" name="Rectangle 15">
            <a:extLst>
              <a:ext uri="{FF2B5EF4-FFF2-40B4-BE49-F238E27FC236}">
                <a16:creationId xmlns:a16="http://schemas.microsoft.com/office/drawing/2014/main" id="{36D8E1EB-4CEB-B342-B9B2-0EE875DF4D56}"/>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4">
            <a:extLst>
              <a:ext uri="{FF2B5EF4-FFF2-40B4-BE49-F238E27FC236}">
                <a16:creationId xmlns:a16="http://schemas.microsoft.com/office/drawing/2014/main" id="{D9CAEC74-15A6-4042-BA3A-9DE8666F5A3E}"/>
              </a:ext>
            </a:extLst>
          </p:cNvPr>
          <p:cNvSpPr>
            <a:spLocks noGrp="1"/>
          </p:cNvSpPr>
          <p:nvPr>
            <p:ph type="body" sz="quarter" idx="10" hasCustomPrompt="1"/>
          </p:nvPr>
        </p:nvSpPr>
        <p:spPr>
          <a:xfrm>
            <a:off x="198130" y="110962"/>
            <a:ext cx="286764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7" name="Text Placeholder 14">
            <a:extLst>
              <a:ext uri="{FF2B5EF4-FFF2-40B4-BE49-F238E27FC236}">
                <a16:creationId xmlns:a16="http://schemas.microsoft.com/office/drawing/2014/main" id="{61099818-DE47-9D44-8177-EE88CC8103F2}"/>
              </a:ext>
            </a:extLst>
          </p:cNvPr>
          <p:cNvSpPr>
            <a:spLocks noGrp="1"/>
          </p:cNvSpPr>
          <p:nvPr>
            <p:ph type="body" sz="quarter" idx="11" hasCustomPrompt="1"/>
          </p:nvPr>
        </p:nvSpPr>
        <p:spPr>
          <a:xfrm>
            <a:off x="198130" y="1776933"/>
            <a:ext cx="2867650"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9C76ACE1-8643-FE44-A61F-7F8AA82CAEE2}"/>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841AD59E-6B54-3B43-B351-45F7E62C1EFC}"/>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5286702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ED935A7-9941-4C44-89BE-2AE9B5FDA900}"/>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1B6D11C8-D61E-9846-8AF9-7FD637346A1F}"/>
              </a:ext>
            </a:extLst>
          </p:cNvPr>
          <p:cNvSpPr>
            <a:spLocks noGrp="1"/>
          </p:cNvSpPr>
          <p:nvPr>
            <p:ph type="pic" idx="1"/>
          </p:nvPr>
        </p:nvSpPr>
        <p:spPr>
          <a:xfrm>
            <a:off x="-2" y="1"/>
            <a:ext cx="12192000" cy="6390860"/>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Date Placeholder 1">
            <a:extLst>
              <a:ext uri="{FF2B5EF4-FFF2-40B4-BE49-F238E27FC236}">
                <a16:creationId xmlns:a16="http://schemas.microsoft.com/office/drawing/2014/main" id="{A36E6120-472D-4245-AA37-5A8F14525472}"/>
              </a:ext>
            </a:extLst>
          </p:cNvPr>
          <p:cNvSpPr>
            <a:spLocks noGrp="1"/>
          </p:cNvSpPr>
          <p:nvPr>
            <p:ph type="dt" sz="half" idx="10"/>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5B47A114-E183-584F-BA95-7B599913FCE4}"/>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3785024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E356CDF-BC71-E84C-B4AB-7C304EA18B3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9931488-95AF-1A4A-B82F-0A48F2962661}"/>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1503650" y="1218544"/>
            <a:ext cx="9191835" cy="4114239"/>
          </a:xfrm>
          <a:prstGeom prst="rect">
            <a:avLst/>
          </a:prstGeom>
        </p:spPr>
        <p:txBody>
          <a:bodyPr anchor="ctr">
            <a:normAutofit/>
          </a:bodyPr>
          <a:lstStyle>
            <a:lvl1pPr marL="0" indent="0" algn="ctr">
              <a:lnSpc>
                <a:spcPct val="100000"/>
              </a:lnSpc>
              <a:buNone/>
              <a:defRPr sz="4000" b="1" i="0">
                <a:solidFill>
                  <a:schemeClr val="bg1"/>
                </a:solidFill>
                <a:latin typeface="+mj-lt"/>
                <a:cs typeface="Arial" panose="020B0604020202020204" pitchFamily="34" charset="0"/>
              </a:defRPr>
            </a:lvl1pPr>
          </a:lstStyle>
          <a:p>
            <a:pPr lvl="0"/>
            <a:r>
              <a:rPr lang="en-US"/>
              <a:t>PLACE YOUR QUOTE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1558476" y="5349183"/>
            <a:ext cx="8572003" cy="532205"/>
          </a:xfrm>
          <a:prstGeom prst="rect">
            <a:avLst/>
          </a:prstGeom>
        </p:spPr>
        <p:txBody>
          <a:bodyPr/>
          <a:lstStyle>
            <a:lvl1pPr marL="0" indent="0" algn="r">
              <a:lnSpc>
                <a:spcPct val="100000"/>
              </a:lnSpc>
              <a:buNone/>
              <a:defRPr sz="2400" b="0" i="0">
                <a:solidFill>
                  <a:schemeClr val="bg1"/>
                </a:solidFill>
                <a:latin typeface="+mn-lt"/>
                <a:cs typeface="Arial" panose="020B0604020202020204" pitchFamily="34" charset="0"/>
              </a:defRPr>
            </a:lvl1pPr>
          </a:lstStyle>
          <a:p>
            <a:pPr lvl="0"/>
            <a:r>
              <a:rPr lang="en-US"/>
              <a:t>By first name last name</a:t>
            </a:r>
          </a:p>
        </p:txBody>
      </p:sp>
      <p:pic>
        <p:nvPicPr>
          <p:cNvPr id="6" name="Picture 5">
            <a:extLst>
              <a:ext uri="{FF2B5EF4-FFF2-40B4-BE49-F238E27FC236}">
                <a16:creationId xmlns:a16="http://schemas.microsoft.com/office/drawing/2014/main" id="{96422407-63E0-E441-94E9-3303C7637DAC}"/>
              </a:ext>
            </a:extLst>
          </p:cNvPr>
          <p:cNvPicPr>
            <a:picLocks noChangeAspect="1"/>
          </p:cNvPicPr>
          <p:nvPr userDrawn="1"/>
        </p:nvPicPr>
        <p:blipFill>
          <a:blip r:embed="rId2"/>
          <a:stretch>
            <a:fillRect/>
          </a:stretch>
        </p:blipFill>
        <p:spPr>
          <a:xfrm rot="5400000">
            <a:off x="1199644" y="928418"/>
            <a:ext cx="608010" cy="608010"/>
          </a:xfrm>
          <a:prstGeom prst="rect">
            <a:avLst/>
          </a:prstGeom>
        </p:spPr>
      </p:pic>
      <p:pic>
        <p:nvPicPr>
          <p:cNvPr id="7" name="Picture 6">
            <a:extLst>
              <a:ext uri="{FF2B5EF4-FFF2-40B4-BE49-F238E27FC236}">
                <a16:creationId xmlns:a16="http://schemas.microsoft.com/office/drawing/2014/main" id="{599099D0-B6FA-5743-82BF-AA4EDE7C243F}"/>
              </a:ext>
            </a:extLst>
          </p:cNvPr>
          <p:cNvPicPr>
            <a:picLocks noChangeAspect="1"/>
          </p:cNvPicPr>
          <p:nvPr userDrawn="1"/>
        </p:nvPicPr>
        <p:blipFill>
          <a:blip r:embed="rId2"/>
          <a:stretch>
            <a:fillRect/>
          </a:stretch>
        </p:blipFill>
        <p:spPr>
          <a:xfrm rot="16200000">
            <a:off x="10406990" y="5332783"/>
            <a:ext cx="565006" cy="565006"/>
          </a:xfrm>
          <a:prstGeom prst="rect">
            <a:avLst/>
          </a:prstGeom>
        </p:spPr>
      </p:pic>
    </p:spTree>
    <p:extLst>
      <p:ext uri="{BB962C8B-B14F-4D97-AF65-F5344CB8AC3E}">
        <p14:creationId xmlns:p14="http://schemas.microsoft.com/office/powerpoint/2010/main" val="35358725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blank" preserve="1">
  <p:cSld name="Ending Slide Light">
    <p:spTree>
      <p:nvGrpSpPr>
        <p:cNvPr id="1" name=""/>
        <p:cNvGrpSpPr/>
        <p:nvPr/>
      </p:nvGrpSpPr>
      <p:grpSpPr>
        <a:xfrm>
          <a:off x="0" y="0"/>
          <a:ext cx="0" cy="0"/>
          <a:chOff x="0" y="0"/>
          <a:chExt cx="0" cy="0"/>
        </a:xfrm>
      </p:grpSpPr>
      <p:pic>
        <p:nvPicPr>
          <p:cNvPr id="3" name="Picture 2" descr="A picture containing umbrella, game&#10;&#10;Description automatically generated">
            <a:extLst>
              <a:ext uri="{FF2B5EF4-FFF2-40B4-BE49-F238E27FC236}">
                <a16:creationId xmlns:a16="http://schemas.microsoft.com/office/drawing/2014/main" id="{E6C8F624-0CCA-B64C-9259-C90B79B2D74D}"/>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348752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Ending Slid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4CC0B-990F-9743-BB08-D865C859A5DA}"/>
              </a:ext>
            </a:extLst>
          </p:cNvPr>
          <p:cNvPicPr>
            <a:picLocks noChangeAspect="1"/>
          </p:cNvPicPr>
          <p:nvPr userDrawn="1"/>
        </p:nvPicPr>
        <p:blipFill>
          <a:blip r:embed="rId2"/>
          <a:srcRect/>
          <a:stretch/>
        </p:blipFill>
        <p:spPr>
          <a:xfrm>
            <a:off x="6096" y="0"/>
            <a:ext cx="12185904" cy="6858000"/>
          </a:xfrm>
          <a:prstGeom prst="rect">
            <a:avLst/>
          </a:prstGeom>
        </p:spPr>
      </p:pic>
    </p:spTree>
    <p:extLst>
      <p:ext uri="{BB962C8B-B14F-4D97-AF65-F5344CB8AC3E}">
        <p14:creationId xmlns:p14="http://schemas.microsoft.com/office/powerpoint/2010/main" val="1409770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image" Target="../media/image2.svg"/><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image" Target="../media/image1.png"/><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theme" Target="../theme/theme2.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0A0AD6-1446-BE4D-AB82-640671EF75E3}"/>
              </a:ext>
            </a:extLst>
          </p:cNvPr>
          <p:cNvSpPr/>
          <p:nvPr userDrawn="1"/>
        </p:nvSpPr>
        <p:spPr>
          <a:xfrm>
            <a:off x="0" y="6403565"/>
            <a:ext cx="10883615"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3D9618-5447-3847-A9D9-6DA4B0078B35}"/>
              </a:ext>
            </a:extLst>
          </p:cNvPr>
          <p:cNvSpPr/>
          <p:nvPr userDrawn="1"/>
        </p:nvSpPr>
        <p:spPr>
          <a:xfrm>
            <a:off x="10883615" y="6405375"/>
            <a:ext cx="1308385" cy="4516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4484C82-8975-BE44-831C-F3E75CB942C2}"/>
              </a:ext>
            </a:extLst>
          </p:cNvPr>
          <p:cNvPicPr>
            <a:picLocks noChangeAspect="1"/>
          </p:cNvPicPr>
          <p:nvPr userDrawn="1"/>
        </p:nvPicPr>
        <p:blipFill>
          <a:blip r:embed="rId25">
            <a:extLst>
              <a:ext uri="{96DAC541-7B7A-43D3-8B79-37D633B846F1}">
                <asvg:svgBlip xmlns:asvg="http://schemas.microsoft.com/office/drawing/2016/SVG/main" r:embed="rId26"/>
              </a:ext>
            </a:extLst>
          </a:blip>
          <a:srcRect/>
          <a:stretch/>
        </p:blipFill>
        <p:spPr>
          <a:xfrm>
            <a:off x="11200800" y="6555937"/>
            <a:ext cx="728606" cy="177800"/>
          </a:xfrm>
          <a:prstGeom prst="rect">
            <a:avLst/>
          </a:prstGeom>
        </p:spPr>
      </p:pic>
      <p:sp>
        <p:nvSpPr>
          <p:cNvPr id="17" name="Date Placeholder 3">
            <a:extLst>
              <a:ext uri="{FF2B5EF4-FFF2-40B4-BE49-F238E27FC236}">
                <a16:creationId xmlns:a16="http://schemas.microsoft.com/office/drawing/2014/main" id="{0A4C3FA1-486C-A747-BE00-44510B019ACD}"/>
              </a:ext>
            </a:extLst>
          </p:cNvPr>
          <p:cNvSpPr>
            <a:spLocks noGrp="1"/>
          </p:cNvSpPr>
          <p:nvPr>
            <p:ph type="dt" sz="half" idx="2"/>
          </p:nvPr>
        </p:nvSpPr>
        <p:spPr>
          <a:xfrm>
            <a:off x="617308" y="6481865"/>
            <a:ext cx="9502312" cy="297835"/>
          </a:xfrm>
          <a:prstGeom prst="rect">
            <a:avLst/>
          </a:prstGeom>
        </p:spPr>
        <p:txBody>
          <a:bodyPr anchor="ctr"/>
          <a:lstStyle>
            <a:lvl1pPr algn="l">
              <a:defRPr sz="1400" b="0" i="0">
                <a:solidFill>
                  <a:schemeClr val="tx2"/>
                </a:solidFill>
                <a:latin typeface="+mn-lt"/>
                <a:cs typeface="Arial" panose="020B0604020202020204" pitchFamily="34" charset="0"/>
              </a:defRPr>
            </a:lvl1pPr>
          </a:lstStyle>
          <a:p>
            <a:r>
              <a:rPr lang="en-US"/>
              <a:t>DAI Global UK Step Review Template</a:t>
            </a:r>
          </a:p>
        </p:txBody>
      </p:sp>
      <p:sp>
        <p:nvSpPr>
          <p:cNvPr id="18" name="Rectangle 17">
            <a:extLst>
              <a:ext uri="{FF2B5EF4-FFF2-40B4-BE49-F238E27FC236}">
                <a16:creationId xmlns:a16="http://schemas.microsoft.com/office/drawing/2014/main" id="{DECB40FC-D282-8F43-B0D5-DDFE0336C9A3}"/>
              </a:ext>
            </a:extLst>
          </p:cNvPr>
          <p:cNvSpPr/>
          <p:nvPr userDrawn="1"/>
        </p:nvSpPr>
        <p:spPr>
          <a:xfrm>
            <a:off x="0" y="0"/>
            <a:ext cx="12192000" cy="6405374"/>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1BD22548-5EFE-EF4B-A3EC-259A1CF4C21D}"/>
              </a:ext>
            </a:extLst>
          </p:cNvPr>
          <p:cNvSpPr>
            <a:spLocks noGrp="1"/>
          </p:cNvSpPr>
          <p:nvPr>
            <p:ph type="sldNum" sz="quarter" idx="4"/>
          </p:nvPr>
        </p:nvSpPr>
        <p:spPr>
          <a:xfrm>
            <a:off x="186437" y="6461600"/>
            <a:ext cx="651882" cy="338364"/>
          </a:xfrm>
          <a:prstGeom prst="rect">
            <a:avLst/>
          </a:prstGeom>
        </p:spPr>
        <p:txBody>
          <a:bodyPr vert="horz" lIns="91440" tIns="45720" rIns="91440" bIns="45720" rtlCol="0" anchor="ctr"/>
          <a:lstStyle>
            <a:lvl1pPr algn="l">
              <a:defRPr sz="1400" b="1">
                <a:solidFill>
                  <a:schemeClr val="tx2"/>
                </a:solidFill>
              </a:defRPr>
            </a:lvl1pPr>
          </a:lstStyle>
          <a:p>
            <a:fld id="{FC1D1ACA-FB83-934A-8F4B-0DD1CC60E8BD}" type="slidenum">
              <a:rPr lang="en-US" smtClean="0"/>
              <a:pPr/>
              <a:t>‹#›</a:t>
            </a:fld>
            <a:r>
              <a:rPr lang="en-US"/>
              <a:t> |</a:t>
            </a:r>
          </a:p>
        </p:txBody>
      </p:sp>
      <p:sp>
        <p:nvSpPr>
          <p:cNvPr id="9" name="Rectangle 8">
            <a:extLst>
              <a:ext uri="{FF2B5EF4-FFF2-40B4-BE49-F238E27FC236}">
                <a16:creationId xmlns:a16="http://schemas.microsoft.com/office/drawing/2014/main" id="{834F10D6-881C-7A42-9C34-70C214D49647}"/>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Placeholder 2">
            <a:extLst>
              <a:ext uri="{FF2B5EF4-FFF2-40B4-BE49-F238E27FC236}">
                <a16:creationId xmlns:a16="http://schemas.microsoft.com/office/drawing/2014/main" id="{BC379EB2-1AF7-5D4C-8563-CA107F9A0369}"/>
              </a:ext>
            </a:extLst>
          </p:cNvPr>
          <p:cNvSpPr>
            <a:spLocks noGrp="1"/>
          </p:cNvSpPr>
          <p:nvPr>
            <p:ph type="title"/>
          </p:nvPr>
        </p:nvSpPr>
        <p:spPr>
          <a:xfrm>
            <a:off x="838199" y="226809"/>
            <a:ext cx="10638089" cy="968786"/>
          </a:xfrm>
          <a:prstGeom prst="rect">
            <a:avLst/>
          </a:prstGeom>
        </p:spPr>
        <p:txBody>
          <a:bodyPr vert="horz" lIns="91440" tIns="45720" rIns="91440" bIns="45720" rtlCol="0" anchor="b">
            <a:normAutofit/>
          </a:bodyPr>
          <a:lstStyle/>
          <a:p>
            <a:r>
              <a:rPr lang="en-US"/>
              <a:t>Click to edit Master title style</a:t>
            </a:r>
          </a:p>
        </p:txBody>
      </p:sp>
      <p:sp>
        <p:nvSpPr>
          <p:cNvPr id="4" name="Text Placeholder 3">
            <a:extLst>
              <a:ext uri="{FF2B5EF4-FFF2-40B4-BE49-F238E27FC236}">
                <a16:creationId xmlns:a16="http://schemas.microsoft.com/office/drawing/2014/main" id="{FB03F42A-31F1-2D4C-8FA7-83D03FB878AB}"/>
              </a:ext>
            </a:extLst>
          </p:cNvPr>
          <p:cNvSpPr>
            <a:spLocks noGrp="1"/>
          </p:cNvSpPr>
          <p:nvPr>
            <p:ph type="body" idx="1"/>
          </p:nvPr>
        </p:nvSpPr>
        <p:spPr>
          <a:xfrm>
            <a:off x="838199" y="1578727"/>
            <a:ext cx="10638089"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93372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90" r:id="rId6"/>
    <p:sldLayoutId id="2147483684" r:id="rId7"/>
    <p:sldLayoutId id="2147483686" r:id="rId8"/>
    <p:sldLayoutId id="2147483689" r:id="rId9"/>
    <p:sldLayoutId id="2147483786" r:id="rId10"/>
    <p:sldLayoutId id="2147483784" r:id="rId11"/>
    <p:sldLayoutId id="2147483785" r:id="rId12"/>
    <p:sldLayoutId id="2147483782" r:id="rId13"/>
    <p:sldLayoutId id="2147483788" r:id="rId14"/>
    <p:sldLayoutId id="2147483789" r:id="rId15"/>
    <p:sldLayoutId id="2147483783" r:id="rId16"/>
    <p:sldLayoutId id="2147483781" r:id="rId17"/>
    <p:sldLayoutId id="2147483685" r:id="rId18"/>
    <p:sldLayoutId id="2147483683" r:id="rId19"/>
    <p:sldLayoutId id="2147483780" r:id="rId20"/>
    <p:sldLayoutId id="2147483787" r:id="rId21"/>
    <p:sldLayoutId id="2147483693" r:id="rId22"/>
    <p:sldLayoutId id="2147483791" r:id="rId23"/>
  </p:sldLayoutIdLst>
  <p:hf hdr="0" ftr="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lang="en-US" sz="2000" b="0" i="0" kern="1200" dirty="0" smtClean="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itchFamily="2" charset="2"/>
        <a:buChar char="§"/>
        <a:defRPr lang="en-US" sz="1600" b="0" i="0" kern="1200" dirty="0" smtClean="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
        <a:defRPr lang="en-US" sz="1600" b="0" i="0" kern="1200" dirty="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0A0AD6-1446-BE4D-AB82-640671EF75E3}"/>
              </a:ext>
            </a:extLst>
          </p:cNvPr>
          <p:cNvSpPr/>
          <p:nvPr userDrawn="1"/>
        </p:nvSpPr>
        <p:spPr>
          <a:xfrm>
            <a:off x="0" y="6403565"/>
            <a:ext cx="10883615"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3D9618-5447-3847-A9D9-6DA4B0078B35}"/>
              </a:ext>
            </a:extLst>
          </p:cNvPr>
          <p:cNvSpPr/>
          <p:nvPr userDrawn="1"/>
        </p:nvSpPr>
        <p:spPr>
          <a:xfrm>
            <a:off x="10883615" y="6405375"/>
            <a:ext cx="1308385" cy="4516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4484C82-8975-BE44-831C-F3E75CB942C2}"/>
              </a:ext>
            </a:extLst>
          </p:cNvPr>
          <p:cNvPicPr>
            <a:picLocks noChangeAspect="1"/>
          </p:cNvPicPr>
          <p:nvPr userDrawn="1"/>
        </p:nvPicPr>
        <p:blipFill>
          <a:blip r:embed="rId24">
            <a:extLst>
              <a:ext uri="{96DAC541-7B7A-43D3-8B79-37D633B846F1}">
                <asvg:svgBlip xmlns:asvg="http://schemas.microsoft.com/office/drawing/2016/SVG/main" r:embed="rId25"/>
              </a:ext>
            </a:extLst>
          </a:blip>
          <a:srcRect/>
          <a:stretch/>
        </p:blipFill>
        <p:spPr>
          <a:xfrm>
            <a:off x="11200800" y="6555937"/>
            <a:ext cx="728606" cy="177800"/>
          </a:xfrm>
          <a:prstGeom prst="rect">
            <a:avLst/>
          </a:prstGeom>
        </p:spPr>
      </p:pic>
      <p:sp>
        <p:nvSpPr>
          <p:cNvPr id="17" name="Date Placeholder 3">
            <a:extLst>
              <a:ext uri="{FF2B5EF4-FFF2-40B4-BE49-F238E27FC236}">
                <a16:creationId xmlns:a16="http://schemas.microsoft.com/office/drawing/2014/main" id="{0A4C3FA1-486C-A747-BE00-44510B019ACD}"/>
              </a:ext>
            </a:extLst>
          </p:cNvPr>
          <p:cNvSpPr>
            <a:spLocks noGrp="1"/>
          </p:cNvSpPr>
          <p:nvPr>
            <p:ph type="dt" sz="half" idx="2"/>
          </p:nvPr>
        </p:nvSpPr>
        <p:spPr>
          <a:xfrm>
            <a:off x="617308" y="6481865"/>
            <a:ext cx="9502312" cy="297835"/>
          </a:xfrm>
          <a:prstGeom prst="rect">
            <a:avLst/>
          </a:prstGeom>
        </p:spPr>
        <p:txBody>
          <a:bodyPr anchor="ctr"/>
          <a:lstStyle>
            <a:lvl1pPr algn="l">
              <a:defRPr sz="1400" b="0" i="0">
                <a:solidFill>
                  <a:schemeClr val="tx2"/>
                </a:solidFill>
                <a:latin typeface="+mn-lt"/>
                <a:cs typeface="Arial" panose="020B0604020202020204" pitchFamily="34" charset="0"/>
              </a:defRPr>
            </a:lvl1pPr>
          </a:lstStyle>
          <a:p>
            <a:r>
              <a:rPr lang="en-US"/>
              <a:t>DAI Global UK Step Review Template</a:t>
            </a:r>
          </a:p>
        </p:txBody>
      </p:sp>
      <p:sp>
        <p:nvSpPr>
          <p:cNvPr id="18" name="Rectangle 17">
            <a:extLst>
              <a:ext uri="{FF2B5EF4-FFF2-40B4-BE49-F238E27FC236}">
                <a16:creationId xmlns:a16="http://schemas.microsoft.com/office/drawing/2014/main" id="{DECB40FC-D282-8F43-B0D5-DDFE0336C9A3}"/>
              </a:ext>
            </a:extLst>
          </p:cNvPr>
          <p:cNvSpPr/>
          <p:nvPr userDrawn="1"/>
        </p:nvSpPr>
        <p:spPr>
          <a:xfrm>
            <a:off x="0" y="0"/>
            <a:ext cx="12192000" cy="6405374"/>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1BD22548-5EFE-EF4B-A3EC-259A1CF4C21D}"/>
              </a:ext>
            </a:extLst>
          </p:cNvPr>
          <p:cNvSpPr>
            <a:spLocks noGrp="1"/>
          </p:cNvSpPr>
          <p:nvPr>
            <p:ph type="sldNum" sz="quarter" idx="4"/>
          </p:nvPr>
        </p:nvSpPr>
        <p:spPr>
          <a:xfrm>
            <a:off x="186437" y="6461600"/>
            <a:ext cx="651882" cy="338364"/>
          </a:xfrm>
          <a:prstGeom prst="rect">
            <a:avLst/>
          </a:prstGeom>
        </p:spPr>
        <p:txBody>
          <a:bodyPr vert="horz" lIns="91440" tIns="45720" rIns="91440" bIns="45720" rtlCol="0" anchor="ctr"/>
          <a:lstStyle>
            <a:lvl1pPr algn="l">
              <a:defRPr sz="1400" b="1">
                <a:solidFill>
                  <a:schemeClr val="tx2"/>
                </a:solidFill>
              </a:defRPr>
            </a:lvl1pPr>
          </a:lstStyle>
          <a:p>
            <a:fld id="{FC1D1ACA-FB83-934A-8F4B-0DD1CC60E8BD}" type="slidenum">
              <a:rPr lang="en-US" smtClean="0"/>
              <a:pPr/>
              <a:t>‹#›</a:t>
            </a:fld>
            <a:r>
              <a:rPr lang="en-US"/>
              <a:t> |</a:t>
            </a:r>
          </a:p>
        </p:txBody>
      </p:sp>
      <p:sp>
        <p:nvSpPr>
          <p:cNvPr id="9" name="Rectangle 8">
            <a:extLst>
              <a:ext uri="{FF2B5EF4-FFF2-40B4-BE49-F238E27FC236}">
                <a16:creationId xmlns:a16="http://schemas.microsoft.com/office/drawing/2014/main" id="{834F10D6-881C-7A42-9C34-70C214D49647}"/>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Placeholder 2">
            <a:extLst>
              <a:ext uri="{FF2B5EF4-FFF2-40B4-BE49-F238E27FC236}">
                <a16:creationId xmlns:a16="http://schemas.microsoft.com/office/drawing/2014/main" id="{BC379EB2-1AF7-5D4C-8563-CA107F9A0369}"/>
              </a:ext>
            </a:extLst>
          </p:cNvPr>
          <p:cNvSpPr>
            <a:spLocks noGrp="1"/>
          </p:cNvSpPr>
          <p:nvPr>
            <p:ph type="title"/>
          </p:nvPr>
        </p:nvSpPr>
        <p:spPr>
          <a:xfrm>
            <a:off x="838199" y="226809"/>
            <a:ext cx="10638089" cy="968786"/>
          </a:xfrm>
          <a:prstGeom prst="rect">
            <a:avLst/>
          </a:prstGeom>
        </p:spPr>
        <p:txBody>
          <a:bodyPr vert="horz" lIns="91440" tIns="45720" rIns="91440" bIns="45720" rtlCol="0" anchor="b">
            <a:normAutofit/>
          </a:bodyPr>
          <a:lstStyle/>
          <a:p>
            <a:r>
              <a:rPr lang="en-US"/>
              <a:t>Click to edit Master title style</a:t>
            </a:r>
          </a:p>
        </p:txBody>
      </p:sp>
      <p:sp>
        <p:nvSpPr>
          <p:cNvPr id="4" name="Text Placeholder 3">
            <a:extLst>
              <a:ext uri="{FF2B5EF4-FFF2-40B4-BE49-F238E27FC236}">
                <a16:creationId xmlns:a16="http://schemas.microsoft.com/office/drawing/2014/main" id="{FB03F42A-31F1-2D4C-8FA7-83D03FB878AB}"/>
              </a:ext>
            </a:extLst>
          </p:cNvPr>
          <p:cNvSpPr>
            <a:spLocks noGrp="1"/>
          </p:cNvSpPr>
          <p:nvPr>
            <p:ph type="body" idx="1"/>
          </p:nvPr>
        </p:nvSpPr>
        <p:spPr>
          <a:xfrm>
            <a:off x="838199" y="1578727"/>
            <a:ext cx="10638089"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6525519"/>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 id="2147483824" r:id="rId20"/>
    <p:sldLayoutId id="2147483825" r:id="rId21"/>
    <p:sldLayoutId id="2147483826" r:id="rId22"/>
  </p:sldLayoutIdLst>
  <p:hf hdr="0" ftr="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lang="en-US" sz="2000" b="0" i="0" kern="1200" dirty="0" smtClean="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itchFamily="2" charset="2"/>
        <a:buChar char="§"/>
        <a:defRPr lang="en-US" sz="1600" b="0" i="0" kern="1200" dirty="0" smtClean="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
        <a:defRPr lang="en-US" sz="1600" b="0" i="0" kern="1200" dirty="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ADCA13E-C3A2-3E13-A9D2-D06FB668E0F4}"/>
              </a:ext>
            </a:extLst>
          </p:cNvPr>
          <p:cNvSpPr/>
          <p:nvPr/>
        </p:nvSpPr>
        <p:spPr>
          <a:xfrm>
            <a:off x="0" y="-8644"/>
            <a:ext cx="12192000" cy="1815352"/>
          </a:xfrm>
          <a:prstGeom prst="rect">
            <a:avLst/>
          </a:prstGeom>
          <a:solidFill>
            <a:schemeClr val="bg2">
              <a:alpha val="4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accent1"/>
              </a:solidFill>
            </a:endParaRPr>
          </a:p>
        </p:txBody>
      </p:sp>
      <p:pic>
        <p:nvPicPr>
          <p:cNvPr id="16" name="Picture 15">
            <a:extLst>
              <a:ext uri="{FF2B5EF4-FFF2-40B4-BE49-F238E27FC236}">
                <a16:creationId xmlns:a16="http://schemas.microsoft.com/office/drawing/2014/main" id="{7252DDF9-34C1-0E34-944C-187145EDE4F6}"/>
              </a:ext>
            </a:extLst>
          </p:cNvPr>
          <p:cNvPicPr>
            <a:picLocks noChangeAspect="1"/>
          </p:cNvPicPr>
          <p:nvPr/>
        </p:nvPicPr>
        <p:blipFill>
          <a:blip r:embed="rId3"/>
          <a:stretch>
            <a:fillRect/>
          </a:stretch>
        </p:blipFill>
        <p:spPr>
          <a:xfrm>
            <a:off x="0" y="5583170"/>
            <a:ext cx="3798795" cy="1221041"/>
          </a:xfrm>
          <a:prstGeom prst="rect">
            <a:avLst/>
          </a:prstGeom>
        </p:spPr>
      </p:pic>
      <p:pic>
        <p:nvPicPr>
          <p:cNvPr id="18" name="Picture 17">
            <a:extLst>
              <a:ext uri="{FF2B5EF4-FFF2-40B4-BE49-F238E27FC236}">
                <a16:creationId xmlns:a16="http://schemas.microsoft.com/office/drawing/2014/main" id="{A712893C-3D05-3913-EBDF-F4D0523CDDBF}"/>
              </a:ext>
            </a:extLst>
          </p:cNvPr>
          <p:cNvPicPr>
            <a:picLocks noChangeAspect="1"/>
          </p:cNvPicPr>
          <p:nvPr/>
        </p:nvPicPr>
        <p:blipFill>
          <a:blip r:embed="rId4"/>
          <a:stretch>
            <a:fillRect/>
          </a:stretch>
        </p:blipFill>
        <p:spPr>
          <a:xfrm>
            <a:off x="10287000" y="5839607"/>
            <a:ext cx="1905000" cy="796516"/>
          </a:xfrm>
          <a:prstGeom prst="rect">
            <a:avLst/>
          </a:prstGeom>
        </p:spPr>
      </p:pic>
      <p:sp>
        <p:nvSpPr>
          <p:cNvPr id="19" name="Text Placeholder 1">
            <a:extLst>
              <a:ext uri="{FF2B5EF4-FFF2-40B4-BE49-F238E27FC236}">
                <a16:creationId xmlns:a16="http://schemas.microsoft.com/office/drawing/2014/main" id="{F82DD464-2BBE-A1C7-347A-F6A3C85E0A59}"/>
              </a:ext>
            </a:extLst>
          </p:cNvPr>
          <p:cNvSpPr>
            <a:spLocks noGrp="1"/>
          </p:cNvSpPr>
          <p:nvPr>
            <p:ph type="body" sz="quarter" idx="11"/>
          </p:nvPr>
        </p:nvSpPr>
        <p:spPr>
          <a:xfrm>
            <a:off x="653498" y="2660668"/>
            <a:ext cx="11022413" cy="995082"/>
          </a:xfrm>
        </p:spPr>
        <p:txBody>
          <a:bodyPr>
            <a:noAutofit/>
          </a:bodyPr>
          <a:lstStyle/>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endParaRPr lang="en-US" sz="3400" dirty="0"/>
          </a:p>
          <a:p>
            <a:r>
              <a:rPr lang="en-US" dirty="0" err="1"/>
              <a:t>PaMs</a:t>
            </a:r>
            <a:r>
              <a:rPr lang="en-US" dirty="0"/>
              <a:t> within NECP</a:t>
            </a:r>
            <a:endParaRPr lang="hr-HR" sz="2800" dirty="0"/>
          </a:p>
        </p:txBody>
      </p:sp>
      <p:sp>
        <p:nvSpPr>
          <p:cNvPr id="21" name="Text Placeholder 3">
            <a:extLst>
              <a:ext uri="{FF2B5EF4-FFF2-40B4-BE49-F238E27FC236}">
                <a16:creationId xmlns:a16="http://schemas.microsoft.com/office/drawing/2014/main" id="{3938106F-524F-F7CB-9E2D-BCB6B431CB6E}"/>
              </a:ext>
            </a:extLst>
          </p:cNvPr>
          <p:cNvSpPr>
            <a:spLocks noGrp="1"/>
          </p:cNvSpPr>
          <p:nvPr>
            <p:ph type="body" sz="quarter" idx="14"/>
          </p:nvPr>
        </p:nvSpPr>
        <p:spPr>
          <a:xfrm>
            <a:off x="653498" y="4022638"/>
            <a:ext cx="8063782" cy="363027"/>
          </a:xfrm>
        </p:spPr>
        <p:txBody>
          <a:bodyPr>
            <a:noAutofit/>
          </a:bodyPr>
          <a:lstStyle/>
          <a:p>
            <a:r>
              <a:rPr lang="en-US" sz="2000" b="1" dirty="0"/>
              <a:t>Training on reporting obligations for the adapted</a:t>
            </a:r>
          </a:p>
          <a:p>
            <a:r>
              <a:rPr lang="en-US" sz="2000" b="1" dirty="0"/>
              <a:t>Governance Regulation</a:t>
            </a:r>
            <a:r>
              <a:rPr lang="en-GB" sz="2000" b="1" dirty="0"/>
              <a:t>,</a:t>
            </a:r>
            <a:r>
              <a:rPr lang="bs" sz="2000" b="1" dirty="0"/>
              <a:t> Sarajevo</a:t>
            </a:r>
            <a:r>
              <a:rPr lang="en-GB" sz="2000" b="1" dirty="0"/>
              <a:t>,</a:t>
            </a:r>
            <a:r>
              <a:rPr lang="bs" dirty="0"/>
              <a:t> </a:t>
            </a:r>
            <a:r>
              <a:rPr lang="en-US" sz="2000" b="1" dirty="0"/>
              <a:t>7-9.10.</a:t>
            </a:r>
            <a:r>
              <a:rPr lang="bs" sz="2000" b="1" dirty="0"/>
              <a:t>2025.</a:t>
            </a:r>
            <a:r>
              <a:rPr lang="en-GB" sz="2000" b="1" dirty="0" err="1"/>
              <a:t>godine</a:t>
            </a:r>
            <a:endParaRPr lang="bs" sz="2000" b="1" dirty="0"/>
          </a:p>
        </p:txBody>
      </p:sp>
      <p:sp>
        <p:nvSpPr>
          <p:cNvPr id="22" name="TextBox 21">
            <a:extLst>
              <a:ext uri="{FF2B5EF4-FFF2-40B4-BE49-F238E27FC236}">
                <a16:creationId xmlns:a16="http://schemas.microsoft.com/office/drawing/2014/main" id="{4BBC0072-8617-ADA8-F3A1-9A676F4334C1}"/>
              </a:ext>
            </a:extLst>
          </p:cNvPr>
          <p:cNvSpPr txBox="1"/>
          <p:nvPr/>
        </p:nvSpPr>
        <p:spPr>
          <a:xfrm>
            <a:off x="7870954" y="5853064"/>
            <a:ext cx="2574744" cy="261610"/>
          </a:xfrm>
          <a:prstGeom prst="rect">
            <a:avLst/>
          </a:prstGeom>
          <a:noFill/>
        </p:spPr>
        <p:txBody>
          <a:bodyPr wrap="none" rtlCol="0" anchor="b">
            <a:spAutoFit/>
          </a:bodyPr>
          <a:lstStyle/>
          <a:p>
            <a:pPr algn="l"/>
            <a:r>
              <a:rPr lang="bs" sz="1100" b="0" kern="1200" dirty="0">
                <a:solidFill>
                  <a:schemeClr val="bg1"/>
                </a:solidFill>
                <a:effectLst/>
                <a:latin typeface="Arial" panose="020B0604020202020204" pitchFamily="34" charset="0"/>
                <a:ea typeface="+mn-ea"/>
                <a:cs typeface="Arial" panose="020B0604020202020204" pitchFamily="34" charset="0"/>
              </a:rPr>
              <a:t>Implementira konzorcij predvođen DAI</a:t>
            </a:r>
            <a:endParaRPr lang="en-US" sz="1100" b="0" kern="1200" dirty="0">
              <a:solidFill>
                <a:schemeClr val="bg1"/>
              </a:solidFill>
              <a:effectLst/>
              <a:latin typeface="Arial" panose="020B0604020202020204" pitchFamily="34" charset="0"/>
              <a:ea typeface="+mn-ea"/>
              <a:cs typeface="Arial" panose="020B0604020202020204" pitchFamily="34" charset="0"/>
            </a:endParaRPr>
          </a:p>
        </p:txBody>
      </p:sp>
      <p:pic>
        <p:nvPicPr>
          <p:cNvPr id="2" name="Picture 1">
            <a:extLst>
              <a:ext uri="{FF2B5EF4-FFF2-40B4-BE49-F238E27FC236}">
                <a16:creationId xmlns:a16="http://schemas.microsoft.com/office/drawing/2014/main" id="{58A8632F-62A4-E51A-8832-07EE8B8DAB73}"/>
              </a:ext>
            </a:extLst>
          </p:cNvPr>
          <p:cNvPicPr>
            <a:picLocks noChangeAspect="1"/>
          </p:cNvPicPr>
          <p:nvPr/>
        </p:nvPicPr>
        <p:blipFill>
          <a:blip r:embed="rId5"/>
          <a:stretch>
            <a:fillRect/>
          </a:stretch>
        </p:blipFill>
        <p:spPr>
          <a:xfrm>
            <a:off x="122798" y="110226"/>
            <a:ext cx="1708227" cy="1588651"/>
          </a:xfrm>
          <a:prstGeom prst="rect">
            <a:avLst/>
          </a:prstGeom>
        </p:spPr>
      </p:pic>
      <p:pic>
        <p:nvPicPr>
          <p:cNvPr id="3" name="Picture 2">
            <a:extLst>
              <a:ext uri="{FF2B5EF4-FFF2-40B4-BE49-F238E27FC236}">
                <a16:creationId xmlns:a16="http://schemas.microsoft.com/office/drawing/2014/main" id="{84BD9BE7-62DF-34B7-EB71-9FD6EB89F57F}"/>
              </a:ext>
            </a:extLst>
          </p:cNvPr>
          <p:cNvPicPr>
            <a:picLocks noChangeAspect="1"/>
          </p:cNvPicPr>
          <p:nvPr/>
        </p:nvPicPr>
        <p:blipFill>
          <a:blip r:embed="rId6"/>
          <a:stretch>
            <a:fillRect/>
          </a:stretch>
        </p:blipFill>
        <p:spPr>
          <a:xfrm>
            <a:off x="10065125" y="107555"/>
            <a:ext cx="2006163" cy="1378010"/>
          </a:xfrm>
          <a:prstGeom prst="rect">
            <a:avLst/>
          </a:prstGeom>
        </p:spPr>
      </p:pic>
      <p:pic>
        <p:nvPicPr>
          <p:cNvPr id="4" name="Picture 3">
            <a:extLst>
              <a:ext uri="{FF2B5EF4-FFF2-40B4-BE49-F238E27FC236}">
                <a16:creationId xmlns:a16="http://schemas.microsoft.com/office/drawing/2014/main" id="{A24105AC-5C20-7FEA-8EE0-BFC0159C18AA}"/>
              </a:ext>
            </a:extLst>
          </p:cNvPr>
          <p:cNvPicPr>
            <a:picLocks noChangeAspect="1"/>
          </p:cNvPicPr>
          <p:nvPr/>
        </p:nvPicPr>
        <p:blipFill>
          <a:blip r:embed="rId7"/>
          <a:stretch>
            <a:fillRect/>
          </a:stretch>
        </p:blipFill>
        <p:spPr>
          <a:xfrm>
            <a:off x="3252364" y="764747"/>
            <a:ext cx="5901683" cy="1715684"/>
          </a:xfrm>
          <a:prstGeom prst="rect">
            <a:avLst/>
          </a:prstGeom>
        </p:spPr>
      </p:pic>
    </p:spTree>
    <p:extLst>
      <p:ext uri="{BB962C8B-B14F-4D97-AF65-F5344CB8AC3E}">
        <p14:creationId xmlns:p14="http://schemas.microsoft.com/office/powerpoint/2010/main" val="3795119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0722D87-C134-A149-B9C1-9242FFBD9410}"/>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78811DD1-D9EA-1FFF-C4E0-E56D79041C52}"/>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FB459A36-7B6A-BF7B-7369-4C36596252C8}"/>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4CC662CF-D4C8-6D85-D22C-34B55DA68003}"/>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A6717615-7CC9-3422-5C5E-D1D5230F98E0}"/>
              </a:ext>
            </a:extLst>
          </p:cNvPr>
          <p:cNvSpPr txBox="1"/>
          <p:nvPr/>
        </p:nvSpPr>
        <p:spPr>
          <a:xfrm>
            <a:off x="3630705" y="305068"/>
            <a:ext cx="7781366" cy="6494085"/>
          </a:xfrm>
          <a:prstGeom prst="rect">
            <a:avLst/>
          </a:prstGeom>
          <a:noFill/>
        </p:spPr>
        <p:txBody>
          <a:bodyPr wrap="square">
            <a:spAutoFit/>
          </a:bodyPr>
          <a:lstStyle/>
          <a:p>
            <a:r>
              <a:rPr lang="en-US" sz="1600" b="1" dirty="0"/>
              <a:t>Role of Policies and Measures (</a:t>
            </a:r>
            <a:r>
              <a:rPr lang="en-US" sz="1600" b="1" dirty="0" err="1"/>
              <a:t>PaMs</a:t>
            </a:r>
            <a:r>
              <a:rPr lang="en-US" sz="1600" b="1" dirty="0"/>
              <a:t>):</a:t>
            </a:r>
          </a:p>
          <a:p>
            <a:r>
              <a:rPr lang="en-US" sz="1400" dirty="0"/>
              <a:t>Policies and measures represent the central element of implementing the Integrated Energy and Climate Plan of Bosnia and Herzegovina (NECP).They include legal, institutional, financial, and technical instruments that enable the achievement of the five dimensions of the Energy Union:</a:t>
            </a:r>
          </a:p>
          <a:p>
            <a:pPr marL="511175" indent="-277813">
              <a:buFont typeface="Arial" panose="020B0604020202020204" pitchFamily="34" charset="0"/>
              <a:buChar char="•"/>
            </a:pPr>
            <a:r>
              <a:rPr lang="en-US" sz="1400" dirty="0" err="1"/>
              <a:t>Decarbonisation</a:t>
            </a:r>
            <a:r>
              <a:rPr lang="en-US" sz="1400" dirty="0"/>
              <a:t>,</a:t>
            </a:r>
          </a:p>
          <a:p>
            <a:pPr marL="511175" indent="-277813">
              <a:buFont typeface="Arial" panose="020B0604020202020204" pitchFamily="34" charset="0"/>
              <a:buChar char="•"/>
            </a:pPr>
            <a:r>
              <a:rPr lang="en-US" sz="1400" dirty="0"/>
              <a:t>Energy efficiency,</a:t>
            </a:r>
          </a:p>
          <a:p>
            <a:pPr marL="511175" indent="-277813">
              <a:buFont typeface="Arial" panose="020B0604020202020204" pitchFamily="34" charset="0"/>
              <a:buChar char="•"/>
            </a:pPr>
            <a:r>
              <a:rPr lang="en-US" sz="1400" dirty="0"/>
              <a:t>Energy security,</a:t>
            </a:r>
          </a:p>
          <a:p>
            <a:pPr marL="511175" indent="-277813">
              <a:buFont typeface="Arial" panose="020B0604020202020204" pitchFamily="34" charset="0"/>
              <a:buChar char="•"/>
            </a:pPr>
            <a:r>
              <a:rPr lang="en-US" sz="1400" dirty="0"/>
              <a:t>Internal energy market,</a:t>
            </a:r>
          </a:p>
          <a:p>
            <a:pPr marL="511175" indent="-277813">
              <a:buFont typeface="Arial" panose="020B0604020202020204" pitchFamily="34" charset="0"/>
              <a:buChar char="•"/>
            </a:pPr>
            <a:r>
              <a:rPr lang="en-US" sz="1400" dirty="0"/>
              <a:t>Research, innovation, and competitiveness.</a:t>
            </a:r>
          </a:p>
          <a:p>
            <a:endParaRPr lang="en-US" sz="1600" b="1" dirty="0"/>
          </a:p>
          <a:p>
            <a:r>
              <a:rPr lang="en-US" sz="1600" b="1" dirty="0"/>
              <a:t>Purpose of Developing and Reporting on </a:t>
            </a:r>
            <a:r>
              <a:rPr lang="en-US" sz="1600" b="1" dirty="0" err="1"/>
              <a:t>PaMs</a:t>
            </a:r>
            <a:r>
              <a:rPr lang="en-US" sz="1600" b="1" dirty="0"/>
              <a:t>:</a:t>
            </a:r>
          </a:p>
          <a:p>
            <a:pPr marL="511175" indent="-277813">
              <a:buFont typeface="Arial" panose="020B0604020202020204" pitchFamily="34" charset="0"/>
              <a:buChar char="•"/>
            </a:pPr>
            <a:r>
              <a:rPr lang="en-US" sz="1400" dirty="0"/>
              <a:t>Ensure transparency in the implementation of policies and achievement of objectives by 2030.</a:t>
            </a:r>
          </a:p>
          <a:p>
            <a:pPr marL="511175" indent="-277813">
              <a:buFont typeface="Arial" panose="020B0604020202020204" pitchFamily="34" charset="0"/>
              <a:buChar char="•"/>
            </a:pPr>
            <a:r>
              <a:rPr lang="en-US" sz="1400" dirty="0"/>
              <a:t>Establish a system that allows quantification of each measure’s contribution to the reduction of greenhouse gas (GHG) emissions.</a:t>
            </a:r>
          </a:p>
          <a:p>
            <a:pPr marL="511175" indent="-277813">
              <a:buFont typeface="Arial" panose="020B0604020202020204" pitchFamily="34" charset="0"/>
              <a:buChar char="•"/>
            </a:pPr>
            <a:r>
              <a:rPr lang="en-US" sz="1400" dirty="0"/>
              <a:t>Link the implementation of measures with the MRV system (monitoring – reporting – verification).</a:t>
            </a:r>
          </a:p>
          <a:p>
            <a:pPr marL="511175" indent="-277813">
              <a:buFont typeface="Arial" panose="020B0604020202020204" pitchFamily="34" charset="0"/>
              <a:buChar char="•"/>
            </a:pPr>
            <a:r>
              <a:rPr lang="en-US" sz="1400" dirty="0"/>
              <a:t>Enable the preparation and automatic generation of reports to the European Environment Agency (EEA) and the European Commission (DG ENER, DG CLIMA).</a:t>
            </a:r>
          </a:p>
          <a:p>
            <a:endParaRPr lang="en-US" sz="1600" b="1" dirty="0"/>
          </a:p>
          <a:p>
            <a:r>
              <a:rPr lang="en-US" sz="1600" b="1" dirty="0"/>
              <a:t>Methodological Framework:</a:t>
            </a:r>
          </a:p>
          <a:p>
            <a:r>
              <a:rPr lang="en-US" sz="1400" dirty="0" err="1"/>
              <a:t>PaMs</a:t>
            </a:r>
            <a:r>
              <a:rPr lang="en-US" sz="1400" dirty="0"/>
              <a:t> are developed based on the EEA methodology (Reporting Guidelines 2023) and Regulation (EU) 2018/1999 on Energy Union Governance, which defines the following obligations:</a:t>
            </a:r>
          </a:p>
          <a:p>
            <a:pPr marL="511175" indent="-277813">
              <a:buFont typeface="Arial" panose="020B0604020202020204" pitchFamily="34" charset="0"/>
              <a:buChar char="•"/>
            </a:pPr>
            <a:r>
              <a:rPr lang="en-US" sz="1400" dirty="0"/>
              <a:t>Policies and Measures (</a:t>
            </a:r>
            <a:r>
              <a:rPr lang="en-US" sz="1400" dirty="0" err="1"/>
              <a:t>PaMs</a:t>
            </a:r>
            <a:r>
              <a:rPr lang="en-US" sz="1400" dirty="0"/>
              <a:t>): qualitative and quantitative description of measures by sector.</a:t>
            </a:r>
          </a:p>
          <a:p>
            <a:pPr marL="511175" indent="-277813">
              <a:buFont typeface="Arial" panose="020B0604020202020204" pitchFamily="34" charset="0"/>
              <a:buChar char="•"/>
            </a:pPr>
            <a:r>
              <a:rPr lang="en-US" sz="1400" dirty="0"/>
              <a:t>Projections: assessment of the effects of measures on emissions and energy consumption.</a:t>
            </a:r>
            <a:endParaRPr lang="bs-Latn-BA" sz="1400" dirty="0"/>
          </a:p>
        </p:txBody>
      </p:sp>
      <p:sp>
        <p:nvSpPr>
          <p:cNvPr id="2" name="TextBox 1">
            <a:extLst>
              <a:ext uri="{FF2B5EF4-FFF2-40B4-BE49-F238E27FC236}">
                <a16:creationId xmlns:a16="http://schemas.microsoft.com/office/drawing/2014/main" id="{D03C2276-CE96-E61F-BC67-D2DF34993121}"/>
              </a:ext>
            </a:extLst>
          </p:cNvPr>
          <p:cNvSpPr txBox="1"/>
          <p:nvPr/>
        </p:nvSpPr>
        <p:spPr>
          <a:xfrm>
            <a:off x="216757" y="166929"/>
            <a:ext cx="2499549" cy="2308324"/>
          </a:xfrm>
          <a:prstGeom prst="rect">
            <a:avLst/>
          </a:prstGeom>
          <a:solidFill>
            <a:schemeClr val="bg1"/>
          </a:solidFill>
        </p:spPr>
        <p:txBody>
          <a:bodyPr wrap="square">
            <a:spAutoFit/>
          </a:bodyPr>
          <a:lstStyle/>
          <a:p>
            <a:pPr lvl="0">
              <a:spcBef>
                <a:spcPct val="0"/>
              </a:spcBef>
              <a:defRPr/>
            </a:pPr>
            <a:r>
              <a:rPr lang="en-US" sz="2400" dirty="0"/>
              <a:t>Policies and Measures (</a:t>
            </a:r>
            <a:r>
              <a:rPr lang="en-US" sz="2400" dirty="0" err="1"/>
              <a:t>PaMs</a:t>
            </a:r>
            <a:r>
              <a:rPr lang="en-US" sz="2400" dirty="0"/>
              <a:t>) within the NECP of Bosnia and Herzegovina</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Tree>
    <p:extLst>
      <p:ext uri="{BB962C8B-B14F-4D97-AF65-F5344CB8AC3E}">
        <p14:creationId xmlns:p14="http://schemas.microsoft.com/office/powerpoint/2010/main" val="238191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3BCC8-6CFC-B232-459A-CC705BF6C0B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FF7637A-DFA7-561C-7981-EACD86F984AC}"/>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A2D0F43D-0D40-BD6F-2E01-BAFD4E9E7D04}"/>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4B10719A-5D77-9CF3-570E-6A5AAE42EBC2}"/>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AFDD737F-561D-2FB7-A568-EB403A60146F}"/>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03A83069-60E1-8CD8-E049-ABC17BE1D72B}"/>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D03697A3-4385-62EE-D38E-B13EDCD59096}"/>
              </a:ext>
            </a:extLst>
          </p:cNvPr>
          <p:cNvSpPr txBox="1"/>
          <p:nvPr/>
        </p:nvSpPr>
        <p:spPr>
          <a:xfrm>
            <a:off x="216757" y="166929"/>
            <a:ext cx="2499549" cy="2308324"/>
          </a:xfrm>
          <a:prstGeom prst="rect">
            <a:avLst/>
          </a:prstGeom>
          <a:solidFill>
            <a:schemeClr val="bg1"/>
          </a:solidFill>
        </p:spPr>
        <p:txBody>
          <a:bodyPr wrap="square">
            <a:spAutoFit/>
          </a:bodyPr>
          <a:lstStyle/>
          <a:p>
            <a:pPr lvl="0">
              <a:spcBef>
                <a:spcPct val="0"/>
              </a:spcBef>
              <a:defRPr/>
            </a:pPr>
            <a:r>
              <a:rPr lang="en-US" sz="2400" dirty="0"/>
              <a:t>Policies and Measures (</a:t>
            </a:r>
            <a:r>
              <a:rPr lang="en-US" sz="2400" dirty="0" err="1"/>
              <a:t>PaMs</a:t>
            </a:r>
            <a:r>
              <a:rPr lang="en-US" sz="2400" dirty="0"/>
              <a:t>) within the NECP of Bosnia and Herzegovina</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8" name="Picture 7">
            <a:extLst>
              <a:ext uri="{FF2B5EF4-FFF2-40B4-BE49-F238E27FC236}">
                <a16:creationId xmlns:a16="http://schemas.microsoft.com/office/drawing/2014/main" id="{345CD961-9EF8-F577-EAD9-95802C9F784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23665" y="747963"/>
            <a:ext cx="8187705" cy="4754621"/>
          </a:xfrm>
          <a:prstGeom prst="rect">
            <a:avLst/>
          </a:prstGeom>
          <a:noFill/>
        </p:spPr>
      </p:pic>
    </p:spTree>
    <p:extLst>
      <p:ext uri="{BB962C8B-B14F-4D97-AF65-F5344CB8AC3E}">
        <p14:creationId xmlns:p14="http://schemas.microsoft.com/office/powerpoint/2010/main" val="4164378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0235C-7387-F740-B3AC-3F5E75712BE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86ECA30-EA99-AF21-75B5-8ABB9EC0B6AF}"/>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09ABB2BC-60AC-123C-EEDC-883F994522A0}"/>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73791A66-1E43-5521-DB12-4D3A64996F6C}"/>
              </a:ext>
            </a:extLst>
          </p:cNvPr>
          <p:cNvSpPr txBox="1"/>
          <p:nvPr/>
        </p:nvSpPr>
        <p:spPr>
          <a:xfrm>
            <a:off x="216757" y="166929"/>
            <a:ext cx="2499549" cy="1200329"/>
          </a:xfrm>
          <a:prstGeom prst="rect">
            <a:avLst/>
          </a:prstGeom>
          <a:solidFill>
            <a:schemeClr val="bg1"/>
          </a:solidFill>
        </p:spPr>
        <p:txBody>
          <a:bodyPr wrap="square">
            <a:spAutoFit/>
          </a:bodyPr>
          <a:lstStyle/>
          <a:p>
            <a:pPr lvl="0">
              <a:spcBef>
                <a:spcPct val="0"/>
              </a:spcBef>
              <a:defRPr/>
            </a:pPr>
            <a:r>
              <a:rPr lang="en-US" sz="2400" dirty="0"/>
              <a:t>Decarbonization: Greenhouse Gas Emissions</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355DA19F-76A6-28BB-3876-75E2A946A996}"/>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56D26C12-2A15-72D3-D0DA-9752F6404637}"/>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0C185B71-E351-D9DB-9061-1FBE2A149797}"/>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B2F51722-2B69-7C3D-CA20-916A21BC667B}"/>
              </a:ext>
            </a:extLst>
          </p:cNvPr>
          <p:cNvSpPr txBox="1"/>
          <p:nvPr/>
        </p:nvSpPr>
        <p:spPr>
          <a:xfrm>
            <a:off x="3648634" y="382377"/>
            <a:ext cx="7781366" cy="5563061"/>
          </a:xfrm>
          <a:prstGeom prst="rect">
            <a:avLst/>
          </a:prstGeom>
          <a:noFill/>
        </p:spPr>
        <p:txBody>
          <a:bodyPr wrap="square">
            <a:spAutoFit/>
          </a:bodyPr>
          <a:lstStyle/>
          <a:p>
            <a:r>
              <a:rPr lang="en-US" sz="1600" b="1" dirty="0"/>
              <a:t>Objective</a:t>
            </a:r>
            <a:r>
              <a:rPr lang="bs-Latn-BA" sz="1600" b="1" dirty="0"/>
              <a:t>:</a:t>
            </a:r>
            <a:br>
              <a:rPr lang="bs-Latn-BA" sz="1600" dirty="0"/>
            </a:br>
            <a:r>
              <a:rPr lang="en-US" sz="1400" dirty="0"/>
              <a:t>Reduce greenhouse gas emissions and gradually introduce market mechanisms that will enable a fair, cost-effective, and transparent decarbonization of the energy sector in Bosnia and Herzegovina.</a:t>
            </a:r>
          </a:p>
          <a:p>
            <a:endParaRPr lang="bs-Latn-BA" sz="1600" b="1" dirty="0"/>
          </a:p>
          <a:p>
            <a:r>
              <a:rPr lang="en-US" sz="1600" b="1" dirty="0"/>
              <a:t>Policies and Measures</a:t>
            </a:r>
            <a:r>
              <a:rPr lang="bs-Latn-BA" sz="1600" b="1" dirty="0"/>
              <a:t>:</a:t>
            </a:r>
            <a:endParaRPr lang="bs-Latn-BA" sz="1600" dirty="0"/>
          </a:p>
          <a:p>
            <a:endParaRPr lang="en-US" sz="1400" b="1" dirty="0"/>
          </a:p>
          <a:p>
            <a:pPr marL="285750" indent="-285750">
              <a:spcBef>
                <a:spcPts val="300"/>
              </a:spcBef>
              <a:spcAft>
                <a:spcPts val="300"/>
              </a:spcAft>
              <a:buFont typeface="Arial" panose="020B0604020202020204" pitchFamily="34" charset="0"/>
              <a:buChar char="•"/>
            </a:pPr>
            <a:r>
              <a:rPr lang="en-US" sz="1400" b="1" dirty="0"/>
              <a:t>Establishing a General Framework for Greenhouse Gas Emission </a:t>
            </a:r>
            <a:r>
              <a:rPr lang="en-US" sz="1400" dirty="0"/>
              <a:t>Reduction – Adoption of an overarching legislative and institutional framework for GHG emissions management in line with EU Regulation 2018/842.</a:t>
            </a:r>
          </a:p>
          <a:p>
            <a:pPr marL="285750" indent="-285750">
              <a:spcBef>
                <a:spcPts val="300"/>
              </a:spcBef>
              <a:spcAft>
                <a:spcPts val="300"/>
              </a:spcAft>
              <a:buFont typeface="Arial" panose="020B0604020202020204" pitchFamily="34" charset="0"/>
              <a:buChar char="•"/>
            </a:pPr>
            <a:r>
              <a:rPr lang="en-US" sz="1400" b="1" dirty="0"/>
              <a:t>Reduction of Greenhouse Gas Emissions in Accordance with Regulation (EU) 2018/842 </a:t>
            </a:r>
            <a:r>
              <a:rPr lang="en-US" sz="1400" dirty="0"/>
              <a:t>– Definition of sectoral targets and indicators for emission reductions by 2030.</a:t>
            </a:r>
          </a:p>
          <a:p>
            <a:pPr marL="285750" indent="-285750">
              <a:spcBef>
                <a:spcPts val="300"/>
              </a:spcBef>
              <a:spcAft>
                <a:spcPts val="300"/>
              </a:spcAft>
              <a:buFont typeface="Arial" panose="020B0604020202020204" pitchFamily="34" charset="0"/>
              <a:buChar char="•"/>
            </a:pPr>
            <a:r>
              <a:rPr lang="en-US" sz="1400" b="1" dirty="0"/>
              <a:t>Reduction of Greenhouse Gas Emissions in Accordance with Regulation (EU) 2018/841 (LULUCF) </a:t>
            </a:r>
            <a:r>
              <a:rPr lang="en-US" sz="1400" dirty="0"/>
              <a:t>– Integration of the land use, land-use change, and forestry sector into the emissions and removals monitoring system.</a:t>
            </a:r>
          </a:p>
          <a:p>
            <a:pPr marL="285750" indent="-285750">
              <a:spcBef>
                <a:spcPts val="300"/>
              </a:spcBef>
              <a:spcAft>
                <a:spcPts val="300"/>
              </a:spcAft>
              <a:buFont typeface="Arial" panose="020B0604020202020204" pitchFamily="34" charset="0"/>
              <a:buChar char="•"/>
            </a:pPr>
            <a:r>
              <a:rPr lang="en-US" sz="1400" b="1" dirty="0"/>
              <a:t>Functioning of the Emissions Trading System (ETS) </a:t>
            </a:r>
            <a:r>
              <a:rPr lang="en-US" sz="1400" dirty="0"/>
              <a:t>– Establishment of a national ETS BiH aligned with the EU model, with the gradual inclusion of the energy and industrial sectors.</a:t>
            </a:r>
          </a:p>
          <a:p>
            <a:pPr marL="285750" indent="-285750">
              <a:spcBef>
                <a:spcPts val="300"/>
              </a:spcBef>
              <a:spcAft>
                <a:spcPts val="300"/>
              </a:spcAft>
              <a:buFont typeface="Arial" panose="020B0604020202020204" pitchFamily="34" charset="0"/>
              <a:buChar char="•"/>
            </a:pPr>
            <a:r>
              <a:rPr lang="en-US" sz="1400" b="1" dirty="0"/>
              <a:t>Improvement of Low-Emission Mobility </a:t>
            </a:r>
            <a:r>
              <a:rPr lang="en-US" sz="1400" dirty="0"/>
              <a:t>– Promotion of electric and hybrid vehicles, development of charging infrastructure, and integration with sustainable urban mobility plans.</a:t>
            </a:r>
          </a:p>
          <a:p>
            <a:pPr marL="285750" indent="-285750">
              <a:spcBef>
                <a:spcPts val="300"/>
              </a:spcBef>
              <a:spcAft>
                <a:spcPts val="300"/>
              </a:spcAft>
              <a:buFont typeface="Arial" panose="020B0604020202020204" pitchFamily="34" charset="0"/>
              <a:buChar char="•"/>
            </a:pPr>
            <a:r>
              <a:rPr lang="en-US" sz="1400" b="1" dirty="0"/>
              <a:t>Functional Gradual Phase-Out of Energy Subsidies, Especially for Fossil Fuels </a:t>
            </a:r>
            <a:r>
              <a:rPr lang="en-US" sz="1400" dirty="0"/>
              <a:t>– Reform of subsidies that encourage CO₂ emissions, with the reallocation of public funds toward energy transition and just transition workforce programs.</a:t>
            </a:r>
            <a:endParaRPr lang="bs-Latn-BA" sz="1400" dirty="0"/>
          </a:p>
        </p:txBody>
      </p:sp>
      <p:pic>
        <p:nvPicPr>
          <p:cNvPr id="10" name="Picture 9">
            <a:extLst>
              <a:ext uri="{FF2B5EF4-FFF2-40B4-BE49-F238E27FC236}">
                <a16:creationId xmlns:a16="http://schemas.microsoft.com/office/drawing/2014/main" id="{05A30B82-F415-6A6F-4043-DF3C50A46EE3}"/>
              </a:ext>
            </a:extLst>
          </p:cNvPr>
          <p:cNvPicPr>
            <a:picLocks noChangeAspect="1"/>
          </p:cNvPicPr>
          <p:nvPr/>
        </p:nvPicPr>
        <p:blipFill>
          <a:blip r:embed="rId4"/>
          <a:stretch>
            <a:fillRect/>
          </a:stretch>
        </p:blipFill>
        <p:spPr>
          <a:xfrm>
            <a:off x="216757" y="2223618"/>
            <a:ext cx="2707481" cy="2626660"/>
          </a:xfrm>
          <a:prstGeom prst="rect">
            <a:avLst/>
          </a:prstGeom>
        </p:spPr>
      </p:pic>
    </p:spTree>
    <p:extLst>
      <p:ext uri="{BB962C8B-B14F-4D97-AF65-F5344CB8AC3E}">
        <p14:creationId xmlns:p14="http://schemas.microsoft.com/office/powerpoint/2010/main" val="2796087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49116-CE43-02B0-05D3-CB2AC7279A41}"/>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CCF3576-D3C4-0764-2435-F35106C0B6EB}"/>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565011F3-83A7-853D-4363-3DF276F1F7B1}"/>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95C8145C-B915-CE25-8AA5-2F9C59CE1B15}"/>
              </a:ext>
            </a:extLst>
          </p:cNvPr>
          <p:cNvSpPr txBox="1"/>
          <p:nvPr/>
        </p:nvSpPr>
        <p:spPr>
          <a:xfrm>
            <a:off x="216757" y="166929"/>
            <a:ext cx="2499549" cy="1569660"/>
          </a:xfrm>
          <a:prstGeom prst="rect">
            <a:avLst/>
          </a:prstGeom>
          <a:solidFill>
            <a:schemeClr val="bg1"/>
          </a:solidFill>
        </p:spPr>
        <p:txBody>
          <a:bodyPr wrap="square">
            <a:spAutoFit/>
          </a:bodyPr>
          <a:lstStyle/>
          <a:p>
            <a:pPr lvl="0">
              <a:spcBef>
                <a:spcPct val="0"/>
              </a:spcBef>
              <a:defRPr/>
            </a:pPr>
            <a:r>
              <a:rPr lang="bs-Latn-BA" sz="2400"/>
              <a:t>Dekarbonizacija: Emisije stakleničkih gasova</a:t>
            </a:r>
            <a:endParaRPr kumimoji="0" lang="bs-Latn-BA" sz="2300" b="1" i="0" u="none" strike="noStrike" kern="1200" cap="none" spc="0" normalizeH="0" baseline="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24E0DABE-9D37-4A48-906C-C1BB037360A4}"/>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0AEFE7DA-5707-5E1C-BAA0-7CDD784855A5}"/>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BDCBC0EB-2F36-2A6C-25DC-388E1E591A8C}"/>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E8B4D74A-DAE8-F218-7ECE-B76CB91A930A}"/>
              </a:ext>
            </a:extLst>
          </p:cNvPr>
          <p:cNvSpPr txBox="1"/>
          <p:nvPr/>
        </p:nvSpPr>
        <p:spPr>
          <a:xfrm>
            <a:off x="3648634" y="382377"/>
            <a:ext cx="7781366" cy="5347618"/>
          </a:xfrm>
          <a:prstGeom prst="rect">
            <a:avLst/>
          </a:prstGeom>
          <a:noFill/>
        </p:spPr>
        <p:txBody>
          <a:bodyPr wrap="square">
            <a:spAutoFit/>
          </a:bodyPr>
          <a:lstStyle/>
          <a:p>
            <a:r>
              <a:rPr lang="en-US" sz="1400" b="1" dirty="0"/>
              <a:t>Reporting</a:t>
            </a:r>
            <a:r>
              <a:rPr lang="bs-Latn-BA" sz="1400" b="1" dirty="0"/>
              <a:t>:</a:t>
            </a:r>
          </a:p>
          <a:p>
            <a:endParaRPr lang="bs-Latn-BA" sz="1400" b="1" dirty="0"/>
          </a:p>
          <a:p>
            <a:pPr marL="403225" indent="-285750">
              <a:spcBef>
                <a:spcPts val="300"/>
              </a:spcBef>
              <a:spcAft>
                <a:spcPts val="300"/>
              </a:spcAft>
              <a:buFont typeface="Arial" panose="020B0604020202020204" pitchFamily="34" charset="0"/>
              <a:buChar char="•"/>
            </a:pPr>
            <a:r>
              <a:rPr lang="en-US" sz="1400" b="1" dirty="0" err="1"/>
              <a:t>PaMs</a:t>
            </a:r>
            <a:r>
              <a:rPr lang="en-US" sz="1400" b="1" dirty="0"/>
              <a:t> Report:</a:t>
            </a:r>
            <a:r>
              <a:rPr lang="en-US" sz="1400" dirty="0"/>
              <a:t> Description of measures and their effects by sector (energy, industry, transport, waste, agriculture).</a:t>
            </a:r>
          </a:p>
          <a:p>
            <a:pPr marL="403225" indent="-285750">
              <a:spcBef>
                <a:spcPts val="300"/>
              </a:spcBef>
              <a:spcAft>
                <a:spcPts val="300"/>
              </a:spcAft>
              <a:buFont typeface="Arial" panose="020B0604020202020204" pitchFamily="34" charset="0"/>
              <a:buChar char="•"/>
            </a:pPr>
            <a:r>
              <a:rPr lang="en-US" sz="1400" b="1" dirty="0"/>
              <a:t>GHG Report:</a:t>
            </a:r>
            <a:r>
              <a:rPr lang="en-US" sz="1400" dirty="0"/>
              <a:t> Calculation of emissions by gases (CO₂, CH₄, N₂O, F-gases).</a:t>
            </a:r>
          </a:p>
          <a:p>
            <a:pPr marL="403225" indent="-285750">
              <a:spcBef>
                <a:spcPts val="300"/>
              </a:spcBef>
              <a:spcAft>
                <a:spcPts val="300"/>
              </a:spcAft>
              <a:buFont typeface="Arial" panose="020B0604020202020204" pitchFamily="34" charset="0"/>
              <a:buChar char="•"/>
            </a:pPr>
            <a:r>
              <a:rPr lang="en-US" sz="1400" b="1" dirty="0"/>
              <a:t>LULUCF Report:</a:t>
            </a:r>
            <a:r>
              <a:rPr lang="en-US" sz="1400" dirty="0"/>
              <a:t> Balance of sinks and emissions from the land use and forestry sectors.</a:t>
            </a:r>
          </a:p>
          <a:p>
            <a:pPr marL="403225" indent="-285750">
              <a:spcBef>
                <a:spcPts val="300"/>
              </a:spcBef>
              <a:spcAft>
                <a:spcPts val="300"/>
              </a:spcAft>
              <a:buFont typeface="Arial" panose="020B0604020202020204" pitchFamily="34" charset="0"/>
              <a:buChar char="•"/>
            </a:pPr>
            <a:r>
              <a:rPr lang="en-US" sz="1400" b="1" dirty="0"/>
              <a:t>Adaptation Report:</a:t>
            </a:r>
            <a:r>
              <a:rPr lang="en-US" sz="1400" dirty="0"/>
              <a:t> Assessment of climate risks and resilience measures by sector.</a:t>
            </a:r>
            <a:r>
              <a:rPr lang="bs-Latn-BA" sz="1400" dirty="0"/>
              <a:t>.</a:t>
            </a:r>
          </a:p>
          <a:p>
            <a:pPr marL="403225" indent="-285750">
              <a:spcBef>
                <a:spcPts val="300"/>
              </a:spcBef>
              <a:spcAft>
                <a:spcPts val="300"/>
              </a:spcAft>
              <a:buFont typeface="Arial" panose="020B0604020202020204" pitchFamily="34" charset="0"/>
              <a:buChar char="•"/>
            </a:pPr>
            <a:endParaRPr lang="bs-Latn-BA" sz="1400" dirty="0"/>
          </a:p>
          <a:p>
            <a:pPr>
              <a:spcBef>
                <a:spcPts val="300"/>
              </a:spcBef>
              <a:spcAft>
                <a:spcPts val="300"/>
              </a:spcAft>
            </a:pPr>
            <a:r>
              <a:rPr lang="en-US" sz="1400" b="1" dirty="0"/>
              <a:t>Mitigation, Adaptation and LULUCF – Interlinkages and Differences</a:t>
            </a:r>
          </a:p>
          <a:p>
            <a:pPr>
              <a:spcBef>
                <a:spcPts val="300"/>
              </a:spcBef>
              <a:spcAft>
                <a:spcPts val="300"/>
              </a:spcAft>
            </a:pPr>
            <a:endParaRPr lang="bs-Latn-BA" sz="1400" b="1" dirty="0"/>
          </a:p>
          <a:p>
            <a:pPr marL="403225" indent="-285750">
              <a:spcBef>
                <a:spcPts val="300"/>
              </a:spcBef>
              <a:spcAft>
                <a:spcPts val="300"/>
              </a:spcAft>
              <a:buFont typeface="Arial" panose="020B0604020202020204" pitchFamily="34" charset="0"/>
              <a:buChar char="•"/>
            </a:pPr>
            <a:r>
              <a:rPr lang="en-US" sz="1400" dirty="0"/>
              <a:t>Mitigation encompasses policies and measures aimed at reducing greenhouse gas emissions through the transformation of the energy system, industry, transport, agriculture, and waste sectors, in line with Regulation (EU) 2018/842 and Directive 2003/87/EC on the Emissions Trading System (EU ETS).</a:t>
            </a:r>
          </a:p>
          <a:p>
            <a:pPr marL="403225" indent="-285750">
              <a:spcBef>
                <a:spcPts val="300"/>
              </a:spcBef>
              <a:spcAft>
                <a:spcPts val="300"/>
              </a:spcAft>
              <a:buFont typeface="Arial" panose="020B0604020202020204" pitchFamily="34" charset="0"/>
              <a:buChar char="•"/>
            </a:pPr>
            <a:r>
              <a:rPr lang="en-US" sz="1400" dirty="0"/>
              <a:t>Adaptation refers to reducing the vulnerability of society and the economy to the impacts of climate change, including measures to enhance the resilience of infrastructure, agriculture, water resources, and health, in accordance with the EU Strategy on Adaptation to Climate Change (COM(2021)82) and Regulation (EU) 2018/1999.</a:t>
            </a:r>
          </a:p>
          <a:p>
            <a:pPr marL="403225" indent="-285750">
              <a:spcBef>
                <a:spcPts val="300"/>
              </a:spcBef>
              <a:spcAft>
                <a:spcPts val="300"/>
              </a:spcAft>
              <a:buFont typeface="Arial" panose="020B0604020202020204" pitchFamily="34" charset="0"/>
              <a:buChar char="•"/>
            </a:pPr>
            <a:r>
              <a:rPr lang="en-US" sz="1400" dirty="0"/>
              <a:t>LULUCF (Land Use, Land Use Change, and Forestry) has a specific role as it integrates the balance of emissions and removals from land and forestry sectors, tracking the capacity of natural systems to absorb CO₂, in line with Regulation (EU) 2018/841.</a:t>
            </a:r>
            <a:endParaRPr lang="bs-Latn-BA" sz="1400" b="1" dirty="0"/>
          </a:p>
        </p:txBody>
      </p:sp>
      <p:pic>
        <p:nvPicPr>
          <p:cNvPr id="8" name="Picture 7">
            <a:extLst>
              <a:ext uri="{FF2B5EF4-FFF2-40B4-BE49-F238E27FC236}">
                <a16:creationId xmlns:a16="http://schemas.microsoft.com/office/drawing/2014/main" id="{A5B94D9D-1EA8-9E80-0C52-19C8D5CB40AA}"/>
              </a:ext>
            </a:extLst>
          </p:cNvPr>
          <p:cNvPicPr>
            <a:picLocks noChangeAspect="1"/>
          </p:cNvPicPr>
          <p:nvPr/>
        </p:nvPicPr>
        <p:blipFill>
          <a:blip r:embed="rId4"/>
          <a:stretch>
            <a:fillRect/>
          </a:stretch>
        </p:blipFill>
        <p:spPr>
          <a:xfrm>
            <a:off x="216757" y="2223618"/>
            <a:ext cx="2707481" cy="2626660"/>
          </a:xfrm>
          <a:prstGeom prst="rect">
            <a:avLst/>
          </a:prstGeom>
        </p:spPr>
      </p:pic>
    </p:spTree>
    <p:extLst>
      <p:ext uri="{BB962C8B-B14F-4D97-AF65-F5344CB8AC3E}">
        <p14:creationId xmlns:p14="http://schemas.microsoft.com/office/powerpoint/2010/main" val="1167253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5B6CB-4796-5278-1354-03F9A801F79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763B465-02DF-FFA0-0598-7B5EC2469727}"/>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BB7D6F62-04F5-A4B4-F2BE-5A2CD0DD16EC}"/>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2A284290-BB0D-6F51-5517-2814A7C06D52}"/>
              </a:ext>
            </a:extLst>
          </p:cNvPr>
          <p:cNvSpPr txBox="1"/>
          <p:nvPr/>
        </p:nvSpPr>
        <p:spPr>
          <a:xfrm>
            <a:off x="216757" y="166929"/>
            <a:ext cx="2499549" cy="1569660"/>
          </a:xfrm>
          <a:prstGeom prst="rect">
            <a:avLst/>
          </a:prstGeom>
          <a:solidFill>
            <a:schemeClr val="bg1"/>
          </a:solidFill>
        </p:spPr>
        <p:txBody>
          <a:bodyPr wrap="square">
            <a:spAutoFit/>
          </a:bodyPr>
          <a:lstStyle/>
          <a:p>
            <a:pPr lvl="0">
              <a:spcBef>
                <a:spcPct val="0"/>
              </a:spcBef>
              <a:defRPr/>
            </a:pPr>
            <a:r>
              <a:rPr lang="fr-FR" sz="2400" dirty="0" err="1"/>
              <a:t>Decarbonisation</a:t>
            </a:r>
            <a:r>
              <a:rPr lang="fr-FR" sz="2400" dirty="0"/>
              <a:t>: </a:t>
            </a:r>
            <a:r>
              <a:rPr lang="fr-FR" sz="2400" dirty="0" err="1"/>
              <a:t>Renewable</a:t>
            </a:r>
            <a:r>
              <a:rPr lang="fr-FR" sz="2400" dirty="0"/>
              <a:t> Energy Sources (RES)</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E731EA47-7D21-F687-0986-F7EBC7932AED}"/>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A6B9AD63-2C02-B747-86AD-12F495125455}"/>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57172BE3-411F-65A1-2756-C7E5378D1CC0}"/>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25545CF9-72A8-11CF-8893-5146EBDDF2A9}"/>
              </a:ext>
            </a:extLst>
          </p:cNvPr>
          <p:cNvSpPr txBox="1"/>
          <p:nvPr/>
        </p:nvSpPr>
        <p:spPr>
          <a:xfrm>
            <a:off x="3648634" y="382377"/>
            <a:ext cx="7781366" cy="5024452"/>
          </a:xfrm>
          <a:prstGeom prst="rect">
            <a:avLst/>
          </a:prstGeom>
          <a:noFill/>
        </p:spPr>
        <p:txBody>
          <a:bodyPr wrap="square">
            <a:spAutoFit/>
          </a:bodyPr>
          <a:lstStyle/>
          <a:p>
            <a:r>
              <a:rPr lang="en-US" sz="1600" b="1" dirty="0"/>
              <a:t>Objective</a:t>
            </a:r>
            <a:r>
              <a:rPr lang="bs-Latn-BA" sz="1600" b="1" dirty="0"/>
              <a:t>:</a:t>
            </a:r>
            <a:br>
              <a:rPr lang="bs-Latn-BA" sz="1600" dirty="0"/>
            </a:br>
            <a:endParaRPr lang="en-US" sz="1600" dirty="0"/>
          </a:p>
          <a:p>
            <a:r>
              <a:rPr lang="en-US" sz="1400" dirty="0"/>
              <a:t>Increase the share of renewable energy sources (RES) in gross final energy consumption by 2030 through a stable regulatory framework, financial support, and strengthened regional cooperation.</a:t>
            </a:r>
          </a:p>
          <a:p>
            <a:endParaRPr lang="bs-Latn-BA" sz="1600" b="1" dirty="0"/>
          </a:p>
          <a:p>
            <a:r>
              <a:rPr lang="en-US" sz="1600" b="1" dirty="0"/>
              <a:t>Policies and measures</a:t>
            </a:r>
            <a:r>
              <a:rPr lang="bs-Latn-BA" sz="1600" b="1" dirty="0"/>
              <a:t>:</a:t>
            </a:r>
            <a:endParaRPr lang="bs-Latn-BA" sz="1600" dirty="0"/>
          </a:p>
          <a:p>
            <a:endParaRPr lang="bs-Latn-BA" sz="1400" b="1" dirty="0"/>
          </a:p>
          <a:p>
            <a:pPr marL="285750" indent="-285750">
              <a:spcBef>
                <a:spcPts val="300"/>
              </a:spcBef>
              <a:spcAft>
                <a:spcPts val="300"/>
              </a:spcAft>
              <a:buFont typeface="Arial" panose="020B0604020202020204" pitchFamily="34" charset="0"/>
              <a:buChar char="•"/>
            </a:pPr>
            <a:r>
              <a:rPr lang="en-US" sz="1400" dirty="0"/>
              <a:t>Establish a general framework for the use of renewable energy sources in accordance with Regulation (EU) 2018/2001 (RED II).</a:t>
            </a:r>
          </a:p>
          <a:p>
            <a:pPr marL="285750" indent="-285750">
              <a:spcBef>
                <a:spcPts val="300"/>
              </a:spcBef>
              <a:spcAft>
                <a:spcPts val="300"/>
              </a:spcAft>
              <a:buFont typeface="Arial" panose="020B0604020202020204" pitchFamily="34" charset="0"/>
              <a:buChar char="•"/>
            </a:pPr>
            <a:r>
              <a:rPr lang="en-US" sz="1400" dirty="0"/>
              <a:t>Establish and implement regional cooperation in the field of RES (data exchange, joint initiatives, cross-border projects).</a:t>
            </a:r>
          </a:p>
          <a:p>
            <a:pPr marL="285750" indent="-285750">
              <a:spcBef>
                <a:spcPts val="300"/>
              </a:spcBef>
              <a:spcAft>
                <a:spcPts val="300"/>
              </a:spcAft>
              <a:buFont typeface="Arial" panose="020B0604020202020204" pitchFamily="34" charset="0"/>
              <a:buChar char="•"/>
            </a:pPr>
            <a:r>
              <a:rPr lang="en-US" sz="1400" dirty="0"/>
              <a:t>Ensure financial support for the development and incentives for RES projects (auction systems, subsidies, green loans).</a:t>
            </a:r>
          </a:p>
          <a:p>
            <a:pPr marL="285750" indent="-285750">
              <a:spcBef>
                <a:spcPts val="300"/>
              </a:spcBef>
              <a:spcAft>
                <a:spcPts val="300"/>
              </a:spcAft>
              <a:buFont typeface="Arial" panose="020B0604020202020204" pitchFamily="34" charset="0"/>
              <a:buChar char="•"/>
            </a:pPr>
            <a:r>
              <a:rPr lang="en-US" sz="1400" dirty="0"/>
              <a:t>Streamline administrative procedures, </a:t>
            </a:r>
            <a:r>
              <a:rPr lang="en-US" sz="1400" dirty="0" err="1"/>
              <a:t>digitalise</a:t>
            </a:r>
            <a:r>
              <a:rPr lang="en-US" sz="1400" dirty="0"/>
              <a:t> processes, and improve investor information.</a:t>
            </a:r>
          </a:p>
          <a:p>
            <a:pPr marL="285750" indent="-285750">
              <a:spcBef>
                <a:spcPts val="300"/>
              </a:spcBef>
              <a:spcAft>
                <a:spcPts val="300"/>
              </a:spcAft>
              <a:buFont typeface="Arial" panose="020B0604020202020204" pitchFamily="34" charset="0"/>
              <a:buChar char="•"/>
            </a:pPr>
            <a:r>
              <a:rPr lang="en-US" sz="1400" dirty="0"/>
              <a:t>Expand and </a:t>
            </a:r>
            <a:r>
              <a:rPr lang="en-US" sz="1400" dirty="0" err="1"/>
              <a:t>modernise</a:t>
            </a:r>
            <a:r>
              <a:rPr lang="en-US" sz="1400" dirty="0"/>
              <a:t> infrastructure for </a:t>
            </a:r>
            <a:r>
              <a:rPr lang="en-US" sz="1400" dirty="0" err="1"/>
              <a:t>centralised</a:t>
            </a:r>
            <a:r>
              <a:rPr lang="en-US" sz="1400" dirty="0"/>
              <a:t> heating and cooling from RES.</a:t>
            </a:r>
          </a:p>
          <a:p>
            <a:pPr marL="285750" indent="-285750">
              <a:spcBef>
                <a:spcPts val="300"/>
              </a:spcBef>
              <a:spcAft>
                <a:spcPts val="300"/>
              </a:spcAft>
              <a:buFont typeface="Arial" panose="020B0604020202020204" pitchFamily="34" charset="0"/>
              <a:buChar char="•"/>
            </a:pPr>
            <a:r>
              <a:rPr lang="en-US" sz="1400" dirty="0"/>
              <a:t>Increase the use of biomass energy through the development of sustainable supply chains and sustainability criteria.</a:t>
            </a:r>
          </a:p>
          <a:p>
            <a:pPr marL="285750" indent="-285750">
              <a:spcBef>
                <a:spcPts val="300"/>
              </a:spcBef>
              <a:spcAft>
                <a:spcPts val="300"/>
              </a:spcAft>
              <a:buFont typeface="Arial" panose="020B0604020202020204" pitchFamily="34" charset="0"/>
              <a:buChar char="•"/>
            </a:pPr>
            <a:r>
              <a:rPr lang="en-US" sz="1400" dirty="0"/>
              <a:t>Increase the share of renewable energy in transport through the development of infrastructure for biofuels, electricity, and hydrogen.</a:t>
            </a:r>
            <a:endParaRPr lang="bs-Latn-BA" sz="1400" dirty="0"/>
          </a:p>
        </p:txBody>
      </p:sp>
      <p:pic>
        <p:nvPicPr>
          <p:cNvPr id="9" name="Picture 8">
            <a:extLst>
              <a:ext uri="{FF2B5EF4-FFF2-40B4-BE49-F238E27FC236}">
                <a16:creationId xmlns:a16="http://schemas.microsoft.com/office/drawing/2014/main" id="{4534A78B-06F3-A3A7-4333-80B196816022}"/>
              </a:ext>
            </a:extLst>
          </p:cNvPr>
          <p:cNvPicPr>
            <a:picLocks noChangeAspect="1"/>
          </p:cNvPicPr>
          <p:nvPr/>
        </p:nvPicPr>
        <p:blipFill>
          <a:blip r:embed="rId4"/>
          <a:stretch>
            <a:fillRect/>
          </a:stretch>
        </p:blipFill>
        <p:spPr>
          <a:xfrm>
            <a:off x="332561" y="2036399"/>
            <a:ext cx="2554073" cy="3863576"/>
          </a:xfrm>
          <a:prstGeom prst="rect">
            <a:avLst/>
          </a:prstGeom>
        </p:spPr>
      </p:pic>
    </p:spTree>
    <p:extLst>
      <p:ext uri="{BB962C8B-B14F-4D97-AF65-F5344CB8AC3E}">
        <p14:creationId xmlns:p14="http://schemas.microsoft.com/office/powerpoint/2010/main" val="1052547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906CE-A027-FA30-3A54-F888B09BC74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15F8BB8-0074-7948-DA07-3443E79702DB}"/>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321BF115-6BA5-F544-576C-AF64E381F080}"/>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739BCC76-AE3A-56CE-3D00-24AA77285ED1}"/>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DD4A6C6F-6A50-0F0C-A77B-303312D4A3C2}"/>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18C513C0-5DFB-7C36-7230-B5A0FCED0126}"/>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11CDC5F8-ADBB-3BC8-5689-A3F6E21DAA54}"/>
              </a:ext>
            </a:extLst>
          </p:cNvPr>
          <p:cNvSpPr txBox="1"/>
          <p:nvPr/>
        </p:nvSpPr>
        <p:spPr>
          <a:xfrm>
            <a:off x="3648634" y="382377"/>
            <a:ext cx="7781366" cy="4401205"/>
          </a:xfrm>
          <a:prstGeom prst="rect">
            <a:avLst/>
          </a:prstGeom>
          <a:noFill/>
        </p:spPr>
        <p:txBody>
          <a:bodyPr wrap="square">
            <a:spAutoFit/>
          </a:bodyPr>
          <a:lstStyle/>
          <a:p>
            <a:pPr>
              <a:spcBef>
                <a:spcPts val="300"/>
              </a:spcBef>
              <a:spcAft>
                <a:spcPts val="300"/>
              </a:spcAft>
            </a:pPr>
            <a:r>
              <a:rPr lang="en-US" sz="1600" b="1" dirty="0"/>
              <a:t>Reporting</a:t>
            </a:r>
            <a:r>
              <a:rPr lang="bs-Latn-BA" sz="1600" b="1" dirty="0"/>
              <a:t>:</a:t>
            </a:r>
          </a:p>
          <a:p>
            <a:pPr>
              <a:spcBef>
                <a:spcPts val="300"/>
              </a:spcBef>
              <a:spcAft>
                <a:spcPts val="300"/>
              </a:spcAft>
            </a:pPr>
            <a:endParaRPr lang="bs-Latn-BA" sz="1400" b="1" dirty="0"/>
          </a:p>
          <a:p>
            <a:pPr marL="573088" indent="-285750">
              <a:spcBef>
                <a:spcPts val="300"/>
              </a:spcBef>
              <a:spcAft>
                <a:spcPts val="300"/>
              </a:spcAft>
              <a:buFont typeface="Arial" panose="020B0604020202020204" pitchFamily="34" charset="0"/>
              <a:buChar char="•"/>
            </a:pPr>
            <a:r>
              <a:rPr lang="en-US" sz="1400" b="1" dirty="0"/>
              <a:t>Report on Progress Toward Renewable Energy Targets: </a:t>
            </a:r>
            <a:r>
              <a:rPr lang="en-US" sz="1400" dirty="0"/>
              <a:t>monitors the overall share of RES in gross final energy consumption, including electricity, heating and cooling, and transport.</a:t>
            </a:r>
          </a:p>
          <a:p>
            <a:pPr marL="573088" indent="-285750">
              <a:spcBef>
                <a:spcPts val="300"/>
              </a:spcBef>
              <a:spcAft>
                <a:spcPts val="300"/>
              </a:spcAft>
              <a:buFont typeface="Arial" panose="020B0604020202020204" pitchFamily="34" charset="0"/>
              <a:buChar char="•"/>
            </a:pPr>
            <a:r>
              <a:rPr lang="en-US" sz="1400" b="1" dirty="0" err="1"/>
              <a:t>PaMs</a:t>
            </a:r>
            <a:r>
              <a:rPr lang="en-US" sz="1400" b="1" dirty="0"/>
              <a:t> Report: </a:t>
            </a:r>
            <a:r>
              <a:rPr lang="en-US" sz="1400" dirty="0"/>
              <a:t>describes policies and measures contributing to increasing the RES share by sector, with an assessment of effects on emissions and the energy balance.</a:t>
            </a:r>
          </a:p>
          <a:p>
            <a:pPr marL="573088" indent="-285750">
              <a:spcBef>
                <a:spcPts val="300"/>
              </a:spcBef>
              <a:spcAft>
                <a:spcPts val="300"/>
              </a:spcAft>
              <a:buFont typeface="Arial" panose="020B0604020202020204" pitchFamily="34" charset="0"/>
              <a:buChar char="•"/>
            </a:pPr>
            <a:r>
              <a:rPr lang="en-US" sz="1400" b="1" dirty="0"/>
              <a:t>Projections Report: </a:t>
            </a:r>
            <a:r>
              <a:rPr lang="en-US" sz="1400" dirty="0"/>
              <a:t>provides projections of RES shares and their contribution to reducing greenhouse gas emissions by 2030.</a:t>
            </a:r>
          </a:p>
          <a:p>
            <a:pPr marL="573088" indent="-285750">
              <a:spcBef>
                <a:spcPts val="300"/>
              </a:spcBef>
              <a:spcAft>
                <a:spcPts val="300"/>
              </a:spcAft>
              <a:buFont typeface="Arial" panose="020B0604020202020204" pitchFamily="34" charset="0"/>
              <a:buChar char="•"/>
            </a:pPr>
            <a:r>
              <a:rPr lang="en-US" sz="1400" b="1" dirty="0"/>
              <a:t>Financing Report: </a:t>
            </a:r>
            <a:r>
              <a:rPr lang="en-US" sz="1400" dirty="0"/>
              <a:t>reviews financial instruments and public investments for the development of RES projects.</a:t>
            </a:r>
          </a:p>
          <a:p>
            <a:pPr marL="573088" indent="-285750">
              <a:spcBef>
                <a:spcPts val="300"/>
              </a:spcBef>
              <a:spcAft>
                <a:spcPts val="300"/>
              </a:spcAft>
              <a:buFont typeface="Arial" panose="020B0604020202020204" pitchFamily="34" charset="0"/>
              <a:buChar char="•"/>
            </a:pPr>
            <a:r>
              <a:rPr lang="en-US" sz="1400" b="1" dirty="0"/>
              <a:t>EE Report: </a:t>
            </a:r>
            <a:r>
              <a:rPr lang="en-US" sz="1400" dirty="0"/>
              <a:t>records the contribution of RES in heating and cooling systems in the context of overall efficiency.</a:t>
            </a:r>
          </a:p>
          <a:p>
            <a:pPr marL="573088" indent="-285750">
              <a:spcBef>
                <a:spcPts val="300"/>
              </a:spcBef>
              <a:spcAft>
                <a:spcPts val="300"/>
              </a:spcAft>
              <a:buFont typeface="Arial" panose="020B0604020202020204" pitchFamily="34" charset="0"/>
              <a:buChar char="•"/>
            </a:pPr>
            <a:r>
              <a:rPr lang="en-US" sz="1400" b="1" dirty="0"/>
              <a:t>Regional Cooperation Report: </a:t>
            </a:r>
            <a:r>
              <a:rPr lang="en-US" sz="1400" dirty="0"/>
              <a:t>documents progress in cross-border cooperation and joint projects in accordance with Article 8 of the RED II Directive.</a:t>
            </a:r>
          </a:p>
          <a:p>
            <a:pPr marL="573088" indent="-285750">
              <a:spcBef>
                <a:spcPts val="300"/>
              </a:spcBef>
              <a:spcAft>
                <a:spcPts val="300"/>
              </a:spcAft>
              <a:buFont typeface="Arial" panose="020B0604020202020204" pitchFamily="34" charset="0"/>
              <a:buChar char="•"/>
            </a:pPr>
            <a:r>
              <a:rPr lang="en-US" sz="1400" b="1" dirty="0"/>
              <a:t>Additional RES Report: </a:t>
            </a:r>
            <a:r>
              <a:rPr lang="en-US" sz="1400" dirty="0"/>
              <a:t>provides a detailed breakdown of RES contributions by sector and technology (solar, wind, hydro, biomass, biogas, geothermal).</a:t>
            </a:r>
            <a:endParaRPr lang="bs-Latn-BA" sz="1400" dirty="0"/>
          </a:p>
        </p:txBody>
      </p:sp>
      <p:pic>
        <p:nvPicPr>
          <p:cNvPr id="8" name="Picture 7">
            <a:extLst>
              <a:ext uri="{FF2B5EF4-FFF2-40B4-BE49-F238E27FC236}">
                <a16:creationId xmlns:a16="http://schemas.microsoft.com/office/drawing/2014/main" id="{CF2E3B17-12F0-A66D-2754-3DEFBD0FC4E7}"/>
              </a:ext>
            </a:extLst>
          </p:cNvPr>
          <p:cNvPicPr>
            <a:picLocks noChangeAspect="1"/>
          </p:cNvPicPr>
          <p:nvPr/>
        </p:nvPicPr>
        <p:blipFill>
          <a:blip r:embed="rId4"/>
          <a:stretch>
            <a:fillRect/>
          </a:stretch>
        </p:blipFill>
        <p:spPr>
          <a:xfrm>
            <a:off x="332561" y="2036399"/>
            <a:ext cx="2554073" cy="3863576"/>
          </a:xfrm>
          <a:prstGeom prst="rect">
            <a:avLst/>
          </a:prstGeom>
        </p:spPr>
      </p:pic>
      <p:sp>
        <p:nvSpPr>
          <p:cNvPr id="12" name="TextBox 11">
            <a:extLst>
              <a:ext uri="{FF2B5EF4-FFF2-40B4-BE49-F238E27FC236}">
                <a16:creationId xmlns:a16="http://schemas.microsoft.com/office/drawing/2014/main" id="{E7BA180C-3E46-9B40-4322-A25E7DE6CD4F}"/>
              </a:ext>
            </a:extLst>
          </p:cNvPr>
          <p:cNvSpPr txBox="1"/>
          <p:nvPr/>
        </p:nvSpPr>
        <p:spPr>
          <a:xfrm>
            <a:off x="216757" y="166929"/>
            <a:ext cx="2499549" cy="1569660"/>
          </a:xfrm>
          <a:prstGeom prst="rect">
            <a:avLst/>
          </a:prstGeom>
          <a:solidFill>
            <a:schemeClr val="bg1"/>
          </a:solidFill>
        </p:spPr>
        <p:txBody>
          <a:bodyPr wrap="square">
            <a:spAutoFit/>
          </a:bodyPr>
          <a:lstStyle/>
          <a:p>
            <a:pPr lvl="0">
              <a:spcBef>
                <a:spcPct val="0"/>
              </a:spcBef>
              <a:defRPr/>
            </a:pPr>
            <a:r>
              <a:rPr lang="fr-FR" sz="2400" dirty="0" err="1"/>
              <a:t>Decarbonisation</a:t>
            </a:r>
            <a:r>
              <a:rPr lang="fr-FR" sz="2400" dirty="0"/>
              <a:t>: </a:t>
            </a:r>
            <a:r>
              <a:rPr lang="fr-FR" sz="2400" dirty="0" err="1"/>
              <a:t>Renewable</a:t>
            </a:r>
            <a:r>
              <a:rPr lang="fr-FR" sz="2400" dirty="0"/>
              <a:t> Energy Sources (RES)</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Tree>
    <p:extLst>
      <p:ext uri="{BB962C8B-B14F-4D97-AF65-F5344CB8AC3E}">
        <p14:creationId xmlns:p14="http://schemas.microsoft.com/office/powerpoint/2010/main" val="789377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F5A26-AA71-AE1B-54FA-1E6FB0A5B771}"/>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5769B3D-AFAC-4F55-CA0B-E10C96AB8CFE}"/>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5FA7A6F7-1115-C8F6-71F9-4D537AF58B6F}"/>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FDB350C2-87FA-2579-5D7A-9F7880FBE88A}"/>
              </a:ext>
            </a:extLst>
          </p:cNvPr>
          <p:cNvSpPr txBox="1"/>
          <p:nvPr/>
        </p:nvSpPr>
        <p:spPr>
          <a:xfrm>
            <a:off x="216757" y="166929"/>
            <a:ext cx="2499549" cy="1184940"/>
          </a:xfrm>
          <a:prstGeom prst="rect">
            <a:avLst/>
          </a:prstGeom>
          <a:solidFill>
            <a:schemeClr val="bg1"/>
          </a:solidFill>
        </p:spPr>
        <p:txBody>
          <a:bodyPr wrap="square">
            <a:spAutoFit/>
          </a:bodyPr>
          <a:lstStyle/>
          <a:p>
            <a:pPr lvl="0">
              <a:spcBef>
                <a:spcPct val="0"/>
              </a:spcBef>
              <a:defRPr/>
            </a:pPr>
            <a:r>
              <a:rPr lang="en-US" sz="2400" dirty="0"/>
              <a:t>Energy Efficiency</a:t>
            </a:r>
            <a:endParaRPr lang="bs-Latn-BA" sz="2400" dirty="0"/>
          </a:p>
          <a:p>
            <a:pPr lvl="0">
              <a:spcBef>
                <a:spcPct val="0"/>
              </a:spcBef>
              <a:defRPr/>
            </a:pP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429BED90-E6A4-3AF7-C8B2-2E8BB6F83693}"/>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E256A65D-2386-F442-D44A-00DF2B51C9BA}"/>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BF461781-A42A-35D2-CE0E-0E5E04C4D790}"/>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A7C34B8A-6202-5CE7-86D9-BB73C530549F}"/>
              </a:ext>
            </a:extLst>
          </p:cNvPr>
          <p:cNvSpPr txBox="1"/>
          <p:nvPr/>
        </p:nvSpPr>
        <p:spPr>
          <a:xfrm>
            <a:off x="3648634" y="382377"/>
            <a:ext cx="7781366" cy="5455340"/>
          </a:xfrm>
          <a:prstGeom prst="rect">
            <a:avLst/>
          </a:prstGeom>
          <a:noFill/>
        </p:spPr>
        <p:txBody>
          <a:bodyPr wrap="square">
            <a:spAutoFit/>
          </a:bodyPr>
          <a:lstStyle/>
          <a:p>
            <a:r>
              <a:rPr lang="en-US" sz="1600" b="1" dirty="0"/>
              <a:t>Objective</a:t>
            </a:r>
            <a:r>
              <a:rPr lang="bs-Latn-BA" sz="1600" b="1" dirty="0"/>
              <a:t>:</a:t>
            </a:r>
            <a:br>
              <a:rPr lang="bs-Latn-BA" sz="1600" dirty="0"/>
            </a:br>
            <a:endParaRPr lang="bs-Latn-BA" sz="1600" dirty="0"/>
          </a:p>
          <a:p>
            <a:r>
              <a:rPr lang="en-US" sz="1400" dirty="0"/>
              <a:t>Increase energy efficiency across all sectors — particularly in buildings, industry, transport, and the energy system — to reduce total energy consumption and emissions by 2030.</a:t>
            </a:r>
          </a:p>
          <a:p>
            <a:endParaRPr lang="bs-Latn-BA" sz="1600" b="1" dirty="0"/>
          </a:p>
          <a:p>
            <a:r>
              <a:rPr lang="en-US" sz="1600" b="1" dirty="0"/>
              <a:t>Policies and Measures</a:t>
            </a:r>
            <a:r>
              <a:rPr lang="bs-Latn-BA" sz="1600" b="1" dirty="0"/>
              <a:t>:</a:t>
            </a:r>
            <a:endParaRPr lang="bs-Latn-BA" sz="1600" dirty="0"/>
          </a:p>
          <a:p>
            <a:endParaRPr lang="bs-Latn-BA" sz="1400" b="1" dirty="0"/>
          </a:p>
          <a:p>
            <a:pPr marL="285750" indent="-285750">
              <a:spcBef>
                <a:spcPts val="300"/>
              </a:spcBef>
              <a:spcAft>
                <a:spcPts val="300"/>
              </a:spcAft>
              <a:buFont typeface="Arial" panose="020B0604020202020204" pitchFamily="34" charset="0"/>
              <a:buChar char="•"/>
            </a:pPr>
            <a:r>
              <a:rPr lang="en-US" sz="1400" dirty="0"/>
              <a:t>Establishment of a general framework for improving energy efficiency.</a:t>
            </a:r>
          </a:p>
          <a:p>
            <a:pPr marL="285750" indent="-285750">
              <a:spcBef>
                <a:spcPts val="300"/>
              </a:spcBef>
              <a:spcAft>
                <a:spcPts val="300"/>
              </a:spcAft>
              <a:buFont typeface="Arial" panose="020B0604020202020204" pitchFamily="34" charset="0"/>
              <a:buChar char="•"/>
            </a:pPr>
            <a:r>
              <a:rPr lang="en-US" sz="1400" dirty="0"/>
              <a:t>Reduction of energy intensity in the residential sector through deep renovation programs, smart buildings, and efficient heating systems.</a:t>
            </a:r>
          </a:p>
          <a:p>
            <a:pPr marL="285750" indent="-285750">
              <a:spcBef>
                <a:spcPts val="300"/>
              </a:spcBef>
              <a:spcAft>
                <a:spcPts val="300"/>
              </a:spcAft>
              <a:buFont typeface="Arial" panose="020B0604020202020204" pitchFamily="34" charset="0"/>
              <a:buChar char="•"/>
            </a:pPr>
            <a:r>
              <a:rPr lang="en-US" sz="1400" dirty="0"/>
              <a:t>Public and commercial sectors leading in implementing energy efficiency measures, including energy management, LED lighting, nearly zero-energy buildings, and smart energy management systems.</a:t>
            </a:r>
          </a:p>
          <a:p>
            <a:pPr marL="285750" indent="-285750">
              <a:spcBef>
                <a:spcPts val="300"/>
              </a:spcBef>
              <a:spcAft>
                <a:spcPts val="300"/>
              </a:spcAft>
              <a:buFont typeface="Arial" panose="020B0604020202020204" pitchFamily="34" charset="0"/>
              <a:buChar char="•"/>
            </a:pPr>
            <a:r>
              <a:rPr lang="en-US" sz="1400" dirty="0"/>
              <a:t>Reduction of industrial energy intensity through the introduction of BAT standards, process optimization, and improved machinery and equipment efficiency.</a:t>
            </a:r>
          </a:p>
          <a:p>
            <a:pPr marL="285750" indent="-285750">
              <a:spcBef>
                <a:spcPts val="300"/>
              </a:spcBef>
              <a:spcAft>
                <a:spcPts val="300"/>
              </a:spcAft>
              <a:buFont typeface="Arial" panose="020B0604020202020204" pitchFamily="34" charset="0"/>
              <a:buChar char="•"/>
            </a:pPr>
            <a:r>
              <a:rPr lang="en-US" sz="1400" dirty="0"/>
              <a:t>Reduction of energy intensity in transport through vehicle electrification, modernization of public transport, development of infrastructure for electric and hydrogen vehicles, and optimization of logistics systems.</a:t>
            </a:r>
          </a:p>
          <a:p>
            <a:pPr marL="285750" indent="-285750">
              <a:spcBef>
                <a:spcPts val="300"/>
              </a:spcBef>
              <a:spcAft>
                <a:spcPts val="300"/>
              </a:spcAft>
              <a:buFont typeface="Arial" panose="020B0604020202020204" pitchFamily="34" charset="0"/>
              <a:buChar char="•"/>
            </a:pPr>
            <a:r>
              <a:rPr lang="en-US" sz="1400" dirty="0"/>
              <a:t>Increased efficiency of heating and cooling systems through the development of centralized systems integrating renewable sources (geothermal, solar, and biomass).</a:t>
            </a:r>
          </a:p>
          <a:p>
            <a:pPr marL="285750" indent="-285750">
              <a:spcBef>
                <a:spcPts val="300"/>
              </a:spcBef>
              <a:spcAft>
                <a:spcPts val="300"/>
              </a:spcAft>
              <a:buFont typeface="Arial" panose="020B0604020202020204" pitchFamily="34" charset="0"/>
              <a:buChar char="•"/>
            </a:pPr>
            <a:r>
              <a:rPr lang="en-US" sz="1400" dirty="0"/>
              <a:t>Reduction of energy production and distribution losses through grid modernization, digitalization, and the implementation of smart metering systems.</a:t>
            </a:r>
            <a:endParaRPr lang="bs-Latn-BA" sz="1400" dirty="0"/>
          </a:p>
        </p:txBody>
      </p:sp>
      <p:pic>
        <p:nvPicPr>
          <p:cNvPr id="12" name="Picture 11">
            <a:extLst>
              <a:ext uri="{FF2B5EF4-FFF2-40B4-BE49-F238E27FC236}">
                <a16:creationId xmlns:a16="http://schemas.microsoft.com/office/drawing/2014/main" id="{D3ECD47F-9C42-0119-3127-5720484AB33B}"/>
              </a:ext>
            </a:extLst>
          </p:cNvPr>
          <p:cNvPicPr>
            <a:picLocks noChangeAspect="1"/>
          </p:cNvPicPr>
          <p:nvPr/>
        </p:nvPicPr>
        <p:blipFill>
          <a:blip r:embed="rId4"/>
          <a:stretch>
            <a:fillRect/>
          </a:stretch>
        </p:blipFill>
        <p:spPr>
          <a:xfrm>
            <a:off x="382414" y="1726471"/>
            <a:ext cx="2423132" cy="3807778"/>
          </a:xfrm>
          <a:prstGeom prst="rect">
            <a:avLst/>
          </a:prstGeom>
        </p:spPr>
      </p:pic>
    </p:spTree>
    <p:extLst>
      <p:ext uri="{BB962C8B-B14F-4D97-AF65-F5344CB8AC3E}">
        <p14:creationId xmlns:p14="http://schemas.microsoft.com/office/powerpoint/2010/main" val="3363527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C1D64-3CD8-5511-DBAA-FC58CF71CCC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96D579D-175F-B6B2-BD83-2D09F652FFB6}"/>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45924843-4BB0-FE2B-2B2E-775E304E5673}"/>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5DDE7A17-3039-E547-1B24-DA19CC4010E3}"/>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0CE7CE1A-94DC-9B4B-0958-5826B3526218}"/>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F335BF7B-1A75-7D6D-6697-593F6D23B648}"/>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380FCE16-B218-F13D-EA47-0C4880F7F63F}"/>
              </a:ext>
            </a:extLst>
          </p:cNvPr>
          <p:cNvSpPr txBox="1"/>
          <p:nvPr/>
        </p:nvSpPr>
        <p:spPr>
          <a:xfrm>
            <a:off x="3648634" y="382377"/>
            <a:ext cx="7781366" cy="3170099"/>
          </a:xfrm>
          <a:prstGeom prst="rect">
            <a:avLst/>
          </a:prstGeom>
          <a:noFill/>
        </p:spPr>
        <p:txBody>
          <a:bodyPr wrap="square">
            <a:spAutoFit/>
          </a:bodyPr>
          <a:lstStyle/>
          <a:p>
            <a:pPr>
              <a:spcBef>
                <a:spcPts val="300"/>
              </a:spcBef>
              <a:spcAft>
                <a:spcPts val="300"/>
              </a:spcAft>
            </a:pPr>
            <a:r>
              <a:rPr lang="en-US" sz="1600" b="1" dirty="0"/>
              <a:t>Reporting</a:t>
            </a:r>
            <a:r>
              <a:rPr lang="bs-Latn-BA" sz="1600" b="1" dirty="0"/>
              <a:t>:</a:t>
            </a:r>
          </a:p>
          <a:p>
            <a:pPr>
              <a:spcBef>
                <a:spcPts val="300"/>
              </a:spcBef>
              <a:spcAft>
                <a:spcPts val="300"/>
              </a:spcAft>
            </a:pPr>
            <a:endParaRPr lang="bs-Latn-BA" sz="1400" b="1" dirty="0"/>
          </a:p>
          <a:p>
            <a:pPr marL="573088" indent="-285750">
              <a:spcBef>
                <a:spcPts val="300"/>
              </a:spcBef>
              <a:spcAft>
                <a:spcPts val="300"/>
              </a:spcAft>
              <a:buFont typeface="Arial" panose="020B0604020202020204" pitchFamily="34" charset="0"/>
              <a:buChar char="•"/>
            </a:pPr>
            <a:r>
              <a:rPr lang="en-US" sz="1400" dirty="0"/>
              <a:t>Energy Efficiency Progress Report: the main report on progress in reducing energy consumption in accordance with Directive (EU) 2023/1791.</a:t>
            </a:r>
          </a:p>
          <a:p>
            <a:pPr marL="573088" indent="-285750">
              <a:spcBef>
                <a:spcPts val="300"/>
              </a:spcBef>
              <a:spcAft>
                <a:spcPts val="300"/>
              </a:spcAft>
              <a:buFont typeface="Arial" panose="020B0604020202020204" pitchFamily="34" charset="0"/>
              <a:buChar char="•"/>
            </a:pPr>
            <a:r>
              <a:rPr lang="en-US" sz="1400" dirty="0" err="1"/>
              <a:t>PaMs</a:t>
            </a:r>
            <a:r>
              <a:rPr lang="en-US" sz="1400" dirty="0"/>
              <a:t> Report: description of energy efficiency measures in buildings, industry, and transport.</a:t>
            </a:r>
          </a:p>
          <a:p>
            <a:pPr marL="573088" indent="-285750">
              <a:spcBef>
                <a:spcPts val="300"/>
              </a:spcBef>
              <a:spcAft>
                <a:spcPts val="300"/>
              </a:spcAft>
              <a:buFont typeface="Arial" panose="020B0604020202020204" pitchFamily="34" charset="0"/>
              <a:buChar char="•"/>
            </a:pPr>
            <a:r>
              <a:rPr lang="en-US" sz="1400" dirty="0"/>
              <a:t>EE Report: calculation of energy savings and efficiency indicators.</a:t>
            </a:r>
          </a:p>
          <a:p>
            <a:pPr marL="573088" indent="-285750">
              <a:spcBef>
                <a:spcPts val="300"/>
              </a:spcBef>
              <a:spcAft>
                <a:spcPts val="300"/>
              </a:spcAft>
              <a:buFont typeface="Arial" panose="020B0604020202020204" pitchFamily="34" charset="0"/>
              <a:buChar char="•"/>
            </a:pPr>
            <a:r>
              <a:rPr lang="en-US" sz="1400" dirty="0"/>
              <a:t>Financing Report: overview of financial instruments for efficiency (funds, grants, ESCO models).</a:t>
            </a:r>
          </a:p>
          <a:p>
            <a:pPr marL="573088" indent="-285750">
              <a:spcBef>
                <a:spcPts val="300"/>
              </a:spcBef>
              <a:spcAft>
                <a:spcPts val="300"/>
              </a:spcAft>
              <a:buFont typeface="Arial" panose="020B0604020202020204" pitchFamily="34" charset="0"/>
              <a:buChar char="•"/>
            </a:pPr>
            <a:r>
              <a:rPr lang="en-US" sz="1400" dirty="0"/>
              <a:t>Additional EE Report: supplementary report on new programs, instruments, and advanced energy efficiency technologies.</a:t>
            </a:r>
            <a:r>
              <a:rPr lang="bs-Latn-BA" sz="1400" dirty="0"/>
              <a:t> potrošnje energije u skladu s Direktivom (EU) 2023/1791.</a:t>
            </a:r>
          </a:p>
        </p:txBody>
      </p:sp>
      <p:sp>
        <p:nvSpPr>
          <p:cNvPr id="8" name="TextBox 7">
            <a:extLst>
              <a:ext uri="{FF2B5EF4-FFF2-40B4-BE49-F238E27FC236}">
                <a16:creationId xmlns:a16="http://schemas.microsoft.com/office/drawing/2014/main" id="{DAFBCD46-B198-0FA1-E70E-3A8B0EA93322}"/>
              </a:ext>
            </a:extLst>
          </p:cNvPr>
          <p:cNvSpPr txBox="1"/>
          <p:nvPr/>
        </p:nvSpPr>
        <p:spPr>
          <a:xfrm>
            <a:off x="216757" y="166929"/>
            <a:ext cx="2499549" cy="1184940"/>
          </a:xfrm>
          <a:prstGeom prst="rect">
            <a:avLst/>
          </a:prstGeom>
          <a:solidFill>
            <a:schemeClr val="bg1"/>
          </a:solidFill>
        </p:spPr>
        <p:txBody>
          <a:bodyPr wrap="square">
            <a:spAutoFit/>
          </a:bodyPr>
          <a:lstStyle/>
          <a:p>
            <a:pPr lvl="0">
              <a:spcBef>
                <a:spcPct val="0"/>
              </a:spcBef>
              <a:defRPr/>
            </a:pPr>
            <a:r>
              <a:rPr lang="en-US" sz="2400" dirty="0"/>
              <a:t>Energy Efficiency</a:t>
            </a:r>
            <a:endParaRPr lang="bs-Latn-BA" sz="2400" dirty="0"/>
          </a:p>
          <a:p>
            <a:pPr lvl="0">
              <a:spcBef>
                <a:spcPct val="0"/>
              </a:spcBef>
              <a:defRPr/>
            </a:pP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12" name="Picture 11">
            <a:extLst>
              <a:ext uri="{FF2B5EF4-FFF2-40B4-BE49-F238E27FC236}">
                <a16:creationId xmlns:a16="http://schemas.microsoft.com/office/drawing/2014/main" id="{3AC051F6-9446-4D6A-5B44-D08A3C3BCF55}"/>
              </a:ext>
            </a:extLst>
          </p:cNvPr>
          <p:cNvPicPr>
            <a:picLocks noChangeAspect="1"/>
          </p:cNvPicPr>
          <p:nvPr/>
        </p:nvPicPr>
        <p:blipFill>
          <a:blip r:embed="rId4"/>
          <a:stretch>
            <a:fillRect/>
          </a:stretch>
        </p:blipFill>
        <p:spPr>
          <a:xfrm>
            <a:off x="382414" y="1726471"/>
            <a:ext cx="2423132" cy="3807778"/>
          </a:xfrm>
          <a:prstGeom prst="rect">
            <a:avLst/>
          </a:prstGeom>
        </p:spPr>
      </p:pic>
    </p:spTree>
    <p:extLst>
      <p:ext uri="{BB962C8B-B14F-4D97-AF65-F5344CB8AC3E}">
        <p14:creationId xmlns:p14="http://schemas.microsoft.com/office/powerpoint/2010/main" val="1577232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89221-F27F-785C-C958-366B5B52D76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8191D9A-4639-83BC-9549-0A7A4BB23C65}"/>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FBADFA3A-981C-9333-08B6-E721E8E39D6F}"/>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2561114C-24B7-5063-B4BA-E290332CCAE0}"/>
              </a:ext>
            </a:extLst>
          </p:cNvPr>
          <p:cNvSpPr txBox="1"/>
          <p:nvPr/>
        </p:nvSpPr>
        <p:spPr>
          <a:xfrm>
            <a:off x="216757" y="166929"/>
            <a:ext cx="2499549" cy="1184940"/>
          </a:xfrm>
          <a:prstGeom prst="rect">
            <a:avLst/>
          </a:prstGeom>
          <a:solidFill>
            <a:schemeClr val="bg1"/>
          </a:solidFill>
        </p:spPr>
        <p:txBody>
          <a:bodyPr wrap="square">
            <a:spAutoFit/>
          </a:bodyPr>
          <a:lstStyle/>
          <a:p>
            <a:pPr lvl="0">
              <a:spcBef>
                <a:spcPct val="0"/>
              </a:spcBef>
              <a:defRPr/>
            </a:pPr>
            <a:r>
              <a:rPr lang="en-US" sz="2400" dirty="0"/>
              <a:t>Energy Security</a:t>
            </a:r>
          </a:p>
          <a:p>
            <a:pPr lvl="0">
              <a:spcBef>
                <a:spcPct val="0"/>
              </a:spcBef>
              <a:defRPr/>
            </a:pPr>
            <a:endParaRPr lang="bs-Latn-BA" sz="2400" dirty="0"/>
          </a:p>
          <a:p>
            <a:pPr lvl="0">
              <a:spcBef>
                <a:spcPct val="0"/>
              </a:spcBef>
              <a:defRPr/>
            </a:pP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07529832-6C16-6AA2-459B-015BBBC18567}"/>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0CF2E2DA-8CE4-3DF8-720F-08AB4EF6347E}"/>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74650BE2-9187-A74D-8379-6D985FEDFCFE}"/>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F06E7321-2814-839E-71C4-347C64615F46}"/>
              </a:ext>
            </a:extLst>
          </p:cNvPr>
          <p:cNvSpPr txBox="1"/>
          <p:nvPr/>
        </p:nvSpPr>
        <p:spPr>
          <a:xfrm>
            <a:off x="3648634" y="382377"/>
            <a:ext cx="7781366" cy="5455340"/>
          </a:xfrm>
          <a:prstGeom prst="rect">
            <a:avLst/>
          </a:prstGeom>
          <a:noFill/>
        </p:spPr>
        <p:txBody>
          <a:bodyPr wrap="square">
            <a:spAutoFit/>
          </a:bodyPr>
          <a:lstStyle/>
          <a:p>
            <a:r>
              <a:rPr lang="en-US" sz="1600" b="1" dirty="0"/>
              <a:t>Objective</a:t>
            </a:r>
            <a:r>
              <a:rPr lang="bs-Latn-BA" sz="1600" b="1" dirty="0"/>
              <a:t>:</a:t>
            </a:r>
            <a:br>
              <a:rPr lang="bs-Latn-BA" sz="1600" dirty="0"/>
            </a:br>
            <a:endParaRPr lang="bs-Latn-BA" sz="1600" dirty="0"/>
          </a:p>
          <a:p>
            <a:r>
              <a:rPr lang="en-US" sz="1400" dirty="0"/>
              <a:t>Ensure stable, diversified, and reliable energy supply in Bosnia and Herzegovina by reducing import dependency, strengthening domestic capacities, and enhancing the resilience of the energy system.</a:t>
            </a:r>
          </a:p>
          <a:p>
            <a:endParaRPr lang="bs-Latn-BA" sz="1600" b="1" dirty="0"/>
          </a:p>
          <a:p>
            <a:r>
              <a:rPr lang="en-US" sz="1600" b="1" dirty="0"/>
              <a:t>Policies and Measures</a:t>
            </a:r>
            <a:r>
              <a:rPr lang="bs-Latn-BA" sz="1600" b="1" dirty="0"/>
              <a:t>:</a:t>
            </a:r>
            <a:endParaRPr lang="bs-Latn-BA" sz="1600" dirty="0"/>
          </a:p>
          <a:p>
            <a:endParaRPr lang="bs-Latn-BA" sz="1400" b="1" dirty="0"/>
          </a:p>
          <a:p>
            <a:pPr marL="285750" indent="-285750">
              <a:spcBef>
                <a:spcPts val="300"/>
              </a:spcBef>
              <a:spcAft>
                <a:spcPts val="300"/>
              </a:spcAft>
              <a:buFont typeface="Arial" panose="020B0604020202020204" pitchFamily="34" charset="0"/>
              <a:buChar char="•"/>
            </a:pPr>
            <a:r>
              <a:rPr lang="en-US" sz="1400" dirty="0"/>
              <a:t>Strengthening diversification of energy sources and supply, including the development of domestic capacities and cross-border interconnections (electricity, gas, renewables).</a:t>
            </a:r>
          </a:p>
          <a:p>
            <a:pPr marL="285750" indent="-285750">
              <a:spcBef>
                <a:spcPts val="300"/>
              </a:spcBef>
              <a:spcAft>
                <a:spcPts val="300"/>
              </a:spcAft>
              <a:buFont typeface="Arial" panose="020B0604020202020204" pitchFamily="34" charset="0"/>
              <a:buChar char="•"/>
            </a:pPr>
            <a:r>
              <a:rPr lang="en-US" sz="1400" dirty="0"/>
              <a:t>Reducing dependence on energy imports from third countries through increased domestic production, rationalization of consumption, and strengthening of regional system resilience.</a:t>
            </a:r>
          </a:p>
          <a:p>
            <a:pPr marL="285750" indent="-285750">
              <a:spcBef>
                <a:spcPts val="300"/>
              </a:spcBef>
              <a:spcAft>
                <a:spcPts val="300"/>
              </a:spcAft>
              <a:buFont typeface="Arial" panose="020B0604020202020204" pitchFamily="34" charset="0"/>
              <a:buChar char="•"/>
            </a:pPr>
            <a:r>
              <a:rPr lang="en-US" sz="1400" dirty="0"/>
              <a:t>Enhancing the flexibility of the energy system, particularly through the use of domestic resources, demand management, and the development of energy storage capacities.</a:t>
            </a:r>
          </a:p>
          <a:p>
            <a:pPr marL="285750" indent="-285750">
              <a:spcBef>
                <a:spcPts val="300"/>
              </a:spcBef>
              <a:spcAft>
                <a:spcPts val="300"/>
              </a:spcAft>
              <a:buFont typeface="Arial" panose="020B0604020202020204" pitchFamily="34" charset="0"/>
              <a:buChar char="•"/>
            </a:pPr>
            <a:r>
              <a:rPr lang="en-US" sz="1400" dirty="0"/>
              <a:t>Enabling the application of new technologies and management tools for rapid response to supply disruptions and system balancing.</a:t>
            </a:r>
          </a:p>
          <a:p>
            <a:pPr marL="285750" indent="-285750">
              <a:spcBef>
                <a:spcPts val="300"/>
              </a:spcBef>
              <a:spcAft>
                <a:spcPts val="300"/>
              </a:spcAft>
              <a:buFont typeface="Arial" panose="020B0604020202020204" pitchFamily="34" charset="0"/>
              <a:buChar char="•"/>
            </a:pPr>
            <a:r>
              <a:rPr lang="en-US" sz="1400" dirty="0"/>
              <a:t>Protection against cyberattacks through the development of institutional and technical measures to ensure the security of critical energy infrastructure.</a:t>
            </a:r>
          </a:p>
          <a:p>
            <a:pPr marL="285750" indent="-285750">
              <a:spcBef>
                <a:spcPts val="300"/>
              </a:spcBef>
              <a:spcAft>
                <a:spcPts val="300"/>
              </a:spcAft>
              <a:buFont typeface="Arial" panose="020B0604020202020204" pitchFamily="34" charset="0"/>
              <a:buChar char="•"/>
            </a:pPr>
            <a:r>
              <a:rPr lang="en-US" sz="1400" dirty="0"/>
              <a:t>Development and modernization of the electricity distribution network to increase reliability, resilience, and integration of renewable energy sources.</a:t>
            </a:r>
          </a:p>
          <a:p>
            <a:pPr marL="285750" indent="-285750">
              <a:spcBef>
                <a:spcPts val="300"/>
              </a:spcBef>
              <a:spcAft>
                <a:spcPts val="300"/>
              </a:spcAft>
              <a:buFont typeface="Arial" panose="020B0604020202020204" pitchFamily="34" charset="0"/>
              <a:buChar char="•"/>
            </a:pPr>
            <a:r>
              <a:rPr lang="en-US" sz="1400" dirty="0"/>
              <a:t>Strengthening mechanisms for crisis planning and emergency response, including fuel reserves, contingency plans, and security protocols.</a:t>
            </a:r>
            <a:endParaRPr lang="bs-Latn-BA" sz="1400" dirty="0"/>
          </a:p>
        </p:txBody>
      </p:sp>
      <p:sp>
        <p:nvSpPr>
          <p:cNvPr id="10" name="Rectangle 9">
            <a:extLst>
              <a:ext uri="{FF2B5EF4-FFF2-40B4-BE49-F238E27FC236}">
                <a16:creationId xmlns:a16="http://schemas.microsoft.com/office/drawing/2014/main" id="{279F2CC4-10D4-D2EC-D1C2-FC30879F683F}"/>
              </a:ext>
            </a:extLst>
          </p:cNvPr>
          <p:cNvSpPr/>
          <p:nvPr/>
        </p:nvSpPr>
        <p:spPr>
          <a:xfrm>
            <a:off x="98612" y="4159624"/>
            <a:ext cx="2895600" cy="1520109"/>
          </a:xfrm>
          <a:prstGeom prst="rect">
            <a:avLst/>
          </a:prstGeom>
          <a:solidFill>
            <a:srgbClr val="FFFFFF">
              <a:alpha val="69804"/>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accent1"/>
              </a:solidFill>
            </a:endParaRPr>
          </a:p>
        </p:txBody>
      </p:sp>
      <p:pic>
        <p:nvPicPr>
          <p:cNvPr id="9" name="Picture 8">
            <a:extLst>
              <a:ext uri="{FF2B5EF4-FFF2-40B4-BE49-F238E27FC236}">
                <a16:creationId xmlns:a16="http://schemas.microsoft.com/office/drawing/2014/main" id="{A329A7EA-C8E5-D066-45C2-F0D16D80F164}"/>
              </a:ext>
            </a:extLst>
          </p:cNvPr>
          <p:cNvPicPr>
            <a:picLocks noChangeAspect="1"/>
          </p:cNvPicPr>
          <p:nvPr/>
        </p:nvPicPr>
        <p:blipFill>
          <a:blip r:embed="rId4"/>
          <a:stretch>
            <a:fillRect/>
          </a:stretch>
        </p:blipFill>
        <p:spPr>
          <a:xfrm>
            <a:off x="255620" y="1477913"/>
            <a:ext cx="2581583" cy="4053635"/>
          </a:xfrm>
          <a:prstGeom prst="rect">
            <a:avLst/>
          </a:prstGeom>
        </p:spPr>
      </p:pic>
    </p:spTree>
    <p:extLst>
      <p:ext uri="{BB962C8B-B14F-4D97-AF65-F5344CB8AC3E}">
        <p14:creationId xmlns:p14="http://schemas.microsoft.com/office/powerpoint/2010/main" val="322676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AD39A-0888-36D2-3755-8DFEA05726C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E9D03CE-3D60-536F-8099-9D88408D78A9}"/>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101BECF8-21E3-FB55-D5E2-ABF65CB62A0D}"/>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CCE08C8A-20EA-11B7-9050-3261B69EAB49}"/>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662CF33E-2B66-FD6A-53D9-A0BF82010772}"/>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C4794AD1-F69E-EB23-BF1A-EA21BFF0B06A}"/>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928FD824-EC97-7618-A6DA-7D792276B971}"/>
              </a:ext>
            </a:extLst>
          </p:cNvPr>
          <p:cNvSpPr txBox="1"/>
          <p:nvPr/>
        </p:nvSpPr>
        <p:spPr>
          <a:xfrm>
            <a:off x="3648634" y="382377"/>
            <a:ext cx="7781366" cy="2877711"/>
          </a:xfrm>
          <a:prstGeom prst="rect">
            <a:avLst/>
          </a:prstGeom>
          <a:noFill/>
        </p:spPr>
        <p:txBody>
          <a:bodyPr wrap="square">
            <a:spAutoFit/>
          </a:bodyPr>
          <a:lstStyle/>
          <a:p>
            <a:pPr>
              <a:spcBef>
                <a:spcPts val="300"/>
              </a:spcBef>
              <a:spcAft>
                <a:spcPts val="300"/>
              </a:spcAft>
            </a:pPr>
            <a:r>
              <a:rPr lang="en-US" sz="1600" b="1" dirty="0"/>
              <a:t>Reporting</a:t>
            </a:r>
            <a:r>
              <a:rPr lang="bs-Latn-BA" sz="1600" b="1" dirty="0"/>
              <a:t>:</a:t>
            </a:r>
          </a:p>
          <a:p>
            <a:pPr>
              <a:spcBef>
                <a:spcPts val="300"/>
              </a:spcBef>
              <a:spcAft>
                <a:spcPts val="300"/>
              </a:spcAft>
            </a:pPr>
            <a:endParaRPr lang="bs-Latn-BA" sz="1400" b="1" dirty="0"/>
          </a:p>
          <a:p>
            <a:pPr marL="573088" indent="-285750">
              <a:spcBef>
                <a:spcPts val="300"/>
              </a:spcBef>
              <a:spcAft>
                <a:spcPts val="300"/>
              </a:spcAft>
              <a:buFont typeface="Arial" panose="020B0604020202020204" pitchFamily="34" charset="0"/>
              <a:buChar char="•"/>
            </a:pPr>
            <a:r>
              <a:rPr lang="en-US" sz="1400" b="1" dirty="0"/>
              <a:t>Energy Security Report: </a:t>
            </a:r>
            <a:r>
              <a:rPr lang="en-US" sz="1400" dirty="0"/>
              <a:t>report on the security of supply, capacities, and resilience in accordance with Article 14 of Directive (EU) 2019/944.</a:t>
            </a:r>
          </a:p>
          <a:p>
            <a:pPr marL="573088" indent="-285750">
              <a:spcBef>
                <a:spcPts val="300"/>
              </a:spcBef>
              <a:spcAft>
                <a:spcPts val="300"/>
              </a:spcAft>
              <a:buFont typeface="Arial" panose="020B0604020202020204" pitchFamily="34" charset="0"/>
              <a:buChar char="•"/>
            </a:pPr>
            <a:r>
              <a:rPr lang="en-US" sz="1400" b="1" dirty="0" err="1"/>
              <a:t>PaMs</a:t>
            </a:r>
            <a:r>
              <a:rPr lang="en-US" sz="1400" b="1" dirty="0"/>
              <a:t> Report: </a:t>
            </a:r>
            <a:r>
              <a:rPr lang="en-US" sz="1400" dirty="0"/>
              <a:t>description of measures contributing to supply security, storage, and system flexibility; report on the status and development of electricity and gas infrastructure, including interconnections and energy storage.</a:t>
            </a:r>
          </a:p>
          <a:p>
            <a:pPr marL="573088" indent="-285750">
              <a:spcBef>
                <a:spcPts val="300"/>
              </a:spcBef>
              <a:spcAft>
                <a:spcPts val="300"/>
              </a:spcAft>
              <a:buFont typeface="Arial" panose="020B0604020202020204" pitchFamily="34" charset="0"/>
              <a:buChar char="•"/>
            </a:pPr>
            <a:r>
              <a:rPr lang="en-US" sz="1400" b="1" dirty="0"/>
              <a:t>Progress Report: </a:t>
            </a:r>
            <a:r>
              <a:rPr lang="en-US" sz="1400" dirty="0"/>
              <a:t>analysis of the impact of energy security measures on system stability and sustainability.</a:t>
            </a:r>
          </a:p>
          <a:p>
            <a:pPr marL="573088" indent="-285750">
              <a:spcBef>
                <a:spcPts val="300"/>
              </a:spcBef>
              <a:spcAft>
                <a:spcPts val="300"/>
              </a:spcAft>
              <a:buFont typeface="Arial" panose="020B0604020202020204" pitchFamily="34" charset="0"/>
              <a:buChar char="•"/>
            </a:pPr>
            <a:r>
              <a:rPr lang="en-US" sz="1400" b="1" dirty="0"/>
              <a:t>Regional Cooperation Report: </a:t>
            </a:r>
            <a:r>
              <a:rPr lang="en-US" sz="1400" dirty="0"/>
              <a:t>report on cross-border cooperation and joint security mechanisms.</a:t>
            </a:r>
            <a:endParaRPr lang="bs-Latn-BA" sz="1400" dirty="0"/>
          </a:p>
        </p:txBody>
      </p:sp>
      <p:sp>
        <p:nvSpPr>
          <p:cNvPr id="8" name="TextBox 7">
            <a:extLst>
              <a:ext uri="{FF2B5EF4-FFF2-40B4-BE49-F238E27FC236}">
                <a16:creationId xmlns:a16="http://schemas.microsoft.com/office/drawing/2014/main" id="{46C358BC-9202-2ACE-B715-787CF98BB566}"/>
              </a:ext>
            </a:extLst>
          </p:cNvPr>
          <p:cNvSpPr txBox="1"/>
          <p:nvPr/>
        </p:nvSpPr>
        <p:spPr>
          <a:xfrm>
            <a:off x="216757" y="166929"/>
            <a:ext cx="2499549" cy="1184940"/>
          </a:xfrm>
          <a:prstGeom prst="rect">
            <a:avLst/>
          </a:prstGeom>
          <a:solidFill>
            <a:schemeClr val="bg1"/>
          </a:solidFill>
        </p:spPr>
        <p:txBody>
          <a:bodyPr wrap="square">
            <a:spAutoFit/>
          </a:bodyPr>
          <a:lstStyle/>
          <a:p>
            <a:pPr lvl="0">
              <a:spcBef>
                <a:spcPct val="0"/>
              </a:spcBef>
              <a:defRPr/>
            </a:pPr>
            <a:r>
              <a:rPr lang="en-US" sz="2400" dirty="0"/>
              <a:t>Energy Security</a:t>
            </a:r>
          </a:p>
          <a:p>
            <a:pPr lvl="0">
              <a:spcBef>
                <a:spcPct val="0"/>
              </a:spcBef>
              <a:defRPr/>
            </a:pPr>
            <a:endParaRPr lang="bs-Latn-BA" sz="2400" dirty="0"/>
          </a:p>
          <a:p>
            <a:pPr lvl="0">
              <a:spcBef>
                <a:spcPct val="0"/>
              </a:spcBef>
              <a:defRPr/>
            </a:pP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9" name="Picture 8">
            <a:extLst>
              <a:ext uri="{FF2B5EF4-FFF2-40B4-BE49-F238E27FC236}">
                <a16:creationId xmlns:a16="http://schemas.microsoft.com/office/drawing/2014/main" id="{705267CB-AA10-3239-28F8-0D461B10180E}"/>
              </a:ext>
            </a:extLst>
          </p:cNvPr>
          <p:cNvPicPr>
            <a:picLocks noChangeAspect="1"/>
          </p:cNvPicPr>
          <p:nvPr/>
        </p:nvPicPr>
        <p:blipFill>
          <a:blip r:embed="rId4"/>
          <a:stretch>
            <a:fillRect/>
          </a:stretch>
        </p:blipFill>
        <p:spPr>
          <a:xfrm>
            <a:off x="255620" y="1477913"/>
            <a:ext cx="2581583" cy="4053635"/>
          </a:xfrm>
          <a:prstGeom prst="rect">
            <a:avLst/>
          </a:prstGeom>
        </p:spPr>
      </p:pic>
    </p:spTree>
    <p:extLst>
      <p:ext uri="{BB962C8B-B14F-4D97-AF65-F5344CB8AC3E}">
        <p14:creationId xmlns:p14="http://schemas.microsoft.com/office/powerpoint/2010/main" val="1978573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B8A3B-2EE8-0D67-EA04-8EC29D80DD85}"/>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CBC816C-D3DC-EBCD-5146-EF5E7DEAFD2C}"/>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950C0C7B-CFFE-2016-6355-C754C1F6800E}"/>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7863A881-3887-D400-ABB3-BBC8255BC72A}"/>
              </a:ext>
            </a:extLst>
          </p:cNvPr>
          <p:cNvSpPr txBox="1"/>
          <p:nvPr/>
        </p:nvSpPr>
        <p:spPr>
          <a:xfrm>
            <a:off x="216757" y="166929"/>
            <a:ext cx="2499549" cy="1184940"/>
          </a:xfrm>
          <a:prstGeom prst="rect">
            <a:avLst/>
          </a:prstGeom>
          <a:solidFill>
            <a:schemeClr val="bg1"/>
          </a:solidFill>
        </p:spPr>
        <p:txBody>
          <a:bodyPr wrap="square">
            <a:spAutoFit/>
          </a:bodyPr>
          <a:lstStyle/>
          <a:p>
            <a:pPr lvl="0">
              <a:spcBef>
                <a:spcPct val="0"/>
              </a:spcBef>
              <a:defRPr/>
            </a:pPr>
            <a:r>
              <a:rPr lang="en-US" sz="2400" dirty="0"/>
              <a:t>Internal Energy Market</a:t>
            </a:r>
          </a:p>
          <a:p>
            <a:pPr lvl="0">
              <a:spcBef>
                <a:spcPct val="0"/>
              </a:spcBef>
              <a:defRPr/>
            </a:pP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8CBCBE4D-28C5-B3E5-11C2-7B884C44B193}"/>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43CC8912-E395-C683-7EFD-8EFE14893C39}"/>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41618079-0071-7FBD-3D22-8EB960F47E84}"/>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8D9FDA34-9FED-FE1A-BC5F-6C5CF533FC66}"/>
              </a:ext>
            </a:extLst>
          </p:cNvPr>
          <p:cNvSpPr txBox="1"/>
          <p:nvPr/>
        </p:nvSpPr>
        <p:spPr>
          <a:xfrm>
            <a:off x="3648634" y="382377"/>
            <a:ext cx="7781366" cy="4362733"/>
          </a:xfrm>
          <a:prstGeom prst="rect">
            <a:avLst/>
          </a:prstGeom>
          <a:noFill/>
        </p:spPr>
        <p:txBody>
          <a:bodyPr wrap="square">
            <a:spAutoFit/>
          </a:bodyPr>
          <a:lstStyle/>
          <a:p>
            <a:r>
              <a:rPr lang="en-US" sz="1600" b="1" dirty="0"/>
              <a:t>Objective</a:t>
            </a:r>
            <a:r>
              <a:rPr lang="bs-Latn-BA" sz="1600" b="1" dirty="0"/>
              <a:t>:</a:t>
            </a:r>
            <a:br>
              <a:rPr lang="bs-Latn-BA" sz="1600" dirty="0"/>
            </a:br>
            <a:endParaRPr lang="bs-Latn-BA" sz="1600" dirty="0"/>
          </a:p>
          <a:p>
            <a:r>
              <a:rPr lang="en-US" sz="1400" dirty="0"/>
              <a:t>Ensure the establishment of a functional, competitive, and integrated internal energy market that enables effective decarbonization and energy transition.</a:t>
            </a:r>
          </a:p>
          <a:p>
            <a:endParaRPr lang="bs-Latn-BA" sz="1600" b="1" dirty="0"/>
          </a:p>
          <a:p>
            <a:r>
              <a:rPr lang="en-US" sz="1600" b="1" dirty="0"/>
              <a:t>Policies and Measures</a:t>
            </a:r>
            <a:r>
              <a:rPr lang="bs-Latn-BA" sz="1600" b="1" dirty="0"/>
              <a:t>:</a:t>
            </a:r>
            <a:endParaRPr lang="bs-Latn-BA" sz="1600" dirty="0"/>
          </a:p>
          <a:p>
            <a:endParaRPr lang="bs-Latn-BA" sz="1400" b="1" dirty="0"/>
          </a:p>
          <a:p>
            <a:pPr marL="285750" indent="-285750">
              <a:spcBef>
                <a:spcPts val="300"/>
              </a:spcBef>
              <a:spcAft>
                <a:spcPts val="300"/>
              </a:spcAft>
              <a:buFont typeface="Arial" panose="020B0604020202020204" pitchFamily="34" charset="0"/>
              <a:buChar char="•"/>
            </a:pPr>
            <a:r>
              <a:rPr lang="en-US" sz="1400" dirty="0"/>
              <a:t>Achieve the required level of electricity interconnection – enhance the interconnections of power systems with neighboring countries to increase stability and regional integration.</a:t>
            </a:r>
          </a:p>
          <a:p>
            <a:pPr marL="285750" indent="-285750">
              <a:spcBef>
                <a:spcPts val="300"/>
              </a:spcBef>
              <a:spcAft>
                <a:spcPts val="300"/>
              </a:spcAft>
              <a:buFont typeface="Arial" panose="020B0604020202020204" pitchFamily="34" charset="0"/>
              <a:buChar char="•"/>
            </a:pPr>
            <a:r>
              <a:rPr lang="en-US" sz="1400" dirty="0"/>
              <a:t>Ensure adequate energy transport infrastructure – modernize and expand transmission and distribution networks to support market development and integration of renewable energy sources.</a:t>
            </a:r>
          </a:p>
          <a:p>
            <a:pPr marL="285750" indent="-285750">
              <a:spcBef>
                <a:spcPts val="300"/>
              </a:spcBef>
              <a:spcAft>
                <a:spcPts val="300"/>
              </a:spcAft>
              <a:buFont typeface="Arial" panose="020B0604020202020204" pitchFamily="34" charset="0"/>
              <a:buChar char="•"/>
            </a:pPr>
            <a:r>
              <a:rPr lang="en-US" sz="1400" dirty="0"/>
              <a:t>Market integration – align legislation and market rules with EU Directive (EU) 2019/944 on common rules for the internal electricity market and Regulation (EU) 2019/943 on the functioning of the internal electricity market.</a:t>
            </a:r>
          </a:p>
          <a:p>
            <a:pPr marL="285750" indent="-285750">
              <a:spcBef>
                <a:spcPts val="300"/>
              </a:spcBef>
              <a:spcAft>
                <a:spcPts val="300"/>
              </a:spcAft>
              <a:buFont typeface="Arial" panose="020B0604020202020204" pitchFamily="34" charset="0"/>
              <a:buChar char="•"/>
            </a:pPr>
            <a:r>
              <a:rPr lang="en-US" sz="1400" dirty="0"/>
              <a:t>Ensure adequate treatment of energy poverty (protection of vulnerable consumers) – establish social protection mechanisms and subsidy programs within market reforms, in line with Directive (EU) 2023/1791 on energy efficiency.</a:t>
            </a:r>
            <a:endParaRPr lang="bs-Latn-BA" sz="1400" dirty="0"/>
          </a:p>
        </p:txBody>
      </p:sp>
      <p:pic>
        <p:nvPicPr>
          <p:cNvPr id="9" name="Picture 8">
            <a:extLst>
              <a:ext uri="{FF2B5EF4-FFF2-40B4-BE49-F238E27FC236}">
                <a16:creationId xmlns:a16="http://schemas.microsoft.com/office/drawing/2014/main" id="{FCDAFBEE-EBD1-3869-E7CF-1335FB4EEC53}"/>
              </a:ext>
            </a:extLst>
          </p:cNvPr>
          <p:cNvPicPr>
            <a:picLocks noChangeAspect="1"/>
          </p:cNvPicPr>
          <p:nvPr/>
        </p:nvPicPr>
        <p:blipFill>
          <a:blip r:embed="rId4"/>
          <a:stretch>
            <a:fillRect/>
          </a:stretch>
        </p:blipFill>
        <p:spPr>
          <a:xfrm>
            <a:off x="216757" y="1459591"/>
            <a:ext cx="2691141" cy="4247048"/>
          </a:xfrm>
          <a:prstGeom prst="rect">
            <a:avLst/>
          </a:prstGeom>
        </p:spPr>
      </p:pic>
    </p:spTree>
    <p:extLst>
      <p:ext uri="{BB962C8B-B14F-4D97-AF65-F5344CB8AC3E}">
        <p14:creationId xmlns:p14="http://schemas.microsoft.com/office/powerpoint/2010/main" val="1645374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13BA9-A4C1-5944-0ABD-5B11137296A4}"/>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D4C538B-0608-371D-D102-C110FA0C6188}"/>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EF98B6A1-282B-65F4-F2FB-DEC94E53295E}"/>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FFB6018D-AC4C-D778-C78D-B8DDE0EEFF55}"/>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B3BBE905-9998-7F00-FBA8-3D98AD726C40}"/>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C0C6E859-695E-E275-29C4-6CF04828484A}"/>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AB1C66E5-4036-D5A3-B3FC-047634485751}"/>
              </a:ext>
            </a:extLst>
          </p:cNvPr>
          <p:cNvSpPr txBox="1"/>
          <p:nvPr/>
        </p:nvSpPr>
        <p:spPr>
          <a:xfrm>
            <a:off x="3648634" y="382377"/>
            <a:ext cx="7781366" cy="1938992"/>
          </a:xfrm>
          <a:prstGeom prst="rect">
            <a:avLst/>
          </a:prstGeom>
          <a:noFill/>
        </p:spPr>
        <p:txBody>
          <a:bodyPr wrap="square">
            <a:spAutoFit/>
          </a:bodyPr>
          <a:lstStyle/>
          <a:p>
            <a:pPr>
              <a:spcBef>
                <a:spcPts val="300"/>
              </a:spcBef>
              <a:spcAft>
                <a:spcPts val="300"/>
              </a:spcAft>
            </a:pPr>
            <a:r>
              <a:rPr lang="en-US" sz="1600" b="1" dirty="0"/>
              <a:t>Reporting</a:t>
            </a:r>
            <a:r>
              <a:rPr lang="bs-Latn-BA" sz="1600" b="1" dirty="0"/>
              <a:t>:</a:t>
            </a:r>
          </a:p>
          <a:p>
            <a:pPr>
              <a:spcBef>
                <a:spcPts val="300"/>
              </a:spcBef>
              <a:spcAft>
                <a:spcPts val="300"/>
              </a:spcAft>
            </a:pPr>
            <a:endParaRPr lang="bs-Latn-BA" sz="1400" b="1" dirty="0"/>
          </a:p>
          <a:p>
            <a:pPr marL="573088" indent="-285750">
              <a:spcBef>
                <a:spcPts val="300"/>
              </a:spcBef>
              <a:spcAft>
                <a:spcPts val="300"/>
              </a:spcAft>
              <a:buFont typeface="Arial" panose="020B0604020202020204" pitchFamily="34" charset="0"/>
              <a:buChar char="•"/>
            </a:pPr>
            <a:r>
              <a:rPr lang="en-US" sz="1400" b="1" dirty="0"/>
              <a:t>Report on the Internal Energy Market </a:t>
            </a:r>
            <a:r>
              <a:rPr lang="en-US" sz="1400" dirty="0"/>
              <a:t>– progress in market liberalization, regulatory alignment, and strengthening of competition.</a:t>
            </a:r>
          </a:p>
          <a:p>
            <a:pPr marL="573088" indent="-285750">
              <a:spcBef>
                <a:spcPts val="300"/>
              </a:spcBef>
              <a:spcAft>
                <a:spcPts val="300"/>
              </a:spcAft>
              <a:buFont typeface="Arial" panose="020B0604020202020204" pitchFamily="34" charset="0"/>
              <a:buChar char="•"/>
            </a:pPr>
            <a:r>
              <a:rPr lang="en-US" sz="1400" b="1" dirty="0"/>
              <a:t>Energy Security Report </a:t>
            </a:r>
            <a:r>
              <a:rPr lang="en-US" sz="1400" dirty="0"/>
              <a:t>– status of interconnections, investments, and supply security.</a:t>
            </a:r>
          </a:p>
          <a:p>
            <a:pPr marL="573088" indent="-285750">
              <a:spcBef>
                <a:spcPts val="300"/>
              </a:spcBef>
              <a:spcAft>
                <a:spcPts val="300"/>
              </a:spcAft>
              <a:buFont typeface="Arial" panose="020B0604020202020204" pitchFamily="34" charset="0"/>
              <a:buChar char="•"/>
            </a:pPr>
            <a:r>
              <a:rPr lang="en-US" sz="1400" b="1" dirty="0"/>
              <a:t>Report on Energy Poverty and Just Transition </a:t>
            </a:r>
            <a:r>
              <a:rPr lang="en-US" sz="1400" dirty="0"/>
              <a:t>– identification of vulnerable consumers and protection measures in the context of market changes.</a:t>
            </a:r>
            <a:endParaRPr lang="bs-Latn-BA" sz="1400" dirty="0"/>
          </a:p>
        </p:txBody>
      </p:sp>
      <p:sp>
        <p:nvSpPr>
          <p:cNvPr id="8" name="TextBox 7">
            <a:extLst>
              <a:ext uri="{FF2B5EF4-FFF2-40B4-BE49-F238E27FC236}">
                <a16:creationId xmlns:a16="http://schemas.microsoft.com/office/drawing/2014/main" id="{FD23DB3D-2224-96ED-FB12-98CAE9056E64}"/>
              </a:ext>
            </a:extLst>
          </p:cNvPr>
          <p:cNvSpPr txBox="1"/>
          <p:nvPr/>
        </p:nvSpPr>
        <p:spPr>
          <a:xfrm>
            <a:off x="216757" y="166929"/>
            <a:ext cx="2499549" cy="1184940"/>
          </a:xfrm>
          <a:prstGeom prst="rect">
            <a:avLst/>
          </a:prstGeom>
          <a:solidFill>
            <a:schemeClr val="bg1"/>
          </a:solidFill>
        </p:spPr>
        <p:txBody>
          <a:bodyPr wrap="square">
            <a:spAutoFit/>
          </a:bodyPr>
          <a:lstStyle/>
          <a:p>
            <a:pPr lvl="0">
              <a:spcBef>
                <a:spcPct val="0"/>
              </a:spcBef>
              <a:defRPr/>
            </a:pPr>
            <a:r>
              <a:rPr lang="en-US" sz="2400" dirty="0"/>
              <a:t>Internal Energy Market</a:t>
            </a:r>
          </a:p>
          <a:p>
            <a:pPr lvl="0">
              <a:spcBef>
                <a:spcPct val="0"/>
              </a:spcBef>
              <a:defRPr/>
            </a:pP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9" name="Picture 8">
            <a:extLst>
              <a:ext uri="{FF2B5EF4-FFF2-40B4-BE49-F238E27FC236}">
                <a16:creationId xmlns:a16="http://schemas.microsoft.com/office/drawing/2014/main" id="{9480468E-85C2-E45D-6289-C6835ADE0073}"/>
              </a:ext>
            </a:extLst>
          </p:cNvPr>
          <p:cNvPicPr>
            <a:picLocks noChangeAspect="1"/>
          </p:cNvPicPr>
          <p:nvPr/>
        </p:nvPicPr>
        <p:blipFill>
          <a:blip r:embed="rId4"/>
          <a:stretch>
            <a:fillRect/>
          </a:stretch>
        </p:blipFill>
        <p:spPr>
          <a:xfrm>
            <a:off x="216757" y="1459591"/>
            <a:ext cx="2691141" cy="4247048"/>
          </a:xfrm>
          <a:prstGeom prst="rect">
            <a:avLst/>
          </a:prstGeom>
        </p:spPr>
      </p:pic>
    </p:spTree>
    <p:extLst>
      <p:ext uri="{BB962C8B-B14F-4D97-AF65-F5344CB8AC3E}">
        <p14:creationId xmlns:p14="http://schemas.microsoft.com/office/powerpoint/2010/main" val="2000174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86503-B470-7CC7-C233-9DF466CC5DA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2A744AB-4861-2313-D328-2F0AE67530ED}"/>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2FF2F014-B6B4-6B77-2993-4AF465E519A1}"/>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15BD9592-9C8F-16B7-3078-F60510CC3EDE}"/>
              </a:ext>
            </a:extLst>
          </p:cNvPr>
          <p:cNvSpPr txBox="1"/>
          <p:nvPr/>
        </p:nvSpPr>
        <p:spPr>
          <a:xfrm>
            <a:off x="216757" y="166929"/>
            <a:ext cx="2499549" cy="1200329"/>
          </a:xfrm>
          <a:prstGeom prst="rect">
            <a:avLst/>
          </a:prstGeom>
          <a:solidFill>
            <a:schemeClr val="bg1"/>
          </a:solidFill>
        </p:spPr>
        <p:txBody>
          <a:bodyPr wrap="square">
            <a:spAutoFit/>
          </a:bodyPr>
          <a:lstStyle/>
          <a:p>
            <a:pPr lvl="0">
              <a:spcBef>
                <a:spcPct val="0"/>
              </a:spcBef>
              <a:defRPr/>
            </a:pPr>
            <a:r>
              <a:rPr lang="en-US" sz="2400" dirty="0"/>
              <a:t>Research, Innovation, and Competitiveness</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E05CED5E-0691-D58E-F9C1-C0C3BEB4AC2A}"/>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F9B0B405-B629-7325-088F-C5C7ADDBC607}"/>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9598A78B-AA65-814C-85F6-93FF5C217530}"/>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86829033-5B24-2846-8EEB-DD92A65B7DF4}"/>
              </a:ext>
            </a:extLst>
          </p:cNvPr>
          <p:cNvSpPr txBox="1"/>
          <p:nvPr/>
        </p:nvSpPr>
        <p:spPr>
          <a:xfrm>
            <a:off x="3648634" y="382377"/>
            <a:ext cx="7781366" cy="5732338"/>
          </a:xfrm>
          <a:prstGeom prst="rect">
            <a:avLst/>
          </a:prstGeom>
          <a:noFill/>
        </p:spPr>
        <p:txBody>
          <a:bodyPr wrap="square">
            <a:spAutoFit/>
          </a:bodyPr>
          <a:lstStyle/>
          <a:p>
            <a:r>
              <a:rPr lang="en-US" sz="1600" b="1" dirty="0"/>
              <a:t>Objective</a:t>
            </a:r>
            <a:r>
              <a:rPr lang="bs-Latn-BA" sz="1600" b="1" dirty="0"/>
              <a:t>:</a:t>
            </a:r>
            <a:br>
              <a:rPr lang="bs-Latn-BA" sz="1600" dirty="0"/>
            </a:br>
            <a:endParaRPr lang="bs-Latn-BA" sz="1600" dirty="0"/>
          </a:p>
          <a:p>
            <a:r>
              <a:rPr lang="en-US" sz="1400" dirty="0"/>
              <a:t>Increase investment in research and development, strengthen innovation capacities and competitiveness of the energy sector through modernization, digitalization, and the development of new technologies for decarbonization.</a:t>
            </a:r>
          </a:p>
          <a:p>
            <a:endParaRPr lang="bs-Latn-BA" sz="1600" b="1" dirty="0"/>
          </a:p>
          <a:p>
            <a:r>
              <a:rPr lang="en-US" sz="1600" b="1" dirty="0"/>
              <a:t>Policies and Measures</a:t>
            </a:r>
            <a:r>
              <a:rPr lang="bs-Latn-BA" sz="1600" b="1" dirty="0"/>
              <a:t>:</a:t>
            </a:r>
            <a:endParaRPr lang="bs-Latn-BA" sz="1600" dirty="0"/>
          </a:p>
          <a:p>
            <a:endParaRPr lang="bs-Latn-BA" sz="1400" b="1" dirty="0"/>
          </a:p>
          <a:p>
            <a:pPr marL="285750" indent="-285750">
              <a:spcBef>
                <a:spcPts val="300"/>
              </a:spcBef>
              <a:spcAft>
                <a:spcPts val="300"/>
              </a:spcAft>
              <a:buFont typeface="Arial" panose="020B0604020202020204" pitchFamily="34" charset="0"/>
              <a:buChar char="•"/>
            </a:pPr>
            <a:r>
              <a:rPr lang="en-US" sz="1400" dirty="0"/>
              <a:t>Establishing a framework for effective implementation of research, innovation, and competitiveness in the context of the energy transition and NECP goals — development of national policies and strategies for innovation aligned with the EU Strategic Energy Technology Plan (SET-Plan).</a:t>
            </a:r>
          </a:p>
          <a:p>
            <a:pPr marL="285750" indent="-285750">
              <a:spcBef>
                <a:spcPts val="300"/>
              </a:spcBef>
              <a:spcAft>
                <a:spcPts val="300"/>
              </a:spcAft>
              <a:buFont typeface="Arial" panose="020B0604020202020204" pitchFamily="34" charset="0"/>
              <a:buChar char="•"/>
            </a:pPr>
            <a:r>
              <a:rPr lang="en-US" sz="1400" dirty="0"/>
              <a:t>Establishing new and strengthening existing scientific and R&amp;D capacities in the field of energy and climate — creation of centers of excellence, laboratories, and partnerships between academia and industry.</a:t>
            </a:r>
          </a:p>
          <a:p>
            <a:pPr marL="285750" indent="-285750">
              <a:spcBef>
                <a:spcPts val="300"/>
              </a:spcBef>
              <a:spcAft>
                <a:spcPts val="300"/>
              </a:spcAft>
              <a:buFont typeface="Arial" panose="020B0604020202020204" pitchFamily="34" charset="0"/>
              <a:buChar char="•"/>
            </a:pPr>
            <a:r>
              <a:rPr lang="en-US" sz="1400" dirty="0"/>
              <a:t>Enhancing competencies of scientific and professional staff for implementing the energy transition and NECP — training programs, knowledge exchange, and international cooperation (Horizon Europe, LIFE Program).</a:t>
            </a:r>
          </a:p>
          <a:p>
            <a:pPr marL="285750" indent="-285750">
              <a:spcBef>
                <a:spcPts val="300"/>
              </a:spcBef>
              <a:spcAft>
                <a:spcPts val="300"/>
              </a:spcAft>
              <a:buFont typeface="Arial" panose="020B0604020202020204" pitchFamily="34" charset="0"/>
              <a:buChar char="•"/>
            </a:pPr>
            <a:r>
              <a:rPr lang="en-US" sz="1400" dirty="0"/>
              <a:t>Increasing investment in research, development, and deployment of new technologies in energy and climate — introduction of financial instruments supporting innovative projects, pilot facilities, and start-ups.</a:t>
            </a:r>
          </a:p>
          <a:p>
            <a:pPr marL="285750" indent="-285750">
              <a:spcBef>
                <a:spcPts val="300"/>
              </a:spcBef>
              <a:spcAft>
                <a:spcPts val="300"/>
              </a:spcAft>
              <a:buFont typeface="Arial" panose="020B0604020202020204" pitchFamily="34" charset="0"/>
              <a:buChar char="•"/>
            </a:pPr>
            <a:r>
              <a:rPr lang="en-US" sz="1400" dirty="0"/>
              <a:t>Improving mechanisms for encouraging innovation and patents in the energy and climate sectors — development of intellectual property systems and fiscal incentives for innovations with green effects.</a:t>
            </a:r>
            <a:endParaRPr lang="bs-Latn-BA" sz="1400" dirty="0"/>
          </a:p>
        </p:txBody>
      </p:sp>
      <p:pic>
        <p:nvPicPr>
          <p:cNvPr id="9" name="Picture 8">
            <a:extLst>
              <a:ext uri="{FF2B5EF4-FFF2-40B4-BE49-F238E27FC236}">
                <a16:creationId xmlns:a16="http://schemas.microsoft.com/office/drawing/2014/main" id="{3AEE0B25-E5C4-5A3C-762B-FEDAE6D3B802}"/>
              </a:ext>
            </a:extLst>
          </p:cNvPr>
          <p:cNvPicPr>
            <a:picLocks noChangeAspect="1"/>
          </p:cNvPicPr>
          <p:nvPr/>
        </p:nvPicPr>
        <p:blipFill>
          <a:blip r:embed="rId4"/>
          <a:stretch>
            <a:fillRect/>
          </a:stretch>
        </p:blipFill>
        <p:spPr>
          <a:xfrm>
            <a:off x="216757" y="1739931"/>
            <a:ext cx="2626659" cy="4079112"/>
          </a:xfrm>
          <a:prstGeom prst="rect">
            <a:avLst/>
          </a:prstGeom>
        </p:spPr>
      </p:pic>
    </p:spTree>
    <p:extLst>
      <p:ext uri="{BB962C8B-B14F-4D97-AF65-F5344CB8AC3E}">
        <p14:creationId xmlns:p14="http://schemas.microsoft.com/office/powerpoint/2010/main" val="2934765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1AB7B-122F-34D2-B588-F799BC89AC3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AB0215AA-57F2-6ACD-F11F-94B0578B7C45}"/>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5E7CEADA-CF32-3613-72C4-D644701B9208}"/>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5" name="Rectangle: Rounded Corners 4">
            <a:extLst>
              <a:ext uri="{FF2B5EF4-FFF2-40B4-BE49-F238E27FC236}">
                <a16:creationId xmlns:a16="http://schemas.microsoft.com/office/drawing/2014/main" id="{DFEC8CBA-E922-04BC-CE41-50FF32097F21}"/>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EA72DC47-29F6-4740-A942-2AAAF913609B}"/>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F6A1419A-E941-F32B-E010-30D5384900E9}"/>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E09E3601-FF12-05D5-D8D9-7180A1EF87BD}"/>
              </a:ext>
            </a:extLst>
          </p:cNvPr>
          <p:cNvSpPr txBox="1"/>
          <p:nvPr/>
        </p:nvSpPr>
        <p:spPr>
          <a:xfrm>
            <a:off x="3648634" y="382377"/>
            <a:ext cx="7781366" cy="2446824"/>
          </a:xfrm>
          <a:prstGeom prst="rect">
            <a:avLst/>
          </a:prstGeom>
          <a:noFill/>
        </p:spPr>
        <p:txBody>
          <a:bodyPr wrap="square">
            <a:spAutoFit/>
          </a:bodyPr>
          <a:lstStyle/>
          <a:p>
            <a:pPr>
              <a:spcBef>
                <a:spcPts val="300"/>
              </a:spcBef>
              <a:spcAft>
                <a:spcPts val="300"/>
              </a:spcAft>
            </a:pPr>
            <a:r>
              <a:rPr lang="en-US" sz="1600" b="1" dirty="0"/>
              <a:t>Reporting</a:t>
            </a:r>
            <a:r>
              <a:rPr lang="bs-Latn-BA" sz="1600" b="1" dirty="0"/>
              <a:t>:</a:t>
            </a:r>
          </a:p>
          <a:p>
            <a:pPr>
              <a:spcBef>
                <a:spcPts val="300"/>
              </a:spcBef>
              <a:spcAft>
                <a:spcPts val="300"/>
              </a:spcAft>
            </a:pPr>
            <a:endParaRPr lang="bs-Latn-BA" sz="1400" b="1" dirty="0"/>
          </a:p>
          <a:p>
            <a:pPr marL="573088" indent="-285750">
              <a:spcBef>
                <a:spcPts val="300"/>
              </a:spcBef>
              <a:spcAft>
                <a:spcPts val="300"/>
              </a:spcAft>
              <a:buFont typeface="Arial" panose="020B0604020202020204" pitchFamily="34" charset="0"/>
              <a:buChar char="•"/>
            </a:pPr>
            <a:r>
              <a:rPr lang="en-US" sz="1400" b="1" dirty="0"/>
              <a:t>Report on Research, Innovation, and Competitiveness</a:t>
            </a:r>
          </a:p>
          <a:p>
            <a:pPr marL="968375" indent="-285750">
              <a:spcBef>
                <a:spcPts val="300"/>
              </a:spcBef>
              <a:spcAft>
                <a:spcPts val="300"/>
              </a:spcAft>
              <a:buFont typeface="Courier New" panose="02070309020205020404" pitchFamily="49" charset="0"/>
              <a:buChar char="o"/>
            </a:pPr>
            <a:r>
              <a:rPr lang="en-US" sz="1400" dirty="0"/>
              <a:t>Monitoring investments in research, innovation, and competitiveness in accordance with Article 17 of Regulation (EU) 2018/1999 on the Governance of the Energy Union,</a:t>
            </a:r>
          </a:p>
          <a:p>
            <a:pPr marL="968375" indent="-285750">
              <a:spcBef>
                <a:spcPts val="300"/>
              </a:spcBef>
              <a:spcAft>
                <a:spcPts val="300"/>
              </a:spcAft>
              <a:buFont typeface="Courier New" panose="02070309020205020404" pitchFamily="49" charset="0"/>
              <a:buChar char="o"/>
            </a:pPr>
            <a:r>
              <a:rPr lang="en-US" sz="1400" dirty="0"/>
              <a:t>Overview of the implementation of research projects and their contribution to decarbonization goals,</a:t>
            </a:r>
          </a:p>
          <a:p>
            <a:pPr marL="968375" indent="-285750">
              <a:spcBef>
                <a:spcPts val="300"/>
              </a:spcBef>
              <a:spcAft>
                <a:spcPts val="300"/>
              </a:spcAft>
              <a:buFont typeface="Courier New" panose="02070309020205020404" pitchFamily="49" charset="0"/>
              <a:buChar char="o"/>
            </a:pPr>
            <a:r>
              <a:rPr lang="en-US" sz="1400" dirty="0"/>
              <a:t>Analysis of capacities, investments, and technology transfer in the energy sector.</a:t>
            </a:r>
            <a:endParaRPr lang="bs-Latn-BA" sz="1400" dirty="0"/>
          </a:p>
        </p:txBody>
      </p:sp>
      <p:sp>
        <p:nvSpPr>
          <p:cNvPr id="8" name="TextBox 7">
            <a:extLst>
              <a:ext uri="{FF2B5EF4-FFF2-40B4-BE49-F238E27FC236}">
                <a16:creationId xmlns:a16="http://schemas.microsoft.com/office/drawing/2014/main" id="{B484AB46-0862-4897-6A22-8A3297C1316C}"/>
              </a:ext>
            </a:extLst>
          </p:cNvPr>
          <p:cNvSpPr txBox="1"/>
          <p:nvPr/>
        </p:nvSpPr>
        <p:spPr>
          <a:xfrm>
            <a:off x="216757" y="166929"/>
            <a:ext cx="2499549" cy="1200329"/>
          </a:xfrm>
          <a:prstGeom prst="rect">
            <a:avLst/>
          </a:prstGeom>
          <a:solidFill>
            <a:schemeClr val="bg1"/>
          </a:solidFill>
        </p:spPr>
        <p:txBody>
          <a:bodyPr wrap="square">
            <a:spAutoFit/>
          </a:bodyPr>
          <a:lstStyle/>
          <a:p>
            <a:pPr lvl="0">
              <a:spcBef>
                <a:spcPct val="0"/>
              </a:spcBef>
              <a:defRPr/>
            </a:pPr>
            <a:r>
              <a:rPr lang="en-US" sz="2400" dirty="0"/>
              <a:t>Research, Innovation, and Competitiveness</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pic>
        <p:nvPicPr>
          <p:cNvPr id="9" name="Picture 8">
            <a:extLst>
              <a:ext uri="{FF2B5EF4-FFF2-40B4-BE49-F238E27FC236}">
                <a16:creationId xmlns:a16="http://schemas.microsoft.com/office/drawing/2014/main" id="{19F8C06A-1833-E18B-5CAB-BF7DBAAF34D4}"/>
              </a:ext>
            </a:extLst>
          </p:cNvPr>
          <p:cNvPicPr>
            <a:picLocks noChangeAspect="1"/>
          </p:cNvPicPr>
          <p:nvPr/>
        </p:nvPicPr>
        <p:blipFill>
          <a:blip r:embed="rId4"/>
          <a:stretch>
            <a:fillRect/>
          </a:stretch>
        </p:blipFill>
        <p:spPr>
          <a:xfrm>
            <a:off x="216757" y="1739931"/>
            <a:ext cx="2626659" cy="4079112"/>
          </a:xfrm>
          <a:prstGeom prst="rect">
            <a:avLst/>
          </a:prstGeom>
        </p:spPr>
      </p:pic>
    </p:spTree>
    <p:extLst>
      <p:ext uri="{BB962C8B-B14F-4D97-AF65-F5344CB8AC3E}">
        <p14:creationId xmlns:p14="http://schemas.microsoft.com/office/powerpoint/2010/main" val="1639438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CB44-10C0-F51A-DDF3-02D18940A026}"/>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6BAB087-9458-995F-05AC-5B414ED6492B}"/>
              </a:ext>
            </a:extLst>
          </p:cNvPr>
          <p:cNvSpPr>
            <a:spLocks noGrp="1"/>
          </p:cNvSpPr>
          <p:nvPr>
            <p:ph type="sldNum" sz="quarter" idx="19"/>
          </p:nvPr>
        </p:nvSpPr>
        <p:spPr>
          <a:xfrm>
            <a:off x="216757" y="6460218"/>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r>
              <a:rPr kumimoji="0" lang="bs" sz="1400" b="1" i="0" u="none" strike="noStrike" kern="1200" cap="none" spc="0" normalizeH="0" baseline="0" noProof="0" dirty="0">
                <a:ln>
                  <a:noFill/>
                </a:ln>
                <a:solidFill>
                  <a:srgbClr val="56687B"/>
                </a:solidFill>
                <a:effectLst/>
                <a:uLnTx/>
                <a:uFillTx/>
                <a:latin typeface="Arial" panose="020B0604020202020204"/>
                <a:ea typeface="+mn-ea"/>
                <a:cs typeface="+mn-cs"/>
              </a:rPr>
              <a:t>|</a:t>
            </a:r>
          </a:p>
        </p:txBody>
      </p:sp>
      <p:pic>
        <p:nvPicPr>
          <p:cNvPr id="3" name="Picture 2">
            <a:extLst>
              <a:ext uri="{FF2B5EF4-FFF2-40B4-BE49-F238E27FC236}">
                <a16:creationId xmlns:a16="http://schemas.microsoft.com/office/drawing/2014/main" id="{399AC26A-4235-1F3E-ED3B-B7F4EAC3E237}"/>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32" name="TextBox 31">
            <a:extLst>
              <a:ext uri="{FF2B5EF4-FFF2-40B4-BE49-F238E27FC236}">
                <a16:creationId xmlns:a16="http://schemas.microsoft.com/office/drawing/2014/main" id="{403CCD9A-D8E1-50F2-AC85-613A25823033}"/>
              </a:ext>
            </a:extLst>
          </p:cNvPr>
          <p:cNvSpPr txBox="1"/>
          <p:nvPr/>
        </p:nvSpPr>
        <p:spPr>
          <a:xfrm>
            <a:off x="216757" y="166929"/>
            <a:ext cx="2499549" cy="1200329"/>
          </a:xfrm>
          <a:prstGeom prst="rect">
            <a:avLst/>
          </a:prstGeom>
          <a:solidFill>
            <a:schemeClr val="bg1"/>
          </a:solidFill>
        </p:spPr>
        <p:txBody>
          <a:bodyPr wrap="square">
            <a:spAutoFit/>
          </a:bodyPr>
          <a:lstStyle/>
          <a:p>
            <a:pPr lvl="0">
              <a:spcBef>
                <a:spcPct val="0"/>
              </a:spcBef>
              <a:defRPr/>
            </a:pPr>
            <a:r>
              <a:rPr lang="en-US" sz="2400" dirty="0"/>
              <a:t>Horizontal Policies and MRV System</a:t>
            </a:r>
            <a:endParaRPr kumimoji="0" lang="bs-Latn-BA" sz="2300" b="1" i="0" u="none" strike="noStrike" kern="1200" cap="none" spc="0" normalizeH="0" baseline="0" dirty="0">
              <a:ln>
                <a:noFill/>
              </a:ln>
              <a:solidFill>
                <a:srgbClr val="073963"/>
              </a:solidFill>
              <a:effectLst/>
              <a:uLnTx/>
              <a:uFillTx/>
              <a:latin typeface="Cambria" panose="02040503050406030204" pitchFamily="18" charset="0"/>
              <a:ea typeface="Cambria" panose="02040503050406030204" pitchFamily="18" charset="0"/>
              <a:cs typeface="+mn-cs"/>
            </a:endParaRPr>
          </a:p>
        </p:txBody>
      </p:sp>
      <p:sp>
        <p:nvSpPr>
          <p:cNvPr id="5" name="Rectangle: Rounded Corners 4">
            <a:extLst>
              <a:ext uri="{FF2B5EF4-FFF2-40B4-BE49-F238E27FC236}">
                <a16:creationId xmlns:a16="http://schemas.microsoft.com/office/drawing/2014/main" id="{431A5438-1952-932B-1981-4BE5E4A117B3}"/>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3E7D7A14-9B28-EC46-914D-847FE51065D0}"/>
              </a:ext>
            </a:extLst>
          </p:cNvPr>
          <p:cNvSpPr/>
          <p:nvPr/>
        </p:nvSpPr>
        <p:spPr>
          <a:xfrm>
            <a:off x="689161" y="5706639"/>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2" name="AutoShape 2" descr="Uploaded image">
            <a:extLst>
              <a:ext uri="{FF2B5EF4-FFF2-40B4-BE49-F238E27FC236}">
                <a16:creationId xmlns:a16="http://schemas.microsoft.com/office/drawing/2014/main" id="{6F389CD0-9741-3AC5-3BA5-7B58C34F2578}"/>
              </a:ext>
            </a:extLst>
          </p:cNvPr>
          <p:cNvSpPr>
            <a:spLocks noChangeAspect="1" noChangeArrowheads="1"/>
          </p:cNvSpPr>
          <p:nvPr/>
        </p:nvSpPr>
        <p:spPr bwMode="auto">
          <a:xfrm>
            <a:off x="5943599" y="3276599"/>
            <a:ext cx="2626659" cy="262665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3A3A30E4-C00B-AFD3-3829-640F762E1574}"/>
              </a:ext>
            </a:extLst>
          </p:cNvPr>
          <p:cNvSpPr txBox="1"/>
          <p:nvPr/>
        </p:nvSpPr>
        <p:spPr>
          <a:xfrm>
            <a:off x="3648634" y="382377"/>
            <a:ext cx="7781366" cy="1231106"/>
          </a:xfrm>
          <a:prstGeom prst="rect">
            <a:avLst/>
          </a:prstGeom>
          <a:noFill/>
        </p:spPr>
        <p:txBody>
          <a:bodyPr wrap="square">
            <a:spAutoFit/>
          </a:bodyPr>
          <a:lstStyle/>
          <a:p>
            <a:r>
              <a:rPr lang="en-US" sz="1600" b="1" dirty="0"/>
              <a:t>Objective</a:t>
            </a:r>
            <a:r>
              <a:rPr lang="bs-Latn-BA" sz="1600" b="1" dirty="0"/>
              <a:t>:</a:t>
            </a:r>
            <a:br>
              <a:rPr lang="bs-Latn-BA" sz="1600" dirty="0"/>
            </a:br>
            <a:endParaRPr lang="bs-Latn-BA" sz="1600" dirty="0"/>
          </a:p>
          <a:p>
            <a:r>
              <a:rPr lang="en-US" sz="1400" dirty="0"/>
              <a:t>Establish a functional, transparent, and interoperable system for monitoring, reporting, and verification (MRV) of energy and climate policies in Bosnia and Herzegovina, in accordance with EU regulations and EEA requirements.</a:t>
            </a:r>
            <a:endParaRPr lang="bs-Latn-BA" sz="1600" b="1" dirty="0"/>
          </a:p>
        </p:txBody>
      </p:sp>
      <p:sp>
        <p:nvSpPr>
          <p:cNvPr id="10" name="Rectangle 9">
            <a:extLst>
              <a:ext uri="{FF2B5EF4-FFF2-40B4-BE49-F238E27FC236}">
                <a16:creationId xmlns:a16="http://schemas.microsoft.com/office/drawing/2014/main" id="{93BF44B0-0DDD-2D74-8EDD-9C692848C70D}"/>
              </a:ext>
            </a:extLst>
          </p:cNvPr>
          <p:cNvSpPr/>
          <p:nvPr/>
        </p:nvSpPr>
        <p:spPr>
          <a:xfrm>
            <a:off x="242050" y="4572002"/>
            <a:ext cx="2644584" cy="1520109"/>
          </a:xfrm>
          <a:prstGeom prst="rect">
            <a:avLst/>
          </a:prstGeom>
          <a:solidFill>
            <a:srgbClr val="FFFFFF">
              <a:alpha val="69804"/>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accent1"/>
              </a:solidFill>
            </a:endParaRPr>
          </a:p>
        </p:txBody>
      </p:sp>
      <p:sp>
        <p:nvSpPr>
          <p:cNvPr id="9" name="TextBox 8">
            <a:extLst>
              <a:ext uri="{FF2B5EF4-FFF2-40B4-BE49-F238E27FC236}">
                <a16:creationId xmlns:a16="http://schemas.microsoft.com/office/drawing/2014/main" id="{10864EB8-6CE3-8F8F-F93D-7FFE3871C0AC}"/>
              </a:ext>
            </a:extLst>
          </p:cNvPr>
          <p:cNvSpPr txBox="1"/>
          <p:nvPr/>
        </p:nvSpPr>
        <p:spPr>
          <a:xfrm>
            <a:off x="457336" y="2370462"/>
            <a:ext cx="10972526" cy="3562514"/>
          </a:xfrm>
          <a:prstGeom prst="rect">
            <a:avLst/>
          </a:prstGeom>
          <a:noFill/>
        </p:spPr>
        <p:txBody>
          <a:bodyPr wrap="square">
            <a:spAutoFit/>
          </a:bodyPr>
          <a:lstStyle/>
          <a:p>
            <a:r>
              <a:rPr lang="en-US" sz="1600" b="1" dirty="0"/>
              <a:t>Policies and Measures</a:t>
            </a:r>
            <a:r>
              <a:rPr lang="bs-Latn-BA" sz="1600" b="1" dirty="0"/>
              <a:t>:</a:t>
            </a:r>
            <a:endParaRPr lang="bs-Latn-BA" sz="1600" dirty="0"/>
          </a:p>
          <a:p>
            <a:endParaRPr lang="bs-Latn-BA" sz="1400" b="1" dirty="0"/>
          </a:p>
          <a:p>
            <a:pPr marL="285750" indent="-285750">
              <a:spcBef>
                <a:spcPts val="300"/>
              </a:spcBef>
              <a:spcAft>
                <a:spcPts val="300"/>
              </a:spcAft>
              <a:buFont typeface="Arial" panose="020B0604020202020204" pitchFamily="34" charset="0"/>
              <a:buChar char="•"/>
            </a:pPr>
            <a:r>
              <a:rPr lang="en-US" sz="1400" dirty="0"/>
              <a:t>Establishment of an integrated MRV system for energy and climate (NECP MRV) – consolidation of data on GHG emissions, energy, efficiency, RES, market, and security into a unified database with regular reporting.</a:t>
            </a:r>
          </a:p>
          <a:p>
            <a:pPr marL="285750" indent="-285750">
              <a:spcBef>
                <a:spcPts val="300"/>
              </a:spcBef>
              <a:spcAft>
                <a:spcPts val="300"/>
              </a:spcAft>
              <a:buFont typeface="Arial" panose="020B0604020202020204" pitchFamily="34" charset="0"/>
              <a:buChar char="•"/>
            </a:pPr>
            <a:r>
              <a:rPr lang="en-US" sz="1400" dirty="0"/>
              <a:t>Strengthening the institutional and coordination framework – defining the roles of state, entity, and local institutions in data collection, verification, and processing (in accordance with Chapter 5 of the NECP).</a:t>
            </a:r>
          </a:p>
          <a:p>
            <a:pPr marL="285750" indent="-285750">
              <a:spcBef>
                <a:spcPts val="300"/>
              </a:spcBef>
              <a:spcAft>
                <a:spcPts val="300"/>
              </a:spcAft>
              <a:buFont typeface="Arial" panose="020B0604020202020204" pitchFamily="34" charset="0"/>
              <a:buChar char="•"/>
            </a:pPr>
            <a:r>
              <a:rPr lang="en-US" sz="1400" dirty="0"/>
              <a:t>Establishment of a legal and regulatory framework for data management – alignment with EU Regulation (EU) 2018/1999 on the Governance of the Energy Union and INSPIRE standards for environmental data interoperability.</a:t>
            </a:r>
          </a:p>
          <a:p>
            <a:pPr marL="285750" indent="-285750">
              <a:spcBef>
                <a:spcPts val="300"/>
              </a:spcBef>
              <a:spcAft>
                <a:spcPts val="300"/>
              </a:spcAft>
              <a:buFont typeface="Arial" panose="020B0604020202020204" pitchFamily="34" charset="0"/>
              <a:buChar char="•"/>
            </a:pPr>
            <a:r>
              <a:rPr lang="en-US" sz="1400" dirty="0"/>
              <a:t>Standardization of reporting formats and digitalization of processes – implementation of INSPIRE and ISO standards, development of a digital platform for reporting to the EEA and the European Commission.</a:t>
            </a:r>
          </a:p>
          <a:p>
            <a:pPr marL="285750" indent="-285750">
              <a:spcBef>
                <a:spcPts val="300"/>
              </a:spcBef>
              <a:spcAft>
                <a:spcPts val="300"/>
              </a:spcAft>
              <a:buFont typeface="Arial" panose="020B0604020202020204" pitchFamily="34" charset="0"/>
              <a:buChar char="•"/>
            </a:pPr>
            <a:r>
              <a:rPr lang="en-US" sz="1400" dirty="0"/>
              <a:t>Strengthening institutional capacities and staff training – continuous capacity building for the application of methodologies (GHG inventory, </a:t>
            </a:r>
            <a:r>
              <a:rPr lang="en-US" sz="1400" dirty="0" err="1"/>
              <a:t>PaMs</a:t>
            </a:r>
            <a:r>
              <a:rPr lang="en-US" sz="1400" dirty="0"/>
              <a:t>, Projections, Energy Efficiency Indicators).</a:t>
            </a:r>
          </a:p>
          <a:p>
            <a:pPr marL="285750" indent="-285750">
              <a:spcBef>
                <a:spcPts val="300"/>
              </a:spcBef>
              <a:spcAft>
                <a:spcPts val="300"/>
              </a:spcAft>
              <a:buFont typeface="Arial" panose="020B0604020202020204" pitchFamily="34" charset="0"/>
              <a:buChar char="•"/>
            </a:pPr>
            <a:r>
              <a:rPr lang="en-US" sz="1400" dirty="0"/>
              <a:t>Ensuring transparency and data accessibility – public access to key indicators and integration with European information systems (EIONET, EEA portal).</a:t>
            </a:r>
            <a:endParaRPr lang="bs-Latn-BA" sz="1400" dirty="0"/>
          </a:p>
        </p:txBody>
      </p:sp>
    </p:spTree>
    <p:extLst>
      <p:ext uri="{BB962C8B-B14F-4D97-AF65-F5344CB8AC3E}">
        <p14:creationId xmlns:p14="http://schemas.microsoft.com/office/powerpoint/2010/main" val="3766439030"/>
      </p:ext>
    </p:extLst>
  </p:cSld>
  <p:clrMapOvr>
    <a:masterClrMapping/>
  </p:clrMapOvr>
</p:sld>
</file>

<file path=ppt/theme/theme1.xml><?xml version="1.0" encoding="utf-8"?>
<a:theme xmlns:a="http://schemas.openxmlformats.org/drawingml/2006/main" name="DAI Master theme">
  <a:themeElements>
    <a:clrScheme name="DAI Theme Colors 1">
      <a:dk1>
        <a:srgbClr val="455560"/>
      </a:dk1>
      <a:lt1>
        <a:srgbClr val="FFFFFF"/>
      </a:lt1>
      <a:dk2>
        <a:srgbClr val="56687B"/>
      </a:dk2>
      <a:lt2>
        <a:srgbClr val="F6F6F8"/>
      </a:lt2>
      <a:accent1>
        <a:srgbClr val="A1C7E3"/>
      </a:accent1>
      <a:accent2>
        <a:srgbClr val="8FC73E"/>
      </a:accent2>
      <a:accent3>
        <a:srgbClr val="455560"/>
      </a:accent3>
      <a:accent4>
        <a:srgbClr val="DAD2C8"/>
      </a:accent4>
      <a:accent5>
        <a:srgbClr val="96D5D2"/>
      </a:accent5>
      <a:accent6>
        <a:srgbClr val="F9CC73"/>
      </a:accent6>
      <a:hlink>
        <a:srgbClr val="DA1D45"/>
      </a:hlink>
      <a:folHlink>
        <a:srgbClr val="1D81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45000"/>
          </a:schemeClr>
        </a:solidFill>
        <a:ln>
          <a:noFill/>
        </a:ln>
      </a:spPr>
      <a:bodyPr rtlCol="0" anchor="ctr"/>
      <a:lstStyle>
        <a:defPPr algn="ctr">
          <a:defRPr dirty="0">
            <a:solidFill>
              <a:schemeClr val="accent1"/>
            </a:solidFill>
          </a:defRPr>
        </a:defPPr>
      </a:lstStyle>
      <a:style>
        <a:lnRef idx="2">
          <a:schemeClr val="accent4">
            <a:shade val="50000"/>
          </a:schemeClr>
        </a:lnRef>
        <a:fillRef idx="1">
          <a:schemeClr val="accent4"/>
        </a:fillRef>
        <a:effectRef idx="0">
          <a:schemeClr val="accent4"/>
        </a:effectRef>
        <a:fontRef idx="minor">
          <a:schemeClr val="lt1"/>
        </a:fontRef>
      </a:style>
    </a:spDef>
    <a:txDef>
      <a:spPr>
        <a:noFill/>
      </a:spPr>
      <a:bodyPr wrap="square" rtlCol="0" anchor="b">
        <a:spAutoFit/>
      </a:bodyPr>
      <a:lstStyle>
        <a:defPPr algn="l">
          <a:defRPr sz="2400" b="0" kern="1200" dirty="0" smtClean="0">
            <a:solidFill>
              <a:srgbClr val="5E6E7F"/>
            </a:solidFill>
            <a:effectLst/>
            <a:latin typeface="Arial" panose="020B0604020202020204" pitchFamily="34" charset="0"/>
            <a:ea typeface="+mn-ea"/>
            <a:cs typeface="Arial" panose="020B0604020202020204" pitchFamily="34" charset="0"/>
          </a:defRPr>
        </a:defPPr>
      </a:lstStyle>
    </a:txDef>
  </a:objectDefaults>
  <a:extraClrSchemeLst/>
  <a:custClrLst>
    <a:custClr name="DAI Blue">
      <a:srgbClr val="A1C7E3"/>
    </a:custClr>
    <a:custClr name="Light Blue">
      <a:srgbClr val="D3E3F0"/>
    </a:custClr>
    <a:custClr name="Beige">
      <a:srgbClr val="DAD2C8"/>
    </a:custClr>
    <a:custClr name="DAI Green">
      <a:srgbClr val="8FC73E"/>
    </a:custClr>
    <a:custClr name="Blue Greek">
      <a:srgbClr val="1D81BF"/>
    </a:custClr>
    <a:custClr name="Gray 01">
      <a:srgbClr val="455560"/>
    </a:custClr>
    <a:custClr name="Yellow">
      <a:srgbClr val="F9CC73"/>
    </a:custClr>
    <a:custClr name="Orange">
      <a:srgbClr val="F36C23"/>
    </a:custClr>
    <a:custClr name="Red">
      <a:srgbClr val="DA1D45"/>
    </a:custClr>
    <a:custClr name="Light Gray">
      <a:srgbClr val="E4E5E6"/>
    </a:custClr>
  </a:custClrLst>
  <a:extLst>
    <a:ext uri="{05A4C25C-085E-4340-85A3-A5531E510DB2}">
      <thm15:themeFamily xmlns:thm15="http://schemas.microsoft.com/office/thememl/2012/main" name="Short presentation July22.potx" id="{683C9C5B-6AEF-4624-A3E0-92DAF153F159}" vid="{0933956A-3451-4986-9020-5A06540F226F}"/>
    </a:ext>
  </a:extLst>
</a:theme>
</file>

<file path=ppt/theme/theme2.xml><?xml version="1.0" encoding="utf-8"?>
<a:theme xmlns:a="http://schemas.openxmlformats.org/drawingml/2006/main" name="1_DAI Master theme">
  <a:themeElements>
    <a:clrScheme name="DAI Theme Colors 1">
      <a:dk1>
        <a:srgbClr val="455560"/>
      </a:dk1>
      <a:lt1>
        <a:srgbClr val="FFFFFF"/>
      </a:lt1>
      <a:dk2>
        <a:srgbClr val="56687B"/>
      </a:dk2>
      <a:lt2>
        <a:srgbClr val="F6F6F8"/>
      </a:lt2>
      <a:accent1>
        <a:srgbClr val="A1C7E3"/>
      </a:accent1>
      <a:accent2>
        <a:srgbClr val="8FC73E"/>
      </a:accent2>
      <a:accent3>
        <a:srgbClr val="455560"/>
      </a:accent3>
      <a:accent4>
        <a:srgbClr val="DAD2C8"/>
      </a:accent4>
      <a:accent5>
        <a:srgbClr val="96D5D2"/>
      </a:accent5>
      <a:accent6>
        <a:srgbClr val="F9CC73"/>
      </a:accent6>
      <a:hlink>
        <a:srgbClr val="DA1D45"/>
      </a:hlink>
      <a:folHlink>
        <a:srgbClr val="1D81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45000"/>
          </a:schemeClr>
        </a:solidFill>
        <a:ln>
          <a:noFill/>
        </a:ln>
      </a:spPr>
      <a:bodyPr rtlCol="0" anchor="ctr"/>
      <a:lstStyle>
        <a:defPPr algn="ctr">
          <a:defRPr dirty="0">
            <a:solidFill>
              <a:schemeClr val="accent1"/>
            </a:solidFill>
          </a:defRPr>
        </a:defPPr>
      </a:lstStyle>
      <a:style>
        <a:lnRef idx="2">
          <a:schemeClr val="accent4">
            <a:shade val="50000"/>
          </a:schemeClr>
        </a:lnRef>
        <a:fillRef idx="1">
          <a:schemeClr val="accent4"/>
        </a:fillRef>
        <a:effectRef idx="0">
          <a:schemeClr val="accent4"/>
        </a:effectRef>
        <a:fontRef idx="minor">
          <a:schemeClr val="lt1"/>
        </a:fontRef>
      </a:style>
    </a:spDef>
    <a:txDef>
      <a:spPr>
        <a:noFill/>
      </a:spPr>
      <a:bodyPr wrap="square" rtlCol="0" anchor="b">
        <a:spAutoFit/>
      </a:bodyPr>
      <a:lstStyle>
        <a:defPPr algn="l">
          <a:defRPr sz="2400" b="0" kern="1200" dirty="0" smtClean="0">
            <a:solidFill>
              <a:srgbClr val="5E6E7F"/>
            </a:solidFill>
            <a:effectLst/>
            <a:latin typeface="Arial" panose="020B0604020202020204" pitchFamily="34" charset="0"/>
            <a:ea typeface="+mn-ea"/>
            <a:cs typeface="Arial" panose="020B0604020202020204" pitchFamily="34" charset="0"/>
          </a:defRPr>
        </a:defPPr>
      </a:lstStyle>
    </a:txDef>
  </a:objectDefaults>
  <a:extraClrSchemeLst/>
  <a:custClrLst>
    <a:custClr name="DAI Blue">
      <a:srgbClr val="A1C7E3"/>
    </a:custClr>
    <a:custClr name="Light Blue">
      <a:srgbClr val="D3E3F0"/>
    </a:custClr>
    <a:custClr name="Beige">
      <a:srgbClr val="DAD2C8"/>
    </a:custClr>
    <a:custClr name="DAI Green">
      <a:srgbClr val="8FC73E"/>
    </a:custClr>
    <a:custClr name="Blue Greek">
      <a:srgbClr val="1D81BF"/>
    </a:custClr>
    <a:custClr name="Gray 01">
      <a:srgbClr val="455560"/>
    </a:custClr>
    <a:custClr name="Yellow">
      <a:srgbClr val="F9CC73"/>
    </a:custClr>
    <a:custClr name="Orange">
      <a:srgbClr val="F36C23"/>
    </a:custClr>
    <a:custClr name="Red">
      <a:srgbClr val="DA1D45"/>
    </a:custClr>
    <a:custClr name="Light Gray">
      <a:srgbClr val="E4E5E6"/>
    </a:custClr>
  </a:custClrLst>
  <a:extLst>
    <a:ext uri="{05A4C25C-085E-4340-85A3-A5531E510DB2}">
      <thm15:themeFamily xmlns:thm15="http://schemas.microsoft.com/office/thememl/2012/main" name="Short presentation July22.potx" id="{683C9C5B-6AEF-4624-A3E0-92DAF153F159}" vid="{0933956A-3451-4986-9020-5A06540F226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DFAB716-C975-E841-9027-B5D433233620}">
  <we:reference id="b0430364-2ab6-47cd-907e-f8b72239b204" version="3.6.75.0" store="EXCatalog" storeType="EXCatalog"/>
  <we:alternateReferences>
    <we:reference id="WA200000729" version="3.6.75.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C68FEB9-BC0F-4C56-8A7E-821C0D8C9226}"/>
</file>

<file path=customXml/itemProps2.xml><?xml version="1.0" encoding="utf-8"?>
<ds:datastoreItem xmlns:ds="http://schemas.openxmlformats.org/officeDocument/2006/customXml" ds:itemID="{4A60407A-3A6A-443A-BDC5-B322C26861D1}">
  <ds:schemaRefs>
    <ds:schemaRef ds:uri="http://schemas.microsoft.com/sharepoint/v3/contenttype/forms"/>
  </ds:schemaRefs>
</ds:datastoreItem>
</file>

<file path=customXml/itemProps3.xml><?xml version="1.0" encoding="utf-8"?>
<ds:datastoreItem xmlns:ds="http://schemas.openxmlformats.org/officeDocument/2006/customXml" ds:itemID="{EBA489C5-7C26-4BB3-BA6B-B391E0A07E0E}">
  <ds:schemaRefs>
    <ds:schemaRef ds:uri="112abd94-4676-43d0-9ada-c6aee51e5f84"/>
    <ds:schemaRef ds:uri="21b96c4b-431b-4a2c-9cee-fbdc6210ba9c"/>
    <ds:schemaRef ds:uri="a5ef6e76-0b70-4e5a-a01b-501d28be60df"/>
    <ds:schemaRef ds:uri="c487dd7b-52d8-44d7-9025-0427c417060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Short presentation July22-DAIET20001</Template>
  <TotalTime>9394</TotalTime>
  <Words>2461</Words>
  <Application>Microsoft Office PowerPoint</Application>
  <PresentationFormat>Widescreen</PresentationFormat>
  <Paragraphs>220</Paragraphs>
  <Slides>16</Slides>
  <Notes>16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Arial</vt:lpstr>
      <vt:lpstr>Cambria</vt:lpstr>
      <vt:lpstr>Courier New</vt:lpstr>
      <vt:lpstr>Wingdings</vt:lpstr>
      <vt:lpstr>DAI Master theme</vt:lpstr>
      <vt:lpstr>1_DAI Master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Donald Lunan</dc:creator>
  <cp:keywords/>
  <dc:description/>
  <cp:lastModifiedBy>goran krstovic</cp:lastModifiedBy>
  <cp:revision>185</cp:revision>
  <dcterms:created xsi:type="dcterms:W3CDTF">2022-08-04T23:18:15Z</dcterms:created>
  <dcterms:modified xsi:type="dcterms:W3CDTF">2025-10-06T20:40:09Z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0x010100CA9E40BF7383784999BA1B34A435B410</vt:lpwstr>
  </property>
  <property fmtid="{D5CDD505-2E9C-101B-9397-08002B2CF9AE}" pid="3" name="MediaServiceImageTags">
    <vt:lpwstr/>
  </property>
  <property fmtid="{D5CDD505-2E9C-101B-9397-08002B2CF9AE}" pid="4" name="Order">
    <vt:r8>185200</vt:r8>
  </property>
  <property fmtid="{D5CDD505-2E9C-101B-9397-08002B2CF9AE}" pid="5" name="xd_Signature">
    <vt:bool>false</vt:bool>
  </property>
  <property fmtid="{D5CDD505-2E9C-101B-9397-08002B2CF9AE}" pid="6" name="SharedWithUsers">
    <vt:lpwstr>259;#William Gee;#21;#Catherine Wallis;#19;#Sofia Martinez</vt:lpwstr>
  </property>
  <property fmtid="{D5CDD505-2E9C-101B-9397-08002B2CF9AE}" pid="7" name="xd_ProgID">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ies>
</file>