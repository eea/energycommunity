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60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68" autoAdjust="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B8964A-F693-4A3D-B1B0-9D099200B83A}" type="doc">
      <dgm:prSet loTypeId="urn:microsoft.com/office/officeart/2005/8/layout/hProcess11" loCatId="process" qsTypeId="urn:microsoft.com/office/officeart/2005/8/quickstyle/3d1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5613B331-0048-41DF-A85A-5CC9C0AD84E1}">
      <dgm:prSet phldrT="[Text]" phldr="0" custT="1"/>
      <dgm:spPr/>
      <dgm:t>
        <a:bodyPr/>
        <a:lstStyle/>
        <a:p>
          <a:r>
            <a:rPr lang="en-US" sz="2000" dirty="0"/>
            <a:t>1</a:t>
          </a:r>
          <a:r>
            <a:rPr lang="en-US" sz="2000" baseline="30000" dirty="0"/>
            <a:t>st</a:t>
          </a:r>
          <a:r>
            <a:rPr lang="en-US" sz="2000" dirty="0"/>
            <a:t> BTR + NIR</a:t>
          </a:r>
        </a:p>
      </dgm:t>
    </dgm:pt>
    <dgm:pt modelId="{E02365A5-8E0B-42D0-A679-6D55D2B11BAC}" type="parTrans" cxnId="{FC4A115B-FC72-4C3F-B167-039F965D1A38}">
      <dgm:prSet/>
      <dgm:spPr/>
      <dgm:t>
        <a:bodyPr/>
        <a:lstStyle/>
        <a:p>
          <a:endParaRPr lang="en-US"/>
        </a:p>
      </dgm:t>
    </dgm:pt>
    <dgm:pt modelId="{860D53A3-BBD4-4CE3-8C36-AE05FD1A6F4F}" type="sibTrans" cxnId="{FC4A115B-FC72-4C3F-B167-039F965D1A38}">
      <dgm:prSet/>
      <dgm:spPr/>
      <dgm:t>
        <a:bodyPr/>
        <a:lstStyle/>
        <a:p>
          <a:endParaRPr lang="en-US"/>
        </a:p>
      </dgm:t>
    </dgm:pt>
    <dgm:pt modelId="{5B299040-6066-466A-A2AD-63970E313A34}">
      <dgm:prSet phldrT="[Text]" phldr="0" custT="1"/>
      <dgm:spPr/>
      <dgm:t>
        <a:bodyPr/>
        <a:lstStyle/>
        <a:p>
          <a:r>
            <a:rPr lang="en-US" sz="2000" dirty="0"/>
            <a:t>CRT + Mini NID</a:t>
          </a:r>
        </a:p>
      </dgm:t>
    </dgm:pt>
    <dgm:pt modelId="{63CFC199-B882-4BF9-9DFF-638259E3B187}" type="parTrans" cxnId="{42FB6A5A-CD71-4B5C-8D2B-93C115D1A3C7}">
      <dgm:prSet/>
      <dgm:spPr/>
      <dgm:t>
        <a:bodyPr/>
        <a:lstStyle/>
        <a:p>
          <a:endParaRPr lang="en-US"/>
        </a:p>
      </dgm:t>
    </dgm:pt>
    <dgm:pt modelId="{5F03D46A-68C7-4DBC-A3BE-8DD804FEC9CB}" type="sibTrans" cxnId="{42FB6A5A-CD71-4B5C-8D2B-93C115D1A3C7}">
      <dgm:prSet/>
      <dgm:spPr/>
      <dgm:t>
        <a:bodyPr/>
        <a:lstStyle/>
        <a:p>
          <a:endParaRPr lang="en-US"/>
        </a:p>
      </dgm:t>
    </dgm:pt>
    <dgm:pt modelId="{49FC9E9A-7C2B-4DE3-95DF-EBA2AF4DEADE}">
      <dgm:prSet phldrT="[Text]" custT="1"/>
      <dgm:spPr/>
      <dgm:t>
        <a:bodyPr/>
        <a:lstStyle/>
        <a:p>
          <a:r>
            <a:rPr lang="en-US" sz="2000" dirty="0"/>
            <a:t>CRT + NID</a:t>
          </a:r>
        </a:p>
        <a:p>
          <a:r>
            <a:rPr lang="en-US" sz="2000" dirty="0"/>
            <a:t>Annexes</a:t>
          </a:r>
        </a:p>
      </dgm:t>
    </dgm:pt>
    <dgm:pt modelId="{97EF9091-5B82-4096-8372-C564A95A1751}" type="parTrans" cxnId="{FFFD826E-34A0-4200-801C-F02E9E5F11EE}">
      <dgm:prSet/>
      <dgm:spPr/>
      <dgm:t>
        <a:bodyPr/>
        <a:lstStyle/>
        <a:p>
          <a:endParaRPr lang="en-US"/>
        </a:p>
      </dgm:t>
    </dgm:pt>
    <dgm:pt modelId="{00FB4583-9EA8-4A40-A397-8E223C31E6DF}" type="sibTrans" cxnId="{FFFD826E-34A0-4200-801C-F02E9E5F11EE}">
      <dgm:prSet/>
      <dgm:spPr/>
      <dgm:t>
        <a:bodyPr/>
        <a:lstStyle/>
        <a:p>
          <a:endParaRPr lang="en-US"/>
        </a:p>
      </dgm:t>
    </dgm:pt>
    <dgm:pt modelId="{FBBCFEB3-8CD5-40FE-813D-8C422BDE36C4}">
      <dgm:prSet phldrT="[Text]" phldr="0" custT="1"/>
      <dgm:spPr/>
      <dgm:t>
        <a:bodyPr/>
        <a:lstStyle/>
        <a:p>
          <a:r>
            <a:rPr lang="en-US" sz="2000" dirty="0"/>
            <a:t>CRT + NID</a:t>
          </a:r>
        </a:p>
      </dgm:t>
    </dgm:pt>
    <dgm:pt modelId="{4B634B08-F0F3-4FF2-BC50-6B4BBC3F9ABC}" type="parTrans" cxnId="{7232EB1D-8776-4CE5-BA15-C68E99E49C72}">
      <dgm:prSet/>
      <dgm:spPr/>
      <dgm:t>
        <a:bodyPr/>
        <a:lstStyle/>
        <a:p>
          <a:endParaRPr lang="en-US"/>
        </a:p>
      </dgm:t>
    </dgm:pt>
    <dgm:pt modelId="{34FA3212-6DB0-409D-9847-8EC611BD3848}" type="sibTrans" cxnId="{7232EB1D-8776-4CE5-BA15-C68E99E49C72}">
      <dgm:prSet/>
      <dgm:spPr/>
      <dgm:t>
        <a:bodyPr/>
        <a:lstStyle/>
        <a:p>
          <a:endParaRPr lang="en-US"/>
        </a:p>
      </dgm:t>
    </dgm:pt>
    <dgm:pt modelId="{16082281-A682-4E27-A140-4D9A2A6E6A74}">
      <dgm:prSet phldrT="[Text]" phldr="0" custT="1"/>
      <dgm:spPr/>
      <dgm:t>
        <a:bodyPr/>
        <a:lstStyle/>
        <a:p>
          <a:r>
            <a:rPr lang="en-US" sz="2000" dirty="0"/>
            <a:t>Proxy GHG</a:t>
          </a:r>
        </a:p>
      </dgm:t>
    </dgm:pt>
    <dgm:pt modelId="{0A7DF612-952B-407E-862F-3974A48B3E9B}" type="parTrans" cxnId="{6F42D5BF-4B1A-4CF8-BE84-651688BD7D46}">
      <dgm:prSet/>
      <dgm:spPr/>
      <dgm:t>
        <a:bodyPr/>
        <a:lstStyle/>
        <a:p>
          <a:endParaRPr lang="en-US"/>
        </a:p>
      </dgm:t>
    </dgm:pt>
    <dgm:pt modelId="{8545C401-FD79-4E71-BB26-691788E81ED2}" type="sibTrans" cxnId="{6F42D5BF-4B1A-4CF8-BE84-651688BD7D46}">
      <dgm:prSet/>
      <dgm:spPr/>
      <dgm:t>
        <a:bodyPr/>
        <a:lstStyle/>
        <a:p>
          <a:endParaRPr lang="en-US"/>
        </a:p>
      </dgm:t>
    </dgm:pt>
    <dgm:pt modelId="{8402EF0B-67C8-421C-9955-6CDF94F9A506}" type="pres">
      <dgm:prSet presAssocID="{90B8964A-F693-4A3D-B1B0-9D099200B83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F26168F-1DA3-48DE-B515-ED00BD5D0505}" type="pres">
      <dgm:prSet presAssocID="{90B8964A-F693-4A3D-B1B0-9D099200B83A}" presName="arrow" presStyleLbl="bgShp" presStyleIdx="0" presStyleCnt="1"/>
      <dgm:spPr/>
    </dgm:pt>
    <dgm:pt modelId="{6D011266-B980-47C4-8844-2C7C1B60417E}" type="pres">
      <dgm:prSet presAssocID="{90B8964A-F693-4A3D-B1B0-9D099200B83A}" presName="points" presStyleCnt="0"/>
      <dgm:spPr/>
    </dgm:pt>
    <dgm:pt modelId="{75330E13-8914-4617-B199-586FCB213AC2}" type="pres">
      <dgm:prSet presAssocID="{5613B331-0048-41DF-A85A-5CC9C0AD84E1}" presName="compositeA" presStyleCnt="0"/>
      <dgm:spPr/>
    </dgm:pt>
    <dgm:pt modelId="{5EFEAF21-39B3-49B9-91D6-E348071E456A}" type="pres">
      <dgm:prSet presAssocID="{5613B331-0048-41DF-A85A-5CC9C0AD84E1}" presName="text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9C60D-59D3-4030-B030-E3B319DD52DB}" type="pres">
      <dgm:prSet presAssocID="{5613B331-0048-41DF-A85A-5CC9C0AD84E1}" presName="circleA" presStyleLbl="node1" presStyleIdx="0" presStyleCnt="5" custScaleX="196960" custScaleY="111011"/>
      <dgm:spPr/>
    </dgm:pt>
    <dgm:pt modelId="{A457C476-1127-4A45-B575-D9D3A28ADCCE}" type="pres">
      <dgm:prSet presAssocID="{5613B331-0048-41DF-A85A-5CC9C0AD84E1}" presName="spaceA" presStyleCnt="0"/>
      <dgm:spPr/>
    </dgm:pt>
    <dgm:pt modelId="{02F09DB3-15C8-4599-A20B-3D9D3B73E803}" type="pres">
      <dgm:prSet presAssocID="{860D53A3-BBD4-4CE3-8C36-AE05FD1A6F4F}" presName="space" presStyleCnt="0"/>
      <dgm:spPr/>
    </dgm:pt>
    <dgm:pt modelId="{526AA6B4-6D96-468B-B338-C348707C2980}" type="pres">
      <dgm:prSet presAssocID="{5B299040-6066-466A-A2AD-63970E313A34}" presName="compositeB" presStyleCnt="0"/>
      <dgm:spPr/>
    </dgm:pt>
    <dgm:pt modelId="{BFDD4D61-43AC-42D9-B807-64D0B6D98543}" type="pres">
      <dgm:prSet presAssocID="{5B299040-6066-466A-A2AD-63970E313A34}" presName="textB" presStyleLbl="revTx" presStyleIdx="1" presStyleCnt="5" custScaleX="1179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999052-29B7-4730-8DDE-FEB61CF2EDB7}" type="pres">
      <dgm:prSet presAssocID="{5B299040-6066-466A-A2AD-63970E313A34}" presName="circleB" presStyleLbl="node1" presStyleIdx="1" presStyleCnt="5" custScaleX="188044" custScaleY="115943"/>
      <dgm:spPr/>
    </dgm:pt>
    <dgm:pt modelId="{B27DEAE4-A28E-40D6-A26A-A507D2FEB5AA}" type="pres">
      <dgm:prSet presAssocID="{5B299040-6066-466A-A2AD-63970E313A34}" presName="spaceB" presStyleCnt="0"/>
      <dgm:spPr/>
    </dgm:pt>
    <dgm:pt modelId="{F1CD417C-4F61-4082-AF5F-31712E387529}" type="pres">
      <dgm:prSet presAssocID="{5F03D46A-68C7-4DBC-A3BE-8DD804FEC9CB}" presName="space" presStyleCnt="0"/>
      <dgm:spPr/>
    </dgm:pt>
    <dgm:pt modelId="{F243FC20-668F-44B8-A7D0-2F552746CACF}" type="pres">
      <dgm:prSet presAssocID="{49FC9E9A-7C2B-4DE3-95DF-EBA2AF4DEADE}" presName="compositeA" presStyleCnt="0"/>
      <dgm:spPr/>
    </dgm:pt>
    <dgm:pt modelId="{373FD48B-1D43-44AE-B94D-255C71E127E4}" type="pres">
      <dgm:prSet presAssocID="{49FC9E9A-7C2B-4DE3-95DF-EBA2AF4DEADE}" presName="textA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F81F69-8398-4180-BBE3-DA34255A691E}" type="pres">
      <dgm:prSet presAssocID="{49FC9E9A-7C2B-4DE3-95DF-EBA2AF4DEADE}" presName="circleA" presStyleLbl="node1" presStyleIdx="2" presStyleCnt="5" custScaleX="200141" custScaleY="120146"/>
      <dgm:spPr/>
    </dgm:pt>
    <dgm:pt modelId="{6D8880E3-5702-4D27-AD02-71E71ED2A549}" type="pres">
      <dgm:prSet presAssocID="{49FC9E9A-7C2B-4DE3-95DF-EBA2AF4DEADE}" presName="spaceA" presStyleCnt="0"/>
      <dgm:spPr/>
    </dgm:pt>
    <dgm:pt modelId="{933ADD3E-1BE9-4BD1-B503-BBA1C8AD60BF}" type="pres">
      <dgm:prSet presAssocID="{00FB4583-9EA8-4A40-A397-8E223C31E6DF}" presName="space" presStyleCnt="0"/>
      <dgm:spPr/>
    </dgm:pt>
    <dgm:pt modelId="{51BA9931-E80C-4B8E-B07B-35E51AC8BE0F}" type="pres">
      <dgm:prSet presAssocID="{FBBCFEB3-8CD5-40FE-813D-8C422BDE36C4}" presName="compositeB" presStyleCnt="0"/>
      <dgm:spPr/>
    </dgm:pt>
    <dgm:pt modelId="{DBDAF676-D211-4077-BD3D-16EAC81D38B0}" type="pres">
      <dgm:prSet presAssocID="{FBBCFEB3-8CD5-40FE-813D-8C422BDE36C4}" presName="textB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47D07F-FC9B-4F0B-B7FE-B33B28E4027D}" type="pres">
      <dgm:prSet presAssocID="{FBBCFEB3-8CD5-40FE-813D-8C422BDE36C4}" presName="circleB" presStyleLbl="node1" presStyleIdx="3" presStyleCnt="5" custScaleX="204729" custScaleY="115214"/>
      <dgm:spPr/>
    </dgm:pt>
    <dgm:pt modelId="{61739E2D-2061-4ADD-B0EA-4934F2FDA96E}" type="pres">
      <dgm:prSet presAssocID="{FBBCFEB3-8CD5-40FE-813D-8C422BDE36C4}" presName="spaceB" presStyleCnt="0"/>
      <dgm:spPr/>
    </dgm:pt>
    <dgm:pt modelId="{B3DB2871-D053-4826-9936-9EC563A18817}" type="pres">
      <dgm:prSet presAssocID="{34FA3212-6DB0-409D-9847-8EC611BD3848}" presName="space" presStyleCnt="0"/>
      <dgm:spPr/>
    </dgm:pt>
    <dgm:pt modelId="{79C44FB7-2050-46DE-BE31-3010AFB00077}" type="pres">
      <dgm:prSet presAssocID="{16082281-A682-4E27-A140-4D9A2A6E6A74}" presName="compositeA" presStyleCnt="0"/>
      <dgm:spPr/>
    </dgm:pt>
    <dgm:pt modelId="{42D37519-F909-4B15-A901-58BFCE3C0C54}" type="pres">
      <dgm:prSet presAssocID="{16082281-A682-4E27-A140-4D9A2A6E6A74}" presName="textA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8D23F3-2F04-452B-9E0C-E858164288A1}" type="pres">
      <dgm:prSet presAssocID="{16082281-A682-4E27-A140-4D9A2A6E6A74}" presName="circleA" presStyleLbl="node1" presStyleIdx="4" presStyleCnt="5" custScaleX="213520" custScaleY="119417"/>
      <dgm:spPr/>
    </dgm:pt>
    <dgm:pt modelId="{22D888E9-197C-45CA-8141-1F2BD0A209CC}" type="pres">
      <dgm:prSet presAssocID="{16082281-A682-4E27-A140-4D9A2A6E6A74}" presName="spaceA" presStyleCnt="0"/>
      <dgm:spPr/>
    </dgm:pt>
  </dgm:ptLst>
  <dgm:cxnLst>
    <dgm:cxn modelId="{6F42D5BF-4B1A-4CF8-BE84-651688BD7D46}" srcId="{90B8964A-F693-4A3D-B1B0-9D099200B83A}" destId="{16082281-A682-4E27-A140-4D9A2A6E6A74}" srcOrd="4" destOrd="0" parTransId="{0A7DF612-952B-407E-862F-3974A48B3E9B}" sibTransId="{8545C401-FD79-4E71-BB26-691788E81ED2}"/>
    <dgm:cxn modelId="{7CE80F8E-160F-4E13-9198-A7191856489A}" type="presOf" srcId="{5613B331-0048-41DF-A85A-5CC9C0AD84E1}" destId="{5EFEAF21-39B3-49B9-91D6-E348071E456A}" srcOrd="0" destOrd="0" presId="urn:microsoft.com/office/officeart/2005/8/layout/hProcess11"/>
    <dgm:cxn modelId="{7232EB1D-8776-4CE5-BA15-C68E99E49C72}" srcId="{90B8964A-F693-4A3D-B1B0-9D099200B83A}" destId="{FBBCFEB3-8CD5-40FE-813D-8C422BDE36C4}" srcOrd="3" destOrd="0" parTransId="{4B634B08-F0F3-4FF2-BC50-6B4BBC3F9ABC}" sibTransId="{34FA3212-6DB0-409D-9847-8EC611BD3848}"/>
    <dgm:cxn modelId="{42FB6A5A-CD71-4B5C-8D2B-93C115D1A3C7}" srcId="{90B8964A-F693-4A3D-B1B0-9D099200B83A}" destId="{5B299040-6066-466A-A2AD-63970E313A34}" srcOrd="1" destOrd="0" parTransId="{63CFC199-B882-4BF9-9DFF-638259E3B187}" sibTransId="{5F03D46A-68C7-4DBC-A3BE-8DD804FEC9CB}"/>
    <dgm:cxn modelId="{007E625A-3846-4D4D-BB72-BD106E24BABE}" type="presOf" srcId="{FBBCFEB3-8CD5-40FE-813D-8C422BDE36C4}" destId="{DBDAF676-D211-4077-BD3D-16EAC81D38B0}" srcOrd="0" destOrd="0" presId="urn:microsoft.com/office/officeart/2005/8/layout/hProcess11"/>
    <dgm:cxn modelId="{FC4A115B-FC72-4C3F-B167-039F965D1A38}" srcId="{90B8964A-F693-4A3D-B1B0-9D099200B83A}" destId="{5613B331-0048-41DF-A85A-5CC9C0AD84E1}" srcOrd="0" destOrd="0" parTransId="{E02365A5-8E0B-42D0-A679-6D55D2B11BAC}" sibTransId="{860D53A3-BBD4-4CE3-8C36-AE05FD1A6F4F}"/>
    <dgm:cxn modelId="{B2BEBC9B-2E7E-4453-A68E-767DDFDEB7AD}" type="presOf" srcId="{16082281-A682-4E27-A140-4D9A2A6E6A74}" destId="{42D37519-F909-4B15-A901-58BFCE3C0C54}" srcOrd="0" destOrd="0" presId="urn:microsoft.com/office/officeart/2005/8/layout/hProcess11"/>
    <dgm:cxn modelId="{9B9B8AE3-0A1E-4298-9175-521D1392C562}" type="presOf" srcId="{49FC9E9A-7C2B-4DE3-95DF-EBA2AF4DEADE}" destId="{373FD48B-1D43-44AE-B94D-255C71E127E4}" srcOrd="0" destOrd="0" presId="urn:microsoft.com/office/officeart/2005/8/layout/hProcess11"/>
    <dgm:cxn modelId="{4DB1E076-4F9A-4A8A-8692-03867BEEA184}" type="presOf" srcId="{90B8964A-F693-4A3D-B1B0-9D099200B83A}" destId="{8402EF0B-67C8-421C-9955-6CDF94F9A506}" srcOrd="0" destOrd="0" presId="urn:microsoft.com/office/officeart/2005/8/layout/hProcess11"/>
    <dgm:cxn modelId="{FFFD826E-34A0-4200-801C-F02E9E5F11EE}" srcId="{90B8964A-F693-4A3D-B1B0-9D099200B83A}" destId="{49FC9E9A-7C2B-4DE3-95DF-EBA2AF4DEADE}" srcOrd="2" destOrd="0" parTransId="{97EF9091-5B82-4096-8372-C564A95A1751}" sibTransId="{00FB4583-9EA8-4A40-A397-8E223C31E6DF}"/>
    <dgm:cxn modelId="{0AD6628D-9911-47FF-9414-F75E394E0577}" type="presOf" srcId="{5B299040-6066-466A-A2AD-63970E313A34}" destId="{BFDD4D61-43AC-42D9-B807-64D0B6D98543}" srcOrd="0" destOrd="0" presId="urn:microsoft.com/office/officeart/2005/8/layout/hProcess11"/>
    <dgm:cxn modelId="{CD85062A-4DA1-46E9-B6CE-EE6A941BC582}" type="presParOf" srcId="{8402EF0B-67C8-421C-9955-6CDF94F9A506}" destId="{2F26168F-1DA3-48DE-B515-ED00BD5D0505}" srcOrd="0" destOrd="0" presId="urn:microsoft.com/office/officeart/2005/8/layout/hProcess11"/>
    <dgm:cxn modelId="{B49DFDEC-62F9-4A4C-A8E9-042647ED1A12}" type="presParOf" srcId="{8402EF0B-67C8-421C-9955-6CDF94F9A506}" destId="{6D011266-B980-47C4-8844-2C7C1B60417E}" srcOrd="1" destOrd="0" presId="urn:microsoft.com/office/officeart/2005/8/layout/hProcess11"/>
    <dgm:cxn modelId="{2CE3DD44-1EC4-45BF-BCFC-011ED4612125}" type="presParOf" srcId="{6D011266-B980-47C4-8844-2C7C1B60417E}" destId="{75330E13-8914-4617-B199-586FCB213AC2}" srcOrd="0" destOrd="0" presId="urn:microsoft.com/office/officeart/2005/8/layout/hProcess11"/>
    <dgm:cxn modelId="{1EE4AAB4-E3AC-4E34-9164-6424926D5945}" type="presParOf" srcId="{75330E13-8914-4617-B199-586FCB213AC2}" destId="{5EFEAF21-39B3-49B9-91D6-E348071E456A}" srcOrd="0" destOrd="0" presId="urn:microsoft.com/office/officeart/2005/8/layout/hProcess11"/>
    <dgm:cxn modelId="{3FFFDA55-E46A-422D-B38E-352AE4257148}" type="presParOf" srcId="{75330E13-8914-4617-B199-586FCB213AC2}" destId="{F939C60D-59D3-4030-B030-E3B319DD52DB}" srcOrd="1" destOrd="0" presId="urn:microsoft.com/office/officeart/2005/8/layout/hProcess11"/>
    <dgm:cxn modelId="{ECDFF94E-4331-490D-90AE-E6BC0FFB0F83}" type="presParOf" srcId="{75330E13-8914-4617-B199-586FCB213AC2}" destId="{A457C476-1127-4A45-B575-D9D3A28ADCCE}" srcOrd="2" destOrd="0" presId="urn:microsoft.com/office/officeart/2005/8/layout/hProcess11"/>
    <dgm:cxn modelId="{FC552617-492C-4E91-B288-1A471881F6A1}" type="presParOf" srcId="{6D011266-B980-47C4-8844-2C7C1B60417E}" destId="{02F09DB3-15C8-4599-A20B-3D9D3B73E803}" srcOrd="1" destOrd="0" presId="urn:microsoft.com/office/officeart/2005/8/layout/hProcess11"/>
    <dgm:cxn modelId="{8B40DCFD-E90A-4290-9946-3EBFCE78EC7D}" type="presParOf" srcId="{6D011266-B980-47C4-8844-2C7C1B60417E}" destId="{526AA6B4-6D96-468B-B338-C348707C2980}" srcOrd="2" destOrd="0" presId="urn:microsoft.com/office/officeart/2005/8/layout/hProcess11"/>
    <dgm:cxn modelId="{0CD49519-B034-44E9-BAF5-BCD7C1A04600}" type="presParOf" srcId="{526AA6B4-6D96-468B-B338-C348707C2980}" destId="{BFDD4D61-43AC-42D9-B807-64D0B6D98543}" srcOrd="0" destOrd="0" presId="urn:microsoft.com/office/officeart/2005/8/layout/hProcess11"/>
    <dgm:cxn modelId="{858926E9-BB61-4934-9B94-EB222B5F3E7A}" type="presParOf" srcId="{526AA6B4-6D96-468B-B338-C348707C2980}" destId="{71999052-29B7-4730-8DDE-FEB61CF2EDB7}" srcOrd="1" destOrd="0" presId="urn:microsoft.com/office/officeart/2005/8/layout/hProcess11"/>
    <dgm:cxn modelId="{728A57E1-985E-4F84-B446-48AB592A8D96}" type="presParOf" srcId="{526AA6B4-6D96-468B-B338-C348707C2980}" destId="{B27DEAE4-A28E-40D6-A26A-A507D2FEB5AA}" srcOrd="2" destOrd="0" presId="urn:microsoft.com/office/officeart/2005/8/layout/hProcess11"/>
    <dgm:cxn modelId="{1AACB25D-215C-453D-B386-61A9672DDD33}" type="presParOf" srcId="{6D011266-B980-47C4-8844-2C7C1B60417E}" destId="{F1CD417C-4F61-4082-AF5F-31712E387529}" srcOrd="3" destOrd="0" presId="urn:microsoft.com/office/officeart/2005/8/layout/hProcess11"/>
    <dgm:cxn modelId="{121832FD-0BEB-4632-AA64-9A38F3A6136F}" type="presParOf" srcId="{6D011266-B980-47C4-8844-2C7C1B60417E}" destId="{F243FC20-668F-44B8-A7D0-2F552746CACF}" srcOrd="4" destOrd="0" presId="urn:microsoft.com/office/officeart/2005/8/layout/hProcess11"/>
    <dgm:cxn modelId="{ED439AF0-228D-434A-A77D-758C56314014}" type="presParOf" srcId="{F243FC20-668F-44B8-A7D0-2F552746CACF}" destId="{373FD48B-1D43-44AE-B94D-255C71E127E4}" srcOrd="0" destOrd="0" presId="urn:microsoft.com/office/officeart/2005/8/layout/hProcess11"/>
    <dgm:cxn modelId="{BABF436C-7492-465A-B40B-C67CBFA3C540}" type="presParOf" srcId="{F243FC20-668F-44B8-A7D0-2F552746CACF}" destId="{C6F81F69-8398-4180-BBE3-DA34255A691E}" srcOrd="1" destOrd="0" presId="urn:microsoft.com/office/officeart/2005/8/layout/hProcess11"/>
    <dgm:cxn modelId="{4AC7F3BF-D9CA-4BBB-B5B4-92B0002FF2F2}" type="presParOf" srcId="{F243FC20-668F-44B8-A7D0-2F552746CACF}" destId="{6D8880E3-5702-4D27-AD02-71E71ED2A549}" srcOrd="2" destOrd="0" presId="urn:microsoft.com/office/officeart/2005/8/layout/hProcess11"/>
    <dgm:cxn modelId="{F246C7A7-BE47-4E5C-88A4-AA9566FE2E8C}" type="presParOf" srcId="{6D011266-B980-47C4-8844-2C7C1B60417E}" destId="{933ADD3E-1BE9-4BD1-B503-BBA1C8AD60BF}" srcOrd="5" destOrd="0" presId="urn:microsoft.com/office/officeart/2005/8/layout/hProcess11"/>
    <dgm:cxn modelId="{DA5948BB-E6FB-4572-A0CD-A9C567053C6B}" type="presParOf" srcId="{6D011266-B980-47C4-8844-2C7C1B60417E}" destId="{51BA9931-E80C-4B8E-B07B-35E51AC8BE0F}" srcOrd="6" destOrd="0" presId="urn:microsoft.com/office/officeart/2005/8/layout/hProcess11"/>
    <dgm:cxn modelId="{27D3BFFC-0FA0-4850-B310-B9D23F2B05A7}" type="presParOf" srcId="{51BA9931-E80C-4B8E-B07B-35E51AC8BE0F}" destId="{DBDAF676-D211-4077-BD3D-16EAC81D38B0}" srcOrd="0" destOrd="0" presId="urn:microsoft.com/office/officeart/2005/8/layout/hProcess11"/>
    <dgm:cxn modelId="{FCE66B85-8482-4600-ADA3-0D0514B7E1A5}" type="presParOf" srcId="{51BA9931-E80C-4B8E-B07B-35E51AC8BE0F}" destId="{9E47D07F-FC9B-4F0B-B7FE-B33B28E4027D}" srcOrd="1" destOrd="0" presId="urn:microsoft.com/office/officeart/2005/8/layout/hProcess11"/>
    <dgm:cxn modelId="{A4F6F3DE-A13C-40A5-9B85-458C187089BC}" type="presParOf" srcId="{51BA9931-E80C-4B8E-B07B-35E51AC8BE0F}" destId="{61739E2D-2061-4ADD-B0EA-4934F2FDA96E}" srcOrd="2" destOrd="0" presId="urn:microsoft.com/office/officeart/2005/8/layout/hProcess11"/>
    <dgm:cxn modelId="{2B2E0B5F-8D5B-4A39-B257-6AE6DE351A3B}" type="presParOf" srcId="{6D011266-B980-47C4-8844-2C7C1B60417E}" destId="{B3DB2871-D053-4826-9936-9EC563A18817}" srcOrd="7" destOrd="0" presId="urn:microsoft.com/office/officeart/2005/8/layout/hProcess11"/>
    <dgm:cxn modelId="{D41E3490-A10C-406E-8FCF-6C1666FFEEB6}" type="presParOf" srcId="{6D011266-B980-47C4-8844-2C7C1B60417E}" destId="{79C44FB7-2050-46DE-BE31-3010AFB00077}" srcOrd="8" destOrd="0" presId="urn:microsoft.com/office/officeart/2005/8/layout/hProcess11"/>
    <dgm:cxn modelId="{C972E459-2506-4582-A0B1-373897F539E6}" type="presParOf" srcId="{79C44FB7-2050-46DE-BE31-3010AFB00077}" destId="{42D37519-F909-4B15-A901-58BFCE3C0C54}" srcOrd="0" destOrd="0" presId="urn:microsoft.com/office/officeart/2005/8/layout/hProcess11"/>
    <dgm:cxn modelId="{76320B26-A921-46C7-BC1E-108F7518C65D}" type="presParOf" srcId="{79C44FB7-2050-46DE-BE31-3010AFB00077}" destId="{188D23F3-2F04-452B-9E0C-E858164288A1}" srcOrd="1" destOrd="0" presId="urn:microsoft.com/office/officeart/2005/8/layout/hProcess11"/>
    <dgm:cxn modelId="{D2AA6B41-DB99-403C-B2B0-CCBFCF5AF8DD}" type="presParOf" srcId="{79C44FB7-2050-46DE-BE31-3010AFB00077}" destId="{22D888E9-197C-45CA-8141-1F2BD0A209C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6168F-1DA3-48DE-B515-ED00BD5D0505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gradFill rotWithShape="0">
          <a:gsLst>
            <a:gs pos="0">
              <a:schemeClr val="accent6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EFEAF21-39B3-49B9-91D6-E348071E456A}">
      <dsp:nvSpPr>
        <dsp:cNvPr id="0" name=""/>
        <dsp:cNvSpPr/>
      </dsp:nvSpPr>
      <dsp:spPr>
        <a:xfrm>
          <a:off x="2955" y="0"/>
          <a:ext cx="1758333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1</a:t>
          </a:r>
          <a:r>
            <a:rPr lang="en-US" sz="2000" kern="1200" baseline="30000" dirty="0"/>
            <a:t>st</a:t>
          </a:r>
          <a:r>
            <a:rPr lang="en-US" sz="2000" kern="1200" dirty="0"/>
            <a:t> BTR + NIR</a:t>
          </a:r>
        </a:p>
      </dsp:txBody>
      <dsp:txXfrm>
        <a:off x="2955" y="0"/>
        <a:ext cx="1758333" cy="1740535"/>
      </dsp:txXfrm>
    </dsp:sp>
    <dsp:sp modelId="{F939C60D-59D3-4030-B030-E3B319DD52DB}">
      <dsp:nvSpPr>
        <dsp:cNvPr id="0" name=""/>
        <dsp:cNvSpPr/>
      </dsp:nvSpPr>
      <dsp:spPr>
        <a:xfrm>
          <a:off x="453602" y="1934145"/>
          <a:ext cx="857039" cy="48304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DD4D61-43AC-42D9-B807-64D0B6D98543}">
      <dsp:nvSpPr>
        <dsp:cNvPr id="0" name=""/>
        <dsp:cNvSpPr/>
      </dsp:nvSpPr>
      <dsp:spPr>
        <a:xfrm>
          <a:off x="1849205" y="2610802"/>
          <a:ext cx="207312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CRT + Mini NID</a:t>
          </a:r>
        </a:p>
      </dsp:txBody>
      <dsp:txXfrm>
        <a:off x="1849205" y="2610802"/>
        <a:ext cx="2073128" cy="1740535"/>
      </dsp:txXfrm>
    </dsp:sp>
    <dsp:sp modelId="{71999052-29B7-4730-8DDE-FEB61CF2EDB7}">
      <dsp:nvSpPr>
        <dsp:cNvPr id="0" name=""/>
        <dsp:cNvSpPr/>
      </dsp:nvSpPr>
      <dsp:spPr>
        <a:xfrm>
          <a:off x="2476648" y="1923415"/>
          <a:ext cx="818243" cy="504507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3FD48B-1D43-44AE-B94D-255C71E127E4}">
      <dsp:nvSpPr>
        <dsp:cNvPr id="0" name=""/>
        <dsp:cNvSpPr/>
      </dsp:nvSpPr>
      <dsp:spPr>
        <a:xfrm>
          <a:off x="4010250" y="0"/>
          <a:ext cx="1758333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CRT + NID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Annexes</a:t>
          </a:r>
        </a:p>
      </dsp:txBody>
      <dsp:txXfrm>
        <a:off x="4010250" y="0"/>
        <a:ext cx="1758333" cy="1740535"/>
      </dsp:txXfrm>
    </dsp:sp>
    <dsp:sp modelId="{C6F81F69-8398-4180-BBE3-DA34255A691E}">
      <dsp:nvSpPr>
        <dsp:cNvPr id="0" name=""/>
        <dsp:cNvSpPr/>
      </dsp:nvSpPr>
      <dsp:spPr>
        <a:xfrm>
          <a:off x="4453976" y="1914271"/>
          <a:ext cx="870881" cy="522795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DAF676-D211-4077-BD3D-16EAC81D38B0}">
      <dsp:nvSpPr>
        <dsp:cNvPr id="0" name=""/>
        <dsp:cNvSpPr/>
      </dsp:nvSpPr>
      <dsp:spPr>
        <a:xfrm>
          <a:off x="5856500" y="2610802"/>
          <a:ext cx="1758333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CRT + NID</a:t>
          </a:r>
        </a:p>
      </dsp:txBody>
      <dsp:txXfrm>
        <a:off x="5856500" y="2610802"/>
        <a:ext cx="1758333" cy="1740535"/>
      </dsp:txXfrm>
    </dsp:sp>
    <dsp:sp modelId="{9E47D07F-FC9B-4F0B-B7FE-B33B28E4027D}">
      <dsp:nvSpPr>
        <dsp:cNvPr id="0" name=""/>
        <dsp:cNvSpPr/>
      </dsp:nvSpPr>
      <dsp:spPr>
        <a:xfrm>
          <a:off x="6290244" y="1925001"/>
          <a:ext cx="890845" cy="501335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D37519-F909-4B15-A901-58BFCE3C0C54}">
      <dsp:nvSpPr>
        <dsp:cNvPr id="0" name=""/>
        <dsp:cNvSpPr/>
      </dsp:nvSpPr>
      <dsp:spPr>
        <a:xfrm>
          <a:off x="7702750" y="0"/>
          <a:ext cx="1758333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Proxy GHG</a:t>
          </a:r>
        </a:p>
      </dsp:txBody>
      <dsp:txXfrm>
        <a:off x="7702750" y="0"/>
        <a:ext cx="1758333" cy="1740535"/>
      </dsp:txXfrm>
    </dsp:sp>
    <dsp:sp modelId="{188D23F3-2F04-452B-9E0C-E858164288A1}">
      <dsp:nvSpPr>
        <dsp:cNvPr id="0" name=""/>
        <dsp:cNvSpPr/>
      </dsp:nvSpPr>
      <dsp:spPr>
        <a:xfrm>
          <a:off x="8117368" y="1915857"/>
          <a:ext cx="929097" cy="519623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65B0B-16D8-433B-A67A-D79ED03D4F0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B5E32-B34B-42CD-9B05-1ECB3EAA4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9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B5E32-B34B-42CD-9B05-1ECB3EAA46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22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B5E32-B34B-42CD-9B05-1ECB3EAA46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23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B5E32-B34B-42CD-9B05-1ECB3EAA46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B5E32-B34B-42CD-9B05-1ECB3EAA46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83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B47CC-4957-67B7-B5AC-8627BFBCC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F44C3-F9DE-7D6B-35B0-00EE6937E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DCA2C-1C58-93BB-4597-3571D695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A105E-EE5E-14F5-EE47-3B54EB2A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663E-1835-64DF-A75C-31FCEE51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3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787D-E64D-3A2A-8A6F-BBF0597D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5E72-078E-09B4-17CA-65CB3F5E1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202BC-7EA3-E19D-A75F-4072ABF9C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49ADA-F544-FF9A-F139-F91B5236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F7648-5A13-BD3D-9B4B-7FECDCEC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1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5584-996C-155B-B32B-1D56BF5F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E578-C95F-DDCC-47E9-3E486CDE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21F2A-30B5-954D-EBC3-8FEEA1E9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5D5B4-6265-144C-0145-9EA1AE84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99DB1-8FDC-5D2C-4FC3-C32C61CD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7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3091-710B-83D2-611F-9BEBCC37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7564-2EAA-D400-9DC0-45DB91B6A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45645-EBB7-10F0-E89C-83E5CDF8A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A5B32-8E73-DD57-A182-75D99F65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84C33-E872-73D4-4CA6-A5F75F8C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45149-C56C-9878-BE11-15A668FA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7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55B3-5382-DDB2-EDF9-04609EB5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00285-0A6D-C7B5-87B1-C78B002EA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4FE9C-D986-E778-6400-D6C59286F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98CE8-2A8A-9A57-D6F4-68D04FF53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6DF8E-DB0C-7EE0-B16B-1B7B8C53B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FDAC8-23F2-FAF0-AE37-4E0E8A38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E6762-C19D-08A5-4E5F-222BE71B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85E51-B841-4A08-7F45-851AE3B8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7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9D7C-6CA7-D9B5-38D0-1C932794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15570E-5194-8DAE-B775-93475C75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FB5BA-7055-99D6-DA0A-31216687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23D04-04DE-1D85-C979-0007F1C8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79AF6-7781-C5F0-3979-E3C9526D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DCEAB8-D811-2549-D34B-BFD26985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86381-8E1B-F69F-7570-ACFC7985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3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2162-17FB-3D1B-1887-2A6B0EFBE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1244E-C4A0-D840-B399-CA141FDA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ED5D7-AB5A-F3E9-DF31-29A460239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23AF7-3543-9A4C-BAAB-C83879BAA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F15DF-1BC8-3FE4-6B22-E6F26364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B948A-A803-998B-DA22-22C3555B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7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60D7-0511-2287-42E5-4E28890E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E44F5-6811-DE5A-3AFD-0C71D4076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0885C-205B-62A3-E387-1ABC4E7F2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E4C3E-3DFA-5B5A-08AF-B5009FC7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5C2F-6103-C2AA-D661-07AF4280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51170-2EA7-1F50-C8A5-E3FA16A4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4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966A-76F6-A3F5-D5F0-1CFF90AD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931C9-CE5F-1060-5055-52B3E6316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D1E22-26D0-1020-77E8-0819B089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D5708-C234-1CD8-F9AD-7D3AA48E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F0B5D-DD57-42C8-D674-01FE05CD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6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5461F-035C-4A00-1904-DBEF9B7E3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DDB30-867B-3B10-2F5E-2CECF0452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25AB8-FD56-7B2B-60F9-CF12B16C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03633-0FB6-9EEF-D2A7-806942C7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E38AB-6CC0-1531-A34A-6E4D6F55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2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99D50-8827-3791-6BD6-013E3792C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DAA94-0806-B054-E2DC-88D09C22A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B6EA4-1F45-5B0C-7C47-AE2B4A8E6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9D739-586D-4FE8-A0B9-1D29CE2FE3F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BD35A-FF02-3768-20DB-0A2B93BC1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012A-3ACA-60CB-8AA2-F415BE608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BE11A-3A6B-4DB1-B8DA-5812C64F3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6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1453-DD43-7A39-DC96-EEDFAE142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122363"/>
            <a:ext cx="97028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Reporting obligations: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real-life experience from Serbia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86438-A1A6-DF77-D3AE-3AA13C773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1030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07/10/2025</a:t>
            </a:r>
          </a:p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Ivana Dukic</a:t>
            </a:r>
          </a:p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Serbian Environmental Protection Agency</a:t>
            </a:r>
          </a:p>
        </p:txBody>
      </p:sp>
    </p:spTree>
    <p:extLst>
      <p:ext uri="{BB962C8B-B14F-4D97-AF65-F5344CB8AC3E}">
        <p14:creationId xmlns:p14="http://schemas.microsoft.com/office/powerpoint/2010/main" val="380134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52C8-7D8B-52AF-D1EE-3FCCAA7E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C793A-7B2E-1555-C814-257828CA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Reporting requirements </a:t>
            </a:r>
          </a:p>
          <a:p>
            <a:r>
              <a:rPr lang="en-US" dirty="0"/>
              <a:t>Deadlines</a:t>
            </a:r>
          </a:p>
          <a:p>
            <a:r>
              <a:rPr lang="en-US" dirty="0"/>
              <a:t>Support provided</a:t>
            </a:r>
          </a:p>
        </p:txBody>
      </p:sp>
    </p:spTree>
    <p:extLst>
      <p:ext uri="{BB962C8B-B14F-4D97-AF65-F5344CB8AC3E}">
        <p14:creationId xmlns:p14="http://schemas.microsoft.com/office/powerpoint/2010/main" val="165816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ED0E-5FCF-9A38-6519-2F99690C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28C4-CDA3-95E5-8DBC-D20B4D21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legal framework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858B-CE28-482B-C167-EDA5D3471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9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Climate Change Law (2021)</a:t>
            </a:r>
          </a:p>
          <a:p>
            <a:pPr marL="0" indent="0">
              <a:buNone/>
            </a:pPr>
            <a:r>
              <a:rPr lang="en-GB" sz="2000" i="1" dirty="0"/>
              <a:t>the first systemic law in the field of climate change in the Republic of Serbia:</a:t>
            </a:r>
          </a:p>
          <a:p>
            <a:pPr marL="0" indent="0">
              <a:buNone/>
            </a:pPr>
            <a:endParaRPr lang="en-GB" sz="2000" i="1" dirty="0"/>
          </a:p>
          <a:p>
            <a:r>
              <a:rPr lang="en-GB" sz="2000" dirty="0"/>
              <a:t>establishment of the National Council for Climate Change - advisory body of the Government</a:t>
            </a:r>
          </a:p>
          <a:p>
            <a:r>
              <a:rPr lang="en-GB" sz="2000" dirty="0"/>
              <a:t>  framework for public policy documents in the field of climate change</a:t>
            </a:r>
          </a:p>
          <a:p>
            <a:r>
              <a:rPr lang="en-GB" sz="2000" dirty="0"/>
              <a:t>  establishment of a framework for the systematic collection of data on greenhouse gas emissions - the National GHG Inventory</a:t>
            </a:r>
          </a:p>
          <a:p>
            <a:r>
              <a:rPr lang="en-GB" sz="2000" dirty="0"/>
              <a:t>  establishment of a system for monitoring, reporting and verification of greenhouse gases at plant level - a prerequisite for the application of the EU GHG emissions trading system and/or another instrument for determining the carbon price</a:t>
            </a:r>
          </a:p>
        </p:txBody>
      </p:sp>
    </p:spTree>
    <p:extLst>
      <p:ext uri="{BB962C8B-B14F-4D97-AF65-F5344CB8AC3E}">
        <p14:creationId xmlns:p14="http://schemas.microsoft.com/office/powerpoint/2010/main" val="118779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6214-72D2-1C19-76CE-C87E7CB79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4794-7B51-430E-3ED9-3A10FA5D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obligations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C1C2A-1B85-6252-3C31-D3E370644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Establishment and management of the national GHG inventory</a:t>
            </a:r>
          </a:p>
          <a:p>
            <a:pPr lvl="1"/>
            <a:r>
              <a:rPr lang="en-US" dirty="0"/>
              <a:t>preparation of the GHG Inventory by January 15 of each year.</a:t>
            </a:r>
          </a:p>
          <a:p>
            <a:pPr lvl="1"/>
            <a:r>
              <a:rPr lang="en-US" dirty="0"/>
              <a:t>by March 15 of each year, the preparation of the GHG Inventory Report.</a:t>
            </a:r>
          </a:p>
          <a:p>
            <a:pPr lvl="1"/>
            <a:r>
              <a:rPr lang="en-US" dirty="0"/>
              <a:t>by July 31 of each year, the creation of a GHG inventory with provisional data for the previous year.</a:t>
            </a:r>
          </a:p>
          <a:p>
            <a:r>
              <a:rPr lang="en-US" dirty="0"/>
              <a:t>Adapted Governance Regulation</a:t>
            </a:r>
          </a:p>
          <a:p>
            <a:pPr lvl="1"/>
            <a:r>
              <a:rPr lang="en-US" dirty="0"/>
              <a:t>Annexes VIII-XII and XIV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6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68B4-3EDE-587C-1E25-F04F3BEE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Chronological order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59EC5A-ABC9-0B63-BB3A-70C2E01222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2754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57296A-E37E-B424-5CBA-FF23E95832CD}"/>
              </a:ext>
            </a:extLst>
          </p:cNvPr>
          <p:cNvSpPr txBox="1"/>
          <p:nvPr/>
        </p:nvSpPr>
        <p:spPr>
          <a:xfrm>
            <a:off x="1143000" y="3816628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Dec. 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A8A91-158B-BA2F-130F-1AA2CDDB6EC4}"/>
              </a:ext>
            </a:extLst>
          </p:cNvPr>
          <p:cNvSpPr txBox="1"/>
          <p:nvPr/>
        </p:nvSpPr>
        <p:spPr>
          <a:xfrm>
            <a:off x="3319272" y="3816628"/>
            <a:ext cx="84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15.01.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31C52-A9C4-A766-23E6-54A22E7088E1}"/>
              </a:ext>
            </a:extLst>
          </p:cNvPr>
          <p:cNvSpPr txBox="1"/>
          <p:nvPr/>
        </p:nvSpPr>
        <p:spPr>
          <a:xfrm>
            <a:off x="5337048" y="3816628"/>
            <a:ext cx="84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15.03.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9CD2E-766C-86AD-A090-1C55650517C1}"/>
              </a:ext>
            </a:extLst>
          </p:cNvPr>
          <p:cNvSpPr txBox="1"/>
          <p:nvPr/>
        </p:nvSpPr>
        <p:spPr>
          <a:xfrm>
            <a:off x="7168896" y="3816628"/>
            <a:ext cx="84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15.04.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AA1DD-5C9B-1F55-E264-CD3475D86B68}"/>
              </a:ext>
            </a:extLst>
          </p:cNvPr>
          <p:cNvSpPr txBox="1"/>
          <p:nvPr/>
        </p:nvSpPr>
        <p:spPr>
          <a:xfrm>
            <a:off x="9000744" y="3816628"/>
            <a:ext cx="84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31.07.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10FBF7-0499-74A8-CF60-1726A73C21FF}"/>
              </a:ext>
            </a:extLst>
          </p:cNvPr>
          <p:cNvSpPr/>
          <p:nvPr/>
        </p:nvSpPr>
        <p:spPr>
          <a:xfrm>
            <a:off x="1901952" y="2560320"/>
            <a:ext cx="5586984" cy="2871216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EE10D4-B3A4-7D15-A934-39BD200E2858}"/>
              </a:ext>
            </a:extLst>
          </p:cNvPr>
          <p:cNvSpPr/>
          <p:nvPr/>
        </p:nvSpPr>
        <p:spPr>
          <a:xfrm>
            <a:off x="7702296" y="2560320"/>
            <a:ext cx="3438144" cy="2093976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E82B0-CF82-1776-D0C6-EEF7AC0A1A1B}"/>
              </a:ext>
            </a:extLst>
          </p:cNvPr>
          <p:cNvSpPr txBox="1"/>
          <p:nvPr/>
        </p:nvSpPr>
        <p:spPr>
          <a:xfrm>
            <a:off x="5611368" y="1814893"/>
            <a:ext cx="133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Reportnet</a:t>
            </a:r>
            <a:r>
              <a:rPr lang="en-US" dirty="0"/>
              <a:t>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E7E73-2353-9158-820E-B3FF69711940}"/>
              </a:ext>
            </a:extLst>
          </p:cNvPr>
          <p:cNvSpPr txBox="1"/>
          <p:nvPr/>
        </p:nvSpPr>
        <p:spPr>
          <a:xfrm>
            <a:off x="9293352" y="1825625"/>
            <a:ext cx="133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Reportnet</a:t>
            </a:r>
            <a:r>
              <a:rPr lang="en-US" dirty="0"/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D0C6D7-E29C-0113-F4A4-E56EBD975D1E}"/>
              </a:ext>
            </a:extLst>
          </p:cNvPr>
          <p:cNvSpPr txBox="1"/>
          <p:nvPr/>
        </p:nvSpPr>
        <p:spPr>
          <a:xfrm>
            <a:off x="7037070" y="4861631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UNFCCC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C3E14-6A23-8750-65AA-0D7333C4CC50}"/>
              </a:ext>
            </a:extLst>
          </p:cNvPr>
          <p:cNvSpPr txBox="1"/>
          <p:nvPr/>
        </p:nvSpPr>
        <p:spPr>
          <a:xfrm>
            <a:off x="1143000" y="2647005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UNFCCC</a:t>
            </a:r>
          </a:p>
        </p:txBody>
      </p:sp>
    </p:spTree>
    <p:extLst>
      <p:ext uri="{BB962C8B-B14F-4D97-AF65-F5344CB8AC3E}">
        <p14:creationId xmlns:p14="http://schemas.microsoft.com/office/powerpoint/2010/main" val="664962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7BF-C88D-B390-2578-E78BC4CD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GHG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C7083-802E-ADCE-0038-29249F48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Reporting Tables – ETF Reporter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National Inventory Document</a:t>
            </a:r>
          </a:p>
          <a:p>
            <a:endParaRPr lang="en-US" dirty="0"/>
          </a:p>
          <a:p>
            <a:r>
              <a:rPr lang="en-US" dirty="0"/>
              <a:t>Approximated Inventory</a:t>
            </a:r>
          </a:p>
        </p:txBody>
      </p:sp>
    </p:spTree>
    <p:extLst>
      <p:ext uri="{BB962C8B-B14F-4D97-AF65-F5344CB8AC3E}">
        <p14:creationId xmlns:p14="http://schemas.microsoft.com/office/powerpoint/2010/main" val="255730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60EDE-0895-4D1C-C8F0-AC8C4ECD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FCB58-1981-DDCD-A7B8-32B05E6E9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6098F-8B33-73C9-26BE-3F01D8D75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Art10_AnnexVIII: Recommendations</a:t>
            </a:r>
          </a:p>
          <a:p>
            <a:r>
              <a:rPr lang="en-US" u="sng" dirty="0"/>
              <a:t>Art11_AnnexIX: Methods Emission Factors and Methodological Descriptions</a:t>
            </a:r>
          </a:p>
          <a:p>
            <a:r>
              <a:rPr lang="en-US" dirty="0"/>
              <a:t>Art12_AnnexX: Uncertainty and completeness</a:t>
            </a:r>
          </a:p>
          <a:p>
            <a:r>
              <a:rPr lang="en-US" dirty="0"/>
              <a:t>Art13_AnnexXI: Indicators</a:t>
            </a:r>
          </a:p>
          <a:p>
            <a:r>
              <a:rPr lang="en-US" u="sng" dirty="0"/>
              <a:t>Art14_AnnexXII: Consistency with ETS</a:t>
            </a:r>
          </a:p>
          <a:p>
            <a:r>
              <a:rPr lang="en-US" dirty="0"/>
              <a:t>Art17_AnnexXIV: Consistency with energy statistics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5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23E1E-9DBE-F8FF-5BFD-EEF0FA9E8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FCE4-DC93-79DB-57B0-E5293072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provided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3A41F-90C2-900E-AD3F-3C12DF32B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In-person trainings</a:t>
            </a:r>
          </a:p>
          <a:p>
            <a:pPr lvl="1"/>
            <a:r>
              <a:rPr lang="en-US" dirty="0"/>
              <a:t>In region</a:t>
            </a:r>
          </a:p>
          <a:p>
            <a:pPr lvl="1"/>
            <a:r>
              <a:rPr lang="en-US" dirty="0"/>
              <a:t>In Serbia</a:t>
            </a:r>
          </a:p>
          <a:p>
            <a:pPr lvl="1"/>
            <a:endParaRPr lang="en-US" dirty="0"/>
          </a:p>
          <a:p>
            <a:r>
              <a:rPr lang="en-US" dirty="0"/>
              <a:t>Webinars</a:t>
            </a:r>
          </a:p>
          <a:p>
            <a:endParaRPr lang="en-US" dirty="0"/>
          </a:p>
          <a:p>
            <a:r>
              <a:rPr lang="en-US" dirty="0"/>
              <a:t>On-line meetings</a:t>
            </a:r>
          </a:p>
          <a:p>
            <a:endParaRPr lang="en-US" dirty="0"/>
          </a:p>
          <a:p>
            <a:r>
              <a:rPr lang="en-US" dirty="0"/>
              <a:t>E-mails and Teams channel</a:t>
            </a:r>
          </a:p>
        </p:txBody>
      </p:sp>
    </p:spTree>
    <p:extLst>
      <p:ext uri="{BB962C8B-B14F-4D97-AF65-F5344CB8AC3E}">
        <p14:creationId xmlns:p14="http://schemas.microsoft.com/office/powerpoint/2010/main" val="3297026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1C52D1-8DD8-1999-0064-C470776993DC}"/>
              </a:ext>
            </a:extLst>
          </p:cNvPr>
          <p:cNvSpPr txBox="1"/>
          <p:nvPr/>
        </p:nvSpPr>
        <p:spPr>
          <a:xfrm>
            <a:off x="3422142" y="2675620"/>
            <a:ext cx="50452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2629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9E40BF7383784999BA1B34A435B410" ma:contentTypeVersion="0" ma:contentTypeDescription="Create a new document." ma:contentTypeScope="" ma:versionID="a4651880fff225387c0ad42ddaada4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1C9C13-D0B3-4A5B-8D04-D3EF5A5354C1}"/>
</file>

<file path=customXml/itemProps2.xml><?xml version="1.0" encoding="utf-8"?>
<ds:datastoreItem xmlns:ds="http://schemas.openxmlformats.org/officeDocument/2006/customXml" ds:itemID="{9FA98D81-5E13-42F2-B901-050C4B86EA57}"/>
</file>

<file path=customXml/itemProps3.xml><?xml version="1.0" encoding="utf-8"?>
<ds:datastoreItem xmlns:ds="http://schemas.openxmlformats.org/officeDocument/2006/customXml" ds:itemID="{A9316F82-DDCE-4C3D-87B1-2770790CC904}"/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292</Words>
  <Application>Microsoft Office PowerPoint</Application>
  <PresentationFormat>Widescreen</PresentationFormat>
  <Paragraphs>67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Theme</vt:lpstr>
      <vt:lpstr>Reporting obligations:  real-life experience from Serbia</vt:lpstr>
      <vt:lpstr>Content</vt:lpstr>
      <vt:lpstr>National legal framework</vt:lpstr>
      <vt:lpstr>Reporting obligations</vt:lpstr>
      <vt:lpstr>Chronological order</vt:lpstr>
      <vt:lpstr>GHG Inventory</vt:lpstr>
      <vt:lpstr>Annexes</vt:lpstr>
      <vt:lpstr>Support provided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obligations:  real-life experience from Serbia</dc:title>
  <dc:creator>Ivana Dukić</dc:creator>
  <cp:lastModifiedBy>IVANA</cp:lastModifiedBy>
  <cp:revision>18</cp:revision>
  <dcterms:created xsi:type="dcterms:W3CDTF">2025-10-03T06:35:37Z</dcterms:created>
  <dcterms:modified xsi:type="dcterms:W3CDTF">2025-10-07T11:03:49Z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0x010100CA9E40BF7383784999BA1B34A435B410</vt:lpwstr>
  </property>
  <property fmtid="{D5CDD505-2E9C-101B-9397-08002B2CF9AE}" pid="3" name="Order">
    <vt:r8>187800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