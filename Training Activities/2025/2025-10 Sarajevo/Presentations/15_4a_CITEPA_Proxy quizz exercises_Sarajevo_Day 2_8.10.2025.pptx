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4.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5.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6.xml" ContentType="application/vnd.openxmlformats-officedocument.theme+xml"/>
  <Override PartName="/ppt/slideLayouts/slideLayout27.xml" ContentType="application/vnd.openxmlformats-officedocument.presentationml.slideLayout+xml"/>
  <Override PartName="/ppt/theme/theme7.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8.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9.xml" ContentType="application/vnd.openxmlformats-officedocument.theme+xml"/>
  <Override PartName="/ppt/slideLayouts/slideLayout33.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4"/>
    <p:sldMasterId id="2147483687" r:id="rId5"/>
    <p:sldMasterId id="2147483672" r:id="rId6"/>
    <p:sldMasterId id="2147483695" r:id="rId7"/>
    <p:sldMasterId id="2147483706" r:id="rId8"/>
    <p:sldMasterId id="2147483699" r:id="rId9"/>
    <p:sldMasterId id="2147483708" r:id="rId10"/>
    <p:sldMasterId id="2147483738" r:id="rId11"/>
    <p:sldMasterId id="2147483740" r:id="rId12"/>
    <p:sldMasterId id="2147483745" r:id="rId13"/>
  </p:sldMasterIdLst>
  <p:notesMasterIdLst>
    <p:notesMasterId r:id="rId28"/>
  </p:notesMasterIdLst>
  <p:handoutMasterIdLst>
    <p:handoutMasterId r:id="rId29"/>
  </p:handoutMasterIdLst>
  <p:sldIdLst>
    <p:sldId id="438" r:id="rId14"/>
    <p:sldId id="516" r:id="rId15"/>
    <p:sldId id="517" r:id="rId16"/>
    <p:sldId id="518" r:id="rId17"/>
    <p:sldId id="519" r:id="rId18"/>
    <p:sldId id="507" r:id="rId19"/>
    <p:sldId id="508" r:id="rId20"/>
    <p:sldId id="509" r:id="rId21"/>
    <p:sldId id="510" r:id="rId22"/>
    <p:sldId id="511" r:id="rId23"/>
    <p:sldId id="512" r:id="rId24"/>
    <p:sldId id="513" r:id="rId25"/>
    <p:sldId id="514" r:id="rId26"/>
    <p:sldId id="436" r:id="rId27"/>
  </p:sldIdLst>
  <p:sldSz cx="9906000" cy="6858000" type="A4"/>
  <p:notesSz cx="6792913" cy="99250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3126" userDrawn="1">
          <p15:clr>
            <a:srgbClr val="A4A3A4"/>
          </p15:clr>
        </p15:guide>
        <p15:guide id="2" pos="214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613F"/>
    <a:srgbClr val="00488B"/>
    <a:srgbClr val="000000"/>
    <a:srgbClr val="147E46"/>
    <a:srgbClr val="086239"/>
    <a:srgbClr val="F58227"/>
    <a:srgbClr val="005399"/>
    <a:srgbClr val="1B659A"/>
    <a:srgbClr val="2282C5"/>
    <a:srgbClr val="1032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772D93-4202-416E-831E-D07674BCAB33}" v="4" dt="2025-10-05T20:20:16.453"/>
  </p1510:revLst>
</p1510:revInfo>
</file>

<file path=ppt/tableStyles.xml><?xml version="1.0" encoding="utf-8"?>
<a:tblStyleLst xmlns:a="http://schemas.openxmlformats.org/drawingml/2006/main" def="{72833802-FEF1-4C79-8D5D-14CF1EAF98D9}">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Style léger 2 - Accentuation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Style léger 2 - Accentuation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308" autoAdjust="0"/>
  </p:normalViewPr>
  <p:slideViewPr>
    <p:cSldViewPr snapToGrid="0">
      <p:cViewPr varScale="1">
        <p:scale>
          <a:sx n="77" d="100"/>
          <a:sy n="77" d="100"/>
        </p:scale>
        <p:origin x="468" y="60"/>
      </p:cViewPr>
      <p:guideLst>
        <p:guide orient="horz" pos="2880"/>
        <p:guide pos="2160"/>
      </p:guideLst>
    </p:cSldViewPr>
  </p:slideViewPr>
  <p:notesTextViewPr>
    <p:cViewPr>
      <p:scale>
        <a:sx n="3" d="2"/>
        <a:sy n="3" d="2"/>
      </p:scale>
      <p:origin x="0" y="0"/>
    </p:cViewPr>
  </p:notesTextViewPr>
  <p:notesViewPr>
    <p:cSldViewPr snapToGrid="0">
      <p:cViewPr>
        <p:scale>
          <a:sx n="1" d="2"/>
          <a:sy n="1" d="2"/>
        </p:scale>
        <p:origin x="4152" y="1440"/>
      </p:cViewPr>
      <p:guideLst>
        <p:guide orient="horz" pos="3126"/>
        <p:guide pos="214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 Type="http://schemas.openxmlformats.org/officeDocument/2006/relationships/customXml" Target="../customXml/item3.xml"/><Relationship Id="rId21" Type="http://schemas.openxmlformats.org/officeDocument/2006/relationships/slide" Target="slides/slide8.xml"/><Relationship Id="rId34" Type="http://schemas.microsoft.com/office/2016/11/relationships/changesInfo" Target="changesInfos/changesInfo1.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3.xml"/><Relationship Id="rId20" Type="http://schemas.openxmlformats.org/officeDocument/2006/relationships/slide" Target="slides/slide7.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notesMaster" Target="notesMasters/notesMaster1.xml"/><Relationship Id="rId10" Type="http://schemas.openxmlformats.org/officeDocument/2006/relationships/slideMaster" Target="slideMasters/slideMaster7.xml"/><Relationship Id="rId19" Type="http://schemas.openxmlformats.org/officeDocument/2006/relationships/slide" Target="slides/slide6.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presProps" Target="presProps.xml"/><Relationship Id="rId3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Pierre Chang" userId="7a5d3a12-f981-4a01-99aa-2e45acc807ae" providerId="ADAL" clId="{7EF64606-F79B-4BA7-82BF-DD27C6437E22}"/>
    <pc:docChg chg="undo custSel modSld modNotesMaster modHandout">
      <pc:chgData name="Jean-Pierre Chang" userId="7a5d3a12-f981-4a01-99aa-2e45acc807ae" providerId="ADAL" clId="{7EF64606-F79B-4BA7-82BF-DD27C6437E22}" dt="2025-10-05T20:20:16.453" v="149"/>
      <pc:docMkLst>
        <pc:docMk/>
      </pc:docMkLst>
      <pc:sldChg chg="modSp mod">
        <pc:chgData name="Jean-Pierre Chang" userId="7a5d3a12-f981-4a01-99aa-2e45acc807ae" providerId="ADAL" clId="{7EF64606-F79B-4BA7-82BF-DD27C6437E22}" dt="2025-10-05T20:16:43.521" v="93" actId="790"/>
        <pc:sldMkLst>
          <pc:docMk/>
          <pc:sldMk cId="2070119259" sldId="436"/>
        </pc:sldMkLst>
        <pc:spChg chg="mod">
          <ac:chgData name="Jean-Pierre Chang" userId="7a5d3a12-f981-4a01-99aa-2e45acc807ae" providerId="ADAL" clId="{7EF64606-F79B-4BA7-82BF-DD27C6437E22}" dt="2025-10-05T20:16:43.521" v="93" actId="790"/>
          <ac:spMkLst>
            <pc:docMk/>
            <pc:sldMk cId="2070119259" sldId="436"/>
            <ac:spMk id="3" creationId="{E0F770EB-449B-0A6F-A341-5007C2AEA25B}"/>
          </ac:spMkLst>
        </pc:spChg>
        <pc:spChg chg="mod">
          <ac:chgData name="Jean-Pierre Chang" userId="7a5d3a12-f981-4a01-99aa-2e45acc807ae" providerId="ADAL" clId="{7EF64606-F79B-4BA7-82BF-DD27C6437E22}" dt="2025-10-05T20:16:43.521" v="93" actId="790"/>
          <ac:spMkLst>
            <pc:docMk/>
            <pc:sldMk cId="2070119259" sldId="436"/>
            <ac:spMk id="5" creationId="{BA5121D3-973F-824E-9D4E-1C96E8D35047}"/>
          </ac:spMkLst>
        </pc:spChg>
        <pc:spChg chg="mod">
          <ac:chgData name="Jean-Pierre Chang" userId="7a5d3a12-f981-4a01-99aa-2e45acc807ae" providerId="ADAL" clId="{7EF64606-F79B-4BA7-82BF-DD27C6437E22}" dt="2025-10-05T20:16:43.521" v="93" actId="790"/>
          <ac:spMkLst>
            <pc:docMk/>
            <pc:sldMk cId="2070119259" sldId="436"/>
            <ac:spMk id="9" creationId="{B4556FEA-D65A-2646-A854-BEEAB30BFFBF}"/>
          </ac:spMkLst>
        </pc:spChg>
        <pc:spChg chg="mod">
          <ac:chgData name="Jean-Pierre Chang" userId="7a5d3a12-f981-4a01-99aa-2e45acc807ae" providerId="ADAL" clId="{7EF64606-F79B-4BA7-82BF-DD27C6437E22}" dt="2025-10-05T20:16:43.521" v="93" actId="790"/>
          <ac:spMkLst>
            <pc:docMk/>
            <pc:sldMk cId="2070119259" sldId="436"/>
            <ac:spMk id="11" creationId="{D8E9EFD9-6574-3086-6675-204A5091F758}"/>
          </ac:spMkLst>
        </pc:spChg>
        <pc:spChg chg="mod">
          <ac:chgData name="Jean-Pierre Chang" userId="7a5d3a12-f981-4a01-99aa-2e45acc807ae" providerId="ADAL" clId="{7EF64606-F79B-4BA7-82BF-DD27C6437E22}" dt="2025-10-05T20:16:43.521" v="93" actId="790"/>
          <ac:spMkLst>
            <pc:docMk/>
            <pc:sldMk cId="2070119259" sldId="436"/>
            <ac:spMk id="12" creationId="{4EE7E82E-52DF-7074-E97F-14E886412530}"/>
          </ac:spMkLst>
        </pc:spChg>
        <pc:spChg chg="mod">
          <ac:chgData name="Jean-Pierre Chang" userId="7a5d3a12-f981-4a01-99aa-2e45acc807ae" providerId="ADAL" clId="{7EF64606-F79B-4BA7-82BF-DD27C6437E22}" dt="2025-10-05T20:16:43.521" v="93" actId="790"/>
          <ac:spMkLst>
            <pc:docMk/>
            <pc:sldMk cId="2070119259" sldId="436"/>
            <ac:spMk id="13" creationId="{95A74085-4D43-2011-5446-22B0BC5D3417}"/>
          </ac:spMkLst>
        </pc:spChg>
        <pc:spChg chg="mod">
          <ac:chgData name="Jean-Pierre Chang" userId="7a5d3a12-f981-4a01-99aa-2e45acc807ae" providerId="ADAL" clId="{7EF64606-F79B-4BA7-82BF-DD27C6437E22}" dt="2025-10-05T20:16:43.521" v="93" actId="790"/>
          <ac:spMkLst>
            <pc:docMk/>
            <pc:sldMk cId="2070119259" sldId="436"/>
            <ac:spMk id="14" creationId="{29CD6A1D-77BC-4282-675C-6C9ECAB37325}"/>
          </ac:spMkLst>
        </pc:spChg>
      </pc:sldChg>
      <pc:sldChg chg="addSp delSp modSp mod">
        <pc:chgData name="Jean-Pierre Chang" userId="7a5d3a12-f981-4a01-99aa-2e45acc807ae" providerId="ADAL" clId="{7EF64606-F79B-4BA7-82BF-DD27C6437E22}" dt="2025-10-05T20:16:43.521" v="93" actId="790"/>
        <pc:sldMkLst>
          <pc:docMk/>
          <pc:sldMk cId="3134624895" sldId="438"/>
        </pc:sldMkLst>
        <pc:spChg chg="mod">
          <ac:chgData name="Jean-Pierre Chang" userId="7a5d3a12-f981-4a01-99aa-2e45acc807ae" providerId="ADAL" clId="{7EF64606-F79B-4BA7-82BF-DD27C6437E22}" dt="2025-10-05T20:16:43.521" v="93" actId="790"/>
          <ac:spMkLst>
            <pc:docMk/>
            <pc:sldMk cId="3134624895" sldId="438"/>
            <ac:spMk id="2" creationId="{A564FD8F-91CB-95A5-3015-2C9B7960CC28}"/>
          </ac:spMkLst>
        </pc:spChg>
        <pc:spChg chg="add del mod">
          <ac:chgData name="Jean-Pierre Chang" userId="7a5d3a12-f981-4a01-99aa-2e45acc807ae" providerId="ADAL" clId="{7EF64606-F79B-4BA7-82BF-DD27C6437E22}" dt="2025-10-05T16:03:04.607" v="70" actId="478"/>
          <ac:spMkLst>
            <pc:docMk/>
            <pc:sldMk cId="3134624895" sldId="438"/>
            <ac:spMk id="3" creationId="{8C1A2ACB-4B0E-BE56-333A-07F0CF546D02}"/>
          </ac:spMkLst>
        </pc:spChg>
        <pc:spChg chg="add del mod">
          <ac:chgData name="Jean-Pierre Chang" userId="7a5d3a12-f981-4a01-99aa-2e45acc807ae" providerId="ADAL" clId="{7EF64606-F79B-4BA7-82BF-DD27C6437E22}" dt="2025-10-05T16:02:45.693" v="49" actId="478"/>
          <ac:spMkLst>
            <pc:docMk/>
            <pc:sldMk cId="3134624895" sldId="438"/>
            <ac:spMk id="6" creationId="{3C08BB4C-8994-6258-006B-AD635CC61081}"/>
          </ac:spMkLst>
        </pc:spChg>
      </pc:sldChg>
      <pc:sldChg chg="modSp mod">
        <pc:chgData name="Jean-Pierre Chang" userId="7a5d3a12-f981-4a01-99aa-2e45acc807ae" providerId="ADAL" clId="{7EF64606-F79B-4BA7-82BF-DD27C6437E22}" dt="2025-10-05T20:17:49.866" v="145" actId="20577"/>
        <pc:sldMkLst>
          <pc:docMk/>
          <pc:sldMk cId="3513503757" sldId="507"/>
        </pc:sldMkLst>
        <pc:spChg chg="mod">
          <ac:chgData name="Jean-Pierre Chang" userId="7a5d3a12-f981-4a01-99aa-2e45acc807ae" providerId="ADAL" clId="{7EF64606-F79B-4BA7-82BF-DD27C6437E22}" dt="2025-10-05T20:16:43.521" v="93" actId="790"/>
          <ac:spMkLst>
            <pc:docMk/>
            <pc:sldMk cId="3513503757" sldId="507"/>
            <ac:spMk id="2" creationId="{CBC5D720-C812-2C37-8C19-414D02B72A3B}"/>
          </ac:spMkLst>
        </pc:spChg>
        <pc:spChg chg="mod">
          <ac:chgData name="Jean-Pierre Chang" userId="7a5d3a12-f981-4a01-99aa-2e45acc807ae" providerId="ADAL" clId="{7EF64606-F79B-4BA7-82BF-DD27C6437E22}" dt="2025-10-05T20:16:43.521" v="93" actId="790"/>
          <ac:spMkLst>
            <pc:docMk/>
            <pc:sldMk cId="3513503757" sldId="507"/>
            <ac:spMk id="5" creationId="{BF12CBDC-F804-1303-52C8-BECEB6DC495F}"/>
          </ac:spMkLst>
        </pc:spChg>
        <pc:spChg chg="mod">
          <ac:chgData name="Jean-Pierre Chang" userId="7a5d3a12-f981-4a01-99aa-2e45acc807ae" providerId="ADAL" clId="{7EF64606-F79B-4BA7-82BF-DD27C6437E22}" dt="2025-10-05T20:17:49.866" v="145" actId="20577"/>
          <ac:spMkLst>
            <pc:docMk/>
            <pc:sldMk cId="3513503757" sldId="507"/>
            <ac:spMk id="8" creationId="{7A889E74-32D3-130B-AB1D-AE2ABD551301}"/>
          </ac:spMkLst>
        </pc:spChg>
      </pc:sldChg>
      <pc:sldChg chg="modSp mod">
        <pc:chgData name="Jean-Pierre Chang" userId="7a5d3a12-f981-4a01-99aa-2e45acc807ae" providerId="ADAL" clId="{7EF64606-F79B-4BA7-82BF-DD27C6437E22}" dt="2025-10-05T20:17:56.074" v="147" actId="20577"/>
        <pc:sldMkLst>
          <pc:docMk/>
          <pc:sldMk cId="222365324" sldId="508"/>
        </pc:sldMkLst>
        <pc:spChg chg="mod">
          <ac:chgData name="Jean-Pierre Chang" userId="7a5d3a12-f981-4a01-99aa-2e45acc807ae" providerId="ADAL" clId="{7EF64606-F79B-4BA7-82BF-DD27C6437E22}" dt="2025-10-05T20:16:43.521" v="93" actId="790"/>
          <ac:spMkLst>
            <pc:docMk/>
            <pc:sldMk cId="222365324" sldId="508"/>
            <ac:spMk id="2" creationId="{FDBF8C16-C209-21D2-0BD2-8B623708BD1D}"/>
          </ac:spMkLst>
        </pc:spChg>
        <pc:spChg chg="mod">
          <ac:chgData name="Jean-Pierre Chang" userId="7a5d3a12-f981-4a01-99aa-2e45acc807ae" providerId="ADAL" clId="{7EF64606-F79B-4BA7-82BF-DD27C6437E22}" dt="2025-10-05T20:16:43.521" v="93" actId="790"/>
          <ac:spMkLst>
            <pc:docMk/>
            <pc:sldMk cId="222365324" sldId="508"/>
            <ac:spMk id="5" creationId="{A6D781A7-87DF-114F-88C0-0074E19D9406}"/>
          </ac:spMkLst>
        </pc:spChg>
        <pc:spChg chg="mod">
          <ac:chgData name="Jean-Pierre Chang" userId="7a5d3a12-f981-4a01-99aa-2e45acc807ae" providerId="ADAL" clId="{7EF64606-F79B-4BA7-82BF-DD27C6437E22}" dt="2025-10-05T20:17:56.074" v="147" actId="20577"/>
          <ac:spMkLst>
            <pc:docMk/>
            <pc:sldMk cId="222365324" sldId="508"/>
            <ac:spMk id="8" creationId="{25AEBB3E-3F68-5E2B-BC63-CF38D7D50332}"/>
          </ac:spMkLst>
        </pc:spChg>
      </pc:sldChg>
      <pc:sldChg chg="modSp mod">
        <pc:chgData name="Jean-Pierre Chang" userId="7a5d3a12-f981-4a01-99aa-2e45acc807ae" providerId="ADAL" clId="{7EF64606-F79B-4BA7-82BF-DD27C6437E22}" dt="2025-10-05T20:16:43.521" v="93" actId="790"/>
        <pc:sldMkLst>
          <pc:docMk/>
          <pc:sldMk cId="459440969" sldId="509"/>
        </pc:sldMkLst>
        <pc:spChg chg="mod">
          <ac:chgData name="Jean-Pierre Chang" userId="7a5d3a12-f981-4a01-99aa-2e45acc807ae" providerId="ADAL" clId="{7EF64606-F79B-4BA7-82BF-DD27C6437E22}" dt="2025-10-05T20:16:43.521" v="93" actId="790"/>
          <ac:spMkLst>
            <pc:docMk/>
            <pc:sldMk cId="459440969" sldId="509"/>
            <ac:spMk id="2" creationId="{6734E9C1-79E6-6048-32DF-BA23A70875E2}"/>
          </ac:spMkLst>
        </pc:spChg>
        <pc:spChg chg="mod">
          <ac:chgData name="Jean-Pierre Chang" userId="7a5d3a12-f981-4a01-99aa-2e45acc807ae" providerId="ADAL" clId="{7EF64606-F79B-4BA7-82BF-DD27C6437E22}" dt="2025-10-05T20:16:43.521" v="93" actId="790"/>
          <ac:spMkLst>
            <pc:docMk/>
            <pc:sldMk cId="459440969" sldId="509"/>
            <ac:spMk id="5" creationId="{18CE63B4-D5DA-2F9E-74EA-2AF813F26F4F}"/>
          </ac:spMkLst>
        </pc:spChg>
        <pc:spChg chg="mod">
          <ac:chgData name="Jean-Pierre Chang" userId="7a5d3a12-f981-4a01-99aa-2e45acc807ae" providerId="ADAL" clId="{7EF64606-F79B-4BA7-82BF-DD27C6437E22}" dt="2025-10-05T20:16:43.521" v="93" actId="790"/>
          <ac:spMkLst>
            <pc:docMk/>
            <pc:sldMk cId="459440969" sldId="509"/>
            <ac:spMk id="8" creationId="{991FCB48-4F25-CDCA-9541-C046E13CC574}"/>
          </ac:spMkLst>
        </pc:spChg>
      </pc:sldChg>
      <pc:sldChg chg="modSp mod">
        <pc:chgData name="Jean-Pierre Chang" userId="7a5d3a12-f981-4a01-99aa-2e45acc807ae" providerId="ADAL" clId="{7EF64606-F79B-4BA7-82BF-DD27C6437E22}" dt="2025-10-05T20:16:43.521" v="93" actId="790"/>
        <pc:sldMkLst>
          <pc:docMk/>
          <pc:sldMk cId="4192951013" sldId="510"/>
        </pc:sldMkLst>
        <pc:spChg chg="mod">
          <ac:chgData name="Jean-Pierre Chang" userId="7a5d3a12-f981-4a01-99aa-2e45acc807ae" providerId="ADAL" clId="{7EF64606-F79B-4BA7-82BF-DD27C6437E22}" dt="2025-10-05T20:16:43.521" v="93" actId="790"/>
          <ac:spMkLst>
            <pc:docMk/>
            <pc:sldMk cId="4192951013" sldId="510"/>
            <ac:spMk id="2" creationId="{AFBD7671-8BBB-50AC-2083-13B763F9CA94}"/>
          </ac:spMkLst>
        </pc:spChg>
        <pc:spChg chg="mod">
          <ac:chgData name="Jean-Pierre Chang" userId="7a5d3a12-f981-4a01-99aa-2e45acc807ae" providerId="ADAL" clId="{7EF64606-F79B-4BA7-82BF-DD27C6437E22}" dt="2025-10-05T20:16:43.521" v="93" actId="790"/>
          <ac:spMkLst>
            <pc:docMk/>
            <pc:sldMk cId="4192951013" sldId="510"/>
            <ac:spMk id="5" creationId="{94C2B5BF-5E8B-46EA-DF5A-3540202FAC03}"/>
          </ac:spMkLst>
        </pc:spChg>
        <pc:spChg chg="mod">
          <ac:chgData name="Jean-Pierre Chang" userId="7a5d3a12-f981-4a01-99aa-2e45acc807ae" providerId="ADAL" clId="{7EF64606-F79B-4BA7-82BF-DD27C6437E22}" dt="2025-10-05T20:16:43.521" v="93" actId="790"/>
          <ac:spMkLst>
            <pc:docMk/>
            <pc:sldMk cId="4192951013" sldId="510"/>
            <ac:spMk id="8" creationId="{B6F2E468-95E4-B57C-EEDD-A30545A40234}"/>
          </ac:spMkLst>
        </pc:spChg>
      </pc:sldChg>
      <pc:sldChg chg="modSp mod">
        <pc:chgData name="Jean-Pierre Chang" userId="7a5d3a12-f981-4a01-99aa-2e45acc807ae" providerId="ADAL" clId="{7EF64606-F79B-4BA7-82BF-DD27C6437E22}" dt="2025-10-05T20:16:43.521" v="93" actId="790"/>
        <pc:sldMkLst>
          <pc:docMk/>
          <pc:sldMk cId="3724719289" sldId="511"/>
        </pc:sldMkLst>
        <pc:spChg chg="mod">
          <ac:chgData name="Jean-Pierre Chang" userId="7a5d3a12-f981-4a01-99aa-2e45acc807ae" providerId="ADAL" clId="{7EF64606-F79B-4BA7-82BF-DD27C6437E22}" dt="2025-10-05T20:16:43.521" v="93" actId="790"/>
          <ac:spMkLst>
            <pc:docMk/>
            <pc:sldMk cId="3724719289" sldId="511"/>
            <ac:spMk id="2" creationId="{DFAD9C2E-6ADB-31A0-F530-FD204A4A70DF}"/>
          </ac:spMkLst>
        </pc:spChg>
        <pc:spChg chg="mod">
          <ac:chgData name="Jean-Pierre Chang" userId="7a5d3a12-f981-4a01-99aa-2e45acc807ae" providerId="ADAL" clId="{7EF64606-F79B-4BA7-82BF-DD27C6437E22}" dt="2025-10-05T20:16:43.521" v="93" actId="790"/>
          <ac:spMkLst>
            <pc:docMk/>
            <pc:sldMk cId="3724719289" sldId="511"/>
            <ac:spMk id="5" creationId="{768FA8E0-58DC-73BA-3E09-A991B21E9D40}"/>
          </ac:spMkLst>
        </pc:spChg>
        <pc:spChg chg="mod">
          <ac:chgData name="Jean-Pierre Chang" userId="7a5d3a12-f981-4a01-99aa-2e45acc807ae" providerId="ADAL" clId="{7EF64606-F79B-4BA7-82BF-DD27C6437E22}" dt="2025-10-05T20:16:43.521" v="93" actId="790"/>
          <ac:spMkLst>
            <pc:docMk/>
            <pc:sldMk cId="3724719289" sldId="511"/>
            <ac:spMk id="8" creationId="{40AA38E1-4FF6-34C7-2BD4-E01B0DCFCC4C}"/>
          </ac:spMkLst>
        </pc:spChg>
      </pc:sldChg>
      <pc:sldChg chg="modSp mod">
        <pc:chgData name="Jean-Pierre Chang" userId="7a5d3a12-f981-4a01-99aa-2e45acc807ae" providerId="ADAL" clId="{7EF64606-F79B-4BA7-82BF-DD27C6437E22}" dt="2025-10-05T20:16:43.521" v="93" actId="790"/>
        <pc:sldMkLst>
          <pc:docMk/>
          <pc:sldMk cId="1474150866" sldId="512"/>
        </pc:sldMkLst>
        <pc:spChg chg="mod">
          <ac:chgData name="Jean-Pierre Chang" userId="7a5d3a12-f981-4a01-99aa-2e45acc807ae" providerId="ADAL" clId="{7EF64606-F79B-4BA7-82BF-DD27C6437E22}" dt="2025-10-05T20:16:43.521" v="93" actId="790"/>
          <ac:spMkLst>
            <pc:docMk/>
            <pc:sldMk cId="1474150866" sldId="512"/>
            <ac:spMk id="2" creationId="{25A0B11C-4D58-5714-E54E-C92895152A6A}"/>
          </ac:spMkLst>
        </pc:spChg>
        <pc:spChg chg="mod">
          <ac:chgData name="Jean-Pierre Chang" userId="7a5d3a12-f981-4a01-99aa-2e45acc807ae" providerId="ADAL" clId="{7EF64606-F79B-4BA7-82BF-DD27C6437E22}" dt="2025-10-05T20:16:43.521" v="93" actId="790"/>
          <ac:spMkLst>
            <pc:docMk/>
            <pc:sldMk cId="1474150866" sldId="512"/>
            <ac:spMk id="5" creationId="{598825D2-E846-43A9-8811-07CD7218F746}"/>
          </ac:spMkLst>
        </pc:spChg>
        <pc:spChg chg="mod">
          <ac:chgData name="Jean-Pierre Chang" userId="7a5d3a12-f981-4a01-99aa-2e45acc807ae" providerId="ADAL" clId="{7EF64606-F79B-4BA7-82BF-DD27C6437E22}" dt="2025-10-05T20:16:43.521" v="93" actId="790"/>
          <ac:spMkLst>
            <pc:docMk/>
            <pc:sldMk cId="1474150866" sldId="512"/>
            <ac:spMk id="8" creationId="{314D82DC-FF59-7E82-4085-17CF3D05CBFA}"/>
          </ac:spMkLst>
        </pc:spChg>
      </pc:sldChg>
      <pc:sldChg chg="modSp mod">
        <pc:chgData name="Jean-Pierre Chang" userId="7a5d3a12-f981-4a01-99aa-2e45acc807ae" providerId="ADAL" clId="{7EF64606-F79B-4BA7-82BF-DD27C6437E22}" dt="2025-10-05T20:16:43.521" v="93" actId="790"/>
        <pc:sldMkLst>
          <pc:docMk/>
          <pc:sldMk cId="2363390037" sldId="513"/>
        </pc:sldMkLst>
        <pc:spChg chg="mod">
          <ac:chgData name="Jean-Pierre Chang" userId="7a5d3a12-f981-4a01-99aa-2e45acc807ae" providerId="ADAL" clId="{7EF64606-F79B-4BA7-82BF-DD27C6437E22}" dt="2025-10-05T20:16:43.521" v="93" actId="790"/>
          <ac:spMkLst>
            <pc:docMk/>
            <pc:sldMk cId="2363390037" sldId="513"/>
            <ac:spMk id="2" creationId="{7BC41533-0528-379F-8383-A510F5C0929F}"/>
          </ac:spMkLst>
        </pc:spChg>
        <pc:spChg chg="mod">
          <ac:chgData name="Jean-Pierre Chang" userId="7a5d3a12-f981-4a01-99aa-2e45acc807ae" providerId="ADAL" clId="{7EF64606-F79B-4BA7-82BF-DD27C6437E22}" dt="2025-10-05T20:16:43.521" v="93" actId="790"/>
          <ac:spMkLst>
            <pc:docMk/>
            <pc:sldMk cId="2363390037" sldId="513"/>
            <ac:spMk id="5" creationId="{C1C9E832-4748-15E8-BBFC-09BCA185A1D0}"/>
          </ac:spMkLst>
        </pc:spChg>
        <pc:spChg chg="mod">
          <ac:chgData name="Jean-Pierre Chang" userId="7a5d3a12-f981-4a01-99aa-2e45acc807ae" providerId="ADAL" clId="{7EF64606-F79B-4BA7-82BF-DD27C6437E22}" dt="2025-10-05T20:16:43.521" v="93" actId="790"/>
          <ac:spMkLst>
            <pc:docMk/>
            <pc:sldMk cId="2363390037" sldId="513"/>
            <ac:spMk id="8" creationId="{812652CF-BBED-0A39-D2B6-E3E70F410560}"/>
          </ac:spMkLst>
        </pc:spChg>
      </pc:sldChg>
      <pc:sldChg chg="modSp mod">
        <pc:chgData name="Jean-Pierre Chang" userId="7a5d3a12-f981-4a01-99aa-2e45acc807ae" providerId="ADAL" clId="{7EF64606-F79B-4BA7-82BF-DD27C6437E22}" dt="2025-10-05T20:16:43.521" v="93" actId="790"/>
        <pc:sldMkLst>
          <pc:docMk/>
          <pc:sldMk cId="2988444357" sldId="514"/>
        </pc:sldMkLst>
        <pc:spChg chg="mod">
          <ac:chgData name="Jean-Pierre Chang" userId="7a5d3a12-f981-4a01-99aa-2e45acc807ae" providerId="ADAL" clId="{7EF64606-F79B-4BA7-82BF-DD27C6437E22}" dt="2025-10-05T20:16:43.521" v="93" actId="790"/>
          <ac:spMkLst>
            <pc:docMk/>
            <pc:sldMk cId="2988444357" sldId="514"/>
            <ac:spMk id="2" creationId="{3F25F4B2-560C-AF89-2151-01D0BFEA24A8}"/>
          </ac:spMkLst>
        </pc:spChg>
        <pc:spChg chg="mod">
          <ac:chgData name="Jean-Pierre Chang" userId="7a5d3a12-f981-4a01-99aa-2e45acc807ae" providerId="ADAL" clId="{7EF64606-F79B-4BA7-82BF-DD27C6437E22}" dt="2025-10-05T20:16:43.521" v="93" actId="790"/>
          <ac:spMkLst>
            <pc:docMk/>
            <pc:sldMk cId="2988444357" sldId="514"/>
            <ac:spMk id="5" creationId="{B701EF4A-631D-AB88-6474-3ABD19E5A2E5}"/>
          </ac:spMkLst>
        </pc:spChg>
        <pc:spChg chg="mod">
          <ac:chgData name="Jean-Pierre Chang" userId="7a5d3a12-f981-4a01-99aa-2e45acc807ae" providerId="ADAL" clId="{7EF64606-F79B-4BA7-82BF-DD27C6437E22}" dt="2025-10-05T20:16:43.521" v="93" actId="790"/>
          <ac:spMkLst>
            <pc:docMk/>
            <pc:sldMk cId="2988444357" sldId="514"/>
            <ac:spMk id="8" creationId="{E42F39B8-D92A-08BC-5630-AE34C38A6D29}"/>
          </ac:spMkLst>
        </pc:spChg>
      </pc:sldChg>
      <pc:sldChg chg="modSp mod">
        <pc:chgData name="Jean-Pierre Chang" userId="7a5d3a12-f981-4a01-99aa-2e45acc807ae" providerId="ADAL" clId="{7EF64606-F79B-4BA7-82BF-DD27C6437E22}" dt="2025-10-05T20:16:43.521" v="93" actId="790"/>
        <pc:sldMkLst>
          <pc:docMk/>
          <pc:sldMk cId="1548782942" sldId="516"/>
        </pc:sldMkLst>
        <pc:spChg chg="mod">
          <ac:chgData name="Jean-Pierre Chang" userId="7a5d3a12-f981-4a01-99aa-2e45acc807ae" providerId="ADAL" clId="{7EF64606-F79B-4BA7-82BF-DD27C6437E22}" dt="2025-10-05T20:16:43.521" v="93" actId="790"/>
          <ac:spMkLst>
            <pc:docMk/>
            <pc:sldMk cId="1548782942" sldId="516"/>
            <ac:spMk id="2" creationId="{6091A469-43E1-7365-E295-26256765B17E}"/>
          </ac:spMkLst>
        </pc:spChg>
        <pc:spChg chg="mod">
          <ac:chgData name="Jean-Pierre Chang" userId="7a5d3a12-f981-4a01-99aa-2e45acc807ae" providerId="ADAL" clId="{7EF64606-F79B-4BA7-82BF-DD27C6437E22}" dt="2025-10-05T20:16:43.521" v="93" actId="790"/>
          <ac:spMkLst>
            <pc:docMk/>
            <pc:sldMk cId="1548782942" sldId="516"/>
            <ac:spMk id="5" creationId="{AC676EB6-BEA2-9B59-0F4A-578651158F04}"/>
          </ac:spMkLst>
        </pc:spChg>
        <pc:spChg chg="mod">
          <ac:chgData name="Jean-Pierre Chang" userId="7a5d3a12-f981-4a01-99aa-2e45acc807ae" providerId="ADAL" clId="{7EF64606-F79B-4BA7-82BF-DD27C6437E22}" dt="2025-10-05T20:16:43.521" v="93" actId="790"/>
          <ac:spMkLst>
            <pc:docMk/>
            <pc:sldMk cId="1548782942" sldId="516"/>
            <ac:spMk id="8" creationId="{D921C8F0-B817-5864-8EE9-E4F19D12CF5C}"/>
          </ac:spMkLst>
        </pc:spChg>
      </pc:sldChg>
      <pc:sldChg chg="modSp mod">
        <pc:chgData name="Jean-Pierre Chang" userId="7a5d3a12-f981-4a01-99aa-2e45acc807ae" providerId="ADAL" clId="{7EF64606-F79B-4BA7-82BF-DD27C6437E22}" dt="2025-10-05T20:16:43.521" v="93" actId="790"/>
        <pc:sldMkLst>
          <pc:docMk/>
          <pc:sldMk cId="2611436325" sldId="517"/>
        </pc:sldMkLst>
        <pc:spChg chg="mod">
          <ac:chgData name="Jean-Pierre Chang" userId="7a5d3a12-f981-4a01-99aa-2e45acc807ae" providerId="ADAL" clId="{7EF64606-F79B-4BA7-82BF-DD27C6437E22}" dt="2025-10-05T20:16:43.521" v="93" actId="790"/>
          <ac:spMkLst>
            <pc:docMk/>
            <pc:sldMk cId="2611436325" sldId="517"/>
            <ac:spMk id="2" creationId="{117AB148-124F-442B-D700-5ADD45CFBC82}"/>
          </ac:spMkLst>
        </pc:spChg>
        <pc:spChg chg="mod">
          <ac:chgData name="Jean-Pierre Chang" userId="7a5d3a12-f981-4a01-99aa-2e45acc807ae" providerId="ADAL" clId="{7EF64606-F79B-4BA7-82BF-DD27C6437E22}" dt="2025-10-05T20:16:43.521" v="93" actId="790"/>
          <ac:spMkLst>
            <pc:docMk/>
            <pc:sldMk cId="2611436325" sldId="517"/>
            <ac:spMk id="5" creationId="{0D4D6F86-E47E-FB74-B8DE-C4D6487E2C32}"/>
          </ac:spMkLst>
        </pc:spChg>
        <pc:spChg chg="mod">
          <ac:chgData name="Jean-Pierre Chang" userId="7a5d3a12-f981-4a01-99aa-2e45acc807ae" providerId="ADAL" clId="{7EF64606-F79B-4BA7-82BF-DD27C6437E22}" dt="2025-10-05T20:16:43.521" v="93" actId="790"/>
          <ac:spMkLst>
            <pc:docMk/>
            <pc:sldMk cId="2611436325" sldId="517"/>
            <ac:spMk id="8" creationId="{7971755F-073F-5A3A-7390-A018D19FC152}"/>
          </ac:spMkLst>
        </pc:spChg>
      </pc:sldChg>
      <pc:sldChg chg="modSp mod">
        <pc:chgData name="Jean-Pierre Chang" userId="7a5d3a12-f981-4a01-99aa-2e45acc807ae" providerId="ADAL" clId="{7EF64606-F79B-4BA7-82BF-DD27C6437E22}" dt="2025-10-05T20:16:43.521" v="93" actId="790"/>
        <pc:sldMkLst>
          <pc:docMk/>
          <pc:sldMk cId="3596040061" sldId="518"/>
        </pc:sldMkLst>
        <pc:spChg chg="mod">
          <ac:chgData name="Jean-Pierre Chang" userId="7a5d3a12-f981-4a01-99aa-2e45acc807ae" providerId="ADAL" clId="{7EF64606-F79B-4BA7-82BF-DD27C6437E22}" dt="2025-10-05T20:16:43.521" v="93" actId="790"/>
          <ac:spMkLst>
            <pc:docMk/>
            <pc:sldMk cId="3596040061" sldId="518"/>
            <ac:spMk id="2" creationId="{E195D2E1-3E57-772D-19B8-6C2B52DEC442}"/>
          </ac:spMkLst>
        </pc:spChg>
        <pc:spChg chg="mod">
          <ac:chgData name="Jean-Pierre Chang" userId="7a5d3a12-f981-4a01-99aa-2e45acc807ae" providerId="ADAL" clId="{7EF64606-F79B-4BA7-82BF-DD27C6437E22}" dt="2025-10-05T20:16:43.521" v="93" actId="790"/>
          <ac:spMkLst>
            <pc:docMk/>
            <pc:sldMk cId="3596040061" sldId="518"/>
            <ac:spMk id="5" creationId="{2F287211-C15A-8A18-0982-F23B3080FBBC}"/>
          </ac:spMkLst>
        </pc:spChg>
        <pc:spChg chg="mod">
          <ac:chgData name="Jean-Pierre Chang" userId="7a5d3a12-f981-4a01-99aa-2e45acc807ae" providerId="ADAL" clId="{7EF64606-F79B-4BA7-82BF-DD27C6437E22}" dt="2025-10-05T20:16:43.521" v="93" actId="790"/>
          <ac:spMkLst>
            <pc:docMk/>
            <pc:sldMk cId="3596040061" sldId="518"/>
            <ac:spMk id="8" creationId="{69175673-21A8-DA3E-84B4-ABB660C6A40E}"/>
          </ac:spMkLst>
        </pc:spChg>
      </pc:sldChg>
      <pc:sldChg chg="modSp mod">
        <pc:chgData name="Jean-Pierre Chang" userId="7a5d3a12-f981-4a01-99aa-2e45acc807ae" providerId="ADAL" clId="{7EF64606-F79B-4BA7-82BF-DD27C6437E22}" dt="2025-10-05T20:16:43.521" v="93" actId="790"/>
        <pc:sldMkLst>
          <pc:docMk/>
          <pc:sldMk cId="150158024" sldId="519"/>
        </pc:sldMkLst>
        <pc:spChg chg="mod">
          <ac:chgData name="Jean-Pierre Chang" userId="7a5d3a12-f981-4a01-99aa-2e45acc807ae" providerId="ADAL" clId="{7EF64606-F79B-4BA7-82BF-DD27C6437E22}" dt="2025-10-05T20:16:43.521" v="93" actId="790"/>
          <ac:spMkLst>
            <pc:docMk/>
            <pc:sldMk cId="150158024" sldId="519"/>
            <ac:spMk id="2" creationId="{9C1D0750-6241-6690-323E-E3A76A5D348C}"/>
          </ac:spMkLst>
        </pc:spChg>
        <pc:spChg chg="mod">
          <ac:chgData name="Jean-Pierre Chang" userId="7a5d3a12-f981-4a01-99aa-2e45acc807ae" providerId="ADAL" clId="{7EF64606-F79B-4BA7-82BF-DD27C6437E22}" dt="2025-10-05T20:16:43.521" v="93" actId="790"/>
          <ac:spMkLst>
            <pc:docMk/>
            <pc:sldMk cId="150158024" sldId="519"/>
            <ac:spMk id="5" creationId="{25568BD1-C2A6-2AE6-B841-1DB306E0AB10}"/>
          </ac:spMkLst>
        </pc:spChg>
        <pc:spChg chg="mod">
          <ac:chgData name="Jean-Pierre Chang" userId="7a5d3a12-f981-4a01-99aa-2e45acc807ae" providerId="ADAL" clId="{7EF64606-F79B-4BA7-82BF-DD27C6437E22}" dt="2025-10-05T20:16:43.521" v="93" actId="790"/>
          <ac:spMkLst>
            <pc:docMk/>
            <pc:sldMk cId="150158024" sldId="519"/>
            <ac:spMk id="8" creationId="{57105225-5296-BEAE-0071-AEE5C7216889}"/>
          </ac:spMkLst>
        </pc:spChg>
      </pc:sldChg>
    </pc:docChg>
  </pc:docChgLst>
  <pc:docChgLst>
    <pc:chgData name="Jean-Pierre Chang" userId="7a5d3a12-f981-4a01-99aa-2e45acc807ae" providerId="ADAL" clId="{DEFEF7C5-38CB-4D06-8F80-9935D232FD48}"/>
    <pc:docChg chg="undo custSel addSld delSld modSld">
      <pc:chgData name="Jean-Pierre Chang" userId="7a5d3a12-f981-4a01-99aa-2e45acc807ae" providerId="ADAL" clId="{DEFEF7C5-38CB-4D06-8F80-9935D232FD48}" dt="2025-09-30T14:27:29.805" v="19" actId="47"/>
      <pc:docMkLst>
        <pc:docMk/>
      </pc:docMkLst>
      <pc:sldChg chg="add del">
        <pc:chgData name="Jean-Pierre Chang" userId="7a5d3a12-f981-4a01-99aa-2e45acc807ae" providerId="ADAL" clId="{DEFEF7C5-38CB-4D06-8F80-9935D232FD48}" dt="2025-09-30T14:27:12.716" v="16" actId="47"/>
        <pc:sldMkLst>
          <pc:docMk/>
          <pc:sldMk cId="2154438422" sldId="299"/>
        </pc:sldMkLst>
      </pc:sldChg>
      <pc:sldChg chg="add del">
        <pc:chgData name="Jean-Pierre Chang" userId="7a5d3a12-f981-4a01-99aa-2e45acc807ae" providerId="ADAL" clId="{DEFEF7C5-38CB-4D06-8F80-9935D232FD48}" dt="2025-09-30T14:27:12.716" v="16" actId="47"/>
        <pc:sldMkLst>
          <pc:docMk/>
          <pc:sldMk cId="861480260" sldId="302"/>
        </pc:sldMkLst>
      </pc:sldChg>
      <pc:sldChg chg="add del">
        <pc:chgData name="Jean-Pierre Chang" userId="7a5d3a12-f981-4a01-99aa-2e45acc807ae" providerId="ADAL" clId="{DEFEF7C5-38CB-4D06-8F80-9935D232FD48}" dt="2025-09-30T14:27:12.716" v="16" actId="47"/>
        <pc:sldMkLst>
          <pc:docMk/>
          <pc:sldMk cId="2018086486" sldId="418"/>
        </pc:sldMkLst>
      </pc:sldChg>
      <pc:sldChg chg="add del">
        <pc:chgData name="Jean-Pierre Chang" userId="7a5d3a12-f981-4a01-99aa-2e45acc807ae" providerId="ADAL" clId="{DEFEF7C5-38CB-4D06-8F80-9935D232FD48}" dt="2025-09-30T14:27:12.716" v="16" actId="47"/>
        <pc:sldMkLst>
          <pc:docMk/>
          <pc:sldMk cId="915490990" sldId="437"/>
        </pc:sldMkLst>
      </pc:sldChg>
      <pc:sldChg chg="modSp mod">
        <pc:chgData name="Jean-Pierre Chang" userId="7a5d3a12-f981-4a01-99aa-2e45acc807ae" providerId="ADAL" clId="{DEFEF7C5-38CB-4D06-8F80-9935D232FD48}" dt="2025-09-30T14:26:48.693" v="12" actId="20577"/>
        <pc:sldMkLst>
          <pc:docMk/>
          <pc:sldMk cId="3134624895" sldId="438"/>
        </pc:sldMkLst>
        <pc:spChg chg="mod">
          <ac:chgData name="Jean-Pierre Chang" userId="7a5d3a12-f981-4a01-99aa-2e45acc807ae" providerId="ADAL" clId="{DEFEF7C5-38CB-4D06-8F80-9935D232FD48}" dt="2025-09-30T14:26:48.693" v="12" actId="20577"/>
          <ac:spMkLst>
            <pc:docMk/>
            <pc:sldMk cId="3134624895" sldId="438"/>
            <ac:spMk id="2" creationId="{A564FD8F-91CB-95A5-3015-2C9B7960CC28}"/>
          </ac:spMkLst>
        </pc:spChg>
      </pc:sldChg>
      <pc:sldChg chg="add del">
        <pc:chgData name="Jean-Pierre Chang" userId="7a5d3a12-f981-4a01-99aa-2e45acc807ae" providerId="ADAL" clId="{DEFEF7C5-38CB-4D06-8F80-9935D232FD48}" dt="2025-09-30T14:27:12.716" v="16" actId="47"/>
        <pc:sldMkLst>
          <pc:docMk/>
          <pc:sldMk cId="1714581824" sldId="439"/>
        </pc:sldMkLst>
      </pc:sldChg>
      <pc:sldChg chg="add del">
        <pc:chgData name="Jean-Pierre Chang" userId="7a5d3a12-f981-4a01-99aa-2e45acc807ae" providerId="ADAL" clId="{DEFEF7C5-38CB-4D06-8F80-9935D232FD48}" dt="2025-09-30T14:27:12.716" v="16" actId="47"/>
        <pc:sldMkLst>
          <pc:docMk/>
          <pc:sldMk cId="1832129411" sldId="445"/>
        </pc:sldMkLst>
      </pc:sldChg>
      <pc:sldChg chg="add del">
        <pc:chgData name="Jean-Pierre Chang" userId="7a5d3a12-f981-4a01-99aa-2e45acc807ae" providerId="ADAL" clId="{DEFEF7C5-38CB-4D06-8F80-9935D232FD48}" dt="2025-09-30T14:27:12.716" v="16" actId="47"/>
        <pc:sldMkLst>
          <pc:docMk/>
          <pc:sldMk cId="1468199370" sldId="447"/>
        </pc:sldMkLst>
      </pc:sldChg>
      <pc:sldChg chg="del">
        <pc:chgData name="Jean-Pierre Chang" userId="7a5d3a12-f981-4a01-99aa-2e45acc807ae" providerId="ADAL" clId="{DEFEF7C5-38CB-4D06-8F80-9935D232FD48}" dt="2025-09-30T14:27:29.805" v="19" actId="47"/>
        <pc:sldMkLst>
          <pc:docMk/>
          <pc:sldMk cId="189379642" sldId="448"/>
        </pc:sldMkLst>
      </pc:sldChg>
      <pc:sldChg chg="add del">
        <pc:chgData name="Jean-Pierre Chang" userId="7a5d3a12-f981-4a01-99aa-2e45acc807ae" providerId="ADAL" clId="{DEFEF7C5-38CB-4D06-8F80-9935D232FD48}" dt="2025-09-30T14:27:17.756" v="17" actId="47"/>
        <pc:sldMkLst>
          <pc:docMk/>
          <pc:sldMk cId="1717110519" sldId="450"/>
        </pc:sldMkLst>
      </pc:sldChg>
      <pc:sldChg chg="add del">
        <pc:chgData name="Jean-Pierre Chang" userId="7a5d3a12-f981-4a01-99aa-2e45acc807ae" providerId="ADAL" clId="{DEFEF7C5-38CB-4D06-8F80-9935D232FD48}" dt="2025-09-30T14:27:12.716" v="16" actId="47"/>
        <pc:sldMkLst>
          <pc:docMk/>
          <pc:sldMk cId="3943304193" sldId="454"/>
        </pc:sldMkLst>
      </pc:sldChg>
      <pc:sldChg chg="add del">
        <pc:chgData name="Jean-Pierre Chang" userId="7a5d3a12-f981-4a01-99aa-2e45acc807ae" providerId="ADAL" clId="{DEFEF7C5-38CB-4D06-8F80-9935D232FD48}" dt="2025-09-30T14:27:12.716" v="16" actId="47"/>
        <pc:sldMkLst>
          <pc:docMk/>
          <pc:sldMk cId="1946581026" sldId="455"/>
        </pc:sldMkLst>
      </pc:sldChg>
      <pc:sldChg chg="add del">
        <pc:chgData name="Jean-Pierre Chang" userId="7a5d3a12-f981-4a01-99aa-2e45acc807ae" providerId="ADAL" clId="{DEFEF7C5-38CB-4D06-8F80-9935D232FD48}" dt="2025-09-30T14:27:12.716" v="16" actId="47"/>
        <pc:sldMkLst>
          <pc:docMk/>
          <pc:sldMk cId="4184985606" sldId="456"/>
        </pc:sldMkLst>
      </pc:sldChg>
      <pc:sldChg chg="add del">
        <pc:chgData name="Jean-Pierre Chang" userId="7a5d3a12-f981-4a01-99aa-2e45acc807ae" providerId="ADAL" clId="{DEFEF7C5-38CB-4D06-8F80-9935D232FD48}" dt="2025-09-30T14:27:12.716" v="16" actId="47"/>
        <pc:sldMkLst>
          <pc:docMk/>
          <pc:sldMk cId="2104493388" sldId="457"/>
        </pc:sldMkLst>
      </pc:sldChg>
      <pc:sldChg chg="add del">
        <pc:chgData name="Jean-Pierre Chang" userId="7a5d3a12-f981-4a01-99aa-2e45acc807ae" providerId="ADAL" clId="{DEFEF7C5-38CB-4D06-8F80-9935D232FD48}" dt="2025-09-30T14:27:12.716" v="16" actId="47"/>
        <pc:sldMkLst>
          <pc:docMk/>
          <pc:sldMk cId="483680081" sldId="458"/>
        </pc:sldMkLst>
      </pc:sldChg>
      <pc:sldChg chg="add del">
        <pc:chgData name="Jean-Pierre Chang" userId="7a5d3a12-f981-4a01-99aa-2e45acc807ae" providerId="ADAL" clId="{DEFEF7C5-38CB-4D06-8F80-9935D232FD48}" dt="2025-09-30T14:27:12.716" v="16" actId="47"/>
        <pc:sldMkLst>
          <pc:docMk/>
          <pc:sldMk cId="620294296" sldId="459"/>
        </pc:sldMkLst>
      </pc:sldChg>
      <pc:sldChg chg="add del">
        <pc:chgData name="Jean-Pierre Chang" userId="7a5d3a12-f981-4a01-99aa-2e45acc807ae" providerId="ADAL" clId="{DEFEF7C5-38CB-4D06-8F80-9935D232FD48}" dt="2025-09-30T14:27:12.716" v="16" actId="47"/>
        <pc:sldMkLst>
          <pc:docMk/>
          <pc:sldMk cId="1707335998" sldId="460"/>
        </pc:sldMkLst>
      </pc:sldChg>
      <pc:sldChg chg="add del">
        <pc:chgData name="Jean-Pierre Chang" userId="7a5d3a12-f981-4a01-99aa-2e45acc807ae" providerId="ADAL" clId="{DEFEF7C5-38CB-4D06-8F80-9935D232FD48}" dt="2025-09-30T14:27:12.716" v="16" actId="47"/>
        <pc:sldMkLst>
          <pc:docMk/>
          <pc:sldMk cId="1849539709" sldId="461"/>
        </pc:sldMkLst>
      </pc:sldChg>
      <pc:sldChg chg="add del">
        <pc:chgData name="Jean-Pierre Chang" userId="7a5d3a12-f981-4a01-99aa-2e45acc807ae" providerId="ADAL" clId="{DEFEF7C5-38CB-4D06-8F80-9935D232FD48}" dt="2025-09-30T14:27:12.716" v="16" actId="47"/>
        <pc:sldMkLst>
          <pc:docMk/>
          <pc:sldMk cId="2067680086" sldId="462"/>
        </pc:sldMkLst>
      </pc:sldChg>
      <pc:sldChg chg="add del">
        <pc:chgData name="Jean-Pierre Chang" userId="7a5d3a12-f981-4a01-99aa-2e45acc807ae" providerId="ADAL" clId="{DEFEF7C5-38CB-4D06-8F80-9935D232FD48}" dt="2025-09-30T14:27:12.716" v="16" actId="47"/>
        <pc:sldMkLst>
          <pc:docMk/>
          <pc:sldMk cId="1197562588" sldId="463"/>
        </pc:sldMkLst>
      </pc:sldChg>
      <pc:sldChg chg="add del">
        <pc:chgData name="Jean-Pierre Chang" userId="7a5d3a12-f981-4a01-99aa-2e45acc807ae" providerId="ADAL" clId="{DEFEF7C5-38CB-4D06-8F80-9935D232FD48}" dt="2025-09-30T14:27:12.716" v="16" actId="47"/>
        <pc:sldMkLst>
          <pc:docMk/>
          <pc:sldMk cId="954994106" sldId="464"/>
        </pc:sldMkLst>
      </pc:sldChg>
      <pc:sldChg chg="add del">
        <pc:chgData name="Jean-Pierre Chang" userId="7a5d3a12-f981-4a01-99aa-2e45acc807ae" providerId="ADAL" clId="{DEFEF7C5-38CB-4D06-8F80-9935D232FD48}" dt="2025-09-30T14:27:12.716" v="16" actId="47"/>
        <pc:sldMkLst>
          <pc:docMk/>
          <pc:sldMk cId="273008926" sldId="465"/>
        </pc:sldMkLst>
      </pc:sldChg>
      <pc:sldChg chg="add del">
        <pc:chgData name="Jean-Pierre Chang" userId="7a5d3a12-f981-4a01-99aa-2e45acc807ae" providerId="ADAL" clId="{DEFEF7C5-38CB-4D06-8F80-9935D232FD48}" dt="2025-09-30T14:27:12.716" v="16" actId="47"/>
        <pc:sldMkLst>
          <pc:docMk/>
          <pc:sldMk cId="1456980969" sldId="466"/>
        </pc:sldMkLst>
      </pc:sldChg>
      <pc:sldChg chg="add del">
        <pc:chgData name="Jean-Pierre Chang" userId="7a5d3a12-f981-4a01-99aa-2e45acc807ae" providerId="ADAL" clId="{DEFEF7C5-38CB-4D06-8F80-9935D232FD48}" dt="2025-09-30T14:27:12.716" v="16" actId="47"/>
        <pc:sldMkLst>
          <pc:docMk/>
          <pc:sldMk cId="2460673464" sldId="467"/>
        </pc:sldMkLst>
      </pc:sldChg>
      <pc:sldChg chg="add del">
        <pc:chgData name="Jean-Pierre Chang" userId="7a5d3a12-f981-4a01-99aa-2e45acc807ae" providerId="ADAL" clId="{DEFEF7C5-38CB-4D06-8F80-9935D232FD48}" dt="2025-09-30T14:27:12.716" v="16" actId="47"/>
        <pc:sldMkLst>
          <pc:docMk/>
          <pc:sldMk cId="1829214141" sldId="468"/>
        </pc:sldMkLst>
      </pc:sldChg>
      <pc:sldChg chg="add del">
        <pc:chgData name="Jean-Pierre Chang" userId="7a5d3a12-f981-4a01-99aa-2e45acc807ae" providerId="ADAL" clId="{DEFEF7C5-38CB-4D06-8F80-9935D232FD48}" dt="2025-09-30T14:27:12.716" v="16" actId="47"/>
        <pc:sldMkLst>
          <pc:docMk/>
          <pc:sldMk cId="1839729977" sldId="469"/>
        </pc:sldMkLst>
      </pc:sldChg>
      <pc:sldChg chg="add del">
        <pc:chgData name="Jean-Pierre Chang" userId="7a5d3a12-f981-4a01-99aa-2e45acc807ae" providerId="ADAL" clId="{DEFEF7C5-38CB-4D06-8F80-9935D232FD48}" dt="2025-09-30T14:27:12.716" v="16" actId="47"/>
        <pc:sldMkLst>
          <pc:docMk/>
          <pc:sldMk cId="3261634839" sldId="470"/>
        </pc:sldMkLst>
      </pc:sldChg>
      <pc:sldChg chg="del">
        <pc:chgData name="Jean-Pierre Chang" userId="7a5d3a12-f981-4a01-99aa-2e45acc807ae" providerId="ADAL" clId="{DEFEF7C5-38CB-4D06-8F80-9935D232FD48}" dt="2025-09-30T14:27:27.323" v="18" actId="47"/>
        <pc:sldMkLst>
          <pc:docMk/>
          <pc:sldMk cId="1997346928" sldId="471"/>
        </pc:sldMkLst>
      </pc:sldChg>
      <pc:sldChg chg="add del">
        <pc:chgData name="Jean-Pierre Chang" userId="7a5d3a12-f981-4a01-99aa-2e45acc807ae" providerId="ADAL" clId="{DEFEF7C5-38CB-4D06-8F80-9935D232FD48}" dt="2025-09-30T14:27:12.716" v="16" actId="47"/>
        <pc:sldMkLst>
          <pc:docMk/>
          <pc:sldMk cId="1645755290" sldId="472"/>
        </pc:sldMkLst>
      </pc:sldChg>
      <pc:sldChg chg="add del">
        <pc:chgData name="Jean-Pierre Chang" userId="7a5d3a12-f981-4a01-99aa-2e45acc807ae" providerId="ADAL" clId="{DEFEF7C5-38CB-4D06-8F80-9935D232FD48}" dt="2025-09-30T14:27:00.268" v="14" actId="47"/>
        <pc:sldMkLst>
          <pc:docMk/>
          <pc:sldMk cId="1548782942" sldId="516"/>
        </pc:sldMkLst>
      </pc:sldChg>
      <pc:sldChg chg="new del">
        <pc:chgData name="Jean-Pierre Chang" userId="7a5d3a12-f981-4a01-99aa-2e45acc807ae" providerId="ADAL" clId="{DEFEF7C5-38CB-4D06-8F80-9935D232FD48}" dt="2025-09-30T14:27:12.716" v="16" actId="47"/>
        <pc:sldMkLst>
          <pc:docMk/>
          <pc:sldMk cId="3612320363" sldId="52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AB1A0691-073D-DA2D-6354-491D0FA4467F}"/>
              </a:ext>
            </a:extLst>
          </p:cNvPr>
          <p:cNvSpPr>
            <a:spLocks noGrp="1"/>
          </p:cNvSpPr>
          <p:nvPr>
            <p:ph type="ftr" sz="quarter" idx="2"/>
          </p:nvPr>
        </p:nvSpPr>
        <p:spPr>
          <a:xfrm>
            <a:off x="0" y="9426502"/>
            <a:ext cx="2943596" cy="498549"/>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7AF4ED66-7A68-A060-72E5-9D9CE52D1871}"/>
              </a:ext>
            </a:extLst>
          </p:cNvPr>
          <p:cNvSpPr>
            <a:spLocks noGrp="1"/>
          </p:cNvSpPr>
          <p:nvPr>
            <p:ph type="sldNum" sz="quarter" idx="3"/>
          </p:nvPr>
        </p:nvSpPr>
        <p:spPr>
          <a:xfrm>
            <a:off x="3848229" y="9426502"/>
            <a:ext cx="2943596" cy="498549"/>
          </a:xfrm>
          <a:prstGeom prst="rect">
            <a:avLst/>
          </a:prstGeom>
        </p:spPr>
        <p:txBody>
          <a:bodyPr vert="horz" lIns="91440" tIns="45720" rIns="91440" bIns="45720" rtlCol="0" anchor="b"/>
          <a:lstStyle>
            <a:lvl1pPr algn="r">
              <a:defRPr sz="1200"/>
            </a:lvl1pPr>
          </a:lstStyle>
          <a:p>
            <a:fld id="{7CEE8BE2-8451-364C-B501-82D327DD25D9}" type="slidenum">
              <a:rPr lang="fr-FR" smtClean="0"/>
              <a:t>‹N°›</a:t>
            </a:fld>
            <a:endParaRPr lang="fr-FR"/>
          </a:p>
        </p:txBody>
      </p:sp>
      <p:sp>
        <p:nvSpPr>
          <p:cNvPr id="6" name="Espace réservé de l'en-tête 5">
            <a:extLst>
              <a:ext uri="{FF2B5EF4-FFF2-40B4-BE49-F238E27FC236}">
                <a16:creationId xmlns:a16="http://schemas.microsoft.com/office/drawing/2014/main" id="{0F4B5844-B8BA-8919-71C5-3C7B4D443232}"/>
              </a:ext>
            </a:extLst>
          </p:cNvPr>
          <p:cNvSpPr>
            <a:spLocks noGrp="1"/>
          </p:cNvSpPr>
          <p:nvPr>
            <p:ph type="hdr" sz="quarter"/>
          </p:nvPr>
        </p:nvSpPr>
        <p:spPr>
          <a:xfrm>
            <a:off x="0" y="0"/>
            <a:ext cx="2943596" cy="498551"/>
          </a:xfrm>
          <a:prstGeom prst="rect">
            <a:avLst/>
          </a:prstGeom>
        </p:spPr>
        <p:txBody>
          <a:bodyPr vert="horz" lIns="91440" tIns="45720" rIns="91440" bIns="45720" rtlCol="0"/>
          <a:lstStyle>
            <a:lvl1pPr algn="l">
              <a:defRPr sz="1200"/>
            </a:lvl1pPr>
          </a:lstStyle>
          <a:p>
            <a:endParaRPr lang="fr-FR"/>
          </a:p>
        </p:txBody>
      </p:sp>
    </p:spTree>
    <p:extLst>
      <p:ext uri="{BB962C8B-B14F-4D97-AF65-F5344CB8AC3E}">
        <p14:creationId xmlns:p14="http://schemas.microsoft.com/office/powerpoint/2010/main" val="3551622110"/>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6" userDrawn="1">
          <p15:clr>
            <a:srgbClr val="F26B43"/>
          </p15:clr>
        </p15:guide>
        <p15:guide id="2" pos="214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3596" cy="498551"/>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48229" y="0"/>
            <a:ext cx="2943596" cy="498551"/>
          </a:xfrm>
          <a:prstGeom prst="rect">
            <a:avLst/>
          </a:prstGeom>
        </p:spPr>
        <p:txBody>
          <a:bodyPr vert="horz" lIns="91440" tIns="45720" rIns="91440" bIns="45720" rtlCol="0"/>
          <a:lstStyle>
            <a:lvl1pPr algn="r">
              <a:defRPr sz="1200"/>
            </a:lvl1pPr>
          </a:lstStyle>
          <a:p>
            <a:fld id="{3C979D8A-7E37-2C49-832F-359D11148812}" type="datetimeFigureOut">
              <a:rPr lang="fr-FR" smtClean="0"/>
              <a:t>07/10/2025</a:t>
            </a:fld>
            <a:endParaRPr lang="fr-FR"/>
          </a:p>
        </p:txBody>
      </p:sp>
      <p:sp>
        <p:nvSpPr>
          <p:cNvPr id="4" name="Espace réservé de l'image des diapositives 3"/>
          <p:cNvSpPr>
            <a:spLocks noGrp="1" noRot="1" noChangeAspect="1"/>
          </p:cNvSpPr>
          <p:nvPr>
            <p:ph type="sldImg" idx="2"/>
          </p:nvPr>
        </p:nvSpPr>
        <p:spPr>
          <a:xfrm>
            <a:off x="977900" y="1241425"/>
            <a:ext cx="4837113" cy="334962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79292" y="4776432"/>
            <a:ext cx="5434330" cy="3907988"/>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26502"/>
            <a:ext cx="2943596" cy="498549"/>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48229" y="9426502"/>
            <a:ext cx="2943596" cy="498549"/>
          </a:xfrm>
          <a:prstGeom prst="rect">
            <a:avLst/>
          </a:prstGeom>
        </p:spPr>
        <p:txBody>
          <a:bodyPr vert="horz" lIns="91440" tIns="45720" rIns="91440" bIns="45720" rtlCol="0" anchor="b"/>
          <a:lstStyle>
            <a:lvl1pPr algn="r">
              <a:defRPr sz="1200"/>
            </a:lvl1pPr>
          </a:lstStyle>
          <a:p>
            <a:fld id="{553438D4-9F9B-9C4D-BBE8-70F86EB77B0E}" type="slidenum">
              <a:rPr lang="fr-FR" smtClean="0"/>
              <a:t>‹N°›</a:t>
            </a:fld>
            <a:endParaRPr lang="fr-FR"/>
          </a:p>
        </p:txBody>
      </p:sp>
    </p:spTree>
    <p:extLst>
      <p:ext uri="{BB962C8B-B14F-4D97-AF65-F5344CB8AC3E}">
        <p14:creationId xmlns:p14="http://schemas.microsoft.com/office/powerpoint/2010/main" val="1310906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CE7F6-5A35-DB6B-E215-43D8BF93DE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5AE61E-912B-B29C-0159-65EC2447D1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D34B38-61EB-3FBC-DC37-05B84750B44A}"/>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392C68AE-0BBC-374F-A79F-D92A0DBBB925}"/>
              </a:ext>
            </a:extLst>
          </p:cNvPr>
          <p:cNvSpPr>
            <a:spLocks noGrp="1"/>
          </p:cNvSpPr>
          <p:nvPr>
            <p:ph type="sldNum" sz="quarter" idx="5"/>
          </p:nvPr>
        </p:nvSpPr>
        <p:spPr/>
        <p:txBody>
          <a:bodyPr/>
          <a:lstStyle/>
          <a:p>
            <a:fld id="{553438D4-9F9B-9C4D-BBE8-70F86EB77B0E}" type="slidenum">
              <a:rPr lang="fr-FR" smtClean="0"/>
              <a:t>2</a:t>
            </a:fld>
            <a:endParaRPr lang="fr-FR"/>
          </a:p>
        </p:txBody>
      </p:sp>
    </p:spTree>
    <p:extLst>
      <p:ext uri="{BB962C8B-B14F-4D97-AF65-F5344CB8AC3E}">
        <p14:creationId xmlns:p14="http://schemas.microsoft.com/office/powerpoint/2010/main" val="7179402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BDFF7-B109-4065-908B-C96F8360A9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6349BF-4867-DE4C-D1DF-F1207E8D56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796325-F980-4AAE-72E6-A9BF6E28DAC8}"/>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3885AE60-83B5-41AB-0C0A-D6A34B34EAB5}"/>
              </a:ext>
            </a:extLst>
          </p:cNvPr>
          <p:cNvSpPr>
            <a:spLocks noGrp="1"/>
          </p:cNvSpPr>
          <p:nvPr>
            <p:ph type="sldNum" sz="quarter" idx="5"/>
          </p:nvPr>
        </p:nvSpPr>
        <p:spPr/>
        <p:txBody>
          <a:bodyPr/>
          <a:lstStyle/>
          <a:p>
            <a:fld id="{553438D4-9F9B-9C4D-BBE8-70F86EB77B0E}" type="slidenum">
              <a:rPr lang="fr-FR" smtClean="0"/>
              <a:t>3</a:t>
            </a:fld>
            <a:endParaRPr lang="fr-FR"/>
          </a:p>
        </p:txBody>
      </p:sp>
    </p:spTree>
    <p:extLst>
      <p:ext uri="{BB962C8B-B14F-4D97-AF65-F5344CB8AC3E}">
        <p14:creationId xmlns:p14="http://schemas.microsoft.com/office/powerpoint/2010/main" val="10267613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73F4A-217E-8C3D-5501-E41CCFCCE0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35ECB9-F92A-347D-69A2-74928C78B3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2ACFBA-F3F4-CF5C-9EA4-B9BE76F6061A}"/>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24A4DC0B-1738-A481-4AB0-DD67285F7AA8}"/>
              </a:ext>
            </a:extLst>
          </p:cNvPr>
          <p:cNvSpPr>
            <a:spLocks noGrp="1"/>
          </p:cNvSpPr>
          <p:nvPr>
            <p:ph type="sldNum" sz="quarter" idx="5"/>
          </p:nvPr>
        </p:nvSpPr>
        <p:spPr/>
        <p:txBody>
          <a:bodyPr/>
          <a:lstStyle/>
          <a:p>
            <a:fld id="{553438D4-9F9B-9C4D-BBE8-70F86EB77B0E}" type="slidenum">
              <a:rPr lang="fr-FR" smtClean="0"/>
              <a:t>4</a:t>
            </a:fld>
            <a:endParaRPr lang="fr-FR"/>
          </a:p>
        </p:txBody>
      </p:sp>
    </p:spTree>
    <p:extLst>
      <p:ext uri="{BB962C8B-B14F-4D97-AF65-F5344CB8AC3E}">
        <p14:creationId xmlns:p14="http://schemas.microsoft.com/office/powerpoint/2010/main" val="25192049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372D0-F3F2-4B4C-029C-A381B826D9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014B68-A980-26C4-48CF-951F20468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C23420-CBE6-6964-F6E9-DDC977F49C1B}"/>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C0B90BF4-231A-B535-829B-667721AD2402}"/>
              </a:ext>
            </a:extLst>
          </p:cNvPr>
          <p:cNvSpPr>
            <a:spLocks noGrp="1"/>
          </p:cNvSpPr>
          <p:nvPr>
            <p:ph type="sldNum" sz="quarter" idx="5"/>
          </p:nvPr>
        </p:nvSpPr>
        <p:spPr/>
        <p:txBody>
          <a:bodyPr/>
          <a:lstStyle/>
          <a:p>
            <a:fld id="{553438D4-9F9B-9C4D-BBE8-70F86EB77B0E}" type="slidenum">
              <a:rPr lang="fr-FR" smtClean="0"/>
              <a:t>5</a:t>
            </a:fld>
            <a:endParaRPr lang="fr-FR"/>
          </a:p>
        </p:txBody>
      </p:sp>
    </p:spTree>
    <p:extLst>
      <p:ext uri="{BB962C8B-B14F-4D97-AF65-F5344CB8AC3E}">
        <p14:creationId xmlns:p14="http://schemas.microsoft.com/office/powerpoint/2010/main" val="1691772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6FC13-4BAA-4C1D-553E-DB4061F065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26716F-8409-2678-FC6E-BDA61DC57C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04AC3B-1E1F-8259-75F0-2FF5BBC20442}"/>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5B29ABE6-31D8-5A35-510B-67627D7C74BE}"/>
              </a:ext>
            </a:extLst>
          </p:cNvPr>
          <p:cNvSpPr>
            <a:spLocks noGrp="1"/>
          </p:cNvSpPr>
          <p:nvPr>
            <p:ph type="sldNum" sz="quarter" idx="5"/>
          </p:nvPr>
        </p:nvSpPr>
        <p:spPr/>
        <p:txBody>
          <a:bodyPr/>
          <a:lstStyle/>
          <a:p>
            <a:fld id="{553438D4-9F9B-9C4D-BBE8-70F86EB77B0E}" type="slidenum">
              <a:rPr lang="fr-FR" smtClean="0"/>
              <a:t>6</a:t>
            </a:fld>
            <a:endParaRPr lang="fr-FR"/>
          </a:p>
        </p:txBody>
      </p:sp>
    </p:spTree>
    <p:extLst>
      <p:ext uri="{BB962C8B-B14F-4D97-AF65-F5344CB8AC3E}">
        <p14:creationId xmlns:p14="http://schemas.microsoft.com/office/powerpoint/2010/main" val="1564712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7994F-7F0B-CB4B-1CEC-1F13C52ACD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5EA71D-2A7C-2050-D9F4-B5A361AE24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EBB5A0-64FC-EE7D-9696-FA11AB983F38}"/>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A427D842-9B15-1D03-0666-FF334B6EACA6}"/>
              </a:ext>
            </a:extLst>
          </p:cNvPr>
          <p:cNvSpPr>
            <a:spLocks noGrp="1"/>
          </p:cNvSpPr>
          <p:nvPr>
            <p:ph type="sldNum" sz="quarter" idx="5"/>
          </p:nvPr>
        </p:nvSpPr>
        <p:spPr/>
        <p:txBody>
          <a:bodyPr/>
          <a:lstStyle/>
          <a:p>
            <a:fld id="{553438D4-9F9B-9C4D-BBE8-70F86EB77B0E}" type="slidenum">
              <a:rPr lang="fr-FR" smtClean="0"/>
              <a:t>7</a:t>
            </a:fld>
            <a:endParaRPr lang="fr-FR"/>
          </a:p>
        </p:txBody>
      </p:sp>
    </p:spTree>
    <p:extLst>
      <p:ext uri="{BB962C8B-B14F-4D97-AF65-F5344CB8AC3E}">
        <p14:creationId xmlns:p14="http://schemas.microsoft.com/office/powerpoint/2010/main" val="26627971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517E6-AB5F-CDE9-6033-4B9DD13593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DB13A5-B71D-3B56-AE4F-F6F8DD0C93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7B4993-8EE3-B926-779C-9B1B742194B5}"/>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867460D9-3A37-39B7-7796-F2CE3C1797EB}"/>
              </a:ext>
            </a:extLst>
          </p:cNvPr>
          <p:cNvSpPr>
            <a:spLocks noGrp="1"/>
          </p:cNvSpPr>
          <p:nvPr>
            <p:ph type="sldNum" sz="quarter" idx="5"/>
          </p:nvPr>
        </p:nvSpPr>
        <p:spPr/>
        <p:txBody>
          <a:bodyPr/>
          <a:lstStyle/>
          <a:p>
            <a:fld id="{553438D4-9F9B-9C4D-BBE8-70F86EB77B0E}" type="slidenum">
              <a:rPr lang="fr-FR" smtClean="0"/>
              <a:t>8</a:t>
            </a:fld>
            <a:endParaRPr lang="fr-FR"/>
          </a:p>
        </p:txBody>
      </p:sp>
    </p:spTree>
    <p:extLst>
      <p:ext uri="{BB962C8B-B14F-4D97-AF65-F5344CB8AC3E}">
        <p14:creationId xmlns:p14="http://schemas.microsoft.com/office/powerpoint/2010/main" val="37939013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43A7D-46C1-F3B0-9481-E0199B3CD8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7B0BB-DE4E-0D5D-2BE7-C85C46BBF7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162212-9A31-52FB-0FAD-A93981E3BD72}"/>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7E614C9E-AE93-06DE-1FCE-D3F1CE4F1481}"/>
              </a:ext>
            </a:extLst>
          </p:cNvPr>
          <p:cNvSpPr>
            <a:spLocks noGrp="1"/>
          </p:cNvSpPr>
          <p:nvPr>
            <p:ph type="sldNum" sz="quarter" idx="5"/>
          </p:nvPr>
        </p:nvSpPr>
        <p:spPr/>
        <p:txBody>
          <a:bodyPr/>
          <a:lstStyle/>
          <a:p>
            <a:fld id="{553438D4-9F9B-9C4D-BBE8-70F86EB77B0E}" type="slidenum">
              <a:rPr lang="fr-FR" smtClean="0"/>
              <a:t>9</a:t>
            </a:fld>
            <a:endParaRPr lang="fr-FR"/>
          </a:p>
        </p:txBody>
      </p:sp>
    </p:spTree>
    <p:extLst>
      <p:ext uri="{BB962C8B-B14F-4D97-AF65-F5344CB8AC3E}">
        <p14:creationId xmlns:p14="http://schemas.microsoft.com/office/powerpoint/2010/main" val="16609801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924EA-E844-36EF-FF7D-135484ABB6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60E064-8B4F-C7D5-1891-5FF2E3703C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6A71E7-52CF-8535-AF99-67052EA58613}"/>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5137152C-F827-85E0-1D67-EA0814DD9DE3}"/>
              </a:ext>
            </a:extLst>
          </p:cNvPr>
          <p:cNvSpPr>
            <a:spLocks noGrp="1"/>
          </p:cNvSpPr>
          <p:nvPr>
            <p:ph type="sldNum" sz="quarter" idx="5"/>
          </p:nvPr>
        </p:nvSpPr>
        <p:spPr/>
        <p:txBody>
          <a:bodyPr/>
          <a:lstStyle/>
          <a:p>
            <a:fld id="{553438D4-9F9B-9C4D-BBE8-70F86EB77B0E}" type="slidenum">
              <a:rPr lang="fr-FR" smtClean="0"/>
              <a:t>10</a:t>
            </a:fld>
            <a:endParaRPr lang="fr-FR"/>
          </a:p>
        </p:txBody>
      </p:sp>
    </p:spTree>
    <p:extLst>
      <p:ext uri="{BB962C8B-B14F-4D97-AF65-F5344CB8AC3E}">
        <p14:creationId xmlns:p14="http://schemas.microsoft.com/office/powerpoint/2010/main" val="32623275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09EAF-4495-5440-EAE5-9B117F2B01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C0948C-1165-BABE-46F5-5CFC4FF48F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BCDF2C-2E81-9E70-709A-5EC5D5EB7B90}"/>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6A6B9E74-5CAB-174B-E599-6E7ED2EA8308}"/>
              </a:ext>
            </a:extLst>
          </p:cNvPr>
          <p:cNvSpPr>
            <a:spLocks noGrp="1"/>
          </p:cNvSpPr>
          <p:nvPr>
            <p:ph type="sldNum" sz="quarter" idx="5"/>
          </p:nvPr>
        </p:nvSpPr>
        <p:spPr/>
        <p:txBody>
          <a:bodyPr/>
          <a:lstStyle/>
          <a:p>
            <a:fld id="{553438D4-9F9B-9C4D-BBE8-70F86EB77B0E}" type="slidenum">
              <a:rPr lang="fr-FR" smtClean="0"/>
              <a:t>11</a:t>
            </a:fld>
            <a:endParaRPr lang="fr-FR"/>
          </a:p>
        </p:txBody>
      </p:sp>
    </p:spTree>
    <p:extLst>
      <p:ext uri="{BB962C8B-B14F-4D97-AF65-F5344CB8AC3E}">
        <p14:creationId xmlns:p14="http://schemas.microsoft.com/office/powerpoint/2010/main" val="31041532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B4E7D-8F0A-2400-979A-069A43C351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AC5C93-0BA5-035D-1985-C8BB9EA3FD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1B9525-2AC7-8083-F401-F0208ED99354}"/>
              </a:ext>
            </a:extLst>
          </p:cNvPr>
          <p:cNvSpPr>
            <a:spLocks noGrp="1"/>
          </p:cNvSpPr>
          <p:nvPr>
            <p:ph type="body" idx="1"/>
          </p:nvPr>
        </p:nvSpPr>
        <p:spPr/>
        <p:txBody>
          <a:bodyPr/>
          <a:lstStyle/>
          <a:p>
            <a:r>
              <a:rPr lang="fr-FR" dirty="0" err="1"/>
              <a:t>Pro-rata</a:t>
            </a:r>
            <a:r>
              <a:rPr lang="fr-FR" dirty="0"/>
              <a:t>/</a:t>
            </a:r>
            <a:r>
              <a:rPr lang="fr-FR" dirty="0" err="1"/>
              <a:t>Proportional</a:t>
            </a:r>
            <a:endParaRPr lang="fr-FR" dirty="0"/>
          </a:p>
        </p:txBody>
      </p:sp>
      <p:sp>
        <p:nvSpPr>
          <p:cNvPr id="4" name="Slide Number Placeholder 3">
            <a:extLst>
              <a:ext uri="{FF2B5EF4-FFF2-40B4-BE49-F238E27FC236}">
                <a16:creationId xmlns:a16="http://schemas.microsoft.com/office/drawing/2014/main" id="{A4155890-85E8-ED2A-CE41-7305710193A1}"/>
              </a:ext>
            </a:extLst>
          </p:cNvPr>
          <p:cNvSpPr>
            <a:spLocks noGrp="1"/>
          </p:cNvSpPr>
          <p:nvPr>
            <p:ph type="sldNum" sz="quarter" idx="5"/>
          </p:nvPr>
        </p:nvSpPr>
        <p:spPr/>
        <p:txBody>
          <a:bodyPr/>
          <a:lstStyle/>
          <a:p>
            <a:fld id="{553438D4-9F9B-9C4D-BBE8-70F86EB77B0E}" type="slidenum">
              <a:rPr lang="fr-FR" smtClean="0"/>
              <a:t>12</a:t>
            </a:fld>
            <a:endParaRPr lang="fr-FR"/>
          </a:p>
        </p:txBody>
      </p:sp>
    </p:spTree>
    <p:extLst>
      <p:ext uri="{BB962C8B-B14F-4D97-AF65-F5344CB8AC3E}">
        <p14:creationId xmlns:p14="http://schemas.microsoft.com/office/powerpoint/2010/main" val="14529800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76518-2960-3034-7F4E-760DF1A466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2306C4-086A-B643-D104-EE4D3AB7EC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8B941-7C82-3B3E-9FAA-A79952C44B0C}"/>
              </a:ext>
            </a:extLst>
          </p:cNvPr>
          <p:cNvSpPr>
            <a:spLocks noGrp="1"/>
          </p:cNvSpPr>
          <p:nvPr>
            <p:ph type="body" idx="1"/>
          </p:nvPr>
        </p:nvSpPr>
        <p:spPr/>
        <p:txBody>
          <a:bodyPr/>
          <a:lstStyle/>
          <a:p>
            <a:r>
              <a:rPr lang="fr-FR" dirty="0" err="1"/>
              <a:t>Pro-rata</a:t>
            </a:r>
            <a:r>
              <a:rPr lang="fr-FR" dirty="0"/>
              <a:t>/</a:t>
            </a:r>
            <a:r>
              <a:rPr lang="fr-FR" dirty="0" err="1"/>
              <a:t>Proportional</a:t>
            </a:r>
            <a:endParaRPr lang="fr-FR" dirty="0"/>
          </a:p>
        </p:txBody>
      </p:sp>
      <p:sp>
        <p:nvSpPr>
          <p:cNvPr id="4" name="Slide Number Placeholder 3">
            <a:extLst>
              <a:ext uri="{FF2B5EF4-FFF2-40B4-BE49-F238E27FC236}">
                <a16:creationId xmlns:a16="http://schemas.microsoft.com/office/drawing/2014/main" id="{77ADD13E-86F9-56BE-B895-1AE9873D4C23}"/>
              </a:ext>
            </a:extLst>
          </p:cNvPr>
          <p:cNvSpPr>
            <a:spLocks noGrp="1"/>
          </p:cNvSpPr>
          <p:nvPr>
            <p:ph type="sldNum" sz="quarter" idx="5"/>
          </p:nvPr>
        </p:nvSpPr>
        <p:spPr/>
        <p:txBody>
          <a:bodyPr/>
          <a:lstStyle/>
          <a:p>
            <a:fld id="{553438D4-9F9B-9C4D-BBE8-70F86EB77B0E}" type="slidenum">
              <a:rPr lang="fr-FR" smtClean="0"/>
              <a:t>13</a:t>
            </a:fld>
            <a:endParaRPr lang="fr-FR"/>
          </a:p>
        </p:txBody>
      </p:sp>
    </p:spTree>
    <p:extLst>
      <p:ext uri="{BB962C8B-B14F-4D97-AF65-F5344CB8AC3E}">
        <p14:creationId xmlns:p14="http://schemas.microsoft.com/office/powerpoint/2010/main" val="17530190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Diapositive de titre">
    <p:bg>
      <p:bgPr>
        <a:solidFill>
          <a:schemeClr val="accent2">
            <a:alpha val="0"/>
          </a:schemeClr>
        </a:solidFill>
        <a:effectLst/>
      </p:bgPr>
    </p:bg>
    <p:spTree>
      <p:nvGrpSpPr>
        <p:cNvPr id="1" name=""/>
        <p:cNvGrpSpPr/>
        <p:nvPr/>
      </p:nvGrpSpPr>
      <p:grpSpPr>
        <a:xfrm>
          <a:off x="0" y="0"/>
          <a:ext cx="0" cy="0"/>
          <a:chOff x="0" y="0"/>
          <a:chExt cx="0" cy="0"/>
        </a:xfrm>
      </p:grpSpPr>
      <p:sp>
        <p:nvSpPr>
          <p:cNvPr id="9" name="object 4">
            <a:extLst>
              <a:ext uri="{FF2B5EF4-FFF2-40B4-BE49-F238E27FC236}">
                <a16:creationId xmlns:a16="http://schemas.microsoft.com/office/drawing/2014/main" id="{2DD762C1-4320-D8AB-AE75-E6CF2EE492B9}"/>
              </a:ext>
            </a:extLst>
          </p:cNvPr>
          <p:cNvSpPr/>
          <p:nvPr userDrawn="1"/>
        </p:nvSpPr>
        <p:spPr>
          <a:xfrm>
            <a:off x="0" y="1877872"/>
            <a:ext cx="2731135" cy="3100070"/>
          </a:xfrm>
          <a:custGeom>
            <a:avLst/>
            <a:gdLst/>
            <a:ahLst/>
            <a:cxnLst/>
            <a:rect l="l" t="t" r="r" b="b"/>
            <a:pathLst>
              <a:path w="2731135" h="3100070">
                <a:moveTo>
                  <a:pt x="2731046" y="2892133"/>
                </a:moveTo>
                <a:lnTo>
                  <a:pt x="1815706" y="2892133"/>
                </a:lnTo>
                <a:lnTo>
                  <a:pt x="1815706" y="2894774"/>
                </a:lnTo>
                <a:lnTo>
                  <a:pt x="910082" y="2894774"/>
                </a:lnTo>
                <a:lnTo>
                  <a:pt x="0" y="2894761"/>
                </a:lnTo>
                <a:lnTo>
                  <a:pt x="0" y="3099612"/>
                </a:lnTo>
                <a:lnTo>
                  <a:pt x="910031" y="3099612"/>
                </a:lnTo>
                <a:lnTo>
                  <a:pt x="1820164" y="3099612"/>
                </a:lnTo>
                <a:lnTo>
                  <a:pt x="1820164" y="3096971"/>
                </a:lnTo>
                <a:lnTo>
                  <a:pt x="2731046" y="3096971"/>
                </a:lnTo>
                <a:lnTo>
                  <a:pt x="2731046" y="2892133"/>
                </a:lnTo>
                <a:close/>
              </a:path>
              <a:path w="2731135" h="3100070">
                <a:moveTo>
                  <a:pt x="2731046" y="1448714"/>
                </a:moveTo>
                <a:lnTo>
                  <a:pt x="1815706" y="1448714"/>
                </a:lnTo>
                <a:lnTo>
                  <a:pt x="1815706" y="1653552"/>
                </a:lnTo>
                <a:lnTo>
                  <a:pt x="2731046" y="1653552"/>
                </a:lnTo>
                <a:lnTo>
                  <a:pt x="2731046" y="1448714"/>
                </a:lnTo>
                <a:close/>
              </a:path>
              <a:path w="2731135" h="3100070">
                <a:moveTo>
                  <a:pt x="2731046" y="0"/>
                </a:moveTo>
                <a:lnTo>
                  <a:pt x="1815706" y="0"/>
                </a:lnTo>
                <a:lnTo>
                  <a:pt x="1815706" y="2641"/>
                </a:lnTo>
                <a:lnTo>
                  <a:pt x="910031" y="2641"/>
                </a:lnTo>
                <a:lnTo>
                  <a:pt x="910031" y="207479"/>
                </a:lnTo>
                <a:lnTo>
                  <a:pt x="1820164" y="207479"/>
                </a:lnTo>
                <a:lnTo>
                  <a:pt x="1820164" y="204838"/>
                </a:lnTo>
                <a:lnTo>
                  <a:pt x="2731046" y="204838"/>
                </a:lnTo>
                <a:lnTo>
                  <a:pt x="2731046" y="0"/>
                </a:lnTo>
                <a:close/>
              </a:path>
            </a:pathLst>
          </a:custGeom>
          <a:solidFill>
            <a:srgbClr val="005399"/>
          </a:solidFill>
        </p:spPr>
        <p:txBody>
          <a:bodyPr wrap="square" lIns="0" tIns="0" rIns="0" bIns="0" rtlCol="0"/>
          <a:lstStyle/>
          <a:p>
            <a:endParaRPr/>
          </a:p>
        </p:txBody>
      </p:sp>
      <p:grpSp>
        <p:nvGrpSpPr>
          <p:cNvPr id="31" name="Groupe 30">
            <a:extLst>
              <a:ext uri="{FF2B5EF4-FFF2-40B4-BE49-F238E27FC236}">
                <a16:creationId xmlns:a16="http://schemas.microsoft.com/office/drawing/2014/main" id="{E3094FD4-F362-E5AA-8638-C1978D4EB5B0}"/>
              </a:ext>
            </a:extLst>
          </p:cNvPr>
          <p:cNvGrpSpPr/>
          <p:nvPr userDrawn="1"/>
        </p:nvGrpSpPr>
        <p:grpSpPr>
          <a:xfrm>
            <a:off x="7841485" y="5944127"/>
            <a:ext cx="1652177" cy="501605"/>
            <a:chOff x="7841485" y="5944127"/>
            <a:chExt cx="1652177" cy="501605"/>
          </a:xfrm>
        </p:grpSpPr>
        <p:pic>
          <p:nvPicPr>
            <p:cNvPr id="32" name="bg object 22">
              <a:extLst>
                <a:ext uri="{FF2B5EF4-FFF2-40B4-BE49-F238E27FC236}">
                  <a16:creationId xmlns:a16="http://schemas.microsoft.com/office/drawing/2014/main" id="{2E795CAA-3591-C704-7A00-17F17BF51A23}"/>
                </a:ext>
              </a:extLst>
            </p:cNvPr>
            <p:cNvPicPr/>
            <p:nvPr/>
          </p:nvPicPr>
          <p:blipFill>
            <a:blip r:embed="rId2" cstate="print"/>
            <a:stretch>
              <a:fillRect/>
            </a:stretch>
          </p:blipFill>
          <p:spPr>
            <a:xfrm>
              <a:off x="9252289" y="6071177"/>
              <a:ext cx="95709" cy="100940"/>
            </a:xfrm>
            <a:prstGeom prst="rect">
              <a:avLst/>
            </a:prstGeom>
          </p:spPr>
        </p:pic>
        <p:grpSp>
          <p:nvGrpSpPr>
            <p:cNvPr id="33" name="Groupe 32">
              <a:extLst>
                <a:ext uri="{FF2B5EF4-FFF2-40B4-BE49-F238E27FC236}">
                  <a16:creationId xmlns:a16="http://schemas.microsoft.com/office/drawing/2014/main" id="{0BD2DFFF-E0E1-325B-04AB-7D5E40B2E8C1}"/>
                </a:ext>
              </a:extLst>
            </p:cNvPr>
            <p:cNvGrpSpPr/>
            <p:nvPr userDrawn="1"/>
          </p:nvGrpSpPr>
          <p:grpSpPr>
            <a:xfrm>
              <a:off x="7841485" y="5944127"/>
              <a:ext cx="1652177" cy="501605"/>
              <a:chOff x="7841485" y="5944127"/>
              <a:chExt cx="1652177" cy="501605"/>
            </a:xfrm>
          </p:grpSpPr>
          <p:pic>
            <p:nvPicPr>
              <p:cNvPr id="34" name="bg object 19">
                <a:extLst>
                  <a:ext uri="{FF2B5EF4-FFF2-40B4-BE49-F238E27FC236}">
                    <a16:creationId xmlns:a16="http://schemas.microsoft.com/office/drawing/2014/main" id="{2390321B-CA5B-722D-C201-CCF041388981}"/>
                  </a:ext>
                </a:extLst>
              </p:cNvPr>
              <p:cNvPicPr/>
              <p:nvPr/>
            </p:nvPicPr>
            <p:blipFill>
              <a:blip r:embed="rId3" cstate="print"/>
              <a:stretch>
                <a:fillRect/>
              </a:stretch>
            </p:blipFill>
            <p:spPr>
              <a:xfrm>
                <a:off x="8306570" y="5964197"/>
                <a:ext cx="79577" cy="76317"/>
              </a:xfrm>
              <a:prstGeom prst="rect">
                <a:avLst/>
              </a:prstGeom>
            </p:spPr>
          </p:pic>
          <p:grpSp>
            <p:nvGrpSpPr>
              <p:cNvPr id="35" name="Groupe 34">
                <a:extLst>
                  <a:ext uri="{FF2B5EF4-FFF2-40B4-BE49-F238E27FC236}">
                    <a16:creationId xmlns:a16="http://schemas.microsoft.com/office/drawing/2014/main" id="{59E3DEEF-C7B1-A6FE-CD58-2660438B2F43}"/>
                  </a:ext>
                </a:extLst>
              </p:cNvPr>
              <p:cNvGrpSpPr/>
              <p:nvPr userDrawn="1"/>
            </p:nvGrpSpPr>
            <p:grpSpPr>
              <a:xfrm>
                <a:off x="7841485" y="5944127"/>
                <a:ext cx="1652177" cy="501605"/>
                <a:chOff x="7841485" y="5944127"/>
                <a:chExt cx="1652177" cy="501605"/>
              </a:xfrm>
            </p:grpSpPr>
            <p:sp>
              <p:nvSpPr>
                <p:cNvPr id="36" name="bg object 20">
                  <a:extLst>
                    <a:ext uri="{FF2B5EF4-FFF2-40B4-BE49-F238E27FC236}">
                      <a16:creationId xmlns:a16="http://schemas.microsoft.com/office/drawing/2014/main" id="{DAE4183A-84DF-C293-E29B-B9E05E960B83}"/>
                    </a:ext>
                  </a:extLst>
                </p:cNvPr>
                <p:cNvSpPr/>
                <p:nvPr/>
              </p:nvSpPr>
              <p:spPr>
                <a:xfrm>
                  <a:off x="8426939" y="6078061"/>
                  <a:ext cx="175895" cy="255904"/>
                </a:xfrm>
                <a:custGeom>
                  <a:avLst/>
                  <a:gdLst/>
                  <a:ahLst/>
                  <a:cxnLst/>
                  <a:rect l="l" t="t" r="r" b="b"/>
                  <a:pathLst>
                    <a:path w="175895" h="255904">
                      <a:moveTo>
                        <a:pt x="133018" y="255672"/>
                      </a:moveTo>
                      <a:lnTo>
                        <a:pt x="96670" y="249898"/>
                      </a:lnTo>
                      <a:lnTo>
                        <a:pt x="69337" y="233463"/>
                      </a:lnTo>
                      <a:lnTo>
                        <a:pt x="52126" y="207692"/>
                      </a:lnTo>
                      <a:lnTo>
                        <a:pt x="46144" y="173915"/>
                      </a:lnTo>
                      <a:lnTo>
                        <a:pt x="46144" y="68553"/>
                      </a:lnTo>
                      <a:lnTo>
                        <a:pt x="44390" y="66850"/>
                      </a:lnTo>
                      <a:lnTo>
                        <a:pt x="1753" y="66850"/>
                      </a:lnTo>
                      <a:lnTo>
                        <a:pt x="0" y="65168"/>
                      </a:lnTo>
                      <a:lnTo>
                        <a:pt x="0" y="1702"/>
                      </a:lnTo>
                      <a:lnTo>
                        <a:pt x="1775" y="0"/>
                      </a:lnTo>
                      <a:lnTo>
                        <a:pt x="173900" y="0"/>
                      </a:lnTo>
                      <a:lnTo>
                        <a:pt x="175654" y="1681"/>
                      </a:lnTo>
                      <a:lnTo>
                        <a:pt x="175654" y="62096"/>
                      </a:lnTo>
                      <a:lnTo>
                        <a:pt x="175654" y="64732"/>
                      </a:lnTo>
                      <a:lnTo>
                        <a:pt x="173424" y="66850"/>
                      </a:lnTo>
                      <a:lnTo>
                        <a:pt x="126565" y="66850"/>
                      </a:lnTo>
                      <a:lnTo>
                        <a:pt x="124790" y="68553"/>
                      </a:lnTo>
                      <a:lnTo>
                        <a:pt x="124790" y="160358"/>
                      </a:lnTo>
                      <a:lnTo>
                        <a:pt x="126863" y="173139"/>
                      </a:lnTo>
                      <a:lnTo>
                        <a:pt x="132723" y="181158"/>
                      </a:lnTo>
                      <a:lnTo>
                        <a:pt x="141827" y="185311"/>
                      </a:lnTo>
                      <a:lnTo>
                        <a:pt x="153633" y="186496"/>
                      </a:lnTo>
                      <a:lnTo>
                        <a:pt x="165455" y="186185"/>
                      </a:lnTo>
                      <a:lnTo>
                        <a:pt x="172818" y="184939"/>
                      </a:lnTo>
                      <a:lnTo>
                        <a:pt x="175611" y="187160"/>
                      </a:lnTo>
                      <a:lnTo>
                        <a:pt x="175633" y="245291"/>
                      </a:lnTo>
                      <a:lnTo>
                        <a:pt x="146795" y="254856"/>
                      </a:lnTo>
                      <a:lnTo>
                        <a:pt x="133018" y="255672"/>
                      </a:lnTo>
                      <a:close/>
                    </a:path>
                  </a:pathLst>
                </a:custGeom>
                <a:solidFill>
                  <a:srgbClr val="FFFFFF"/>
                </a:solidFill>
              </p:spPr>
              <p:txBody>
                <a:bodyPr wrap="square" lIns="0" tIns="0" rIns="0" bIns="0" rtlCol="0"/>
                <a:lstStyle/>
                <a:p>
                  <a:endParaRPr/>
                </a:p>
              </p:txBody>
            </p:sp>
            <p:pic>
              <p:nvPicPr>
                <p:cNvPr id="37" name="bg object 21">
                  <a:extLst>
                    <a:ext uri="{FF2B5EF4-FFF2-40B4-BE49-F238E27FC236}">
                      <a16:creationId xmlns:a16="http://schemas.microsoft.com/office/drawing/2014/main" id="{4F066417-0AE9-2741-4EFA-097D7F5C57BE}"/>
                    </a:ext>
                  </a:extLst>
                </p:cNvPr>
                <p:cNvPicPr/>
                <p:nvPr/>
              </p:nvPicPr>
              <p:blipFill>
                <a:blip r:embed="rId4" cstate="print"/>
                <a:stretch>
                  <a:fillRect/>
                </a:stretch>
              </p:blipFill>
              <p:spPr>
                <a:xfrm>
                  <a:off x="8473065" y="5944127"/>
                  <a:ext cx="78689" cy="94815"/>
                </a:xfrm>
                <a:prstGeom prst="rect">
                  <a:avLst/>
                </a:prstGeom>
              </p:spPr>
            </p:pic>
            <p:grpSp>
              <p:nvGrpSpPr>
                <p:cNvPr id="38" name="Groupe 37">
                  <a:extLst>
                    <a:ext uri="{FF2B5EF4-FFF2-40B4-BE49-F238E27FC236}">
                      <a16:creationId xmlns:a16="http://schemas.microsoft.com/office/drawing/2014/main" id="{E46418DE-78B9-2DC0-C96C-B4DF3BE3007E}"/>
                    </a:ext>
                  </a:extLst>
                </p:cNvPr>
                <p:cNvGrpSpPr/>
                <p:nvPr userDrawn="1"/>
              </p:nvGrpSpPr>
              <p:grpSpPr>
                <a:xfrm>
                  <a:off x="7841485" y="5947257"/>
                  <a:ext cx="1652177" cy="498475"/>
                  <a:chOff x="7841485" y="5947257"/>
                  <a:chExt cx="1652177" cy="498475"/>
                </a:xfrm>
              </p:grpSpPr>
              <p:pic>
                <p:nvPicPr>
                  <p:cNvPr id="39" name="bg object 17">
                    <a:extLst>
                      <a:ext uri="{FF2B5EF4-FFF2-40B4-BE49-F238E27FC236}">
                        <a16:creationId xmlns:a16="http://schemas.microsoft.com/office/drawing/2014/main" id="{4353C8D0-3FAF-2DDF-3FA6-780DFC16F2B5}"/>
                      </a:ext>
                    </a:extLst>
                  </p:cNvPr>
                  <p:cNvPicPr/>
                  <p:nvPr/>
                </p:nvPicPr>
                <p:blipFill>
                  <a:blip r:embed="rId5" cstate="print"/>
                  <a:stretch>
                    <a:fillRect/>
                  </a:stretch>
                </p:blipFill>
                <p:spPr>
                  <a:xfrm>
                    <a:off x="7841485" y="6052577"/>
                    <a:ext cx="162630" cy="203292"/>
                  </a:xfrm>
                  <a:prstGeom prst="rect">
                    <a:avLst/>
                  </a:prstGeom>
                </p:spPr>
              </p:pic>
              <p:sp>
                <p:nvSpPr>
                  <p:cNvPr id="40" name="bg object 18">
                    <a:extLst>
                      <a:ext uri="{FF2B5EF4-FFF2-40B4-BE49-F238E27FC236}">
                        <a16:creationId xmlns:a16="http://schemas.microsoft.com/office/drawing/2014/main" id="{EC7667A6-D16F-8D56-C3B9-418F60E87DE0}"/>
                      </a:ext>
                    </a:extLst>
                  </p:cNvPr>
                  <p:cNvSpPr/>
                  <p:nvPr/>
                </p:nvSpPr>
                <p:spPr>
                  <a:xfrm>
                    <a:off x="7954276" y="5947257"/>
                    <a:ext cx="1256665" cy="498475"/>
                  </a:xfrm>
                  <a:custGeom>
                    <a:avLst/>
                    <a:gdLst/>
                    <a:ahLst/>
                    <a:cxnLst/>
                    <a:rect l="l" t="t" r="r" b="b"/>
                    <a:pathLst>
                      <a:path w="1256665" h="498475">
                        <a:moveTo>
                          <a:pt x="312331" y="266496"/>
                        </a:moveTo>
                        <a:lnTo>
                          <a:pt x="309803" y="263245"/>
                        </a:lnTo>
                        <a:lnTo>
                          <a:pt x="168592" y="263245"/>
                        </a:lnTo>
                        <a:lnTo>
                          <a:pt x="166624" y="263245"/>
                        </a:lnTo>
                        <a:lnTo>
                          <a:pt x="164833" y="264363"/>
                        </a:lnTo>
                        <a:lnTo>
                          <a:pt x="136004" y="311162"/>
                        </a:lnTo>
                        <a:lnTo>
                          <a:pt x="100368" y="346494"/>
                        </a:lnTo>
                        <a:lnTo>
                          <a:pt x="56959" y="372122"/>
                        </a:lnTo>
                        <a:lnTo>
                          <a:pt x="5676" y="388073"/>
                        </a:lnTo>
                        <a:lnTo>
                          <a:pt x="774" y="389051"/>
                        </a:lnTo>
                        <a:lnTo>
                          <a:pt x="0" y="395503"/>
                        </a:lnTo>
                        <a:lnTo>
                          <a:pt x="4610" y="397383"/>
                        </a:lnTo>
                        <a:lnTo>
                          <a:pt x="51181" y="410540"/>
                        </a:lnTo>
                        <a:lnTo>
                          <a:pt x="98386" y="413829"/>
                        </a:lnTo>
                        <a:lnTo>
                          <a:pt x="144741" y="408038"/>
                        </a:lnTo>
                        <a:lnTo>
                          <a:pt x="188747" y="393928"/>
                        </a:lnTo>
                        <a:lnTo>
                          <a:pt x="228892" y="372262"/>
                        </a:lnTo>
                        <a:lnTo>
                          <a:pt x="263677" y="343814"/>
                        </a:lnTo>
                        <a:lnTo>
                          <a:pt x="291617" y="309359"/>
                        </a:lnTo>
                        <a:lnTo>
                          <a:pt x="311213" y="269659"/>
                        </a:lnTo>
                        <a:lnTo>
                          <a:pt x="312331" y="266496"/>
                        </a:lnTo>
                        <a:close/>
                      </a:path>
                      <a:path w="1256665" h="498475">
                        <a:moveTo>
                          <a:pt x="312496" y="147256"/>
                        </a:moveTo>
                        <a:lnTo>
                          <a:pt x="287921" y="100126"/>
                        </a:lnTo>
                        <a:lnTo>
                          <a:pt x="256895" y="64249"/>
                        </a:lnTo>
                        <a:lnTo>
                          <a:pt x="219824" y="36233"/>
                        </a:lnTo>
                        <a:lnTo>
                          <a:pt x="178473" y="16141"/>
                        </a:lnTo>
                        <a:lnTo>
                          <a:pt x="134632" y="4038"/>
                        </a:lnTo>
                        <a:lnTo>
                          <a:pt x="90055" y="0"/>
                        </a:lnTo>
                        <a:lnTo>
                          <a:pt x="46520" y="4089"/>
                        </a:lnTo>
                        <a:lnTo>
                          <a:pt x="5791" y="16383"/>
                        </a:lnTo>
                        <a:lnTo>
                          <a:pt x="812" y="18478"/>
                        </a:lnTo>
                        <a:lnTo>
                          <a:pt x="1587" y="25387"/>
                        </a:lnTo>
                        <a:lnTo>
                          <a:pt x="6921" y="26466"/>
                        </a:lnTo>
                        <a:lnTo>
                          <a:pt x="57632" y="42367"/>
                        </a:lnTo>
                        <a:lnTo>
                          <a:pt x="100622" y="67957"/>
                        </a:lnTo>
                        <a:lnTo>
                          <a:pt x="135953" y="103149"/>
                        </a:lnTo>
                        <a:lnTo>
                          <a:pt x="164604" y="149733"/>
                        </a:lnTo>
                        <a:lnTo>
                          <a:pt x="166535" y="150952"/>
                        </a:lnTo>
                        <a:lnTo>
                          <a:pt x="305892" y="150952"/>
                        </a:lnTo>
                        <a:lnTo>
                          <a:pt x="309753" y="150952"/>
                        </a:lnTo>
                        <a:lnTo>
                          <a:pt x="312496" y="147256"/>
                        </a:lnTo>
                        <a:close/>
                      </a:path>
                      <a:path w="1256665" h="498475">
                        <a:moveTo>
                          <a:pt x="431876" y="132930"/>
                        </a:moveTo>
                        <a:lnTo>
                          <a:pt x="429641" y="130771"/>
                        </a:lnTo>
                        <a:lnTo>
                          <a:pt x="357238" y="130771"/>
                        </a:lnTo>
                        <a:lnTo>
                          <a:pt x="354507" y="130771"/>
                        </a:lnTo>
                        <a:lnTo>
                          <a:pt x="352272" y="132930"/>
                        </a:lnTo>
                        <a:lnTo>
                          <a:pt x="352272" y="383209"/>
                        </a:lnTo>
                        <a:lnTo>
                          <a:pt x="353796" y="384683"/>
                        </a:lnTo>
                        <a:lnTo>
                          <a:pt x="430364" y="384683"/>
                        </a:lnTo>
                        <a:lnTo>
                          <a:pt x="431876" y="383209"/>
                        </a:lnTo>
                        <a:lnTo>
                          <a:pt x="431876" y="132930"/>
                        </a:lnTo>
                        <a:close/>
                      </a:path>
                      <a:path w="1256665" h="498475">
                        <a:moveTo>
                          <a:pt x="940701" y="250583"/>
                        </a:moveTo>
                        <a:lnTo>
                          <a:pt x="931760" y="197332"/>
                        </a:lnTo>
                        <a:lnTo>
                          <a:pt x="922858" y="183540"/>
                        </a:lnTo>
                        <a:lnTo>
                          <a:pt x="906094" y="157568"/>
                        </a:lnTo>
                        <a:lnTo>
                          <a:pt x="865505" y="132689"/>
                        </a:lnTo>
                        <a:lnTo>
                          <a:pt x="811758" y="124079"/>
                        </a:lnTo>
                        <a:lnTo>
                          <a:pt x="763511" y="133223"/>
                        </a:lnTo>
                        <a:lnTo>
                          <a:pt x="722464" y="159308"/>
                        </a:lnTo>
                        <a:lnTo>
                          <a:pt x="693953" y="200304"/>
                        </a:lnTo>
                        <a:lnTo>
                          <a:pt x="683260" y="254165"/>
                        </a:lnTo>
                        <a:lnTo>
                          <a:pt x="690410" y="299643"/>
                        </a:lnTo>
                        <a:lnTo>
                          <a:pt x="710057" y="336219"/>
                        </a:lnTo>
                        <a:lnTo>
                          <a:pt x="739546" y="363232"/>
                        </a:lnTo>
                        <a:lnTo>
                          <a:pt x="776224" y="379945"/>
                        </a:lnTo>
                        <a:lnTo>
                          <a:pt x="817435" y="385673"/>
                        </a:lnTo>
                        <a:lnTo>
                          <a:pt x="860234" y="379857"/>
                        </a:lnTo>
                        <a:lnTo>
                          <a:pt x="919111" y="340550"/>
                        </a:lnTo>
                        <a:lnTo>
                          <a:pt x="935316" y="309295"/>
                        </a:lnTo>
                        <a:lnTo>
                          <a:pt x="933716" y="306565"/>
                        </a:lnTo>
                        <a:lnTo>
                          <a:pt x="872147" y="289941"/>
                        </a:lnTo>
                        <a:lnTo>
                          <a:pt x="869619" y="290995"/>
                        </a:lnTo>
                        <a:lnTo>
                          <a:pt x="868667" y="293116"/>
                        </a:lnTo>
                        <a:lnTo>
                          <a:pt x="861250" y="304850"/>
                        </a:lnTo>
                        <a:lnTo>
                          <a:pt x="850595" y="313855"/>
                        </a:lnTo>
                        <a:lnTo>
                          <a:pt x="836422" y="319608"/>
                        </a:lnTo>
                        <a:lnTo>
                          <a:pt x="818489" y="321640"/>
                        </a:lnTo>
                        <a:lnTo>
                          <a:pt x="796886" y="318757"/>
                        </a:lnTo>
                        <a:lnTo>
                          <a:pt x="778865" y="310057"/>
                        </a:lnTo>
                        <a:lnTo>
                          <a:pt x="766406" y="295478"/>
                        </a:lnTo>
                        <a:lnTo>
                          <a:pt x="761517" y="274955"/>
                        </a:lnTo>
                        <a:lnTo>
                          <a:pt x="761415" y="225183"/>
                        </a:lnTo>
                        <a:lnTo>
                          <a:pt x="765556" y="210896"/>
                        </a:lnTo>
                        <a:lnTo>
                          <a:pt x="775411" y="197446"/>
                        </a:lnTo>
                        <a:lnTo>
                          <a:pt x="791108" y="187452"/>
                        </a:lnTo>
                        <a:lnTo>
                          <a:pt x="812812" y="183540"/>
                        </a:lnTo>
                        <a:lnTo>
                          <a:pt x="834542" y="186740"/>
                        </a:lnTo>
                        <a:lnTo>
                          <a:pt x="849757" y="195110"/>
                        </a:lnTo>
                        <a:lnTo>
                          <a:pt x="859269" y="206781"/>
                        </a:lnTo>
                        <a:lnTo>
                          <a:pt x="863854" y="219875"/>
                        </a:lnTo>
                        <a:lnTo>
                          <a:pt x="864374" y="222758"/>
                        </a:lnTo>
                        <a:lnTo>
                          <a:pt x="861974" y="225374"/>
                        </a:lnTo>
                        <a:lnTo>
                          <a:pt x="804418" y="225374"/>
                        </a:lnTo>
                        <a:lnTo>
                          <a:pt x="802208" y="227495"/>
                        </a:lnTo>
                        <a:lnTo>
                          <a:pt x="802208" y="271818"/>
                        </a:lnTo>
                        <a:lnTo>
                          <a:pt x="804418" y="273939"/>
                        </a:lnTo>
                        <a:lnTo>
                          <a:pt x="937348" y="273939"/>
                        </a:lnTo>
                        <a:lnTo>
                          <a:pt x="939495" y="272122"/>
                        </a:lnTo>
                        <a:lnTo>
                          <a:pt x="940231" y="265112"/>
                        </a:lnTo>
                        <a:lnTo>
                          <a:pt x="940701" y="257619"/>
                        </a:lnTo>
                        <a:lnTo>
                          <a:pt x="940701" y="250583"/>
                        </a:lnTo>
                        <a:close/>
                      </a:path>
                      <a:path w="1256665" h="498475">
                        <a:moveTo>
                          <a:pt x="1059053" y="132854"/>
                        </a:moveTo>
                        <a:lnTo>
                          <a:pt x="1056843" y="130822"/>
                        </a:lnTo>
                        <a:lnTo>
                          <a:pt x="983729" y="130822"/>
                        </a:lnTo>
                        <a:lnTo>
                          <a:pt x="981494" y="132943"/>
                        </a:lnTo>
                        <a:lnTo>
                          <a:pt x="981494" y="467626"/>
                        </a:lnTo>
                        <a:lnTo>
                          <a:pt x="983272" y="469531"/>
                        </a:lnTo>
                        <a:lnTo>
                          <a:pt x="1002842" y="473468"/>
                        </a:lnTo>
                        <a:lnTo>
                          <a:pt x="1019644" y="478967"/>
                        </a:lnTo>
                        <a:lnTo>
                          <a:pt x="1035812" y="486410"/>
                        </a:lnTo>
                        <a:lnTo>
                          <a:pt x="1051064" y="495757"/>
                        </a:lnTo>
                        <a:lnTo>
                          <a:pt x="1054404" y="498106"/>
                        </a:lnTo>
                        <a:lnTo>
                          <a:pt x="1059053" y="496074"/>
                        </a:lnTo>
                        <a:lnTo>
                          <a:pt x="1059053" y="132854"/>
                        </a:lnTo>
                        <a:close/>
                      </a:path>
                      <a:path w="1256665" h="498475">
                        <a:moveTo>
                          <a:pt x="1256665" y="254495"/>
                        </a:moveTo>
                        <a:lnTo>
                          <a:pt x="1248371" y="202488"/>
                        </a:lnTo>
                        <a:lnTo>
                          <a:pt x="1224470" y="161239"/>
                        </a:lnTo>
                        <a:lnTo>
                          <a:pt x="1186408" y="134035"/>
                        </a:lnTo>
                        <a:lnTo>
                          <a:pt x="1135659" y="124231"/>
                        </a:lnTo>
                        <a:lnTo>
                          <a:pt x="1126845" y="124523"/>
                        </a:lnTo>
                        <a:lnTo>
                          <a:pt x="1118425" y="125374"/>
                        </a:lnTo>
                        <a:lnTo>
                          <a:pt x="1110424" y="126707"/>
                        </a:lnTo>
                        <a:lnTo>
                          <a:pt x="1100747" y="129108"/>
                        </a:lnTo>
                        <a:lnTo>
                          <a:pt x="1099781" y="130695"/>
                        </a:lnTo>
                        <a:lnTo>
                          <a:pt x="1099781" y="193052"/>
                        </a:lnTo>
                        <a:lnTo>
                          <a:pt x="1102283" y="195211"/>
                        </a:lnTo>
                        <a:lnTo>
                          <a:pt x="1109891" y="193573"/>
                        </a:lnTo>
                        <a:lnTo>
                          <a:pt x="1114526" y="193103"/>
                        </a:lnTo>
                        <a:lnTo>
                          <a:pt x="1119289" y="193103"/>
                        </a:lnTo>
                        <a:lnTo>
                          <a:pt x="1141844" y="196888"/>
                        </a:lnTo>
                        <a:lnTo>
                          <a:pt x="1160754" y="208343"/>
                        </a:lnTo>
                        <a:lnTo>
                          <a:pt x="1173772" y="227647"/>
                        </a:lnTo>
                        <a:lnTo>
                          <a:pt x="1178623" y="254927"/>
                        </a:lnTo>
                        <a:lnTo>
                          <a:pt x="1173772" y="282295"/>
                        </a:lnTo>
                        <a:lnTo>
                          <a:pt x="1160754" y="301764"/>
                        </a:lnTo>
                        <a:lnTo>
                          <a:pt x="1141844" y="313397"/>
                        </a:lnTo>
                        <a:lnTo>
                          <a:pt x="1119289" y="317271"/>
                        </a:lnTo>
                        <a:lnTo>
                          <a:pt x="1114552" y="317271"/>
                        </a:lnTo>
                        <a:lnTo>
                          <a:pt x="1109929" y="316814"/>
                        </a:lnTo>
                        <a:lnTo>
                          <a:pt x="1102334" y="315087"/>
                        </a:lnTo>
                        <a:lnTo>
                          <a:pt x="1099781" y="317411"/>
                        </a:lnTo>
                        <a:lnTo>
                          <a:pt x="1099781" y="380174"/>
                        </a:lnTo>
                        <a:lnTo>
                          <a:pt x="1100378" y="381812"/>
                        </a:lnTo>
                        <a:lnTo>
                          <a:pt x="1109002" y="383616"/>
                        </a:lnTo>
                        <a:lnTo>
                          <a:pt x="1116431" y="384695"/>
                        </a:lnTo>
                        <a:lnTo>
                          <a:pt x="1124254" y="385356"/>
                        </a:lnTo>
                        <a:lnTo>
                          <a:pt x="1132459" y="385572"/>
                        </a:lnTo>
                        <a:lnTo>
                          <a:pt x="1182624" y="375818"/>
                        </a:lnTo>
                        <a:lnTo>
                          <a:pt x="1221905" y="348627"/>
                        </a:lnTo>
                        <a:lnTo>
                          <a:pt x="1247508" y="307136"/>
                        </a:lnTo>
                        <a:lnTo>
                          <a:pt x="1256665" y="254495"/>
                        </a:lnTo>
                        <a:close/>
                      </a:path>
                    </a:pathLst>
                  </a:custGeom>
                  <a:solidFill>
                    <a:srgbClr val="FFFFFF"/>
                  </a:solidFill>
                </p:spPr>
                <p:txBody>
                  <a:bodyPr wrap="square" lIns="0" tIns="0" rIns="0" bIns="0" rtlCol="0"/>
                  <a:lstStyle/>
                  <a:p>
                    <a:endParaRPr/>
                  </a:p>
                </p:txBody>
              </p:sp>
              <p:sp>
                <p:nvSpPr>
                  <p:cNvPr id="41" name="bg object 23">
                    <a:extLst>
                      <a:ext uri="{FF2B5EF4-FFF2-40B4-BE49-F238E27FC236}">
                        <a16:creationId xmlns:a16="http://schemas.microsoft.com/office/drawing/2014/main" id="{8DB226C9-EF6F-A4C3-D074-21EFB9EA9390}"/>
                      </a:ext>
                    </a:extLst>
                  </p:cNvPr>
                  <p:cNvSpPr/>
                  <p:nvPr/>
                </p:nvSpPr>
                <p:spPr>
                  <a:xfrm>
                    <a:off x="9251727" y="6071297"/>
                    <a:ext cx="241935" cy="266700"/>
                  </a:xfrm>
                  <a:custGeom>
                    <a:avLst/>
                    <a:gdLst/>
                    <a:ahLst/>
                    <a:cxnLst/>
                    <a:rect l="l" t="t" r="r" b="b"/>
                    <a:pathLst>
                      <a:path w="241934" h="266700">
                        <a:moveTo>
                          <a:pt x="92158" y="266426"/>
                        </a:moveTo>
                        <a:lnTo>
                          <a:pt x="53212" y="260355"/>
                        </a:lnTo>
                        <a:lnTo>
                          <a:pt x="24260" y="243965"/>
                        </a:lnTo>
                        <a:lnTo>
                          <a:pt x="6217" y="219997"/>
                        </a:lnTo>
                        <a:lnTo>
                          <a:pt x="0" y="191188"/>
                        </a:lnTo>
                        <a:lnTo>
                          <a:pt x="6103" y="161062"/>
                        </a:lnTo>
                        <a:lnTo>
                          <a:pt x="22814" y="138229"/>
                        </a:lnTo>
                        <a:lnTo>
                          <a:pt x="47731" y="122687"/>
                        </a:lnTo>
                        <a:lnTo>
                          <a:pt x="78451" y="114434"/>
                        </a:lnTo>
                        <a:lnTo>
                          <a:pt x="140900" y="105237"/>
                        </a:lnTo>
                        <a:lnTo>
                          <a:pt x="149976" y="102872"/>
                        </a:lnTo>
                        <a:lnTo>
                          <a:pt x="155903" y="99022"/>
                        </a:lnTo>
                        <a:lnTo>
                          <a:pt x="159131" y="93930"/>
                        </a:lnTo>
                        <a:lnTo>
                          <a:pt x="160107" y="87840"/>
                        </a:lnTo>
                        <a:lnTo>
                          <a:pt x="158836" y="80176"/>
                        </a:lnTo>
                        <a:lnTo>
                          <a:pt x="155051" y="73273"/>
                        </a:lnTo>
                        <a:lnTo>
                          <a:pt x="148798" y="67488"/>
                        </a:lnTo>
                        <a:lnTo>
                          <a:pt x="140121" y="63175"/>
                        </a:lnTo>
                        <a:lnTo>
                          <a:pt x="138193" y="62511"/>
                        </a:lnTo>
                        <a:lnTo>
                          <a:pt x="136981" y="60663"/>
                        </a:lnTo>
                        <a:lnTo>
                          <a:pt x="136981" y="2304"/>
                        </a:lnTo>
                        <a:lnTo>
                          <a:pt x="139558" y="0"/>
                        </a:lnTo>
                        <a:lnTo>
                          <a:pt x="187239" y="11701"/>
                        </a:lnTo>
                        <a:lnTo>
                          <a:pt x="233885" y="63197"/>
                        </a:lnTo>
                        <a:lnTo>
                          <a:pt x="239100" y="97556"/>
                        </a:lnTo>
                        <a:lnTo>
                          <a:pt x="239100" y="150683"/>
                        </a:lnTo>
                        <a:lnTo>
                          <a:pt x="157335" y="150683"/>
                        </a:lnTo>
                        <a:lnTo>
                          <a:pt x="109935" y="157929"/>
                        </a:lnTo>
                        <a:lnTo>
                          <a:pt x="98068" y="160885"/>
                        </a:lnTo>
                        <a:lnTo>
                          <a:pt x="88596" y="166244"/>
                        </a:lnTo>
                        <a:lnTo>
                          <a:pt x="82323" y="174483"/>
                        </a:lnTo>
                        <a:lnTo>
                          <a:pt x="80053" y="186081"/>
                        </a:lnTo>
                        <a:lnTo>
                          <a:pt x="81821" y="195773"/>
                        </a:lnTo>
                        <a:lnTo>
                          <a:pt x="87391" y="204120"/>
                        </a:lnTo>
                        <a:lnTo>
                          <a:pt x="97163" y="209971"/>
                        </a:lnTo>
                        <a:lnTo>
                          <a:pt x="111538" y="212178"/>
                        </a:lnTo>
                        <a:lnTo>
                          <a:pt x="239100" y="212178"/>
                        </a:lnTo>
                        <a:lnTo>
                          <a:pt x="239100" y="221894"/>
                        </a:lnTo>
                        <a:lnTo>
                          <a:pt x="239328" y="232106"/>
                        </a:lnTo>
                        <a:lnTo>
                          <a:pt x="239829" y="240039"/>
                        </a:lnTo>
                        <a:lnTo>
                          <a:pt x="161211" y="240039"/>
                        </a:lnTo>
                        <a:lnTo>
                          <a:pt x="158180" y="243215"/>
                        </a:lnTo>
                        <a:lnTo>
                          <a:pt x="145723" y="253376"/>
                        </a:lnTo>
                        <a:lnTo>
                          <a:pt x="130536" y="260629"/>
                        </a:lnTo>
                        <a:lnTo>
                          <a:pt x="112665" y="264977"/>
                        </a:lnTo>
                        <a:lnTo>
                          <a:pt x="92158" y="266426"/>
                        </a:lnTo>
                        <a:close/>
                      </a:path>
                      <a:path w="241934" h="266700">
                        <a:moveTo>
                          <a:pt x="239100" y="212178"/>
                        </a:moveTo>
                        <a:lnTo>
                          <a:pt x="111538" y="212178"/>
                        </a:lnTo>
                        <a:lnTo>
                          <a:pt x="129258" y="209804"/>
                        </a:lnTo>
                        <a:lnTo>
                          <a:pt x="144828" y="201626"/>
                        </a:lnTo>
                        <a:lnTo>
                          <a:pt x="155895" y="186059"/>
                        </a:lnTo>
                        <a:lnTo>
                          <a:pt x="160107" y="161521"/>
                        </a:lnTo>
                        <a:lnTo>
                          <a:pt x="160107" y="152967"/>
                        </a:lnTo>
                        <a:lnTo>
                          <a:pt x="157335" y="150683"/>
                        </a:lnTo>
                        <a:lnTo>
                          <a:pt x="239100" y="150683"/>
                        </a:lnTo>
                        <a:lnTo>
                          <a:pt x="239100" y="212178"/>
                        </a:lnTo>
                        <a:close/>
                      </a:path>
                      <a:path w="241934" h="266700">
                        <a:moveTo>
                          <a:pt x="239468" y="260572"/>
                        </a:moveTo>
                        <a:lnTo>
                          <a:pt x="170869" y="260572"/>
                        </a:lnTo>
                        <a:lnTo>
                          <a:pt x="168747" y="259637"/>
                        </a:lnTo>
                        <a:lnTo>
                          <a:pt x="167881" y="254738"/>
                        </a:lnTo>
                        <a:lnTo>
                          <a:pt x="167361" y="251021"/>
                        </a:lnTo>
                        <a:lnTo>
                          <a:pt x="166668" y="241804"/>
                        </a:lnTo>
                        <a:lnTo>
                          <a:pt x="161211" y="240039"/>
                        </a:lnTo>
                        <a:lnTo>
                          <a:pt x="239829" y="240039"/>
                        </a:lnTo>
                        <a:lnTo>
                          <a:pt x="239904" y="241214"/>
                        </a:lnTo>
                        <a:lnTo>
                          <a:pt x="240662" y="248972"/>
                        </a:lnTo>
                        <a:lnTo>
                          <a:pt x="241438" y="255132"/>
                        </a:lnTo>
                        <a:lnTo>
                          <a:pt x="241828" y="258039"/>
                        </a:lnTo>
                        <a:lnTo>
                          <a:pt x="239468" y="260572"/>
                        </a:lnTo>
                        <a:close/>
                      </a:path>
                    </a:pathLst>
                  </a:custGeom>
                  <a:solidFill>
                    <a:srgbClr val="FFFFFF"/>
                  </a:solidFill>
                </p:spPr>
                <p:txBody>
                  <a:bodyPr wrap="square" lIns="0" tIns="0" rIns="0" bIns="0" rtlCol="0"/>
                  <a:lstStyle/>
                  <a:p>
                    <a:endParaRPr/>
                  </a:p>
                </p:txBody>
              </p:sp>
            </p:grpSp>
          </p:grpSp>
        </p:grpSp>
      </p:grpSp>
      <p:sp>
        <p:nvSpPr>
          <p:cNvPr id="50" name="Titre 49">
            <a:extLst>
              <a:ext uri="{FF2B5EF4-FFF2-40B4-BE49-F238E27FC236}">
                <a16:creationId xmlns:a16="http://schemas.microsoft.com/office/drawing/2014/main" id="{7DC3E727-FA4B-0556-5D89-64BE6ADFCB15}"/>
              </a:ext>
            </a:extLst>
          </p:cNvPr>
          <p:cNvSpPr>
            <a:spLocks noGrp="1"/>
          </p:cNvSpPr>
          <p:nvPr>
            <p:ph type="title" hasCustomPrompt="1"/>
          </p:nvPr>
        </p:nvSpPr>
        <p:spPr>
          <a:xfrm>
            <a:off x="4876800" y="1828800"/>
            <a:ext cx="4876800" cy="2438400"/>
          </a:xfrm>
          <a:prstGeom prst="rect">
            <a:avLst/>
          </a:prstGeom>
        </p:spPr>
        <p:txBody>
          <a:bodyPr/>
          <a:lstStyle>
            <a:lvl1pPr>
              <a:defRPr sz="4400" b="0">
                <a:solidFill>
                  <a:schemeClr val="bg1"/>
                </a:solidFill>
                <a:latin typeface="Aptos" panose="020B0004020202020204" pitchFamily="34" charset="0"/>
              </a:defRPr>
            </a:lvl1pPr>
          </a:lstStyle>
          <a:p>
            <a:pPr marL="12700" marR="5080">
              <a:lnSpc>
                <a:spcPts val="3790"/>
              </a:lnSpc>
              <a:spcBef>
                <a:spcPts val="860"/>
              </a:spcBef>
            </a:pPr>
            <a:r>
              <a:rPr lang="fr-FR">
                <a:solidFill>
                  <a:srgbClr val="FFFFFF"/>
                </a:solidFill>
                <a:latin typeface="Aptos Black"/>
                <a:cs typeface="Aptos Black"/>
              </a:rPr>
              <a:t>Titre</a:t>
            </a:r>
            <a:r>
              <a:rPr lang="fr-FR" spc="-90">
                <a:solidFill>
                  <a:srgbClr val="FFFFFF"/>
                </a:solidFill>
                <a:latin typeface="Aptos Black"/>
                <a:cs typeface="Aptos Black"/>
              </a:rPr>
              <a:t> </a:t>
            </a:r>
            <a:br>
              <a:rPr lang="fr-FR" spc="-90">
                <a:solidFill>
                  <a:srgbClr val="FFFFFF"/>
                </a:solidFill>
                <a:latin typeface="Aptos Black"/>
                <a:cs typeface="Aptos Black"/>
              </a:rPr>
            </a:br>
            <a:r>
              <a:rPr lang="fr-FR" spc="-25">
                <a:solidFill>
                  <a:srgbClr val="FFFFFF"/>
                </a:solidFill>
                <a:latin typeface="Aptos Black"/>
                <a:cs typeface="Aptos Black"/>
              </a:rPr>
              <a:t>du </a:t>
            </a:r>
            <a:r>
              <a:rPr lang="fr-FR" spc="-20">
                <a:solidFill>
                  <a:srgbClr val="FFFFFF"/>
                </a:solidFill>
                <a:latin typeface="Aptos Black"/>
                <a:cs typeface="Aptos Black"/>
              </a:rPr>
              <a:t>document </a:t>
            </a:r>
            <a:br>
              <a:rPr lang="fr-FR" spc="-20">
                <a:solidFill>
                  <a:srgbClr val="FFFFFF"/>
                </a:solidFill>
                <a:latin typeface="Aptos Black"/>
                <a:cs typeface="Aptos Black"/>
              </a:rPr>
            </a:br>
            <a:r>
              <a:rPr lang="fr-FR" spc="-20">
                <a:solidFill>
                  <a:srgbClr val="FFFFFF"/>
                </a:solidFill>
                <a:latin typeface="Aptos"/>
                <a:cs typeface="Aptos"/>
              </a:rPr>
              <a:t>2025</a:t>
            </a:r>
            <a:endParaRPr lang="fr-FR">
              <a:latin typeface="Aptos"/>
              <a:cs typeface="Aptos"/>
            </a:endParaRPr>
          </a:p>
        </p:txBody>
      </p:sp>
      <p:sp>
        <p:nvSpPr>
          <p:cNvPr id="52" name="Espace réservé du texte 51">
            <a:extLst>
              <a:ext uri="{FF2B5EF4-FFF2-40B4-BE49-F238E27FC236}">
                <a16:creationId xmlns:a16="http://schemas.microsoft.com/office/drawing/2014/main" id="{C7388EFC-32F3-1D4F-4F88-5E1CD7015B4B}"/>
              </a:ext>
            </a:extLst>
          </p:cNvPr>
          <p:cNvSpPr>
            <a:spLocks noGrp="1"/>
          </p:cNvSpPr>
          <p:nvPr>
            <p:ph type="body" sz="quarter" idx="10"/>
          </p:nvPr>
        </p:nvSpPr>
        <p:spPr>
          <a:xfrm>
            <a:off x="4876800" y="4114800"/>
            <a:ext cx="4800600" cy="1371600"/>
          </a:xfrm>
          <a:prstGeom prst="rect">
            <a:avLst/>
          </a:prstGeom>
        </p:spPr>
        <p:txBody>
          <a:bodyPr/>
          <a:lstStyle>
            <a:lvl1pPr marL="0" indent="0">
              <a:buFontTx/>
              <a:buNone/>
              <a:defRPr sz="1850">
                <a:solidFill>
                  <a:schemeClr val="bg1"/>
                </a:solidFill>
              </a:defRPr>
            </a:lvl1pPr>
            <a:lvl2pPr marL="457200" indent="0">
              <a:buFontTx/>
              <a:buNone/>
              <a:defRPr sz="1850">
                <a:solidFill>
                  <a:schemeClr val="bg1"/>
                </a:solidFill>
              </a:defRPr>
            </a:lvl2pPr>
            <a:lvl3pPr marL="914400" indent="0">
              <a:buFontTx/>
              <a:buNone/>
              <a:defRPr sz="1850">
                <a:solidFill>
                  <a:schemeClr val="bg1"/>
                </a:solidFill>
              </a:defRPr>
            </a:lvl3pPr>
            <a:lvl4pPr marL="1371600" indent="0">
              <a:buFontTx/>
              <a:buNone/>
              <a:defRPr sz="1850">
                <a:solidFill>
                  <a:schemeClr val="bg1"/>
                </a:solidFill>
              </a:defRPr>
            </a:lvl4pPr>
            <a:lvl5pPr marL="1828800" indent="0">
              <a:buFontTx/>
              <a:buNone/>
              <a:defRPr sz="1850">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26964069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guide id="3" pos="182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Diapositive de titre">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5AAF0816-1F25-DBF1-9B03-18C8FAC54723}"/>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8" name="Espace réservé du numéro de diapositive 7">
            <a:extLst>
              <a:ext uri="{FF2B5EF4-FFF2-40B4-BE49-F238E27FC236}">
                <a16:creationId xmlns:a16="http://schemas.microsoft.com/office/drawing/2014/main" id="{FAB431D0-E552-0E26-EEEF-ED60E666BC46}"/>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2728069339"/>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guide id="3" pos="182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pic>
        <p:nvPicPr>
          <p:cNvPr id="2" name="Image 1" descr="Une image contenant logo, symbole, Graphique, conception&#10;&#10;Description générée automatiquement">
            <a:extLst>
              <a:ext uri="{FF2B5EF4-FFF2-40B4-BE49-F238E27FC236}">
                <a16:creationId xmlns:a16="http://schemas.microsoft.com/office/drawing/2014/main" id="{02204580-2292-3F25-878B-BCC60D92ADE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76400" y="2527300"/>
            <a:ext cx="1803400" cy="1803400"/>
          </a:xfrm>
          <a:prstGeom prst="rect">
            <a:avLst/>
          </a:prstGeom>
        </p:spPr>
      </p:pic>
      <p:sp>
        <p:nvSpPr>
          <p:cNvPr id="6" name="Titre 1">
            <a:extLst>
              <a:ext uri="{FF2B5EF4-FFF2-40B4-BE49-F238E27FC236}">
                <a16:creationId xmlns:a16="http://schemas.microsoft.com/office/drawing/2014/main" id="{5AAF0816-1F25-DBF1-9B03-18C8FAC54723}"/>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8" name="Espace réservé du numéro de diapositive 7">
            <a:extLst>
              <a:ext uri="{FF2B5EF4-FFF2-40B4-BE49-F238E27FC236}">
                <a16:creationId xmlns:a16="http://schemas.microsoft.com/office/drawing/2014/main" id="{FAB431D0-E552-0E26-EEEF-ED60E666BC46}"/>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3276076768"/>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guide id="3" pos="182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Diapositive de titre">
    <p:spTree>
      <p:nvGrpSpPr>
        <p:cNvPr id="1" name=""/>
        <p:cNvGrpSpPr/>
        <p:nvPr/>
      </p:nvGrpSpPr>
      <p:grpSpPr>
        <a:xfrm>
          <a:off x="0" y="0"/>
          <a:ext cx="0" cy="0"/>
          <a:chOff x="0" y="0"/>
          <a:chExt cx="0" cy="0"/>
        </a:xfrm>
      </p:grpSpPr>
      <p:pic>
        <p:nvPicPr>
          <p:cNvPr id="19" name="Image 18" descr="Une image contenant logo, symbole, Graphique, silhouette&#10;&#10;Description générée automatiquement">
            <a:extLst>
              <a:ext uri="{FF2B5EF4-FFF2-40B4-BE49-F238E27FC236}">
                <a16:creationId xmlns:a16="http://schemas.microsoft.com/office/drawing/2014/main" id="{7379681A-ABE8-D101-BEBE-A41CEA49D4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7800" y="2527300"/>
            <a:ext cx="1803400" cy="1803400"/>
          </a:xfrm>
          <a:prstGeom prst="rect">
            <a:avLst/>
          </a:prstGeom>
        </p:spPr>
      </p:pic>
      <p:sp>
        <p:nvSpPr>
          <p:cNvPr id="2" name="Titre 1">
            <a:extLst>
              <a:ext uri="{FF2B5EF4-FFF2-40B4-BE49-F238E27FC236}">
                <a16:creationId xmlns:a16="http://schemas.microsoft.com/office/drawing/2014/main" id="{132E1B05-E0F5-3FFC-0510-C407B48A2E3D}"/>
              </a:ext>
            </a:extLst>
          </p:cNvPr>
          <p:cNvSpPr>
            <a:spLocks noGrp="1"/>
          </p:cNvSpPr>
          <p:nvPr>
            <p:ph type="title"/>
          </p:nvPr>
        </p:nvSpPr>
        <p:spPr>
          <a:xfrm>
            <a:off x="3200401" y="2438400"/>
            <a:ext cx="6705600" cy="2133600"/>
          </a:xfrm>
          <a:prstGeom prst="rect">
            <a:avLst/>
          </a:prstGeom>
        </p:spPr>
        <p:txBody>
          <a:bodyPr anchor="ctr"/>
          <a:lstStyle>
            <a:lvl1pPr>
              <a:defRPr>
                <a:solidFill>
                  <a:schemeClr val="bg1"/>
                </a:solidFill>
              </a:defRPr>
            </a:lvl1pP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A5554858-8A21-7FF9-F348-764C94209FAC}"/>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4169376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Diapositive de titre">
    <p:spTree>
      <p:nvGrpSpPr>
        <p:cNvPr id="1" name=""/>
        <p:cNvGrpSpPr/>
        <p:nvPr/>
      </p:nvGrpSpPr>
      <p:grpSpPr>
        <a:xfrm>
          <a:off x="0" y="0"/>
          <a:ext cx="0" cy="0"/>
          <a:chOff x="0" y="0"/>
          <a:chExt cx="0" cy="0"/>
        </a:xfrm>
      </p:grpSpPr>
      <p:pic>
        <p:nvPicPr>
          <p:cNvPr id="19" name="Image 18">
            <a:extLst>
              <a:ext uri="{FF2B5EF4-FFF2-40B4-BE49-F238E27FC236}">
                <a16:creationId xmlns:a16="http://schemas.microsoft.com/office/drawing/2014/main" id="{7379681A-ABE8-D101-BEBE-A41CEA49D42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447800" y="2527300"/>
            <a:ext cx="1803400" cy="1803400"/>
          </a:xfrm>
          <a:prstGeom prst="rect">
            <a:avLst/>
          </a:prstGeom>
        </p:spPr>
      </p:pic>
      <p:sp>
        <p:nvSpPr>
          <p:cNvPr id="2" name="Titre 1">
            <a:extLst>
              <a:ext uri="{FF2B5EF4-FFF2-40B4-BE49-F238E27FC236}">
                <a16:creationId xmlns:a16="http://schemas.microsoft.com/office/drawing/2014/main" id="{6EEDDFC5-234D-AC40-569C-C98067FF2F90}"/>
              </a:ext>
            </a:extLst>
          </p:cNvPr>
          <p:cNvSpPr>
            <a:spLocks noGrp="1"/>
          </p:cNvSpPr>
          <p:nvPr>
            <p:ph type="title"/>
          </p:nvPr>
        </p:nvSpPr>
        <p:spPr>
          <a:xfrm>
            <a:off x="3200401" y="2438400"/>
            <a:ext cx="6705600" cy="2133600"/>
          </a:xfrm>
          <a:prstGeom prst="rect">
            <a:avLst/>
          </a:prstGeom>
        </p:spPr>
        <p:txBody>
          <a:bodyPr anchor="ctr"/>
          <a:lstStyle>
            <a:lvl1pPr>
              <a:defRPr>
                <a:solidFill>
                  <a:schemeClr val="bg1"/>
                </a:solidFill>
              </a:defRPr>
            </a:lvl1pP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4CC34F7A-B9F3-4DFD-975E-142B24753AA7}"/>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524182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pic>
        <p:nvPicPr>
          <p:cNvPr id="19" name="Image 18">
            <a:extLst>
              <a:ext uri="{FF2B5EF4-FFF2-40B4-BE49-F238E27FC236}">
                <a16:creationId xmlns:a16="http://schemas.microsoft.com/office/drawing/2014/main" id="{7379681A-ABE8-D101-BEBE-A41CEA49D42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447800" y="2527300"/>
            <a:ext cx="1803400" cy="1803400"/>
          </a:xfrm>
          <a:prstGeom prst="rect">
            <a:avLst/>
          </a:prstGeom>
        </p:spPr>
      </p:pic>
      <p:sp>
        <p:nvSpPr>
          <p:cNvPr id="2" name="Titre 1">
            <a:extLst>
              <a:ext uri="{FF2B5EF4-FFF2-40B4-BE49-F238E27FC236}">
                <a16:creationId xmlns:a16="http://schemas.microsoft.com/office/drawing/2014/main" id="{9B9F9FF8-DAB1-C55B-373F-A850628A9B39}"/>
              </a:ext>
            </a:extLst>
          </p:cNvPr>
          <p:cNvSpPr>
            <a:spLocks noGrp="1"/>
          </p:cNvSpPr>
          <p:nvPr>
            <p:ph type="title" hasCustomPrompt="1"/>
          </p:nvPr>
        </p:nvSpPr>
        <p:spPr>
          <a:xfrm>
            <a:off x="3200401" y="2438400"/>
            <a:ext cx="6705600" cy="2133600"/>
          </a:xfrm>
          <a:prstGeom prst="rect">
            <a:avLst/>
          </a:prstGeom>
        </p:spPr>
        <p:txBody>
          <a:bodyPr anchor="ctr"/>
          <a:lstStyle>
            <a:lvl1pPr>
              <a:defRPr/>
            </a:lvl1pPr>
          </a:lstStyle>
          <a:p>
            <a:r>
              <a:rPr lang="fr-FR" dirty="0">
                <a:solidFill>
                  <a:schemeClr val="bg1"/>
                </a:solidFill>
              </a:rPr>
              <a:t>Questions</a:t>
            </a: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717657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pic>
        <p:nvPicPr>
          <p:cNvPr id="6" name="Image 5" descr="Une image contenant symbole, Graphique, cercle, conception&#10;&#10;Description générée automatiquement">
            <a:extLst>
              <a:ext uri="{FF2B5EF4-FFF2-40B4-BE49-F238E27FC236}">
                <a16:creationId xmlns:a16="http://schemas.microsoft.com/office/drawing/2014/main" id="{015054F9-36CD-572E-2082-6DB2AAB5E3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22354" y="2527300"/>
            <a:ext cx="1803493" cy="1803493"/>
          </a:xfrm>
          <a:prstGeom prst="rect">
            <a:avLst/>
          </a:prstGeom>
        </p:spPr>
      </p:pic>
    </p:spTree>
    <p:extLst>
      <p:ext uri="{BB962C8B-B14F-4D97-AF65-F5344CB8AC3E}">
        <p14:creationId xmlns:p14="http://schemas.microsoft.com/office/powerpoint/2010/main" val="1454863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pic>
        <p:nvPicPr>
          <p:cNvPr id="6" name="Image 5" descr="Une image contenant symbole, clipart, Graphique, silhouette&#10;&#10;Description générée automatiquement">
            <a:extLst>
              <a:ext uri="{FF2B5EF4-FFF2-40B4-BE49-F238E27FC236}">
                <a16:creationId xmlns:a16="http://schemas.microsoft.com/office/drawing/2014/main" id="{6692991A-7277-9979-A3A0-704856767BD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7707" y="2527253"/>
            <a:ext cx="1803493" cy="1803493"/>
          </a:xfrm>
          <a:prstGeom prst="rect">
            <a:avLst/>
          </a:prstGeom>
        </p:spPr>
      </p:pic>
    </p:spTree>
    <p:extLst>
      <p:ext uri="{BB962C8B-B14F-4D97-AF65-F5344CB8AC3E}">
        <p14:creationId xmlns:p14="http://schemas.microsoft.com/office/powerpoint/2010/main" val="3311280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pic>
        <p:nvPicPr>
          <p:cNvPr id="6" name="Image 5" descr="Une image contenant symbole, Graphique, Police, conception&#10;&#10;Description générée automatiquement">
            <a:extLst>
              <a:ext uri="{FF2B5EF4-FFF2-40B4-BE49-F238E27FC236}">
                <a16:creationId xmlns:a16="http://schemas.microsoft.com/office/drawing/2014/main" id="{CF1C70AE-D2AF-C415-38EB-F96350955E8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7707" y="2527207"/>
            <a:ext cx="1803493" cy="1803493"/>
          </a:xfrm>
          <a:prstGeom prst="rect">
            <a:avLst/>
          </a:prstGeom>
        </p:spPr>
      </p:pic>
    </p:spTree>
    <p:extLst>
      <p:ext uri="{BB962C8B-B14F-4D97-AF65-F5344CB8AC3E}">
        <p14:creationId xmlns:p14="http://schemas.microsoft.com/office/powerpoint/2010/main" val="2761075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pic>
        <p:nvPicPr>
          <p:cNvPr id="6" name="Image 5" descr="Une image contenant cercle, symbole, Graphique, créativité&#10;&#10;Description générée automatiquement">
            <a:extLst>
              <a:ext uri="{FF2B5EF4-FFF2-40B4-BE49-F238E27FC236}">
                <a16:creationId xmlns:a16="http://schemas.microsoft.com/office/drawing/2014/main" id="{4B5E5E93-2751-B592-FE6C-B1DE046A993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7707" y="2527207"/>
            <a:ext cx="1803493" cy="1803493"/>
          </a:xfrm>
          <a:prstGeom prst="rect">
            <a:avLst/>
          </a:prstGeom>
        </p:spPr>
      </p:pic>
    </p:spTree>
    <p:extLst>
      <p:ext uri="{BB962C8B-B14F-4D97-AF65-F5344CB8AC3E}">
        <p14:creationId xmlns:p14="http://schemas.microsoft.com/office/powerpoint/2010/main" val="16640746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pic>
        <p:nvPicPr>
          <p:cNvPr id="6" name="Image 5" descr="Une image contenant clipart, symbole, Graphique&#10;&#10;Description générée automatiquement">
            <a:extLst>
              <a:ext uri="{FF2B5EF4-FFF2-40B4-BE49-F238E27FC236}">
                <a16:creationId xmlns:a16="http://schemas.microsoft.com/office/drawing/2014/main" id="{3500B509-E2E1-E54F-AAFD-E83AF621F93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7707" y="2527207"/>
            <a:ext cx="1803493" cy="1803493"/>
          </a:xfrm>
          <a:prstGeom prst="rect">
            <a:avLst/>
          </a:prstGeom>
        </p:spPr>
      </p:pic>
    </p:spTree>
    <p:extLst>
      <p:ext uri="{BB962C8B-B14F-4D97-AF65-F5344CB8AC3E}">
        <p14:creationId xmlns:p14="http://schemas.microsoft.com/office/powerpoint/2010/main" val="3315167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380999" y="384247"/>
            <a:ext cx="7086602" cy="360680"/>
          </a:xfrm>
          <a:prstGeom prst="rect">
            <a:avLst/>
          </a:prstGeom>
        </p:spPr>
        <p:txBody>
          <a:bodyPr lIns="0" tIns="0" rIns="0" bIns="0"/>
          <a:lstStyle>
            <a:lvl1pPr>
              <a:defRPr sz="2200" b="1" i="0">
                <a:solidFill>
                  <a:srgbClr val="58595B"/>
                </a:solidFill>
                <a:latin typeface="Aptos"/>
                <a:cs typeface="Aptos"/>
              </a:defRPr>
            </a:lvl1pPr>
          </a:lstStyle>
          <a:p>
            <a:endParaRPr dirty="0"/>
          </a:p>
        </p:txBody>
      </p:sp>
      <p:sp>
        <p:nvSpPr>
          <p:cNvPr id="6" name="Espace réservé du texte 5">
            <a:extLst>
              <a:ext uri="{FF2B5EF4-FFF2-40B4-BE49-F238E27FC236}">
                <a16:creationId xmlns:a16="http://schemas.microsoft.com/office/drawing/2014/main" id="{876F4831-E34D-C85D-98A4-02B37F5D4E19}"/>
              </a:ext>
            </a:extLst>
          </p:cNvPr>
          <p:cNvSpPr>
            <a:spLocks noGrp="1"/>
          </p:cNvSpPr>
          <p:nvPr>
            <p:ph type="body" sz="quarter" idx="12" hasCustomPrompt="1"/>
          </p:nvPr>
        </p:nvSpPr>
        <p:spPr>
          <a:xfrm>
            <a:off x="380998" y="1219200"/>
            <a:ext cx="4114801"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9" name="Holder 3">
            <a:extLst>
              <a:ext uri="{FF2B5EF4-FFF2-40B4-BE49-F238E27FC236}">
                <a16:creationId xmlns:a16="http://schemas.microsoft.com/office/drawing/2014/main" id="{CD35EB82-4B50-6784-4EBE-D27670AB5A84}"/>
              </a:ext>
            </a:extLst>
          </p:cNvPr>
          <p:cNvSpPr>
            <a:spLocks noGrp="1"/>
          </p:cNvSpPr>
          <p:nvPr>
            <p:ph type="body" idx="1"/>
          </p:nvPr>
        </p:nvSpPr>
        <p:spPr>
          <a:xfrm>
            <a:off x="381000" y="2514600"/>
            <a:ext cx="4093845" cy="1600200"/>
          </a:xfrm>
          <a:prstGeom prst="rect">
            <a:avLst/>
          </a:prstGeom>
        </p:spPr>
        <p:txBody>
          <a:bodyPr lIns="0" tIns="0" rIns="0" bIns="0"/>
          <a:lstStyle>
            <a:lvl1pPr>
              <a:defRPr sz="1350" b="0" i="0">
                <a:solidFill>
                  <a:schemeClr val="tx1"/>
                </a:solidFill>
                <a:latin typeface="Aptos"/>
                <a:cs typeface="Aptos"/>
              </a:defRPr>
            </a:lvl1pPr>
          </a:lstStyle>
          <a:p>
            <a:endParaRPr/>
          </a:p>
        </p:txBody>
      </p:sp>
      <p:sp>
        <p:nvSpPr>
          <p:cNvPr id="5" name="Espace réservé du tableau 4">
            <a:extLst>
              <a:ext uri="{FF2B5EF4-FFF2-40B4-BE49-F238E27FC236}">
                <a16:creationId xmlns:a16="http://schemas.microsoft.com/office/drawing/2014/main" id="{AEECF47D-EF2A-3470-DA67-76994AB2F03C}"/>
              </a:ext>
            </a:extLst>
          </p:cNvPr>
          <p:cNvSpPr>
            <a:spLocks noGrp="1"/>
          </p:cNvSpPr>
          <p:nvPr>
            <p:ph type="tbl" sz="quarter" idx="13"/>
          </p:nvPr>
        </p:nvSpPr>
        <p:spPr>
          <a:xfrm>
            <a:off x="380998" y="4248993"/>
            <a:ext cx="4093845" cy="1295400"/>
          </a:xfrm>
          <a:prstGeom prst="rect">
            <a:avLst/>
          </a:prstGeom>
        </p:spPr>
        <p:txBody>
          <a:bodyPr/>
          <a:lstStyle/>
          <a:p>
            <a:endParaRPr lang="fr-FR"/>
          </a:p>
        </p:txBody>
      </p:sp>
      <p:sp>
        <p:nvSpPr>
          <p:cNvPr id="16" name="Espace réservé pour une image  15">
            <a:extLst>
              <a:ext uri="{FF2B5EF4-FFF2-40B4-BE49-F238E27FC236}">
                <a16:creationId xmlns:a16="http://schemas.microsoft.com/office/drawing/2014/main" id="{C44A7C19-126E-4771-543A-6780F2707181}"/>
              </a:ext>
            </a:extLst>
          </p:cNvPr>
          <p:cNvSpPr>
            <a:spLocks noGrp="1"/>
          </p:cNvSpPr>
          <p:nvPr>
            <p:ph type="pic" sz="quarter" idx="14"/>
          </p:nvPr>
        </p:nvSpPr>
        <p:spPr>
          <a:xfrm>
            <a:off x="4953000" y="1285875"/>
            <a:ext cx="4572000" cy="4886325"/>
          </a:xfrm>
          <a:prstGeom prst="rect">
            <a:avLst/>
          </a:prstGeom>
        </p:spPr>
        <p:txBody>
          <a:bodyPr/>
          <a:lstStyle/>
          <a:p>
            <a:endParaRPr lang="fr-FR"/>
          </a:p>
        </p:txBody>
      </p:sp>
      <p:sp>
        <p:nvSpPr>
          <p:cNvPr id="27" name="Espace réservé du numéro de diapositive 5">
            <a:extLst>
              <a:ext uri="{FF2B5EF4-FFF2-40B4-BE49-F238E27FC236}">
                <a16:creationId xmlns:a16="http://schemas.microsoft.com/office/drawing/2014/main" id="{8C6F790D-415D-384C-9EF8-1D720EF29C37}"/>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4072519753"/>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401297" y="384247"/>
            <a:ext cx="7066303" cy="360680"/>
          </a:xfrm>
          <a:prstGeom prst="rect">
            <a:avLst/>
          </a:prstGeom>
        </p:spPr>
        <p:txBody>
          <a:bodyPr lIns="0" tIns="0" rIns="0" bIns="0"/>
          <a:lstStyle>
            <a:lvl1pPr>
              <a:defRPr sz="2200" b="1" i="0">
                <a:solidFill>
                  <a:srgbClr val="58595B"/>
                </a:solidFill>
                <a:latin typeface="Aptos"/>
                <a:cs typeface="Aptos"/>
              </a:defRPr>
            </a:lvl1pPr>
          </a:lstStyle>
          <a:p>
            <a:endParaRPr dirty="0"/>
          </a:p>
        </p:txBody>
      </p:sp>
      <p:sp>
        <p:nvSpPr>
          <p:cNvPr id="6" name="Espace réservé du texte 5">
            <a:extLst>
              <a:ext uri="{FF2B5EF4-FFF2-40B4-BE49-F238E27FC236}">
                <a16:creationId xmlns:a16="http://schemas.microsoft.com/office/drawing/2014/main" id="{876F4831-E34D-C85D-98A4-02B37F5D4E19}"/>
              </a:ext>
            </a:extLst>
          </p:cNvPr>
          <p:cNvSpPr>
            <a:spLocks noGrp="1"/>
          </p:cNvSpPr>
          <p:nvPr>
            <p:ph type="body" sz="quarter" idx="12" hasCustomPrompt="1"/>
          </p:nvPr>
        </p:nvSpPr>
        <p:spPr>
          <a:xfrm>
            <a:off x="401298" y="1219200"/>
            <a:ext cx="4551702"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9" name="Holder 3">
            <a:extLst>
              <a:ext uri="{FF2B5EF4-FFF2-40B4-BE49-F238E27FC236}">
                <a16:creationId xmlns:a16="http://schemas.microsoft.com/office/drawing/2014/main" id="{CD35EB82-4B50-6784-4EBE-D27670AB5A84}"/>
              </a:ext>
            </a:extLst>
          </p:cNvPr>
          <p:cNvSpPr>
            <a:spLocks noGrp="1"/>
          </p:cNvSpPr>
          <p:nvPr>
            <p:ph type="body" idx="1"/>
          </p:nvPr>
        </p:nvSpPr>
        <p:spPr>
          <a:xfrm>
            <a:off x="401296" y="2514600"/>
            <a:ext cx="4551703" cy="3136900"/>
          </a:xfrm>
          <a:prstGeom prst="rect">
            <a:avLst/>
          </a:prstGeom>
        </p:spPr>
        <p:txBody>
          <a:bodyPr lIns="0" tIns="0" rIns="0" bIns="0"/>
          <a:lstStyle>
            <a:lvl1pPr>
              <a:defRPr sz="1350" b="0" i="0">
                <a:solidFill>
                  <a:schemeClr val="tx1"/>
                </a:solidFill>
                <a:latin typeface="Aptos"/>
                <a:cs typeface="Aptos"/>
              </a:defRPr>
            </a:lvl1pPr>
          </a:lstStyle>
          <a:p>
            <a:endParaRPr dirty="0"/>
          </a:p>
        </p:txBody>
      </p:sp>
      <p:sp>
        <p:nvSpPr>
          <p:cNvPr id="17" name="Holder 3">
            <a:extLst>
              <a:ext uri="{FF2B5EF4-FFF2-40B4-BE49-F238E27FC236}">
                <a16:creationId xmlns:a16="http://schemas.microsoft.com/office/drawing/2014/main" id="{42DE9D49-335F-15AD-BE6A-337452D9096C}"/>
              </a:ext>
            </a:extLst>
          </p:cNvPr>
          <p:cNvSpPr>
            <a:spLocks noGrp="1"/>
          </p:cNvSpPr>
          <p:nvPr>
            <p:ph type="body" idx="13"/>
          </p:nvPr>
        </p:nvSpPr>
        <p:spPr>
          <a:xfrm>
            <a:off x="5440017" y="2514600"/>
            <a:ext cx="4093845" cy="3136900"/>
          </a:xfrm>
          <a:prstGeom prst="rect">
            <a:avLst/>
          </a:prstGeom>
        </p:spPr>
        <p:txBody>
          <a:bodyPr lIns="0" tIns="0" rIns="0" bIns="0"/>
          <a:lstStyle>
            <a:lvl1pPr marL="285750" indent="-285750">
              <a:buClr>
                <a:schemeClr val="accent2"/>
              </a:buClr>
              <a:buSzPct val="130000"/>
              <a:buFont typeface="Arial" panose="020B0604020202020204" pitchFamily="34" charset="0"/>
              <a:buChar char="•"/>
              <a:defRPr sz="1350" b="0" i="0">
                <a:solidFill>
                  <a:schemeClr val="tx1"/>
                </a:solidFill>
                <a:latin typeface="Aptos"/>
                <a:cs typeface="Aptos"/>
              </a:defRPr>
            </a:lvl1pPr>
          </a:lstStyle>
          <a:p>
            <a:endParaRPr/>
          </a:p>
        </p:txBody>
      </p:sp>
      <p:sp>
        <p:nvSpPr>
          <p:cNvPr id="18" name="Espace réservé du texte 5">
            <a:extLst>
              <a:ext uri="{FF2B5EF4-FFF2-40B4-BE49-F238E27FC236}">
                <a16:creationId xmlns:a16="http://schemas.microsoft.com/office/drawing/2014/main" id="{61DB0D47-B2AF-B40E-7AFD-23CDD19BB737}"/>
              </a:ext>
            </a:extLst>
          </p:cNvPr>
          <p:cNvSpPr>
            <a:spLocks noGrp="1"/>
          </p:cNvSpPr>
          <p:nvPr>
            <p:ph type="body" sz="quarter" idx="14" hasCustomPrompt="1"/>
          </p:nvPr>
        </p:nvSpPr>
        <p:spPr>
          <a:xfrm>
            <a:off x="5403574" y="1219200"/>
            <a:ext cx="4121426"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23" name="Espace réservé du numéro de diapositive 5">
            <a:extLst>
              <a:ext uri="{FF2B5EF4-FFF2-40B4-BE49-F238E27FC236}">
                <a16:creationId xmlns:a16="http://schemas.microsoft.com/office/drawing/2014/main" id="{9776B403-AEEB-72C7-D257-6403B9F2CE70}"/>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1977681766"/>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401299" y="384247"/>
            <a:ext cx="7066301" cy="360680"/>
          </a:xfrm>
          <a:prstGeom prst="rect">
            <a:avLst/>
          </a:prstGeom>
        </p:spPr>
        <p:txBody>
          <a:bodyPr lIns="0" tIns="0" rIns="0" bIns="0"/>
          <a:lstStyle>
            <a:lvl1pPr>
              <a:defRPr sz="2200" b="1" i="0">
                <a:solidFill>
                  <a:srgbClr val="58595B"/>
                </a:solidFill>
                <a:latin typeface="Aptos"/>
                <a:cs typeface="Aptos"/>
              </a:defRPr>
            </a:lvl1pPr>
          </a:lstStyle>
          <a:p>
            <a:endParaRPr/>
          </a:p>
        </p:txBody>
      </p:sp>
      <p:grpSp>
        <p:nvGrpSpPr>
          <p:cNvPr id="39" name="Groupe 38">
            <a:extLst>
              <a:ext uri="{FF2B5EF4-FFF2-40B4-BE49-F238E27FC236}">
                <a16:creationId xmlns:a16="http://schemas.microsoft.com/office/drawing/2014/main" id="{91420234-21C2-317B-A9A0-A6593C689630}"/>
              </a:ext>
            </a:extLst>
          </p:cNvPr>
          <p:cNvGrpSpPr/>
          <p:nvPr userDrawn="1"/>
        </p:nvGrpSpPr>
        <p:grpSpPr>
          <a:xfrm>
            <a:off x="-4953000" y="1838429"/>
            <a:ext cx="3980873" cy="2835171"/>
            <a:chOff x="645397" y="1838429"/>
            <a:chExt cx="3980873" cy="2835171"/>
          </a:xfrm>
        </p:grpSpPr>
        <p:sp>
          <p:nvSpPr>
            <p:cNvPr id="3" name="object 6">
              <a:extLst>
                <a:ext uri="{FF2B5EF4-FFF2-40B4-BE49-F238E27FC236}">
                  <a16:creationId xmlns:a16="http://schemas.microsoft.com/office/drawing/2014/main" id="{0A984DE3-7930-D44B-DA4D-8A9F828DE89E}"/>
                </a:ext>
              </a:extLst>
            </p:cNvPr>
            <p:cNvSpPr txBox="1"/>
            <p:nvPr userDrawn="1"/>
          </p:nvSpPr>
          <p:spPr>
            <a:xfrm>
              <a:off x="810207" y="3667783"/>
              <a:ext cx="1372870" cy="381000"/>
            </a:xfrm>
            <a:prstGeom prst="rect">
              <a:avLst/>
            </a:prstGeom>
          </p:spPr>
          <p:txBody>
            <a:bodyPr vert="horz" wrap="square" lIns="0" tIns="26670" rIns="0" bIns="0" rtlCol="0">
              <a:spAutoFit/>
            </a:bodyPr>
            <a:lstStyle/>
            <a:p>
              <a:pPr marL="12700" marR="5080" indent="10160">
                <a:lnSpc>
                  <a:spcPts val="1360"/>
                </a:lnSpc>
                <a:spcBef>
                  <a:spcPts val="210"/>
                </a:spcBef>
              </a:pPr>
              <a:r>
                <a:rPr sz="1200" spc="-10">
                  <a:latin typeface="Aptos Light"/>
                  <a:cs typeface="Aptos Light"/>
                </a:rPr>
                <a:t>Corectorunt</a:t>
              </a:r>
              <a:r>
                <a:rPr sz="1200" spc="25">
                  <a:latin typeface="Aptos Light"/>
                  <a:cs typeface="Aptos Light"/>
                </a:rPr>
                <a:t> </a:t>
              </a:r>
              <a:r>
                <a:rPr sz="1200" spc="-20">
                  <a:latin typeface="Aptos Light"/>
                  <a:cs typeface="Aptos Light"/>
                </a:rPr>
                <a:t>etur </a:t>
              </a:r>
              <a:r>
                <a:rPr sz="1200" spc="-10">
                  <a:latin typeface="Aptos Light"/>
                  <a:cs typeface="Aptos Light"/>
                </a:rPr>
                <a:t>Vendi</a:t>
              </a:r>
              <a:r>
                <a:rPr sz="1200" spc="-50">
                  <a:latin typeface="Aptos Light"/>
                  <a:cs typeface="Aptos Light"/>
                </a:rPr>
                <a:t> </a:t>
              </a:r>
              <a:r>
                <a:rPr sz="1200">
                  <a:latin typeface="Aptos Light"/>
                  <a:cs typeface="Aptos Light"/>
                </a:rPr>
                <a:t>reped</a:t>
              </a:r>
              <a:r>
                <a:rPr sz="1200" spc="-45">
                  <a:latin typeface="Aptos Light"/>
                  <a:cs typeface="Aptos Light"/>
                </a:rPr>
                <a:t> </a:t>
              </a:r>
              <a:r>
                <a:rPr sz="1200">
                  <a:latin typeface="Aptos Light"/>
                  <a:cs typeface="Aptos Light"/>
                </a:rPr>
                <a:t>qui</a:t>
              </a:r>
              <a:r>
                <a:rPr sz="1200" spc="-45">
                  <a:latin typeface="Aptos Light"/>
                  <a:cs typeface="Aptos Light"/>
                </a:rPr>
                <a:t> </a:t>
              </a:r>
              <a:r>
                <a:rPr sz="1200" spc="-20">
                  <a:latin typeface="Aptos Light"/>
                  <a:cs typeface="Aptos Light"/>
                </a:rPr>
                <a:t>omni</a:t>
              </a:r>
              <a:endParaRPr sz="1200">
                <a:latin typeface="Aptos Light"/>
                <a:cs typeface="Aptos Light"/>
              </a:endParaRPr>
            </a:p>
          </p:txBody>
        </p:sp>
        <p:sp>
          <p:nvSpPr>
            <p:cNvPr id="4" name="object 7">
              <a:extLst>
                <a:ext uri="{FF2B5EF4-FFF2-40B4-BE49-F238E27FC236}">
                  <a16:creationId xmlns:a16="http://schemas.microsoft.com/office/drawing/2014/main" id="{32D48390-FDBF-8B40-757E-FB850395629A}"/>
                </a:ext>
              </a:extLst>
            </p:cNvPr>
            <p:cNvSpPr/>
            <p:nvPr userDrawn="1"/>
          </p:nvSpPr>
          <p:spPr>
            <a:xfrm>
              <a:off x="727176" y="3940809"/>
              <a:ext cx="65405" cy="65405"/>
            </a:xfrm>
            <a:custGeom>
              <a:avLst/>
              <a:gdLst/>
              <a:ahLst/>
              <a:cxnLst/>
              <a:rect l="l" t="t" r="r" b="b"/>
              <a:pathLst>
                <a:path w="65404" h="65404">
                  <a:moveTo>
                    <a:pt x="64795" y="0"/>
                  </a:moveTo>
                  <a:lnTo>
                    <a:pt x="0" y="0"/>
                  </a:lnTo>
                  <a:lnTo>
                    <a:pt x="0" y="64795"/>
                  </a:lnTo>
                  <a:lnTo>
                    <a:pt x="64795" y="64795"/>
                  </a:lnTo>
                  <a:lnTo>
                    <a:pt x="64795" y="0"/>
                  </a:lnTo>
                  <a:close/>
                </a:path>
              </a:pathLst>
            </a:custGeom>
            <a:solidFill>
              <a:srgbClr val="E6E7E8"/>
            </a:solidFill>
          </p:spPr>
          <p:txBody>
            <a:bodyPr wrap="square" lIns="0" tIns="0" rIns="0" bIns="0" rtlCol="0"/>
            <a:lstStyle/>
            <a:p>
              <a:endParaRPr/>
            </a:p>
          </p:txBody>
        </p:sp>
        <p:sp>
          <p:nvSpPr>
            <p:cNvPr id="5" name="object 8">
              <a:extLst>
                <a:ext uri="{FF2B5EF4-FFF2-40B4-BE49-F238E27FC236}">
                  <a16:creationId xmlns:a16="http://schemas.microsoft.com/office/drawing/2014/main" id="{D65AD998-D5A5-3F05-61DE-E7BC06B4259D}"/>
                </a:ext>
              </a:extLst>
            </p:cNvPr>
            <p:cNvSpPr/>
            <p:nvPr userDrawn="1"/>
          </p:nvSpPr>
          <p:spPr>
            <a:xfrm>
              <a:off x="3083496" y="3744595"/>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29A457"/>
            </a:solidFill>
          </p:spPr>
          <p:txBody>
            <a:bodyPr wrap="square" lIns="0" tIns="0" rIns="0" bIns="0" rtlCol="0"/>
            <a:lstStyle/>
            <a:p>
              <a:endParaRPr/>
            </a:p>
          </p:txBody>
        </p:sp>
        <p:sp>
          <p:nvSpPr>
            <p:cNvPr id="6" name="object 9">
              <a:extLst>
                <a:ext uri="{FF2B5EF4-FFF2-40B4-BE49-F238E27FC236}">
                  <a16:creationId xmlns:a16="http://schemas.microsoft.com/office/drawing/2014/main" id="{5B5B4420-E7EE-2DA8-FE47-049F89D7170E}"/>
                </a:ext>
              </a:extLst>
            </p:cNvPr>
            <p:cNvSpPr txBox="1"/>
            <p:nvPr userDrawn="1"/>
          </p:nvSpPr>
          <p:spPr>
            <a:xfrm>
              <a:off x="3166536" y="3657600"/>
              <a:ext cx="1372870" cy="616836"/>
            </a:xfrm>
            <a:prstGeom prst="rect">
              <a:avLst/>
            </a:prstGeom>
          </p:spPr>
          <p:txBody>
            <a:bodyPr vert="horz" wrap="square" lIns="0" tIns="26670" rIns="0" bIns="0" rtlCol="0">
              <a:spAutoFit/>
            </a:bodyPr>
            <a:lstStyle/>
            <a:p>
              <a:pPr marL="12700" marR="5080" algn="l">
                <a:lnSpc>
                  <a:spcPts val="1360"/>
                </a:lnSpc>
                <a:spcBef>
                  <a:spcPts val="210"/>
                </a:spcBef>
              </a:pPr>
              <a:r>
                <a:rPr lang="fr-FR" sz="1200" spc="-10">
                  <a:latin typeface="Aptos Light"/>
                  <a:cs typeface="Aptos Light"/>
                </a:rPr>
                <a:t>R</a:t>
              </a:r>
              <a:r>
                <a:rPr lang="fr-FR" sz="1200">
                  <a:latin typeface="Aptos Light"/>
                  <a:cs typeface="Aptos Light"/>
                </a:rPr>
                <a:t>ui</a:t>
              </a:r>
              <a:r>
                <a:rPr lang="fr-FR" sz="1200" spc="-45">
                  <a:latin typeface="Aptos Light"/>
                  <a:cs typeface="Aptos Light"/>
                </a:rPr>
                <a:t> </a:t>
              </a:r>
              <a:r>
                <a:rPr lang="fr-FR" sz="1200" spc="-20">
                  <a:latin typeface="Aptos Light"/>
                  <a:cs typeface="Aptos Light"/>
                </a:rPr>
                <a:t>omni </a:t>
              </a:r>
            </a:p>
            <a:p>
              <a:pPr marL="12700" marR="5080" algn="l">
                <a:lnSpc>
                  <a:spcPts val="1360"/>
                </a:lnSpc>
                <a:spcBef>
                  <a:spcPts val="210"/>
                </a:spcBef>
              </a:pPr>
              <a:r>
                <a:rPr lang="fr-FR" sz="1200" spc="-10" err="1">
                  <a:latin typeface="Aptos Light"/>
                  <a:cs typeface="Aptos Light"/>
                </a:rPr>
                <a:t>Vendi</a:t>
              </a:r>
              <a:r>
                <a:rPr lang="fr-FR" sz="1200" spc="-50">
                  <a:latin typeface="Aptos Light"/>
                  <a:cs typeface="Aptos Light"/>
                </a:rPr>
                <a:t> </a:t>
              </a:r>
              <a:r>
                <a:rPr lang="fr-FR" sz="1200">
                  <a:latin typeface="Aptos Light"/>
                  <a:cs typeface="Aptos Light"/>
                </a:rPr>
                <a:t>qui</a:t>
              </a:r>
              <a:r>
                <a:rPr lang="fr-FR" sz="1200" spc="-45">
                  <a:latin typeface="Aptos Light"/>
                  <a:cs typeface="Aptos Light"/>
                </a:rPr>
                <a:t> </a:t>
              </a:r>
              <a:r>
                <a:rPr lang="fr-FR" sz="1200" spc="-20">
                  <a:latin typeface="Aptos Light"/>
                  <a:cs typeface="Aptos Light"/>
                </a:rPr>
                <a:t>omni </a:t>
              </a:r>
              <a:endParaRPr lang="fr-FR" sz="1200" spc="-10">
                <a:latin typeface="Aptos Light"/>
                <a:cs typeface="Aptos Light"/>
              </a:endParaRPr>
            </a:p>
            <a:p>
              <a:pPr marL="12700" marR="5080" algn="l">
                <a:lnSpc>
                  <a:spcPts val="1360"/>
                </a:lnSpc>
                <a:spcBef>
                  <a:spcPts val="210"/>
                </a:spcBef>
              </a:pPr>
              <a:r>
                <a:rPr lang="fr-FR" sz="1200" spc="-10" err="1">
                  <a:latin typeface="Aptos Light"/>
                  <a:cs typeface="Aptos Light"/>
                </a:rPr>
                <a:t>Endi</a:t>
              </a:r>
              <a:r>
                <a:rPr lang="fr-FR" sz="1200" spc="-50">
                  <a:latin typeface="Aptos Light"/>
                  <a:cs typeface="Aptos Light"/>
                </a:rPr>
                <a:t> </a:t>
              </a:r>
              <a:r>
                <a:rPr lang="fr-FR" sz="1200" err="1">
                  <a:latin typeface="Aptos Light"/>
                  <a:cs typeface="Aptos Light"/>
                </a:rPr>
                <a:t>reped</a:t>
              </a:r>
              <a:r>
                <a:rPr lang="fr-FR" sz="1200" spc="-45">
                  <a:latin typeface="Aptos Light"/>
                  <a:cs typeface="Aptos Light"/>
                </a:rPr>
                <a:t> </a:t>
              </a:r>
              <a:r>
                <a:rPr lang="fr-FR" sz="1200">
                  <a:latin typeface="Aptos Light"/>
                  <a:cs typeface="Aptos Light"/>
                </a:rPr>
                <a:t>qui</a:t>
              </a:r>
              <a:r>
                <a:rPr lang="fr-FR" sz="1200" spc="-45">
                  <a:latin typeface="Aptos Light"/>
                  <a:cs typeface="Aptos Light"/>
                </a:rPr>
                <a:t> </a:t>
              </a:r>
              <a:r>
                <a:rPr lang="fr-FR" sz="1200" spc="-20">
                  <a:latin typeface="Aptos Light"/>
                  <a:cs typeface="Aptos Light"/>
                </a:rPr>
                <a:t>omni</a:t>
              </a:r>
              <a:endParaRPr lang="fr-FR" sz="1200">
                <a:latin typeface="Aptos Light"/>
                <a:cs typeface="Aptos Light"/>
              </a:endParaRPr>
            </a:p>
          </p:txBody>
        </p:sp>
        <p:sp>
          <p:nvSpPr>
            <p:cNvPr id="9" name="object 12">
              <a:extLst>
                <a:ext uri="{FF2B5EF4-FFF2-40B4-BE49-F238E27FC236}">
                  <a16:creationId xmlns:a16="http://schemas.microsoft.com/office/drawing/2014/main" id="{EEE7ACCB-F508-672B-9D4A-70B93F3C198A}"/>
                </a:ext>
              </a:extLst>
            </p:cNvPr>
            <p:cNvSpPr txBox="1"/>
            <p:nvPr userDrawn="1"/>
          </p:nvSpPr>
          <p:spPr>
            <a:xfrm>
              <a:off x="914400" y="2357866"/>
              <a:ext cx="1050731" cy="482600"/>
            </a:xfrm>
            <a:prstGeom prst="rect">
              <a:avLst/>
            </a:prstGeom>
          </p:spPr>
          <p:txBody>
            <a:bodyPr vert="horz" wrap="square" lIns="0" tIns="12700" rIns="0" bIns="0" rtlCol="0">
              <a:spAutoFit/>
            </a:bodyPr>
            <a:lstStyle/>
            <a:p>
              <a:pPr marL="12700" algn="ctr">
                <a:lnSpc>
                  <a:spcPct val="100000"/>
                </a:lnSpc>
                <a:spcBef>
                  <a:spcPts val="100"/>
                </a:spcBef>
              </a:pPr>
              <a:r>
                <a:rPr sz="3000" spc="-10">
                  <a:solidFill>
                    <a:srgbClr val="005399"/>
                  </a:solidFill>
                  <a:latin typeface="Aptos"/>
                  <a:cs typeface="Aptos"/>
                </a:rPr>
                <a:t>35</a:t>
              </a:r>
              <a:r>
                <a:rPr sz="3000" spc="-220">
                  <a:solidFill>
                    <a:srgbClr val="005399"/>
                  </a:solidFill>
                  <a:latin typeface="Aptos"/>
                  <a:cs typeface="Aptos"/>
                </a:rPr>
                <a:t> </a:t>
              </a:r>
              <a:r>
                <a:rPr sz="3000" spc="-50">
                  <a:solidFill>
                    <a:srgbClr val="005399"/>
                  </a:solidFill>
                  <a:latin typeface="Aptos"/>
                  <a:cs typeface="Aptos"/>
                </a:rPr>
                <a:t>%</a:t>
              </a:r>
              <a:endParaRPr sz="3000">
                <a:latin typeface="Aptos"/>
                <a:cs typeface="Aptos"/>
              </a:endParaRPr>
            </a:p>
          </p:txBody>
        </p:sp>
        <p:grpSp>
          <p:nvGrpSpPr>
            <p:cNvPr id="10" name="object 13">
              <a:extLst>
                <a:ext uri="{FF2B5EF4-FFF2-40B4-BE49-F238E27FC236}">
                  <a16:creationId xmlns:a16="http://schemas.microsoft.com/office/drawing/2014/main" id="{536E1C9E-52E7-BF4B-A374-5D31BC55C4AD}"/>
                </a:ext>
              </a:extLst>
            </p:cNvPr>
            <p:cNvGrpSpPr/>
            <p:nvPr userDrawn="1"/>
          </p:nvGrpSpPr>
          <p:grpSpPr>
            <a:xfrm>
              <a:off x="645397" y="1840472"/>
              <a:ext cx="1583690" cy="1579880"/>
              <a:chOff x="645397" y="1840472"/>
              <a:chExt cx="1583690" cy="1579880"/>
            </a:xfrm>
          </p:grpSpPr>
          <p:sp>
            <p:nvSpPr>
              <p:cNvPr id="12" name="object 14">
                <a:extLst>
                  <a:ext uri="{FF2B5EF4-FFF2-40B4-BE49-F238E27FC236}">
                    <a16:creationId xmlns:a16="http://schemas.microsoft.com/office/drawing/2014/main" id="{FC37DD73-4A01-73CB-2901-B6544C16671D}"/>
                  </a:ext>
                </a:extLst>
              </p:cNvPr>
              <p:cNvSpPr/>
              <p:nvPr/>
            </p:nvSpPr>
            <p:spPr>
              <a:xfrm>
                <a:off x="1167867" y="3157147"/>
                <a:ext cx="798195" cy="218440"/>
              </a:xfrm>
              <a:custGeom>
                <a:avLst/>
                <a:gdLst/>
                <a:ahLst/>
                <a:cxnLst/>
                <a:rect l="l" t="t" r="r" b="b"/>
                <a:pathLst>
                  <a:path w="798194" h="218439">
                    <a:moveTo>
                      <a:pt x="0" y="168427"/>
                    </a:moveTo>
                    <a:lnTo>
                      <a:pt x="50970" y="185974"/>
                    </a:lnTo>
                    <a:lnTo>
                      <a:pt x="103534" y="199881"/>
                    </a:lnTo>
                    <a:lnTo>
                      <a:pt x="157541" y="210000"/>
                    </a:lnTo>
                    <a:lnTo>
                      <a:pt x="212838" y="216181"/>
                    </a:lnTo>
                    <a:lnTo>
                      <a:pt x="269278" y="218274"/>
                    </a:lnTo>
                    <a:lnTo>
                      <a:pt x="320440" y="216555"/>
                    </a:lnTo>
                    <a:lnTo>
                      <a:pt x="370676" y="211471"/>
                    </a:lnTo>
                    <a:lnTo>
                      <a:pt x="419877" y="203134"/>
                    </a:lnTo>
                    <a:lnTo>
                      <a:pt x="467930" y="191654"/>
                    </a:lnTo>
                    <a:lnTo>
                      <a:pt x="514724" y="177142"/>
                    </a:lnTo>
                    <a:lnTo>
                      <a:pt x="560147" y="159710"/>
                    </a:lnTo>
                    <a:lnTo>
                      <a:pt x="604090" y="139468"/>
                    </a:lnTo>
                    <a:lnTo>
                      <a:pt x="646439" y="116528"/>
                    </a:lnTo>
                    <a:lnTo>
                      <a:pt x="687085" y="91000"/>
                    </a:lnTo>
                    <a:lnTo>
                      <a:pt x="725916" y="62995"/>
                    </a:lnTo>
                    <a:lnTo>
                      <a:pt x="762820" y="32624"/>
                    </a:lnTo>
                    <a:lnTo>
                      <a:pt x="797687" y="0"/>
                    </a:lnTo>
                  </a:path>
                </a:pathLst>
              </a:custGeom>
              <a:ln w="88900">
                <a:solidFill>
                  <a:srgbClr val="E6E7E8"/>
                </a:solidFill>
              </a:ln>
            </p:spPr>
            <p:txBody>
              <a:bodyPr wrap="square" lIns="0" tIns="0" rIns="0" bIns="0" rtlCol="0"/>
              <a:lstStyle/>
              <a:p>
                <a:endParaRPr/>
              </a:p>
            </p:txBody>
          </p:sp>
          <p:sp>
            <p:nvSpPr>
              <p:cNvPr id="13" name="object 15">
                <a:extLst>
                  <a:ext uri="{FF2B5EF4-FFF2-40B4-BE49-F238E27FC236}">
                    <a16:creationId xmlns:a16="http://schemas.microsoft.com/office/drawing/2014/main" id="{19646364-6D74-023D-75A8-FBF742148A0E}"/>
                  </a:ext>
                </a:extLst>
              </p:cNvPr>
              <p:cNvSpPr/>
              <p:nvPr/>
            </p:nvSpPr>
            <p:spPr>
              <a:xfrm>
                <a:off x="736138" y="2888961"/>
                <a:ext cx="431800" cy="436880"/>
              </a:xfrm>
              <a:custGeom>
                <a:avLst/>
                <a:gdLst/>
                <a:ahLst/>
                <a:cxnLst/>
                <a:rect l="l" t="t" r="r" b="b"/>
                <a:pathLst>
                  <a:path w="431800" h="436879">
                    <a:moveTo>
                      <a:pt x="0" y="0"/>
                    </a:moveTo>
                    <a:lnTo>
                      <a:pt x="18617" y="45450"/>
                    </a:lnTo>
                    <a:lnTo>
                      <a:pt x="40092" y="89347"/>
                    </a:lnTo>
                    <a:lnTo>
                      <a:pt x="64308" y="131574"/>
                    </a:lnTo>
                    <a:lnTo>
                      <a:pt x="91149" y="172016"/>
                    </a:lnTo>
                    <a:lnTo>
                      <a:pt x="120498" y="210558"/>
                    </a:lnTo>
                    <a:lnTo>
                      <a:pt x="152242" y="247084"/>
                    </a:lnTo>
                    <a:lnTo>
                      <a:pt x="186262" y="281478"/>
                    </a:lnTo>
                    <a:lnTo>
                      <a:pt x="222445" y="313626"/>
                    </a:lnTo>
                    <a:lnTo>
                      <a:pt x="260672" y="343410"/>
                    </a:lnTo>
                    <a:lnTo>
                      <a:pt x="300830" y="370717"/>
                    </a:lnTo>
                    <a:lnTo>
                      <a:pt x="342802" y="395430"/>
                    </a:lnTo>
                    <a:lnTo>
                      <a:pt x="386471" y="417434"/>
                    </a:lnTo>
                    <a:lnTo>
                      <a:pt x="431723" y="436613"/>
                    </a:lnTo>
                  </a:path>
                </a:pathLst>
              </a:custGeom>
              <a:ln w="88900">
                <a:solidFill>
                  <a:srgbClr val="E6E7E8"/>
                </a:solidFill>
              </a:ln>
            </p:spPr>
            <p:txBody>
              <a:bodyPr wrap="square" lIns="0" tIns="0" rIns="0" bIns="0" rtlCol="0"/>
              <a:lstStyle/>
              <a:p>
                <a:endParaRPr/>
              </a:p>
            </p:txBody>
          </p:sp>
          <p:sp>
            <p:nvSpPr>
              <p:cNvPr id="17" name="object 16">
                <a:extLst>
                  <a:ext uri="{FF2B5EF4-FFF2-40B4-BE49-F238E27FC236}">
                    <a16:creationId xmlns:a16="http://schemas.microsoft.com/office/drawing/2014/main" id="{73405F88-DC37-BBE6-0DC8-561F640FC48E}"/>
                  </a:ext>
                </a:extLst>
              </p:cNvPr>
              <p:cNvSpPr/>
              <p:nvPr/>
            </p:nvSpPr>
            <p:spPr>
              <a:xfrm>
                <a:off x="689847" y="1884922"/>
                <a:ext cx="747395" cy="1004569"/>
              </a:xfrm>
              <a:custGeom>
                <a:avLst/>
                <a:gdLst/>
                <a:ahLst/>
                <a:cxnLst/>
                <a:rect l="l" t="t" r="r" b="b"/>
                <a:pathLst>
                  <a:path w="747394" h="1004569">
                    <a:moveTo>
                      <a:pt x="747293" y="0"/>
                    </a:moveTo>
                    <a:lnTo>
                      <a:pt x="700034" y="1466"/>
                    </a:lnTo>
                    <a:lnTo>
                      <a:pt x="653555" y="5806"/>
                    </a:lnTo>
                    <a:lnTo>
                      <a:pt x="607946" y="12933"/>
                    </a:lnTo>
                    <a:lnTo>
                      <a:pt x="563292" y="22760"/>
                    </a:lnTo>
                    <a:lnTo>
                      <a:pt x="519682" y="35199"/>
                    </a:lnTo>
                    <a:lnTo>
                      <a:pt x="477203" y="50163"/>
                    </a:lnTo>
                    <a:lnTo>
                      <a:pt x="435943" y="67564"/>
                    </a:lnTo>
                    <a:lnTo>
                      <a:pt x="395990" y="87316"/>
                    </a:lnTo>
                    <a:lnTo>
                      <a:pt x="357430" y="109331"/>
                    </a:lnTo>
                    <a:lnTo>
                      <a:pt x="320351" y="133522"/>
                    </a:lnTo>
                    <a:lnTo>
                      <a:pt x="284841" y="159801"/>
                    </a:lnTo>
                    <a:lnTo>
                      <a:pt x="250988" y="188082"/>
                    </a:lnTo>
                    <a:lnTo>
                      <a:pt x="218879" y="218276"/>
                    </a:lnTo>
                    <a:lnTo>
                      <a:pt x="188602" y="250297"/>
                    </a:lnTo>
                    <a:lnTo>
                      <a:pt x="160243" y="284057"/>
                    </a:lnTo>
                    <a:lnTo>
                      <a:pt x="133891" y="319469"/>
                    </a:lnTo>
                    <a:lnTo>
                      <a:pt x="109634" y="356446"/>
                    </a:lnTo>
                    <a:lnTo>
                      <a:pt x="87558" y="394901"/>
                    </a:lnTo>
                    <a:lnTo>
                      <a:pt x="67751" y="434745"/>
                    </a:lnTo>
                    <a:lnTo>
                      <a:pt x="50302" y="475893"/>
                    </a:lnTo>
                    <a:lnTo>
                      <a:pt x="35296" y="518256"/>
                    </a:lnTo>
                    <a:lnTo>
                      <a:pt x="22823" y="561747"/>
                    </a:lnTo>
                    <a:lnTo>
                      <a:pt x="12969" y="606279"/>
                    </a:lnTo>
                    <a:lnTo>
                      <a:pt x="5822" y="651765"/>
                    </a:lnTo>
                    <a:lnTo>
                      <a:pt x="1470" y="698117"/>
                    </a:lnTo>
                    <a:lnTo>
                      <a:pt x="0" y="745248"/>
                    </a:lnTo>
                    <a:lnTo>
                      <a:pt x="1940" y="799366"/>
                    </a:lnTo>
                    <a:lnTo>
                      <a:pt x="7673" y="852437"/>
                    </a:lnTo>
                    <a:lnTo>
                      <a:pt x="17065" y="904327"/>
                    </a:lnTo>
                    <a:lnTo>
                      <a:pt x="29982" y="954905"/>
                    </a:lnTo>
                    <a:lnTo>
                      <a:pt x="46291" y="1004036"/>
                    </a:lnTo>
                  </a:path>
                </a:pathLst>
              </a:custGeom>
              <a:ln w="88900">
                <a:solidFill>
                  <a:srgbClr val="E6E7E8"/>
                </a:solidFill>
              </a:ln>
            </p:spPr>
            <p:txBody>
              <a:bodyPr wrap="square" lIns="0" tIns="0" rIns="0" bIns="0" rtlCol="0"/>
              <a:lstStyle/>
              <a:p>
                <a:endParaRPr/>
              </a:p>
            </p:txBody>
          </p:sp>
          <p:sp>
            <p:nvSpPr>
              <p:cNvPr id="18" name="object 17">
                <a:extLst>
                  <a:ext uri="{FF2B5EF4-FFF2-40B4-BE49-F238E27FC236}">
                    <a16:creationId xmlns:a16="http://schemas.microsoft.com/office/drawing/2014/main" id="{6EF50F59-D205-9884-8DC1-53D65E799379}"/>
                  </a:ext>
                </a:extLst>
              </p:cNvPr>
              <p:cNvSpPr/>
              <p:nvPr/>
            </p:nvSpPr>
            <p:spPr>
              <a:xfrm>
                <a:off x="1437143" y="1884923"/>
                <a:ext cx="747395" cy="1272540"/>
              </a:xfrm>
              <a:custGeom>
                <a:avLst/>
                <a:gdLst/>
                <a:ahLst/>
                <a:cxnLst/>
                <a:rect l="l" t="t" r="r" b="b"/>
                <a:pathLst>
                  <a:path w="747394" h="1272539">
                    <a:moveTo>
                      <a:pt x="528408" y="1272222"/>
                    </a:moveTo>
                    <a:lnTo>
                      <a:pt x="561123" y="1237453"/>
                    </a:lnTo>
                    <a:lnTo>
                      <a:pt x="591576" y="1200651"/>
                    </a:lnTo>
                    <a:lnTo>
                      <a:pt x="619657" y="1161927"/>
                    </a:lnTo>
                    <a:lnTo>
                      <a:pt x="645255" y="1121392"/>
                    </a:lnTo>
                    <a:lnTo>
                      <a:pt x="668258" y="1079157"/>
                    </a:lnTo>
                    <a:lnTo>
                      <a:pt x="688555" y="1035334"/>
                    </a:lnTo>
                    <a:lnTo>
                      <a:pt x="706035" y="990032"/>
                    </a:lnTo>
                    <a:lnTo>
                      <a:pt x="720587" y="943364"/>
                    </a:lnTo>
                    <a:lnTo>
                      <a:pt x="732098" y="895441"/>
                    </a:lnTo>
                    <a:lnTo>
                      <a:pt x="740458" y="846373"/>
                    </a:lnTo>
                    <a:lnTo>
                      <a:pt x="745556" y="796272"/>
                    </a:lnTo>
                    <a:lnTo>
                      <a:pt x="747280" y="745248"/>
                    </a:lnTo>
                    <a:lnTo>
                      <a:pt x="745810" y="698117"/>
                    </a:lnTo>
                    <a:lnTo>
                      <a:pt x="741458" y="651765"/>
                    </a:lnTo>
                    <a:lnTo>
                      <a:pt x="734311" y="606279"/>
                    </a:lnTo>
                    <a:lnTo>
                      <a:pt x="724458" y="561747"/>
                    </a:lnTo>
                    <a:lnTo>
                      <a:pt x="711985" y="518256"/>
                    </a:lnTo>
                    <a:lnTo>
                      <a:pt x="696980" y="475893"/>
                    </a:lnTo>
                    <a:lnTo>
                      <a:pt x="679531" y="434745"/>
                    </a:lnTo>
                    <a:lnTo>
                      <a:pt x="659725" y="394901"/>
                    </a:lnTo>
                    <a:lnTo>
                      <a:pt x="637649" y="356446"/>
                    </a:lnTo>
                    <a:lnTo>
                      <a:pt x="613392" y="319469"/>
                    </a:lnTo>
                    <a:lnTo>
                      <a:pt x="587041" y="284057"/>
                    </a:lnTo>
                    <a:lnTo>
                      <a:pt x="558684" y="250297"/>
                    </a:lnTo>
                    <a:lnTo>
                      <a:pt x="528407" y="218276"/>
                    </a:lnTo>
                    <a:lnTo>
                      <a:pt x="496298" y="188082"/>
                    </a:lnTo>
                    <a:lnTo>
                      <a:pt x="462446" y="159801"/>
                    </a:lnTo>
                    <a:lnTo>
                      <a:pt x="426937" y="133522"/>
                    </a:lnTo>
                    <a:lnTo>
                      <a:pt x="389859" y="109331"/>
                    </a:lnTo>
                    <a:lnTo>
                      <a:pt x="351300" y="87316"/>
                    </a:lnTo>
                    <a:lnTo>
                      <a:pt x="311347" y="67564"/>
                    </a:lnTo>
                    <a:lnTo>
                      <a:pt x="270087" y="50163"/>
                    </a:lnTo>
                    <a:lnTo>
                      <a:pt x="227609" y="35199"/>
                    </a:lnTo>
                    <a:lnTo>
                      <a:pt x="184000" y="22760"/>
                    </a:lnTo>
                    <a:lnTo>
                      <a:pt x="139346" y="12933"/>
                    </a:lnTo>
                    <a:lnTo>
                      <a:pt x="93737" y="5806"/>
                    </a:lnTo>
                    <a:lnTo>
                      <a:pt x="47259" y="1466"/>
                    </a:lnTo>
                    <a:lnTo>
                      <a:pt x="0" y="0"/>
                    </a:lnTo>
                  </a:path>
                </a:pathLst>
              </a:custGeom>
              <a:ln w="88900">
                <a:solidFill>
                  <a:srgbClr val="005399"/>
                </a:solidFill>
              </a:ln>
            </p:spPr>
            <p:txBody>
              <a:bodyPr wrap="square" lIns="0" tIns="0" rIns="0" bIns="0" rtlCol="0"/>
              <a:lstStyle/>
              <a:p>
                <a:endParaRPr/>
              </a:p>
            </p:txBody>
          </p:sp>
        </p:grpSp>
        <p:grpSp>
          <p:nvGrpSpPr>
            <p:cNvPr id="19" name="object 18">
              <a:extLst>
                <a:ext uri="{FF2B5EF4-FFF2-40B4-BE49-F238E27FC236}">
                  <a16:creationId xmlns:a16="http://schemas.microsoft.com/office/drawing/2014/main" id="{1EF30306-4186-DEDF-D25D-F8310042568A}"/>
                </a:ext>
              </a:extLst>
            </p:cNvPr>
            <p:cNvGrpSpPr/>
            <p:nvPr userDrawn="1"/>
          </p:nvGrpSpPr>
          <p:grpSpPr>
            <a:xfrm>
              <a:off x="3046390" y="1838429"/>
              <a:ext cx="1579880" cy="1583690"/>
              <a:chOff x="3046390" y="1838429"/>
              <a:chExt cx="1579880" cy="1583690"/>
            </a:xfrm>
          </p:grpSpPr>
          <p:sp>
            <p:nvSpPr>
              <p:cNvPr id="20" name="object 19">
                <a:extLst>
                  <a:ext uri="{FF2B5EF4-FFF2-40B4-BE49-F238E27FC236}">
                    <a16:creationId xmlns:a16="http://schemas.microsoft.com/office/drawing/2014/main" id="{C3C75790-F2AA-4E7A-E61D-3DEB9598D4C1}"/>
                  </a:ext>
                </a:extLst>
              </p:cNvPr>
              <p:cNvSpPr/>
              <p:nvPr/>
            </p:nvSpPr>
            <p:spPr>
              <a:xfrm>
                <a:off x="3090840" y="2360899"/>
                <a:ext cx="218440" cy="798195"/>
              </a:xfrm>
              <a:custGeom>
                <a:avLst/>
                <a:gdLst/>
                <a:ahLst/>
                <a:cxnLst/>
                <a:rect l="l" t="t" r="r" b="b"/>
                <a:pathLst>
                  <a:path w="218439" h="798194">
                    <a:moveTo>
                      <a:pt x="49847" y="0"/>
                    </a:moveTo>
                    <a:lnTo>
                      <a:pt x="32300" y="50970"/>
                    </a:lnTo>
                    <a:lnTo>
                      <a:pt x="18393" y="103534"/>
                    </a:lnTo>
                    <a:lnTo>
                      <a:pt x="8274" y="157541"/>
                    </a:lnTo>
                    <a:lnTo>
                      <a:pt x="2093" y="212838"/>
                    </a:lnTo>
                    <a:lnTo>
                      <a:pt x="0" y="269278"/>
                    </a:lnTo>
                    <a:lnTo>
                      <a:pt x="1719" y="320440"/>
                    </a:lnTo>
                    <a:lnTo>
                      <a:pt x="6803" y="370676"/>
                    </a:lnTo>
                    <a:lnTo>
                      <a:pt x="15140" y="419877"/>
                    </a:lnTo>
                    <a:lnTo>
                      <a:pt x="26620" y="467930"/>
                    </a:lnTo>
                    <a:lnTo>
                      <a:pt x="41132" y="514724"/>
                    </a:lnTo>
                    <a:lnTo>
                      <a:pt x="58564" y="560147"/>
                    </a:lnTo>
                    <a:lnTo>
                      <a:pt x="78806" y="604090"/>
                    </a:lnTo>
                    <a:lnTo>
                      <a:pt x="101746" y="646439"/>
                    </a:lnTo>
                    <a:lnTo>
                      <a:pt x="127274" y="687085"/>
                    </a:lnTo>
                    <a:lnTo>
                      <a:pt x="155279" y="725916"/>
                    </a:lnTo>
                    <a:lnTo>
                      <a:pt x="185649" y="762820"/>
                    </a:lnTo>
                    <a:lnTo>
                      <a:pt x="218274" y="797687"/>
                    </a:lnTo>
                  </a:path>
                </a:pathLst>
              </a:custGeom>
              <a:ln w="88900">
                <a:solidFill>
                  <a:srgbClr val="226FB7"/>
                </a:solidFill>
              </a:ln>
            </p:spPr>
            <p:txBody>
              <a:bodyPr wrap="square" lIns="0" tIns="0" rIns="0" bIns="0" rtlCol="0"/>
              <a:lstStyle/>
              <a:p>
                <a:endParaRPr/>
              </a:p>
            </p:txBody>
          </p:sp>
          <p:sp>
            <p:nvSpPr>
              <p:cNvPr id="21" name="object 20">
                <a:extLst>
                  <a:ext uri="{FF2B5EF4-FFF2-40B4-BE49-F238E27FC236}">
                    <a16:creationId xmlns:a16="http://schemas.microsoft.com/office/drawing/2014/main" id="{C0578971-1B49-5988-8607-68C203731D59}"/>
                  </a:ext>
                </a:extLst>
              </p:cNvPr>
              <p:cNvSpPr/>
              <p:nvPr/>
            </p:nvSpPr>
            <p:spPr>
              <a:xfrm>
                <a:off x="3140689" y="1929169"/>
                <a:ext cx="436880" cy="431800"/>
              </a:xfrm>
              <a:custGeom>
                <a:avLst/>
                <a:gdLst/>
                <a:ahLst/>
                <a:cxnLst/>
                <a:rect l="l" t="t" r="r" b="b"/>
                <a:pathLst>
                  <a:path w="436879" h="431800">
                    <a:moveTo>
                      <a:pt x="436613" y="0"/>
                    </a:moveTo>
                    <a:lnTo>
                      <a:pt x="391162" y="18617"/>
                    </a:lnTo>
                    <a:lnTo>
                      <a:pt x="347266" y="40092"/>
                    </a:lnTo>
                    <a:lnTo>
                      <a:pt x="305038" y="64308"/>
                    </a:lnTo>
                    <a:lnTo>
                      <a:pt x="264596" y="91149"/>
                    </a:lnTo>
                    <a:lnTo>
                      <a:pt x="226054" y="120498"/>
                    </a:lnTo>
                    <a:lnTo>
                      <a:pt x="189528" y="152242"/>
                    </a:lnTo>
                    <a:lnTo>
                      <a:pt x="155134" y="186262"/>
                    </a:lnTo>
                    <a:lnTo>
                      <a:pt x="122987" y="222445"/>
                    </a:lnTo>
                    <a:lnTo>
                      <a:pt x="93202" y="260672"/>
                    </a:lnTo>
                    <a:lnTo>
                      <a:pt x="65895" y="300830"/>
                    </a:lnTo>
                    <a:lnTo>
                      <a:pt x="41182" y="342802"/>
                    </a:lnTo>
                    <a:lnTo>
                      <a:pt x="19179" y="386471"/>
                    </a:lnTo>
                    <a:lnTo>
                      <a:pt x="0" y="431723"/>
                    </a:lnTo>
                  </a:path>
                </a:pathLst>
              </a:custGeom>
              <a:ln w="88900">
                <a:solidFill>
                  <a:srgbClr val="29A457"/>
                </a:solidFill>
              </a:ln>
            </p:spPr>
            <p:txBody>
              <a:bodyPr wrap="square" lIns="0" tIns="0" rIns="0" bIns="0" rtlCol="0"/>
              <a:lstStyle/>
              <a:p>
                <a:endParaRPr/>
              </a:p>
            </p:txBody>
          </p:sp>
          <p:sp>
            <p:nvSpPr>
              <p:cNvPr id="22" name="object 21">
                <a:extLst>
                  <a:ext uri="{FF2B5EF4-FFF2-40B4-BE49-F238E27FC236}">
                    <a16:creationId xmlns:a16="http://schemas.microsoft.com/office/drawing/2014/main" id="{93C0E9F0-E1C1-C87C-8313-233E219CE586}"/>
                  </a:ext>
                </a:extLst>
              </p:cNvPr>
              <p:cNvSpPr/>
              <p:nvPr/>
            </p:nvSpPr>
            <p:spPr>
              <a:xfrm>
                <a:off x="3577305" y="1882879"/>
                <a:ext cx="1004569" cy="747395"/>
              </a:xfrm>
              <a:custGeom>
                <a:avLst/>
                <a:gdLst/>
                <a:ahLst/>
                <a:cxnLst/>
                <a:rect l="l" t="t" r="r" b="b"/>
                <a:pathLst>
                  <a:path w="1004570" h="747394">
                    <a:moveTo>
                      <a:pt x="1004036" y="747293"/>
                    </a:moveTo>
                    <a:lnTo>
                      <a:pt x="1002570" y="700034"/>
                    </a:lnTo>
                    <a:lnTo>
                      <a:pt x="998230" y="653555"/>
                    </a:lnTo>
                    <a:lnTo>
                      <a:pt x="991102" y="607946"/>
                    </a:lnTo>
                    <a:lnTo>
                      <a:pt x="981276" y="563292"/>
                    </a:lnTo>
                    <a:lnTo>
                      <a:pt x="968837" y="519682"/>
                    </a:lnTo>
                    <a:lnTo>
                      <a:pt x="953873" y="477203"/>
                    </a:lnTo>
                    <a:lnTo>
                      <a:pt x="936471" y="435943"/>
                    </a:lnTo>
                    <a:lnTo>
                      <a:pt x="916719" y="395990"/>
                    </a:lnTo>
                    <a:lnTo>
                      <a:pt x="894704" y="357430"/>
                    </a:lnTo>
                    <a:lnTo>
                      <a:pt x="870514" y="320351"/>
                    </a:lnTo>
                    <a:lnTo>
                      <a:pt x="844234" y="284841"/>
                    </a:lnTo>
                    <a:lnTo>
                      <a:pt x="815954" y="250988"/>
                    </a:lnTo>
                    <a:lnTo>
                      <a:pt x="785760" y="218879"/>
                    </a:lnTo>
                    <a:lnTo>
                      <a:pt x="753739" y="188602"/>
                    </a:lnTo>
                    <a:lnTo>
                      <a:pt x="719978" y="160243"/>
                    </a:lnTo>
                    <a:lnTo>
                      <a:pt x="684566" y="133891"/>
                    </a:lnTo>
                    <a:lnTo>
                      <a:pt x="647589" y="109634"/>
                    </a:lnTo>
                    <a:lnTo>
                      <a:pt x="609135" y="87558"/>
                    </a:lnTo>
                    <a:lnTo>
                      <a:pt x="569290" y="67751"/>
                    </a:lnTo>
                    <a:lnTo>
                      <a:pt x="528143" y="50302"/>
                    </a:lnTo>
                    <a:lnTo>
                      <a:pt x="485780" y="35296"/>
                    </a:lnTo>
                    <a:lnTo>
                      <a:pt x="442289" y="22823"/>
                    </a:lnTo>
                    <a:lnTo>
                      <a:pt x="397757" y="12969"/>
                    </a:lnTo>
                    <a:lnTo>
                      <a:pt x="352271" y="5822"/>
                    </a:lnTo>
                    <a:lnTo>
                      <a:pt x="305919" y="1470"/>
                    </a:lnTo>
                    <a:lnTo>
                      <a:pt x="258787" y="0"/>
                    </a:lnTo>
                    <a:lnTo>
                      <a:pt x="204669" y="1940"/>
                    </a:lnTo>
                    <a:lnTo>
                      <a:pt x="151599" y="7673"/>
                    </a:lnTo>
                    <a:lnTo>
                      <a:pt x="99708" y="17065"/>
                    </a:lnTo>
                    <a:lnTo>
                      <a:pt x="49131" y="29982"/>
                    </a:lnTo>
                    <a:lnTo>
                      <a:pt x="0" y="46291"/>
                    </a:lnTo>
                  </a:path>
                </a:pathLst>
              </a:custGeom>
              <a:ln w="88900">
                <a:solidFill>
                  <a:srgbClr val="E6E7E8"/>
                </a:solidFill>
              </a:ln>
            </p:spPr>
            <p:txBody>
              <a:bodyPr wrap="square" lIns="0" tIns="0" rIns="0" bIns="0" rtlCol="0"/>
              <a:lstStyle/>
              <a:p>
                <a:endParaRPr/>
              </a:p>
            </p:txBody>
          </p:sp>
          <p:sp>
            <p:nvSpPr>
              <p:cNvPr id="23" name="object 22">
                <a:extLst>
                  <a:ext uri="{FF2B5EF4-FFF2-40B4-BE49-F238E27FC236}">
                    <a16:creationId xmlns:a16="http://schemas.microsoft.com/office/drawing/2014/main" id="{8F976DFD-2862-56D9-048C-699FEEFFABDD}"/>
                  </a:ext>
                </a:extLst>
              </p:cNvPr>
              <p:cNvSpPr/>
              <p:nvPr/>
            </p:nvSpPr>
            <p:spPr>
              <a:xfrm>
                <a:off x="3309117" y="2630173"/>
                <a:ext cx="1272540" cy="747395"/>
              </a:xfrm>
              <a:custGeom>
                <a:avLst/>
                <a:gdLst/>
                <a:ahLst/>
                <a:cxnLst/>
                <a:rect l="l" t="t" r="r" b="b"/>
                <a:pathLst>
                  <a:path w="1272539" h="747395">
                    <a:moveTo>
                      <a:pt x="0" y="528408"/>
                    </a:moveTo>
                    <a:lnTo>
                      <a:pt x="34768" y="561123"/>
                    </a:lnTo>
                    <a:lnTo>
                      <a:pt x="71570" y="591576"/>
                    </a:lnTo>
                    <a:lnTo>
                      <a:pt x="110294" y="619657"/>
                    </a:lnTo>
                    <a:lnTo>
                      <a:pt x="150829" y="645255"/>
                    </a:lnTo>
                    <a:lnTo>
                      <a:pt x="193064" y="668258"/>
                    </a:lnTo>
                    <a:lnTo>
                      <a:pt x="236888" y="688555"/>
                    </a:lnTo>
                    <a:lnTo>
                      <a:pt x="282189" y="706035"/>
                    </a:lnTo>
                    <a:lnTo>
                      <a:pt x="328857" y="720587"/>
                    </a:lnTo>
                    <a:lnTo>
                      <a:pt x="376781" y="732098"/>
                    </a:lnTo>
                    <a:lnTo>
                      <a:pt x="425848" y="740458"/>
                    </a:lnTo>
                    <a:lnTo>
                      <a:pt x="475950" y="745556"/>
                    </a:lnTo>
                    <a:lnTo>
                      <a:pt x="526973" y="747280"/>
                    </a:lnTo>
                    <a:lnTo>
                      <a:pt x="574105" y="745810"/>
                    </a:lnTo>
                    <a:lnTo>
                      <a:pt x="620457" y="741458"/>
                    </a:lnTo>
                    <a:lnTo>
                      <a:pt x="665942" y="734311"/>
                    </a:lnTo>
                    <a:lnTo>
                      <a:pt x="710475" y="724458"/>
                    </a:lnTo>
                    <a:lnTo>
                      <a:pt x="753966" y="711985"/>
                    </a:lnTo>
                    <a:lnTo>
                      <a:pt x="796329" y="696980"/>
                    </a:lnTo>
                    <a:lnTo>
                      <a:pt x="837476" y="679531"/>
                    </a:lnTo>
                    <a:lnTo>
                      <a:pt x="877321" y="659725"/>
                    </a:lnTo>
                    <a:lnTo>
                      <a:pt x="915775" y="637649"/>
                    </a:lnTo>
                    <a:lnTo>
                      <a:pt x="952752" y="613392"/>
                    </a:lnTo>
                    <a:lnTo>
                      <a:pt x="988164" y="587041"/>
                    </a:lnTo>
                    <a:lnTo>
                      <a:pt x="1021925" y="558684"/>
                    </a:lnTo>
                    <a:lnTo>
                      <a:pt x="1053946" y="528407"/>
                    </a:lnTo>
                    <a:lnTo>
                      <a:pt x="1084140" y="496298"/>
                    </a:lnTo>
                    <a:lnTo>
                      <a:pt x="1112420" y="462446"/>
                    </a:lnTo>
                    <a:lnTo>
                      <a:pt x="1138700" y="426937"/>
                    </a:lnTo>
                    <a:lnTo>
                      <a:pt x="1162890" y="389859"/>
                    </a:lnTo>
                    <a:lnTo>
                      <a:pt x="1184905" y="351300"/>
                    </a:lnTo>
                    <a:lnTo>
                      <a:pt x="1204657" y="311347"/>
                    </a:lnTo>
                    <a:lnTo>
                      <a:pt x="1222059" y="270087"/>
                    </a:lnTo>
                    <a:lnTo>
                      <a:pt x="1237023" y="227609"/>
                    </a:lnTo>
                    <a:lnTo>
                      <a:pt x="1249462" y="184000"/>
                    </a:lnTo>
                    <a:lnTo>
                      <a:pt x="1259288" y="139346"/>
                    </a:lnTo>
                    <a:lnTo>
                      <a:pt x="1266416" y="93737"/>
                    </a:lnTo>
                    <a:lnTo>
                      <a:pt x="1270756" y="47259"/>
                    </a:lnTo>
                    <a:lnTo>
                      <a:pt x="1272222" y="0"/>
                    </a:lnTo>
                  </a:path>
                </a:pathLst>
              </a:custGeom>
              <a:ln w="88900">
                <a:solidFill>
                  <a:srgbClr val="005399"/>
                </a:solidFill>
              </a:ln>
            </p:spPr>
            <p:txBody>
              <a:bodyPr wrap="square" lIns="0" tIns="0" rIns="0" bIns="0" rtlCol="0"/>
              <a:lstStyle/>
              <a:p>
                <a:endParaRPr/>
              </a:p>
            </p:txBody>
          </p:sp>
        </p:grpSp>
        <p:sp>
          <p:nvSpPr>
            <p:cNvPr id="24" name="object 23">
              <a:extLst>
                <a:ext uri="{FF2B5EF4-FFF2-40B4-BE49-F238E27FC236}">
                  <a16:creationId xmlns:a16="http://schemas.microsoft.com/office/drawing/2014/main" id="{8B41D436-C9C3-FF0E-1820-3C4EA1073101}"/>
                </a:ext>
              </a:extLst>
            </p:cNvPr>
            <p:cNvSpPr txBox="1"/>
            <p:nvPr userDrawn="1"/>
          </p:nvSpPr>
          <p:spPr>
            <a:xfrm>
              <a:off x="4333559" y="1857658"/>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5" name="object 24">
              <a:extLst>
                <a:ext uri="{FF2B5EF4-FFF2-40B4-BE49-F238E27FC236}">
                  <a16:creationId xmlns:a16="http://schemas.microsoft.com/office/drawing/2014/main" id="{4BD77385-AA84-2F68-8889-7C9AA35F07B5}"/>
                </a:ext>
              </a:extLst>
            </p:cNvPr>
            <p:cNvSpPr txBox="1"/>
            <p:nvPr userDrawn="1"/>
          </p:nvSpPr>
          <p:spPr>
            <a:xfrm>
              <a:off x="4333559" y="3313935"/>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6" name="object 25">
              <a:extLst>
                <a:ext uri="{FF2B5EF4-FFF2-40B4-BE49-F238E27FC236}">
                  <a16:creationId xmlns:a16="http://schemas.microsoft.com/office/drawing/2014/main" id="{6BE11E3B-2082-BC45-BD5E-2170402455BF}"/>
                </a:ext>
              </a:extLst>
            </p:cNvPr>
            <p:cNvSpPr txBox="1"/>
            <p:nvPr userDrawn="1"/>
          </p:nvSpPr>
          <p:spPr>
            <a:xfrm>
              <a:off x="2884521" y="2847591"/>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7" name="object 26">
              <a:extLst>
                <a:ext uri="{FF2B5EF4-FFF2-40B4-BE49-F238E27FC236}">
                  <a16:creationId xmlns:a16="http://schemas.microsoft.com/office/drawing/2014/main" id="{0B18F553-D84C-36F4-8914-86B897F685B9}"/>
                </a:ext>
              </a:extLst>
            </p:cNvPr>
            <p:cNvSpPr txBox="1"/>
            <p:nvPr userDrawn="1"/>
          </p:nvSpPr>
          <p:spPr>
            <a:xfrm>
              <a:off x="3070735" y="1947002"/>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8" name="object 30">
              <a:extLst>
                <a:ext uri="{FF2B5EF4-FFF2-40B4-BE49-F238E27FC236}">
                  <a16:creationId xmlns:a16="http://schemas.microsoft.com/office/drawing/2014/main" id="{3BB92EEE-09F8-60A6-F89F-25E6BB472213}"/>
                </a:ext>
              </a:extLst>
            </p:cNvPr>
            <p:cNvSpPr txBox="1"/>
            <p:nvPr userDrawn="1"/>
          </p:nvSpPr>
          <p:spPr>
            <a:xfrm>
              <a:off x="838200" y="4343400"/>
              <a:ext cx="1219200" cy="330200"/>
            </a:xfrm>
            <a:prstGeom prst="rect">
              <a:avLst/>
            </a:prstGeom>
          </p:spPr>
          <p:txBody>
            <a:bodyPr vert="horz" wrap="square" lIns="0" tIns="12700" rIns="0" bIns="0" rtlCol="0">
              <a:spAutoFit/>
            </a:bodyPr>
            <a:lstStyle/>
            <a:p>
              <a:pPr algn="ctr">
                <a:lnSpc>
                  <a:spcPct val="100000"/>
                </a:lnSpc>
                <a:spcBef>
                  <a:spcPts val="100"/>
                </a:spcBef>
              </a:pPr>
              <a:r>
                <a:rPr sz="1000" spc="-10">
                  <a:solidFill>
                    <a:srgbClr val="939598"/>
                  </a:solidFill>
                  <a:latin typeface="Aptos" panose="020B0004020202020204" pitchFamily="34" charset="0"/>
                  <a:cs typeface="Circular Std Book Italic"/>
                </a:rPr>
                <a:t>Fig.1</a:t>
              </a:r>
              <a:r>
                <a:rPr sz="1000" spc="-25">
                  <a:solidFill>
                    <a:srgbClr val="939598"/>
                  </a:solidFill>
                  <a:latin typeface="Aptos" panose="020B0004020202020204" pitchFamily="34" charset="0"/>
                  <a:cs typeface="Circular Std Book Italic"/>
                </a:rPr>
                <a:t> </a:t>
              </a:r>
              <a:r>
                <a:rPr sz="1000" b="1" spc="-10">
                  <a:solidFill>
                    <a:srgbClr val="005399"/>
                  </a:solidFill>
                  <a:latin typeface="Aptos" panose="020B0004020202020204" pitchFamily="34" charset="0"/>
                  <a:cs typeface="Circular Std Bold Italic"/>
                </a:rPr>
                <a:t>Légende</a:t>
              </a:r>
              <a:endParaRPr sz="1000">
                <a:latin typeface="Aptos" panose="020B0004020202020204" pitchFamily="34" charset="0"/>
                <a:cs typeface="Circular Std Bold Italic"/>
              </a:endParaRPr>
            </a:p>
            <a:p>
              <a:pPr algn="ctr">
                <a:lnSpc>
                  <a:spcPct val="100000"/>
                </a:lnSpc>
              </a:pPr>
              <a:r>
                <a:rPr sz="1000" b="1">
                  <a:solidFill>
                    <a:srgbClr val="005399"/>
                  </a:solidFill>
                  <a:latin typeface="Aptos" panose="020B0004020202020204" pitchFamily="34" charset="0"/>
                  <a:cs typeface="Circular Std Bold Italic"/>
                </a:rPr>
                <a:t>de</a:t>
              </a:r>
              <a:r>
                <a:rPr sz="1000" b="1" spc="-25">
                  <a:solidFill>
                    <a:srgbClr val="005399"/>
                  </a:solidFill>
                  <a:latin typeface="Aptos" panose="020B0004020202020204" pitchFamily="34" charset="0"/>
                  <a:cs typeface="Circular Std Bold Italic"/>
                </a:rPr>
                <a:t> </a:t>
              </a:r>
              <a:r>
                <a:rPr sz="1000" b="1">
                  <a:solidFill>
                    <a:srgbClr val="005399"/>
                  </a:solidFill>
                  <a:latin typeface="Aptos" panose="020B0004020202020204" pitchFamily="34" charset="0"/>
                  <a:cs typeface="Circular Std Bold Italic"/>
                </a:rPr>
                <a:t>l’illustration</a:t>
              </a:r>
              <a:r>
                <a:rPr sz="1000" b="1" spc="-20">
                  <a:solidFill>
                    <a:srgbClr val="005399"/>
                  </a:solidFill>
                  <a:latin typeface="Aptos" panose="020B0004020202020204" pitchFamily="34" charset="0"/>
                  <a:cs typeface="Circular Std Bold Italic"/>
                </a:rPr>
                <a:t> </a:t>
              </a:r>
              <a:r>
                <a:rPr sz="1000" b="1">
                  <a:solidFill>
                    <a:srgbClr val="005399"/>
                  </a:solidFill>
                  <a:latin typeface="Aptos" panose="020B0004020202020204" pitchFamily="34" charset="0"/>
                  <a:cs typeface="Circular Std Bold Italic"/>
                </a:rPr>
                <a:t>en</a:t>
              </a:r>
              <a:r>
                <a:rPr sz="1000" b="1" spc="-25">
                  <a:solidFill>
                    <a:srgbClr val="005399"/>
                  </a:solidFill>
                  <a:latin typeface="Aptos" panose="020B0004020202020204" pitchFamily="34" charset="0"/>
                  <a:cs typeface="Circular Std Bold Italic"/>
                </a:rPr>
                <a:t> </a:t>
              </a:r>
              <a:r>
                <a:rPr sz="1000" b="1" spc="-50">
                  <a:solidFill>
                    <a:srgbClr val="005399"/>
                  </a:solidFill>
                  <a:latin typeface="Aptos" panose="020B0004020202020204" pitchFamily="34" charset="0"/>
                  <a:cs typeface="Circular Std Bold Italic"/>
                </a:rPr>
                <a:t>%</a:t>
              </a:r>
              <a:endParaRPr sz="1000">
                <a:latin typeface="Aptos" panose="020B0004020202020204" pitchFamily="34" charset="0"/>
                <a:cs typeface="Circular Std Bold Italic"/>
              </a:endParaRPr>
            </a:p>
          </p:txBody>
        </p:sp>
        <p:sp>
          <p:nvSpPr>
            <p:cNvPr id="29" name="object 30">
              <a:extLst>
                <a:ext uri="{FF2B5EF4-FFF2-40B4-BE49-F238E27FC236}">
                  <a16:creationId xmlns:a16="http://schemas.microsoft.com/office/drawing/2014/main" id="{C78B95AF-3D7C-425D-104B-850FADA7B899}"/>
                </a:ext>
              </a:extLst>
            </p:cNvPr>
            <p:cNvSpPr txBox="1"/>
            <p:nvPr userDrawn="1"/>
          </p:nvSpPr>
          <p:spPr>
            <a:xfrm>
              <a:off x="3105150" y="4343400"/>
              <a:ext cx="1219200" cy="330200"/>
            </a:xfrm>
            <a:prstGeom prst="rect">
              <a:avLst/>
            </a:prstGeom>
          </p:spPr>
          <p:txBody>
            <a:bodyPr vert="horz" wrap="square" lIns="0" tIns="12700" rIns="0" bIns="0" rtlCol="0">
              <a:spAutoFit/>
            </a:bodyPr>
            <a:lstStyle/>
            <a:p>
              <a:pPr marR="51435" algn="ctr">
                <a:lnSpc>
                  <a:spcPct val="100000"/>
                </a:lnSpc>
                <a:spcBef>
                  <a:spcPts val="1255"/>
                </a:spcBef>
              </a:pPr>
              <a:r>
                <a:rPr lang="fr-FR" sz="1000">
                  <a:solidFill>
                    <a:srgbClr val="939598"/>
                  </a:solidFill>
                  <a:latin typeface="Aptos" panose="020B0004020202020204" pitchFamily="34" charset="0"/>
                  <a:cs typeface="Circular Std Book Italic"/>
                </a:rPr>
                <a:t>Fig.2</a:t>
              </a:r>
              <a:r>
                <a:rPr lang="fr-FR" sz="1000" spc="-5">
                  <a:solidFill>
                    <a:srgbClr val="939598"/>
                  </a:solidFill>
                  <a:latin typeface="Aptos" panose="020B0004020202020204" pitchFamily="34" charset="0"/>
                  <a:cs typeface="Circular Std Book Italic"/>
                </a:rPr>
                <a:t> </a:t>
              </a:r>
              <a:r>
                <a:rPr lang="fr-FR" sz="1000" b="1" spc="-10">
                  <a:solidFill>
                    <a:srgbClr val="005399"/>
                  </a:solidFill>
                  <a:latin typeface="Aptos" panose="020B0004020202020204" pitchFamily="34" charset="0"/>
                  <a:cs typeface="Circular Std Bold Italic"/>
                </a:rPr>
                <a:t>Légende</a:t>
              </a:r>
              <a:endParaRPr lang="fr-FR" sz="1000">
                <a:latin typeface="Aptos" panose="020B0004020202020204" pitchFamily="34" charset="0"/>
                <a:cs typeface="Circular Std Bold Italic"/>
              </a:endParaRPr>
            </a:p>
            <a:p>
              <a:pPr marR="51435" algn="ctr">
                <a:lnSpc>
                  <a:spcPct val="100000"/>
                </a:lnSpc>
              </a:pPr>
              <a:r>
                <a:rPr lang="fr-FR" sz="1000" b="1">
                  <a:solidFill>
                    <a:srgbClr val="005399"/>
                  </a:solidFill>
                  <a:latin typeface="Aptos" panose="020B0004020202020204" pitchFamily="34" charset="0"/>
                  <a:cs typeface="Circular Std Bold Italic"/>
                </a:rPr>
                <a:t>de</a:t>
              </a:r>
              <a:r>
                <a:rPr lang="fr-FR" sz="1000" b="1" spc="-25">
                  <a:solidFill>
                    <a:srgbClr val="005399"/>
                  </a:solidFill>
                  <a:latin typeface="Aptos" panose="020B0004020202020204" pitchFamily="34" charset="0"/>
                  <a:cs typeface="Circular Std Bold Italic"/>
                </a:rPr>
                <a:t> </a:t>
              </a:r>
              <a:r>
                <a:rPr lang="fr-FR" sz="1000" b="1">
                  <a:solidFill>
                    <a:srgbClr val="005399"/>
                  </a:solidFill>
                  <a:latin typeface="Aptos" panose="020B0004020202020204" pitchFamily="34" charset="0"/>
                  <a:cs typeface="Circular Std Bold Italic"/>
                </a:rPr>
                <a:t>l’illustration</a:t>
              </a:r>
              <a:r>
                <a:rPr lang="fr-FR" sz="1000" b="1" spc="-20">
                  <a:solidFill>
                    <a:srgbClr val="005399"/>
                  </a:solidFill>
                  <a:latin typeface="Aptos" panose="020B0004020202020204" pitchFamily="34" charset="0"/>
                  <a:cs typeface="Circular Std Bold Italic"/>
                </a:rPr>
                <a:t> </a:t>
              </a:r>
              <a:r>
                <a:rPr lang="fr-FR" sz="1000" b="1">
                  <a:solidFill>
                    <a:srgbClr val="005399"/>
                  </a:solidFill>
                  <a:latin typeface="Aptos" panose="020B0004020202020204" pitchFamily="34" charset="0"/>
                  <a:cs typeface="Circular Std Bold Italic"/>
                </a:rPr>
                <a:t>en</a:t>
              </a:r>
              <a:r>
                <a:rPr lang="fr-FR" sz="1000" b="1" spc="-25">
                  <a:solidFill>
                    <a:srgbClr val="005399"/>
                  </a:solidFill>
                  <a:latin typeface="Aptos" panose="020B0004020202020204" pitchFamily="34" charset="0"/>
                  <a:cs typeface="Circular Std Bold Italic"/>
                </a:rPr>
                <a:t> </a:t>
              </a:r>
              <a:r>
                <a:rPr lang="fr-FR" sz="1000" b="1" spc="-50">
                  <a:solidFill>
                    <a:srgbClr val="005399"/>
                  </a:solidFill>
                  <a:latin typeface="Aptos" panose="020B0004020202020204" pitchFamily="34" charset="0"/>
                  <a:cs typeface="Circular Std Bold Italic"/>
                </a:rPr>
                <a:t>%</a:t>
              </a:r>
              <a:endParaRPr lang="fr-FR" sz="1000">
                <a:latin typeface="Aptos" panose="020B0004020202020204" pitchFamily="34" charset="0"/>
                <a:cs typeface="Circular Std Bold Italic"/>
              </a:endParaRPr>
            </a:p>
          </p:txBody>
        </p:sp>
        <p:sp>
          <p:nvSpPr>
            <p:cNvPr id="30" name="object 5">
              <a:extLst>
                <a:ext uri="{FF2B5EF4-FFF2-40B4-BE49-F238E27FC236}">
                  <a16:creationId xmlns:a16="http://schemas.microsoft.com/office/drawing/2014/main" id="{F4F257EF-544E-6FB4-B26A-A742BEE79883}"/>
                </a:ext>
              </a:extLst>
            </p:cNvPr>
            <p:cNvSpPr/>
            <p:nvPr userDrawn="1"/>
          </p:nvSpPr>
          <p:spPr>
            <a:xfrm>
              <a:off x="727176" y="3768090"/>
              <a:ext cx="65405" cy="65405"/>
            </a:xfrm>
            <a:custGeom>
              <a:avLst/>
              <a:gdLst/>
              <a:ahLst/>
              <a:cxnLst/>
              <a:rect l="l" t="t" r="r" b="b"/>
              <a:pathLst>
                <a:path w="65404" h="65404">
                  <a:moveTo>
                    <a:pt x="64795" y="0"/>
                  </a:moveTo>
                  <a:lnTo>
                    <a:pt x="0" y="0"/>
                  </a:lnTo>
                  <a:lnTo>
                    <a:pt x="0" y="64795"/>
                  </a:lnTo>
                  <a:lnTo>
                    <a:pt x="64795" y="64795"/>
                  </a:lnTo>
                  <a:lnTo>
                    <a:pt x="64795" y="0"/>
                  </a:lnTo>
                  <a:close/>
                </a:path>
              </a:pathLst>
            </a:custGeom>
            <a:solidFill>
              <a:srgbClr val="005399"/>
            </a:solidFill>
          </p:spPr>
          <p:txBody>
            <a:bodyPr wrap="square" lIns="0" tIns="0" rIns="0" bIns="0" rtlCol="0"/>
            <a:lstStyle/>
            <a:p>
              <a:endParaRPr/>
            </a:p>
          </p:txBody>
        </p:sp>
        <p:sp>
          <p:nvSpPr>
            <p:cNvPr id="35" name="object 10">
              <a:extLst>
                <a:ext uri="{FF2B5EF4-FFF2-40B4-BE49-F238E27FC236}">
                  <a16:creationId xmlns:a16="http://schemas.microsoft.com/office/drawing/2014/main" id="{DCC10578-6947-DA22-3667-7F640D40F95A}"/>
                </a:ext>
              </a:extLst>
            </p:cNvPr>
            <p:cNvSpPr/>
            <p:nvPr userDrawn="1"/>
          </p:nvSpPr>
          <p:spPr>
            <a:xfrm>
              <a:off x="3093021" y="3950970"/>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226FB7"/>
            </a:solidFill>
          </p:spPr>
          <p:txBody>
            <a:bodyPr wrap="square" lIns="0" tIns="0" rIns="0" bIns="0" rtlCol="0"/>
            <a:lstStyle/>
            <a:p>
              <a:endParaRPr/>
            </a:p>
          </p:txBody>
        </p:sp>
        <p:sp>
          <p:nvSpPr>
            <p:cNvPr id="36" name="object 11">
              <a:extLst>
                <a:ext uri="{FF2B5EF4-FFF2-40B4-BE49-F238E27FC236}">
                  <a16:creationId xmlns:a16="http://schemas.microsoft.com/office/drawing/2014/main" id="{FDE3CAE0-344E-3B21-37CF-7367727765FF}"/>
                </a:ext>
              </a:extLst>
            </p:cNvPr>
            <p:cNvSpPr/>
            <p:nvPr userDrawn="1"/>
          </p:nvSpPr>
          <p:spPr>
            <a:xfrm>
              <a:off x="3093021" y="4179570"/>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005399"/>
            </a:solidFill>
          </p:spPr>
          <p:txBody>
            <a:bodyPr wrap="square" lIns="0" tIns="0" rIns="0" bIns="0" rtlCol="0"/>
            <a:lstStyle/>
            <a:p>
              <a:endParaRPr/>
            </a:p>
          </p:txBody>
        </p:sp>
      </p:grpSp>
      <p:sp>
        <p:nvSpPr>
          <p:cNvPr id="37" name="Espace réservé du texte 5">
            <a:extLst>
              <a:ext uri="{FF2B5EF4-FFF2-40B4-BE49-F238E27FC236}">
                <a16:creationId xmlns:a16="http://schemas.microsoft.com/office/drawing/2014/main" id="{1F22531C-16CC-E203-977B-56F43EBE0E27}"/>
              </a:ext>
            </a:extLst>
          </p:cNvPr>
          <p:cNvSpPr>
            <a:spLocks noGrp="1"/>
          </p:cNvSpPr>
          <p:nvPr>
            <p:ph type="body" sz="quarter" idx="12" hasCustomPrompt="1"/>
          </p:nvPr>
        </p:nvSpPr>
        <p:spPr>
          <a:xfrm>
            <a:off x="5562600" y="1219200"/>
            <a:ext cx="3962400"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38" name="Holder 3">
            <a:extLst>
              <a:ext uri="{FF2B5EF4-FFF2-40B4-BE49-F238E27FC236}">
                <a16:creationId xmlns:a16="http://schemas.microsoft.com/office/drawing/2014/main" id="{990EFDD1-24CD-08AB-8F1F-5ECBB3BAC4E9}"/>
              </a:ext>
            </a:extLst>
          </p:cNvPr>
          <p:cNvSpPr>
            <a:spLocks noGrp="1"/>
          </p:cNvSpPr>
          <p:nvPr>
            <p:ph type="body" idx="1"/>
          </p:nvPr>
        </p:nvSpPr>
        <p:spPr>
          <a:xfrm>
            <a:off x="5562600" y="2514600"/>
            <a:ext cx="3962400" cy="3136900"/>
          </a:xfrm>
          <a:prstGeom prst="rect">
            <a:avLst/>
          </a:prstGeom>
        </p:spPr>
        <p:txBody>
          <a:bodyPr lIns="0" tIns="0" rIns="0" bIns="0"/>
          <a:lstStyle>
            <a:lvl1pPr>
              <a:defRPr sz="1350" b="0" i="0">
                <a:solidFill>
                  <a:schemeClr val="tx1"/>
                </a:solidFill>
                <a:latin typeface="Aptos"/>
                <a:cs typeface="Aptos"/>
              </a:defRPr>
            </a:lvl1pPr>
          </a:lstStyle>
          <a:p>
            <a:endParaRPr dirty="0"/>
          </a:p>
        </p:txBody>
      </p:sp>
      <p:sp>
        <p:nvSpPr>
          <p:cNvPr id="44" name="Espace réservé du numéro de diapositive 5">
            <a:extLst>
              <a:ext uri="{FF2B5EF4-FFF2-40B4-BE49-F238E27FC236}">
                <a16:creationId xmlns:a16="http://schemas.microsoft.com/office/drawing/2014/main" id="{4700B97E-CA2E-BB90-EA05-518B6ACF8421}"/>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3524854023"/>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15464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381001" y="384247"/>
            <a:ext cx="7086600" cy="360680"/>
          </a:xfrm>
          <a:prstGeom prst="rect">
            <a:avLst/>
          </a:prstGeom>
        </p:spPr>
        <p:txBody>
          <a:bodyPr lIns="0" tIns="0" rIns="0" bIns="0"/>
          <a:lstStyle>
            <a:lvl1pPr>
              <a:defRPr sz="2200" b="1" i="0">
                <a:solidFill>
                  <a:srgbClr val="58595B"/>
                </a:solidFill>
                <a:latin typeface="Aptos"/>
                <a:cs typeface="Aptos"/>
              </a:defRPr>
            </a:lvl1pPr>
          </a:lstStyle>
          <a:p>
            <a:endParaRPr/>
          </a:p>
        </p:txBody>
      </p:sp>
      <p:sp>
        <p:nvSpPr>
          <p:cNvPr id="6" name="Espace réservé du texte 5">
            <a:extLst>
              <a:ext uri="{FF2B5EF4-FFF2-40B4-BE49-F238E27FC236}">
                <a16:creationId xmlns:a16="http://schemas.microsoft.com/office/drawing/2014/main" id="{876F4831-E34D-C85D-98A4-02B37F5D4E19}"/>
              </a:ext>
            </a:extLst>
          </p:cNvPr>
          <p:cNvSpPr>
            <a:spLocks noGrp="1"/>
          </p:cNvSpPr>
          <p:nvPr>
            <p:ph type="body" sz="quarter" idx="12" hasCustomPrompt="1"/>
          </p:nvPr>
        </p:nvSpPr>
        <p:spPr>
          <a:xfrm>
            <a:off x="380999" y="1219200"/>
            <a:ext cx="9047085" cy="1143000"/>
          </a:xfrm>
          <a:prstGeom prst="rect">
            <a:avLst/>
          </a:prstGeom>
        </p:spPr>
        <p:txBody>
          <a:bodyPr/>
          <a:lstStyle>
            <a:lvl1pPr>
              <a:defRPr sz="1800" b="1">
                <a:solidFill>
                  <a:schemeClr val="accent2"/>
                </a:solidFill>
              </a:defRPr>
            </a:lvl1pPr>
            <a:lvl2pPr>
              <a:defRPr sz="160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9" name="Holder 3">
            <a:extLst>
              <a:ext uri="{FF2B5EF4-FFF2-40B4-BE49-F238E27FC236}">
                <a16:creationId xmlns:a16="http://schemas.microsoft.com/office/drawing/2014/main" id="{CD35EB82-4B50-6784-4EBE-D27670AB5A84}"/>
              </a:ext>
            </a:extLst>
          </p:cNvPr>
          <p:cNvSpPr>
            <a:spLocks noGrp="1"/>
          </p:cNvSpPr>
          <p:nvPr>
            <p:ph type="body" idx="1"/>
          </p:nvPr>
        </p:nvSpPr>
        <p:spPr>
          <a:xfrm>
            <a:off x="381000" y="2514600"/>
            <a:ext cx="9047084" cy="3136900"/>
          </a:xfrm>
          <a:prstGeom prst="rect">
            <a:avLst/>
          </a:prstGeom>
        </p:spPr>
        <p:txBody>
          <a:bodyPr lIns="0" tIns="0" rIns="0" bIns="0"/>
          <a:lstStyle>
            <a:lvl1pPr>
              <a:defRPr sz="1350" b="0" i="0">
                <a:solidFill>
                  <a:schemeClr val="tx1"/>
                </a:solidFill>
                <a:latin typeface="Aptos"/>
                <a:cs typeface="Aptos"/>
              </a:defRPr>
            </a:lvl1pPr>
          </a:lstStyle>
          <a:p>
            <a:endParaRPr dirty="0"/>
          </a:p>
        </p:txBody>
      </p:sp>
      <p:sp>
        <p:nvSpPr>
          <p:cNvPr id="23" name="Espace réservé du numéro de diapositive 5">
            <a:extLst>
              <a:ext uri="{FF2B5EF4-FFF2-40B4-BE49-F238E27FC236}">
                <a16:creationId xmlns:a16="http://schemas.microsoft.com/office/drawing/2014/main" id="{9776B403-AEEB-72C7-D257-6403B9F2CE70}"/>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3072964850"/>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pic>
        <p:nvPicPr>
          <p:cNvPr id="6" name="Image 5" descr="Une image contenant symbole, clipart, Graphique, silhouette&#10;&#10;Description générée automatiquement">
            <a:extLst>
              <a:ext uri="{FF2B5EF4-FFF2-40B4-BE49-F238E27FC236}">
                <a16:creationId xmlns:a16="http://schemas.microsoft.com/office/drawing/2014/main" id="{6692991A-7277-9979-A3A0-704856767BD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7707" y="2527253"/>
            <a:ext cx="1803493" cy="1803493"/>
          </a:xfrm>
          <a:prstGeom prst="rect">
            <a:avLst/>
          </a:prstGeom>
        </p:spPr>
      </p:pic>
    </p:spTree>
    <p:extLst>
      <p:ext uri="{BB962C8B-B14F-4D97-AF65-F5344CB8AC3E}">
        <p14:creationId xmlns:p14="http://schemas.microsoft.com/office/powerpoint/2010/main" val="35672302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pic>
        <p:nvPicPr>
          <p:cNvPr id="6" name="Image 5" descr="Une image contenant symbole, Graphique, cercle, conception&#10;&#10;Description générée automatiquement">
            <a:extLst>
              <a:ext uri="{FF2B5EF4-FFF2-40B4-BE49-F238E27FC236}">
                <a16:creationId xmlns:a16="http://schemas.microsoft.com/office/drawing/2014/main" id="{015054F9-36CD-572E-2082-6DB2AAB5E3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22354" y="2527300"/>
            <a:ext cx="1803493" cy="1803493"/>
          </a:xfrm>
          <a:prstGeom prst="rect">
            <a:avLst/>
          </a:prstGeom>
        </p:spPr>
      </p:pic>
    </p:spTree>
    <p:extLst>
      <p:ext uri="{BB962C8B-B14F-4D97-AF65-F5344CB8AC3E}">
        <p14:creationId xmlns:p14="http://schemas.microsoft.com/office/powerpoint/2010/main" val="12875789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4">
            <a:alpha val="61000"/>
          </a:schemeClr>
        </a:solidFill>
        <a:effectLst/>
      </p:bgPr>
    </p:bg>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3281363" y="6356350"/>
            <a:ext cx="3343275" cy="365125"/>
          </a:xfrm>
          <a:prstGeom prst="rect">
            <a:avLst/>
          </a:prstGeom>
        </p:spPr>
        <p:txBody>
          <a:bodyPr lIns="0" tIns="0" rIns="0" bIns="0"/>
          <a:lstStyle>
            <a:lvl1pPr>
              <a:defRPr sz="800" b="0" i="0">
                <a:solidFill>
                  <a:srgbClr val="005399"/>
                </a:solidFill>
                <a:latin typeface="Aptos"/>
                <a:cs typeface="Aptos"/>
              </a:defRPr>
            </a:lvl1pPr>
          </a:lstStyle>
          <a:p>
            <a:pPr marL="12700">
              <a:lnSpc>
                <a:spcPct val="100000"/>
              </a:lnSpc>
              <a:spcBef>
                <a:spcPts val="50"/>
              </a:spcBef>
            </a:pPr>
            <a:endParaRPr spc="-25"/>
          </a:p>
        </p:txBody>
      </p:sp>
      <p:sp>
        <p:nvSpPr>
          <p:cNvPr id="5" name="Holder 5"/>
          <p:cNvSpPr>
            <a:spLocks noGrp="1"/>
          </p:cNvSpPr>
          <p:nvPr>
            <p:ph type="dt" sz="half" idx="6"/>
          </p:nvPr>
        </p:nvSpPr>
        <p:spPr/>
        <p:txBody>
          <a:bodyPr lIns="0" tIns="0" rIns="0" bIns="0"/>
          <a:lstStyle>
            <a:lvl1pPr>
              <a:defRPr sz="800" b="0" i="0">
                <a:solidFill>
                  <a:srgbClr val="005399"/>
                </a:solidFill>
                <a:latin typeface="Aptos"/>
                <a:cs typeface="Aptos"/>
              </a:defRPr>
            </a:lvl1pPr>
          </a:lstStyle>
          <a:p>
            <a:pPr marL="12700">
              <a:lnSpc>
                <a:spcPct val="100000"/>
              </a:lnSpc>
              <a:spcBef>
                <a:spcPts val="50"/>
              </a:spcBef>
            </a:pPr>
            <a:endParaRPr spc="-10"/>
          </a:p>
        </p:txBody>
      </p:sp>
      <p:sp>
        <p:nvSpPr>
          <p:cNvPr id="3" name="Espace réservé pour une image  2">
            <a:extLst>
              <a:ext uri="{FF2B5EF4-FFF2-40B4-BE49-F238E27FC236}">
                <a16:creationId xmlns:a16="http://schemas.microsoft.com/office/drawing/2014/main" id="{A54A3F51-BAB6-B7C3-6228-2A5058A3B545}"/>
              </a:ext>
            </a:extLst>
          </p:cNvPr>
          <p:cNvSpPr>
            <a:spLocks noGrp="1"/>
          </p:cNvSpPr>
          <p:nvPr>
            <p:ph type="pic" sz="quarter" idx="10"/>
          </p:nvPr>
        </p:nvSpPr>
        <p:spPr>
          <a:xfrm>
            <a:off x="0" y="0"/>
            <a:ext cx="9906000" cy="6858000"/>
          </a:xfrm>
          <a:prstGeom prst="rect">
            <a:avLst/>
          </a:prstGeom>
        </p:spPr>
        <p:txBody>
          <a:bodyPr/>
          <a:lstStyle/>
          <a:p>
            <a:endParaRPr lang="fr-FR"/>
          </a:p>
        </p:txBody>
      </p:sp>
      <p:sp>
        <p:nvSpPr>
          <p:cNvPr id="6" name="Espace réservé du texte 5">
            <a:extLst>
              <a:ext uri="{FF2B5EF4-FFF2-40B4-BE49-F238E27FC236}">
                <a16:creationId xmlns:a16="http://schemas.microsoft.com/office/drawing/2014/main" id="{2B5ADD10-F604-BC9C-D3A2-0094A8ABEBC7}"/>
              </a:ext>
            </a:extLst>
          </p:cNvPr>
          <p:cNvSpPr>
            <a:spLocks noGrp="1"/>
          </p:cNvSpPr>
          <p:nvPr>
            <p:ph type="body" sz="quarter" idx="12" hasCustomPrompt="1"/>
          </p:nvPr>
        </p:nvSpPr>
        <p:spPr>
          <a:xfrm>
            <a:off x="2628900" y="3429000"/>
            <a:ext cx="4648200" cy="1143000"/>
          </a:xfrm>
          <a:prstGeom prst="rect">
            <a:avLst/>
          </a:prstGeom>
        </p:spPr>
        <p:txBody>
          <a:bodyPr/>
          <a:lstStyle>
            <a:lvl1pPr marL="0" indent="0" algn="ctr">
              <a:buFontTx/>
              <a:buNone/>
              <a:defRPr sz="1550" b="1">
                <a:solidFill>
                  <a:schemeClr val="bg1"/>
                </a:solidFill>
              </a:defRPr>
            </a:lvl1pPr>
            <a:lvl2pPr marL="457200" indent="0" algn="ctr">
              <a:buFontTx/>
              <a:buNone/>
              <a:defRPr sz="1550" b="1">
                <a:solidFill>
                  <a:schemeClr val="bg1"/>
                </a:solidFill>
              </a:defRPr>
            </a:lvl2pPr>
            <a:lvl3pPr marL="914400" indent="0" algn="ctr">
              <a:buFontTx/>
              <a:buNone/>
              <a:defRPr sz="1550" b="0">
                <a:solidFill>
                  <a:schemeClr val="bg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7" name="Holder 3">
            <a:extLst>
              <a:ext uri="{FF2B5EF4-FFF2-40B4-BE49-F238E27FC236}">
                <a16:creationId xmlns:a16="http://schemas.microsoft.com/office/drawing/2014/main" id="{662A453C-2C1D-0B17-1F34-6CF24261346C}"/>
              </a:ext>
            </a:extLst>
          </p:cNvPr>
          <p:cNvSpPr>
            <a:spLocks noGrp="1"/>
          </p:cNvSpPr>
          <p:nvPr>
            <p:ph type="body" idx="1"/>
          </p:nvPr>
        </p:nvSpPr>
        <p:spPr>
          <a:xfrm>
            <a:off x="2590800" y="3962400"/>
            <a:ext cx="4724400" cy="1460500"/>
          </a:xfrm>
          <a:prstGeom prst="rect">
            <a:avLst/>
          </a:prstGeom>
        </p:spPr>
        <p:txBody>
          <a:bodyPr lIns="0" tIns="0" rIns="0" bIns="0"/>
          <a:lstStyle>
            <a:lvl1pPr marL="0" indent="0" algn="ctr">
              <a:buFontTx/>
              <a:buNone/>
              <a:defRPr sz="1350" b="0" i="0">
                <a:solidFill>
                  <a:schemeClr val="bg1"/>
                </a:solidFill>
                <a:latin typeface="Aptos"/>
                <a:cs typeface="Aptos"/>
              </a:defRPr>
            </a:lvl1pPr>
          </a:lstStyle>
          <a:p>
            <a:endParaRPr/>
          </a:p>
        </p:txBody>
      </p:sp>
      <p:sp>
        <p:nvSpPr>
          <p:cNvPr id="8" name="Titre 7">
            <a:extLst>
              <a:ext uri="{FF2B5EF4-FFF2-40B4-BE49-F238E27FC236}">
                <a16:creationId xmlns:a16="http://schemas.microsoft.com/office/drawing/2014/main" id="{27C3263F-1CBC-4E0F-1CC8-D47AAEBDED95}"/>
              </a:ext>
            </a:extLst>
          </p:cNvPr>
          <p:cNvSpPr>
            <a:spLocks noGrp="1"/>
          </p:cNvSpPr>
          <p:nvPr>
            <p:ph type="title"/>
          </p:nvPr>
        </p:nvSpPr>
        <p:spPr>
          <a:xfrm>
            <a:off x="681038" y="1600200"/>
            <a:ext cx="8543925" cy="1325563"/>
          </a:xfrm>
          <a:prstGeom prst="rect">
            <a:avLst/>
          </a:prstGeom>
        </p:spPr>
        <p:txBody>
          <a:bodyPr anchor="ctr"/>
          <a:lstStyle>
            <a:lvl1pPr algn="ctr">
              <a:defRPr sz="5500" b="1">
                <a:solidFill>
                  <a:schemeClr val="bg1"/>
                </a:solidFill>
              </a:defRPr>
            </a:lvl1pPr>
          </a:lstStyle>
          <a:p>
            <a:r>
              <a:rPr lang="fr-FR"/>
              <a:t>Modifiez le style du titre</a:t>
            </a:r>
          </a:p>
        </p:txBody>
      </p:sp>
    </p:spTree>
    <p:extLst>
      <p:ext uri="{BB962C8B-B14F-4D97-AF65-F5344CB8AC3E}">
        <p14:creationId xmlns:p14="http://schemas.microsoft.com/office/powerpoint/2010/main" val="390016179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Diapositive de titre">
    <p:spTree>
      <p:nvGrpSpPr>
        <p:cNvPr id="1" name=""/>
        <p:cNvGrpSpPr/>
        <p:nvPr/>
      </p:nvGrpSpPr>
      <p:grpSpPr>
        <a:xfrm>
          <a:off x="0" y="0"/>
          <a:ext cx="0" cy="0"/>
          <a:chOff x="0" y="0"/>
          <a:chExt cx="0" cy="0"/>
        </a:xfrm>
      </p:grpSpPr>
      <p:pic>
        <p:nvPicPr>
          <p:cNvPr id="19" name="Image 18" descr="Une image contenant logo, symbole, Graphique, silhouette&#10;&#10;Description générée automatiquement">
            <a:extLst>
              <a:ext uri="{FF2B5EF4-FFF2-40B4-BE49-F238E27FC236}">
                <a16:creationId xmlns:a16="http://schemas.microsoft.com/office/drawing/2014/main" id="{7379681A-ABE8-D101-BEBE-A41CEA49D4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7800" y="2527300"/>
            <a:ext cx="1803400" cy="1803400"/>
          </a:xfrm>
          <a:prstGeom prst="rect">
            <a:avLst/>
          </a:prstGeom>
        </p:spPr>
      </p:pic>
      <p:sp>
        <p:nvSpPr>
          <p:cNvPr id="2" name="Titre 1">
            <a:extLst>
              <a:ext uri="{FF2B5EF4-FFF2-40B4-BE49-F238E27FC236}">
                <a16:creationId xmlns:a16="http://schemas.microsoft.com/office/drawing/2014/main" id="{132E1B05-E0F5-3FFC-0510-C407B48A2E3D}"/>
              </a:ext>
            </a:extLst>
          </p:cNvPr>
          <p:cNvSpPr>
            <a:spLocks noGrp="1"/>
          </p:cNvSpPr>
          <p:nvPr>
            <p:ph type="title"/>
          </p:nvPr>
        </p:nvSpPr>
        <p:spPr>
          <a:xfrm>
            <a:off x="3200401" y="2438400"/>
            <a:ext cx="6705600" cy="2133600"/>
          </a:xfrm>
          <a:prstGeom prst="rect">
            <a:avLst/>
          </a:prstGeom>
        </p:spPr>
        <p:txBody>
          <a:bodyPr anchor="ctr"/>
          <a:lstStyle>
            <a:lvl1pPr>
              <a:defRPr>
                <a:solidFill>
                  <a:schemeClr val="bg1"/>
                </a:solidFill>
              </a:defRPr>
            </a:lvl1pP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A5554858-8A21-7FF9-F348-764C94209FAC}"/>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41693766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Diapositive de titre">
    <p:spTree>
      <p:nvGrpSpPr>
        <p:cNvPr id="1" name=""/>
        <p:cNvGrpSpPr/>
        <p:nvPr/>
      </p:nvGrpSpPr>
      <p:grpSpPr>
        <a:xfrm>
          <a:off x="0" y="0"/>
          <a:ext cx="0" cy="0"/>
          <a:chOff x="0" y="0"/>
          <a:chExt cx="0" cy="0"/>
        </a:xfrm>
      </p:grpSpPr>
      <p:pic>
        <p:nvPicPr>
          <p:cNvPr id="19" name="Image 18">
            <a:extLst>
              <a:ext uri="{FF2B5EF4-FFF2-40B4-BE49-F238E27FC236}">
                <a16:creationId xmlns:a16="http://schemas.microsoft.com/office/drawing/2014/main" id="{7379681A-ABE8-D101-BEBE-A41CEA49D42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447800" y="2527300"/>
            <a:ext cx="1803400" cy="1803400"/>
          </a:xfrm>
          <a:prstGeom prst="rect">
            <a:avLst/>
          </a:prstGeom>
        </p:spPr>
      </p:pic>
      <p:sp>
        <p:nvSpPr>
          <p:cNvPr id="2" name="Titre 1">
            <a:extLst>
              <a:ext uri="{FF2B5EF4-FFF2-40B4-BE49-F238E27FC236}">
                <a16:creationId xmlns:a16="http://schemas.microsoft.com/office/drawing/2014/main" id="{6EEDDFC5-234D-AC40-569C-C98067FF2F90}"/>
              </a:ext>
            </a:extLst>
          </p:cNvPr>
          <p:cNvSpPr>
            <a:spLocks noGrp="1"/>
          </p:cNvSpPr>
          <p:nvPr>
            <p:ph type="title"/>
          </p:nvPr>
        </p:nvSpPr>
        <p:spPr>
          <a:xfrm>
            <a:off x="3200401" y="2438400"/>
            <a:ext cx="6705600" cy="2133600"/>
          </a:xfrm>
          <a:prstGeom prst="rect">
            <a:avLst/>
          </a:prstGeom>
        </p:spPr>
        <p:txBody>
          <a:bodyPr anchor="ctr"/>
          <a:lstStyle>
            <a:lvl1pPr>
              <a:defRPr>
                <a:solidFill>
                  <a:schemeClr val="bg1"/>
                </a:solidFill>
              </a:defRPr>
            </a:lvl1pP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4CC34F7A-B9F3-4DFD-975E-142B24753AA7}"/>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5241826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pic>
        <p:nvPicPr>
          <p:cNvPr id="19" name="Image 18">
            <a:extLst>
              <a:ext uri="{FF2B5EF4-FFF2-40B4-BE49-F238E27FC236}">
                <a16:creationId xmlns:a16="http://schemas.microsoft.com/office/drawing/2014/main" id="{7379681A-ABE8-D101-BEBE-A41CEA49D42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447800" y="2527300"/>
            <a:ext cx="1803400" cy="1803400"/>
          </a:xfrm>
          <a:prstGeom prst="rect">
            <a:avLst/>
          </a:prstGeom>
        </p:spPr>
      </p:pic>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7176577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5AAF0816-1F25-DBF1-9B03-18C8FAC54723}"/>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8" name="Espace réservé du numéro de diapositive 7">
            <a:extLst>
              <a:ext uri="{FF2B5EF4-FFF2-40B4-BE49-F238E27FC236}">
                <a16:creationId xmlns:a16="http://schemas.microsoft.com/office/drawing/2014/main" id="{FAB431D0-E552-0E26-EEEF-ED60E666BC46}"/>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3276076768"/>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guide id="3" pos="182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380999" y="384247"/>
            <a:ext cx="7086602" cy="360680"/>
          </a:xfrm>
          <a:prstGeom prst="rect">
            <a:avLst/>
          </a:prstGeom>
        </p:spPr>
        <p:txBody>
          <a:bodyPr lIns="0" tIns="0" rIns="0" bIns="0"/>
          <a:lstStyle>
            <a:lvl1pPr>
              <a:defRPr sz="2200" b="1" i="0">
                <a:solidFill>
                  <a:srgbClr val="58595B"/>
                </a:solidFill>
                <a:latin typeface="Aptos"/>
                <a:cs typeface="Aptos"/>
              </a:defRPr>
            </a:lvl1pPr>
          </a:lstStyle>
          <a:p>
            <a:endParaRPr dirty="0"/>
          </a:p>
        </p:txBody>
      </p:sp>
      <p:sp>
        <p:nvSpPr>
          <p:cNvPr id="6" name="Espace réservé du texte 5">
            <a:extLst>
              <a:ext uri="{FF2B5EF4-FFF2-40B4-BE49-F238E27FC236}">
                <a16:creationId xmlns:a16="http://schemas.microsoft.com/office/drawing/2014/main" id="{876F4831-E34D-C85D-98A4-02B37F5D4E19}"/>
              </a:ext>
            </a:extLst>
          </p:cNvPr>
          <p:cNvSpPr>
            <a:spLocks noGrp="1"/>
          </p:cNvSpPr>
          <p:nvPr>
            <p:ph type="body" sz="quarter" idx="12" hasCustomPrompt="1"/>
          </p:nvPr>
        </p:nvSpPr>
        <p:spPr>
          <a:xfrm>
            <a:off x="380998" y="1219200"/>
            <a:ext cx="4114801"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9" name="Holder 3">
            <a:extLst>
              <a:ext uri="{FF2B5EF4-FFF2-40B4-BE49-F238E27FC236}">
                <a16:creationId xmlns:a16="http://schemas.microsoft.com/office/drawing/2014/main" id="{CD35EB82-4B50-6784-4EBE-D27670AB5A84}"/>
              </a:ext>
            </a:extLst>
          </p:cNvPr>
          <p:cNvSpPr>
            <a:spLocks noGrp="1"/>
          </p:cNvSpPr>
          <p:nvPr>
            <p:ph type="body" idx="1"/>
          </p:nvPr>
        </p:nvSpPr>
        <p:spPr>
          <a:xfrm>
            <a:off x="381000" y="2514600"/>
            <a:ext cx="4093845" cy="1600200"/>
          </a:xfrm>
          <a:prstGeom prst="rect">
            <a:avLst/>
          </a:prstGeom>
        </p:spPr>
        <p:txBody>
          <a:bodyPr lIns="0" tIns="0" rIns="0" bIns="0"/>
          <a:lstStyle>
            <a:lvl1pPr>
              <a:defRPr sz="1350" b="0" i="0">
                <a:solidFill>
                  <a:schemeClr val="tx1"/>
                </a:solidFill>
                <a:latin typeface="Aptos"/>
                <a:cs typeface="Aptos"/>
              </a:defRPr>
            </a:lvl1pPr>
          </a:lstStyle>
          <a:p>
            <a:endParaRPr/>
          </a:p>
        </p:txBody>
      </p:sp>
      <p:sp>
        <p:nvSpPr>
          <p:cNvPr id="5" name="Espace réservé du tableau 4">
            <a:extLst>
              <a:ext uri="{FF2B5EF4-FFF2-40B4-BE49-F238E27FC236}">
                <a16:creationId xmlns:a16="http://schemas.microsoft.com/office/drawing/2014/main" id="{AEECF47D-EF2A-3470-DA67-76994AB2F03C}"/>
              </a:ext>
            </a:extLst>
          </p:cNvPr>
          <p:cNvSpPr>
            <a:spLocks noGrp="1"/>
          </p:cNvSpPr>
          <p:nvPr>
            <p:ph type="tbl" sz="quarter" idx="13"/>
          </p:nvPr>
        </p:nvSpPr>
        <p:spPr>
          <a:xfrm>
            <a:off x="381000" y="3429000"/>
            <a:ext cx="4093845" cy="1295400"/>
          </a:xfrm>
          <a:prstGeom prst="rect">
            <a:avLst/>
          </a:prstGeom>
        </p:spPr>
        <p:txBody>
          <a:bodyPr/>
          <a:lstStyle/>
          <a:p>
            <a:endParaRPr lang="fr-FR"/>
          </a:p>
        </p:txBody>
      </p:sp>
      <p:sp>
        <p:nvSpPr>
          <p:cNvPr id="16" name="Espace réservé pour une image  15">
            <a:extLst>
              <a:ext uri="{FF2B5EF4-FFF2-40B4-BE49-F238E27FC236}">
                <a16:creationId xmlns:a16="http://schemas.microsoft.com/office/drawing/2014/main" id="{C44A7C19-126E-4771-543A-6780F2707181}"/>
              </a:ext>
            </a:extLst>
          </p:cNvPr>
          <p:cNvSpPr>
            <a:spLocks noGrp="1"/>
          </p:cNvSpPr>
          <p:nvPr>
            <p:ph type="pic" sz="quarter" idx="14"/>
          </p:nvPr>
        </p:nvSpPr>
        <p:spPr>
          <a:xfrm>
            <a:off x="4953000" y="1285875"/>
            <a:ext cx="4572000" cy="4886325"/>
          </a:xfrm>
          <a:prstGeom prst="rect">
            <a:avLst/>
          </a:prstGeom>
        </p:spPr>
        <p:txBody>
          <a:bodyPr/>
          <a:lstStyle/>
          <a:p>
            <a:endParaRPr lang="fr-FR"/>
          </a:p>
        </p:txBody>
      </p:sp>
      <p:sp>
        <p:nvSpPr>
          <p:cNvPr id="27" name="Espace réservé du numéro de diapositive 5">
            <a:extLst>
              <a:ext uri="{FF2B5EF4-FFF2-40B4-BE49-F238E27FC236}">
                <a16:creationId xmlns:a16="http://schemas.microsoft.com/office/drawing/2014/main" id="{8C6F790D-415D-384C-9EF8-1D720EF29C37}"/>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4072519753"/>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381001" y="384247"/>
            <a:ext cx="7086600" cy="360680"/>
          </a:xfrm>
          <a:prstGeom prst="rect">
            <a:avLst/>
          </a:prstGeom>
        </p:spPr>
        <p:txBody>
          <a:bodyPr lIns="0" tIns="0" rIns="0" bIns="0"/>
          <a:lstStyle>
            <a:lvl1pPr>
              <a:defRPr sz="2200" b="1" i="0">
                <a:solidFill>
                  <a:srgbClr val="58595B"/>
                </a:solidFill>
                <a:latin typeface="Aptos"/>
                <a:cs typeface="Aptos"/>
              </a:defRPr>
            </a:lvl1pPr>
          </a:lstStyle>
          <a:p>
            <a:endParaRPr/>
          </a:p>
        </p:txBody>
      </p:sp>
      <p:sp>
        <p:nvSpPr>
          <p:cNvPr id="6" name="Espace réservé du texte 5">
            <a:extLst>
              <a:ext uri="{FF2B5EF4-FFF2-40B4-BE49-F238E27FC236}">
                <a16:creationId xmlns:a16="http://schemas.microsoft.com/office/drawing/2014/main" id="{876F4831-E34D-C85D-98A4-02B37F5D4E19}"/>
              </a:ext>
            </a:extLst>
          </p:cNvPr>
          <p:cNvSpPr>
            <a:spLocks noGrp="1"/>
          </p:cNvSpPr>
          <p:nvPr>
            <p:ph type="body" sz="quarter" idx="12" hasCustomPrompt="1"/>
          </p:nvPr>
        </p:nvSpPr>
        <p:spPr>
          <a:xfrm>
            <a:off x="381000" y="1219200"/>
            <a:ext cx="4572000"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9" name="Holder 3">
            <a:extLst>
              <a:ext uri="{FF2B5EF4-FFF2-40B4-BE49-F238E27FC236}">
                <a16:creationId xmlns:a16="http://schemas.microsoft.com/office/drawing/2014/main" id="{CD35EB82-4B50-6784-4EBE-D27670AB5A84}"/>
              </a:ext>
            </a:extLst>
          </p:cNvPr>
          <p:cNvSpPr>
            <a:spLocks noGrp="1"/>
          </p:cNvSpPr>
          <p:nvPr>
            <p:ph type="body" idx="1"/>
          </p:nvPr>
        </p:nvSpPr>
        <p:spPr>
          <a:xfrm>
            <a:off x="381000" y="2514600"/>
            <a:ext cx="4572000" cy="3136900"/>
          </a:xfrm>
          <a:prstGeom prst="rect">
            <a:avLst/>
          </a:prstGeom>
        </p:spPr>
        <p:txBody>
          <a:bodyPr lIns="0" tIns="0" rIns="0" bIns="0"/>
          <a:lstStyle>
            <a:lvl1pPr>
              <a:defRPr sz="1350" b="0" i="0">
                <a:solidFill>
                  <a:schemeClr val="tx1"/>
                </a:solidFill>
                <a:latin typeface="Aptos"/>
                <a:cs typeface="Aptos"/>
              </a:defRPr>
            </a:lvl1pPr>
          </a:lstStyle>
          <a:p>
            <a:endParaRPr dirty="0"/>
          </a:p>
        </p:txBody>
      </p:sp>
      <p:sp>
        <p:nvSpPr>
          <p:cNvPr id="17" name="Holder 3">
            <a:extLst>
              <a:ext uri="{FF2B5EF4-FFF2-40B4-BE49-F238E27FC236}">
                <a16:creationId xmlns:a16="http://schemas.microsoft.com/office/drawing/2014/main" id="{42DE9D49-335F-15AD-BE6A-337452D9096C}"/>
              </a:ext>
            </a:extLst>
          </p:cNvPr>
          <p:cNvSpPr>
            <a:spLocks noGrp="1"/>
          </p:cNvSpPr>
          <p:nvPr>
            <p:ph type="body" idx="13"/>
          </p:nvPr>
        </p:nvSpPr>
        <p:spPr>
          <a:xfrm>
            <a:off x="5440017" y="2514600"/>
            <a:ext cx="4093845" cy="3136900"/>
          </a:xfrm>
          <a:prstGeom prst="rect">
            <a:avLst/>
          </a:prstGeom>
        </p:spPr>
        <p:txBody>
          <a:bodyPr lIns="0" tIns="0" rIns="0" bIns="0"/>
          <a:lstStyle>
            <a:lvl1pPr marL="285750" indent="-285750">
              <a:buClr>
                <a:schemeClr val="accent2"/>
              </a:buClr>
              <a:buSzPct val="130000"/>
              <a:buFont typeface="Arial" panose="020B0604020202020204" pitchFamily="34" charset="0"/>
              <a:buChar char="•"/>
              <a:defRPr sz="1350" b="0" i="0">
                <a:solidFill>
                  <a:schemeClr val="tx1"/>
                </a:solidFill>
                <a:latin typeface="Aptos"/>
                <a:cs typeface="Aptos"/>
              </a:defRPr>
            </a:lvl1pPr>
          </a:lstStyle>
          <a:p>
            <a:endParaRPr/>
          </a:p>
        </p:txBody>
      </p:sp>
      <p:sp>
        <p:nvSpPr>
          <p:cNvPr id="18" name="Espace réservé du texte 5">
            <a:extLst>
              <a:ext uri="{FF2B5EF4-FFF2-40B4-BE49-F238E27FC236}">
                <a16:creationId xmlns:a16="http://schemas.microsoft.com/office/drawing/2014/main" id="{61DB0D47-B2AF-B40E-7AFD-23CDD19BB737}"/>
              </a:ext>
            </a:extLst>
          </p:cNvPr>
          <p:cNvSpPr>
            <a:spLocks noGrp="1"/>
          </p:cNvSpPr>
          <p:nvPr>
            <p:ph type="body" sz="quarter" idx="14" hasCustomPrompt="1"/>
          </p:nvPr>
        </p:nvSpPr>
        <p:spPr>
          <a:xfrm>
            <a:off x="5440016" y="1219200"/>
            <a:ext cx="4084983"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23" name="Espace réservé du numéro de diapositive 5">
            <a:extLst>
              <a:ext uri="{FF2B5EF4-FFF2-40B4-BE49-F238E27FC236}">
                <a16:creationId xmlns:a16="http://schemas.microsoft.com/office/drawing/2014/main" id="{9776B403-AEEB-72C7-D257-6403B9F2CE70}"/>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1977681766"/>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401299" y="384247"/>
            <a:ext cx="7066301" cy="360680"/>
          </a:xfrm>
          <a:prstGeom prst="rect">
            <a:avLst/>
          </a:prstGeom>
        </p:spPr>
        <p:txBody>
          <a:bodyPr lIns="0" tIns="0" rIns="0" bIns="0"/>
          <a:lstStyle>
            <a:lvl1pPr>
              <a:defRPr sz="2200" b="1" i="0">
                <a:solidFill>
                  <a:srgbClr val="58595B"/>
                </a:solidFill>
                <a:latin typeface="Aptos"/>
                <a:cs typeface="Aptos"/>
              </a:defRPr>
            </a:lvl1pPr>
          </a:lstStyle>
          <a:p>
            <a:endParaRPr/>
          </a:p>
        </p:txBody>
      </p:sp>
      <p:grpSp>
        <p:nvGrpSpPr>
          <p:cNvPr id="39" name="Groupe 38">
            <a:extLst>
              <a:ext uri="{FF2B5EF4-FFF2-40B4-BE49-F238E27FC236}">
                <a16:creationId xmlns:a16="http://schemas.microsoft.com/office/drawing/2014/main" id="{91420234-21C2-317B-A9A0-A6593C689630}"/>
              </a:ext>
            </a:extLst>
          </p:cNvPr>
          <p:cNvGrpSpPr/>
          <p:nvPr userDrawn="1"/>
        </p:nvGrpSpPr>
        <p:grpSpPr>
          <a:xfrm>
            <a:off x="-4953000" y="1838429"/>
            <a:ext cx="3980873" cy="2835171"/>
            <a:chOff x="645397" y="1838429"/>
            <a:chExt cx="3980873" cy="2835171"/>
          </a:xfrm>
        </p:grpSpPr>
        <p:sp>
          <p:nvSpPr>
            <p:cNvPr id="3" name="object 6">
              <a:extLst>
                <a:ext uri="{FF2B5EF4-FFF2-40B4-BE49-F238E27FC236}">
                  <a16:creationId xmlns:a16="http://schemas.microsoft.com/office/drawing/2014/main" id="{0A984DE3-7930-D44B-DA4D-8A9F828DE89E}"/>
                </a:ext>
              </a:extLst>
            </p:cNvPr>
            <p:cNvSpPr txBox="1"/>
            <p:nvPr userDrawn="1"/>
          </p:nvSpPr>
          <p:spPr>
            <a:xfrm>
              <a:off x="810207" y="3667783"/>
              <a:ext cx="1372870" cy="381000"/>
            </a:xfrm>
            <a:prstGeom prst="rect">
              <a:avLst/>
            </a:prstGeom>
          </p:spPr>
          <p:txBody>
            <a:bodyPr vert="horz" wrap="square" lIns="0" tIns="26670" rIns="0" bIns="0" rtlCol="0">
              <a:spAutoFit/>
            </a:bodyPr>
            <a:lstStyle/>
            <a:p>
              <a:pPr marL="12700" marR="5080" indent="10160">
                <a:lnSpc>
                  <a:spcPts val="1360"/>
                </a:lnSpc>
                <a:spcBef>
                  <a:spcPts val="210"/>
                </a:spcBef>
              </a:pPr>
              <a:r>
                <a:rPr sz="1200" spc="-10">
                  <a:latin typeface="Aptos Light"/>
                  <a:cs typeface="Aptos Light"/>
                </a:rPr>
                <a:t>Corectorunt</a:t>
              </a:r>
              <a:r>
                <a:rPr sz="1200" spc="25">
                  <a:latin typeface="Aptos Light"/>
                  <a:cs typeface="Aptos Light"/>
                </a:rPr>
                <a:t> </a:t>
              </a:r>
              <a:r>
                <a:rPr sz="1200" spc="-20">
                  <a:latin typeface="Aptos Light"/>
                  <a:cs typeface="Aptos Light"/>
                </a:rPr>
                <a:t>etur </a:t>
              </a:r>
              <a:r>
                <a:rPr sz="1200" spc="-10">
                  <a:latin typeface="Aptos Light"/>
                  <a:cs typeface="Aptos Light"/>
                </a:rPr>
                <a:t>Vendi</a:t>
              </a:r>
              <a:r>
                <a:rPr sz="1200" spc="-50">
                  <a:latin typeface="Aptos Light"/>
                  <a:cs typeface="Aptos Light"/>
                </a:rPr>
                <a:t> </a:t>
              </a:r>
              <a:r>
                <a:rPr sz="1200">
                  <a:latin typeface="Aptos Light"/>
                  <a:cs typeface="Aptos Light"/>
                </a:rPr>
                <a:t>reped</a:t>
              </a:r>
              <a:r>
                <a:rPr sz="1200" spc="-45">
                  <a:latin typeface="Aptos Light"/>
                  <a:cs typeface="Aptos Light"/>
                </a:rPr>
                <a:t> </a:t>
              </a:r>
              <a:r>
                <a:rPr sz="1200">
                  <a:latin typeface="Aptos Light"/>
                  <a:cs typeface="Aptos Light"/>
                </a:rPr>
                <a:t>qui</a:t>
              </a:r>
              <a:r>
                <a:rPr sz="1200" spc="-45">
                  <a:latin typeface="Aptos Light"/>
                  <a:cs typeface="Aptos Light"/>
                </a:rPr>
                <a:t> </a:t>
              </a:r>
              <a:r>
                <a:rPr sz="1200" spc="-20">
                  <a:latin typeface="Aptos Light"/>
                  <a:cs typeface="Aptos Light"/>
                </a:rPr>
                <a:t>omni</a:t>
              </a:r>
              <a:endParaRPr sz="1200">
                <a:latin typeface="Aptos Light"/>
                <a:cs typeface="Aptos Light"/>
              </a:endParaRPr>
            </a:p>
          </p:txBody>
        </p:sp>
        <p:sp>
          <p:nvSpPr>
            <p:cNvPr id="4" name="object 7">
              <a:extLst>
                <a:ext uri="{FF2B5EF4-FFF2-40B4-BE49-F238E27FC236}">
                  <a16:creationId xmlns:a16="http://schemas.microsoft.com/office/drawing/2014/main" id="{32D48390-FDBF-8B40-757E-FB850395629A}"/>
                </a:ext>
              </a:extLst>
            </p:cNvPr>
            <p:cNvSpPr/>
            <p:nvPr userDrawn="1"/>
          </p:nvSpPr>
          <p:spPr>
            <a:xfrm>
              <a:off x="727176" y="3940809"/>
              <a:ext cx="65405" cy="65405"/>
            </a:xfrm>
            <a:custGeom>
              <a:avLst/>
              <a:gdLst/>
              <a:ahLst/>
              <a:cxnLst/>
              <a:rect l="l" t="t" r="r" b="b"/>
              <a:pathLst>
                <a:path w="65404" h="65404">
                  <a:moveTo>
                    <a:pt x="64795" y="0"/>
                  </a:moveTo>
                  <a:lnTo>
                    <a:pt x="0" y="0"/>
                  </a:lnTo>
                  <a:lnTo>
                    <a:pt x="0" y="64795"/>
                  </a:lnTo>
                  <a:lnTo>
                    <a:pt x="64795" y="64795"/>
                  </a:lnTo>
                  <a:lnTo>
                    <a:pt x="64795" y="0"/>
                  </a:lnTo>
                  <a:close/>
                </a:path>
              </a:pathLst>
            </a:custGeom>
            <a:solidFill>
              <a:srgbClr val="E6E7E8"/>
            </a:solidFill>
          </p:spPr>
          <p:txBody>
            <a:bodyPr wrap="square" lIns="0" tIns="0" rIns="0" bIns="0" rtlCol="0"/>
            <a:lstStyle/>
            <a:p>
              <a:endParaRPr/>
            </a:p>
          </p:txBody>
        </p:sp>
        <p:sp>
          <p:nvSpPr>
            <p:cNvPr id="5" name="object 8">
              <a:extLst>
                <a:ext uri="{FF2B5EF4-FFF2-40B4-BE49-F238E27FC236}">
                  <a16:creationId xmlns:a16="http://schemas.microsoft.com/office/drawing/2014/main" id="{D65AD998-D5A5-3F05-61DE-E7BC06B4259D}"/>
                </a:ext>
              </a:extLst>
            </p:cNvPr>
            <p:cNvSpPr/>
            <p:nvPr userDrawn="1"/>
          </p:nvSpPr>
          <p:spPr>
            <a:xfrm>
              <a:off x="3083496" y="3744595"/>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29A457"/>
            </a:solidFill>
          </p:spPr>
          <p:txBody>
            <a:bodyPr wrap="square" lIns="0" tIns="0" rIns="0" bIns="0" rtlCol="0"/>
            <a:lstStyle/>
            <a:p>
              <a:endParaRPr/>
            </a:p>
          </p:txBody>
        </p:sp>
        <p:sp>
          <p:nvSpPr>
            <p:cNvPr id="6" name="object 9">
              <a:extLst>
                <a:ext uri="{FF2B5EF4-FFF2-40B4-BE49-F238E27FC236}">
                  <a16:creationId xmlns:a16="http://schemas.microsoft.com/office/drawing/2014/main" id="{5B5B4420-E7EE-2DA8-FE47-049F89D7170E}"/>
                </a:ext>
              </a:extLst>
            </p:cNvPr>
            <p:cNvSpPr txBox="1"/>
            <p:nvPr userDrawn="1"/>
          </p:nvSpPr>
          <p:spPr>
            <a:xfrm>
              <a:off x="3166536" y="3657600"/>
              <a:ext cx="1372870" cy="616836"/>
            </a:xfrm>
            <a:prstGeom prst="rect">
              <a:avLst/>
            </a:prstGeom>
          </p:spPr>
          <p:txBody>
            <a:bodyPr vert="horz" wrap="square" lIns="0" tIns="26670" rIns="0" bIns="0" rtlCol="0">
              <a:spAutoFit/>
            </a:bodyPr>
            <a:lstStyle/>
            <a:p>
              <a:pPr marL="12700" marR="5080" algn="l">
                <a:lnSpc>
                  <a:spcPts val="1360"/>
                </a:lnSpc>
                <a:spcBef>
                  <a:spcPts val="210"/>
                </a:spcBef>
              </a:pPr>
              <a:r>
                <a:rPr lang="fr-FR" sz="1200" spc="-10">
                  <a:latin typeface="Aptos Light"/>
                  <a:cs typeface="Aptos Light"/>
                </a:rPr>
                <a:t>R</a:t>
              </a:r>
              <a:r>
                <a:rPr lang="fr-FR" sz="1200">
                  <a:latin typeface="Aptos Light"/>
                  <a:cs typeface="Aptos Light"/>
                </a:rPr>
                <a:t>ui</a:t>
              </a:r>
              <a:r>
                <a:rPr lang="fr-FR" sz="1200" spc="-45">
                  <a:latin typeface="Aptos Light"/>
                  <a:cs typeface="Aptos Light"/>
                </a:rPr>
                <a:t> </a:t>
              </a:r>
              <a:r>
                <a:rPr lang="fr-FR" sz="1200" spc="-20">
                  <a:latin typeface="Aptos Light"/>
                  <a:cs typeface="Aptos Light"/>
                </a:rPr>
                <a:t>omni </a:t>
              </a:r>
            </a:p>
            <a:p>
              <a:pPr marL="12700" marR="5080" algn="l">
                <a:lnSpc>
                  <a:spcPts val="1360"/>
                </a:lnSpc>
                <a:spcBef>
                  <a:spcPts val="210"/>
                </a:spcBef>
              </a:pPr>
              <a:r>
                <a:rPr lang="fr-FR" sz="1200" spc="-10" err="1">
                  <a:latin typeface="Aptos Light"/>
                  <a:cs typeface="Aptos Light"/>
                </a:rPr>
                <a:t>Vendi</a:t>
              </a:r>
              <a:r>
                <a:rPr lang="fr-FR" sz="1200" spc="-50">
                  <a:latin typeface="Aptos Light"/>
                  <a:cs typeface="Aptos Light"/>
                </a:rPr>
                <a:t> </a:t>
              </a:r>
              <a:r>
                <a:rPr lang="fr-FR" sz="1200">
                  <a:latin typeface="Aptos Light"/>
                  <a:cs typeface="Aptos Light"/>
                </a:rPr>
                <a:t>qui</a:t>
              </a:r>
              <a:r>
                <a:rPr lang="fr-FR" sz="1200" spc="-45">
                  <a:latin typeface="Aptos Light"/>
                  <a:cs typeface="Aptos Light"/>
                </a:rPr>
                <a:t> </a:t>
              </a:r>
              <a:r>
                <a:rPr lang="fr-FR" sz="1200" spc="-20">
                  <a:latin typeface="Aptos Light"/>
                  <a:cs typeface="Aptos Light"/>
                </a:rPr>
                <a:t>omni </a:t>
              </a:r>
              <a:endParaRPr lang="fr-FR" sz="1200" spc="-10">
                <a:latin typeface="Aptos Light"/>
                <a:cs typeface="Aptos Light"/>
              </a:endParaRPr>
            </a:p>
            <a:p>
              <a:pPr marL="12700" marR="5080" algn="l">
                <a:lnSpc>
                  <a:spcPts val="1360"/>
                </a:lnSpc>
                <a:spcBef>
                  <a:spcPts val="210"/>
                </a:spcBef>
              </a:pPr>
              <a:r>
                <a:rPr lang="fr-FR" sz="1200" spc="-10" err="1">
                  <a:latin typeface="Aptos Light"/>
                  <a:cs typeface="Aptos Light"/>
                </a:rPr>
                <a:t>Endi</a:t>
              </a:r>
              <a:r>
                <a:rPr lang="fr-FR" sz="1200" spc="-50">
                  <a:latin typeface="Aptos Light"/>
                  <a:cs typeface="Aptos Light"/>
                </a:rPr>
                <a:t> </a:t>
              </a:r>
              <a:r>
                <a:rPr lang="fr-FR" sz="1200" err="1">
                  <a:latin typeface="Aptos Light"/>
                  <a:cs typeface="Aptos Light"/>
                </a:rPr>
                <a:t>reped</a:t>
              </a:r>
              <a:r>
                <a:rPr lang="fr-FR" sz="1200" spc="-45">
                  <a:latin typeface="Aptos Light"/>
                  <a:cs typeface="Aptos Light"/>
                </a:rPr>
                <a:t> </a:t>
              </a:r>
              <a:r>
                <a:rPr lang="fr-FR" sz="1200">
                  <a:latin typeface="Aptos Light"/>
                  <a:cs typeface="Aptos Light"/>
                </a:rPr>
                <a:t>qui</a:t>
              </a:r>
              <a:r>
                <a:rPr lang="fr-FR" sz="1200" spc="-45">
                  <a:latin typeface="Aptos Light"/>
                  <a:cs typeface="Aptos Light"/>
                </a:rPr>
                <a:t> </a:t>
              </a:r>
              <a:r>
                <a:rPr lang="fr-FR" sz="1200" spc="-20">
                  <a:latin typeface="Aptos Light"/>
                  <a:cs typeface="Aptos Light"/>
                </a:rPr>
                <a:t>omni</a:t>
              </a:r>
              <a:endParaRPr lang="fr-FR" sz="1200">
                <a:latin typeface="Aptos Light"/>
                <a:cs typeface="Aptos Light"/>
              </a:endParaRPr>
            </a:p>
          </p:txBody>
        </p:sp>
        <p:sp>
          <p:nvSpPr>
            <p:cNvPr id="9" name="object 12">
              <a:extLst>
                <a:ext uri="{FF2B5EF4-FFF2-40B4-BE49-F238E27FC236}">
                  <a16:creationId xmlns:a16="http://schemas.microsoft.com/office/drawing/2014/main" id="{EEE7ACCB-F508-672B-9D4A-70B93F3C198A}"/>
                </a:ext>
              </a:extLst>
            </p:cNvPr>
            <p:cNvSpPr txBox="1"/>
            <p:nvPr userDrawn="1"/>
          </p:nvSpPr>
          <p:spPr>
            <a:xfrm>
              <a:off x="914400" y="2357866"/>
              <a:ext cx="1050731" cy="482600"/>
            </a:xfrm>
            <a:prstGeom prst="rect">
              <a:avLst/>
            </a:prstGeom>
          </p:spPr>
          <p:txBody>
            <a:bodyPr vert="horz" wrap="square" lIns="0" tIns="12700" rIns="0" bIns="0" rtlCol="0">
              <a:spAutoFit/>
            </a:bodyPr>
            <a:lstStyle/>
            <a:p>
              <a:pPr marL="12700" algn="ctr">
                <a:lnSpc>
                  <a:spcPct val="100000"/>
                </a:lnSpc>
                <a:spcBef>
                  <a:spcPts val="100"/>
                </a:spcBef>
              </a:pPr>
              <a:r>
                <a:rPr sz="3000" spc="-10">
                  <a:solidFill>
                    <a:srgbClr val="005399"/>
                  </a:solidFill>
                  <a:latin typeface="Aptos"/>
                  <a:cs typeface="Aptos"/>
                </a:rPr>
                <a:t>35</a:t>
              </a:r>
              <a:r>
                <a:rPr sz="3000" spc="-220">
                  <a:solidFill>
                    <a:srgbClr val="005399"/>
                  </a:solidFill>
                  <a:latin typeface="Aptos"/>
                  <a:cs typeface="Aptos"/>
                </a:rPr>
                <a:t> </a:t>
              </a:r>
              <a:r>
                <a:rPr sz="3000" spc="-50">
                  <a:solidFill>
                    <a:srgbClr val="005399"/>
                  </a:solidFill>
                  <a:latin typeface="Aptos"/>
                  <a:cs typeface="Aptos"/>
                </a:rPr>
                <a:t>%</a:t>
              </a:r>
              <a:endParaRPr sz="3000">
                <a:latin typeface="Aptos"/>
                <a:cs typeface="Aptos"/>
              </a:endParaRPr>
            </a:p>
          </p:txBody>
        </p:sp>
        <p:grpSp>
          <p:nvGrpSpPr>
            <p:cNvPr id="10" name="object 13">
              <a:extLst>
                <a:ext uri="{FF2B5EF4-FFF2-40B4-BE49-F238E27FC236}">
                  <a16:creationId xmlns:a16="http://schemas.microsoft.com/office/drawing/2014/main" id="{536E1C9E-52E7-BF4B-A374-5D31BC55C4AD}"/>
                </a:ext>
              </a:extLst>
            </p:cNvPr>
            <p:cNvGrpSpPr/>
            <p:nvPr userDrawn="1"/>
          </p:nvGrpSpPr>
          <p:grpSpPr>
            <a:xfrm>
              <a:off x="645397" y="1840472"/>
              <a:ext cx="1583690" cy="1579880"/>
              <a:chOff x="645397" y="1840472"/>
              <a:chExt cx="1583690" cy="1579880"/>
            </a:xfrm>
          </p:grpSpPr>
          <p:sp>
            <p:nvSpPr>
              <p:cNvPr id="12" name="object 14">
                <a:extLst>
                  <a:ext uri="{FF2B5EF4-FFF2-40B4-BE49-F238E27FC236}">
                    <a16:creationId xmlns:a16="http://schemas.microsoft.com/office/drawing/2014/main" id="{FC37DD73-4A01-73CB-2901-B6544C16671D}"/>
                  </a:ext>
                </a:extLst>
              </p:cNvPr>
              <p:cNvSpPr/>
              <p:nvPr/>
            </p:nvSpPr>
            <p:spPr>
              <a:xfrm>
                <a:off x="1167867" y="3157147"/>
                <a:ext cx="798195" cy="218440"/>
              </a:xfrm>
              <a:custGeom>
                <a:avLst/>
                <a:gdLst/>
                <a:ahLst/>
                <a:cxnLst/>
                <a:rect l="l" t="t" r="r" b="b"/>
                <a:pathLst>
                  <a:path w="798194" h="218439">
                    <a:moveTo>
                      <a:pt x="0" y="168427"/>
                    </a:moveTo>
                    <a:lnTo>
                      <a:pt x="50970" y="185974"/>
                    </a:lnTo>
                    <a:lnTo>
                      <a:pt x="103534" y="199881"/>
                    </a:lnTo>
                    <a:lnTo>
                      <a:pt x="157541" y="210000"/>
                    </a:lnTo>
                    <a:lnTo>
                      <a:pt x="212838" y="216181"/>
                    </a:lnTo>
                    <a:lnTo>
                      <a:pt x="269278" y="218274"/>
                    </a:lnTo>
                    <a:lnTo>
                      <a:pt x="320440" y="216555"/>
                    </a:lnTo>
                    <a:lnTo>
                      <a:pt x="370676" y="211471"/>
                    </a:lnTo>
                    <a:lnTo>
                      <a:pt x="419877" y="203134"/>
                    </a:lnTo>
                    <a:lnTo>
                      <a:pt x="467930" y="191654"/>
                    </a:lnTo>
                    <a:lnTo>
                      <a:pt x="514724" y="177142"/>
                    </a:lnTo>
                    <a:lnTo>
                      <a:pt x="560147" y="159710"/>
                    </a:lnTo>
                    <a:lnTo>
                      <a:pt x="604090" y="139468"/>
                    </a:lnTo>
                    <a:lnTo>
                      <a:pt x="646439" y="116528"/>
                    </a:lnTo>
                    <a:lnTo>
                      <a:pt x="687085" y="91000"/>
                    </a:lnTo>
                    <a:lnTo>
                      <a:pt x="725916" y="62995"/>
                    </a:lnTo>
                    <a:lnTo>
                      <a:pt x="762820" y="32624"/>
                    </a:lnTo>
                    <a:lnTo>
                      <a:pt x="797687" y="0"/>
                    </a:lnTo>
                  </a:path>
                </a:pathLst>
              </a:custGeom>
              <a:ln w="88900">
                <a:solidFill>
                  <a:srgbClr val="E6E7E8"/>
                </a:solidFill>
              </a:ln>
            </p:spPr>
            <p:txBody>
              <a:bodyPr wrap="square" lIns="0" tIns="0" rIns="0" bIns="0" rtlCol="0"/>
              <a:lstStyle/>
              <a:p>
                <a:endParaRPr/>
              </a:p>
            </p:txBody>
          </p:sp>
          <p:sp>
            <p:nvSpPr>
              <p:cNvPr id="13" name="object 15">
                <a:extLst>
                  <a:ext uri="{FF2B5EF4-FFF2-40B4-BE49-F238E27FC236}">
                    <a16:creationId xmlns:a16="http://schemas.microsoft.com/office/drawing/2014/main" id="{19646364-6D74-023D-75A8-FBF742148A0E}"/>
                  </a:ext>
                </a:extLst>
              </p:cNvPr>
              <p:cNvSpPr/>
              <p:nvPr/>
            </p:nvSpPr>
            <p:spPr>
              <a:xfrm>
                <a:off x="736138" y="2888961"/>
                <a:ext cx="431800" cy="436880"/>
              </a:xfrm>
              <a:custGeom>
                <a:avLst/>
                <a:gdLst/>
                <a:ahLst/>
                <a:cxnLst/>
                <a:rect l="l" t="t" r="r" b="b"/>
                <a:pathLst>
                  <a:path w="431800" h="436879">
                    <a:moveTo>
                      <a:pt x="0" y="0"/>
                    </a:moveTo>
                    <a:lnTo>
                      <a:pt x="18617" y="45450"/>
                    </a:lnTo>
                    <a:lnTo>
                      <a:pt x="40092" y="89347"/>
                    </a:lnTo>
                    <a:lnTo>
                      <a:pt x="64308" y="131574"/>
                    </a:lnTo>
                    <a:lnTo>
                      <a:pt x="91149" y="172016"/>
                    </a:lnTo>
                    <a:lnTo>
                      <a:pt x="120498" y="210558"/>
                    </a:lnTo>
                    <a:lnTo>
                      <a:pt x="152242" y="247084"/>
                    </a:lnTo>
                    <a:lnTo>
                      <a:pt x="186262" y="281478"/>
                    </a:lnTo>
                    <a:lnTo>
                      <a:pt x="222445" y="313626"/>
                    </a:lnTo>
                    <a:lnTo>
                      <a:pt x="260672" y="343410"/>
                    </a:lnTo>
                    <a:lnTo>
                      <a:pt x="300830" y="370717"/>
                    </a:lnTo>
                    <a:lnTo>
                      <a:pt x="342802" y="395430"/>
                    </a:lnTo>
                    <a:lnTo>
                      <a:pt x="386471" y="417434"/>
                    </a:lnTo>
                    <a:lnTo>
                      <a:pt x="431723" y="436613"/>
                    </a:lnTo>
                  </a:path>
                </a:pathLst>
              </a:custGeom>
              <a:ln w="88900">
                <a:solidFill>
                  <a:srgbClr val="E6E7E8"/>
                </a:solidFill>
              </a:ln>
            </p:spPr>
            <p:txBody>
              <a:bodyPr wrap="square" lIns="0" tIns="0" rIns="0" bIns="0" rtlCol="0"/>
              <a:lstStyle/>
              <a:p>
                <a:endParaRPr/>
              </a:p>
            </p:txBody>
          </p:sp>
          <p:sp>
            <p:nvSpPr>
              <p:cNvPr id="17" name="object 16">
                <a:extLst>
                  <a:ext uri="{FF2B5EF4-FFF2-40B4-BE49-F238E27FC236}">
                    <a16:creationId xmlns:a16="http://schemas.microsoft.com/office/drawing/2014/main" id="{73405F88-DC37-BBE6-0DC8-561F640FC48E}"/>
                  </a:ext>
                </a:extLst>
              </p:cNvPr>
              <p:cNvSpPr/>
              <p:nvPr/>
            </p:nvSpPr>
            <p:spPr>
              <a:xfrm>
                <a:off x="689847" y="1884922"/>
                <a:ext cx="747395" cy="1004569"/>
              </a:xfrm>
              <a:custGeom>
                <a:avLst/>
                <a:gdLst/>
                <a:ahLst/>
                <a:cxnLst/>
                <a:rect l="l" t="t" r="r" b="b"/>
                <a:pathLst>
                  <a:path w="747394" h="1004569">
                    <a:moveTo>
                      <a:pt x="747293" y="0"/>
                    </a:moveTo>
                    <a:lnTo>
                      <a:pt x="700034" y="1466"/>
                    </a:lnTo>
                    <a:lnTo>
                      <a:pt x="653555" y="5806"/>
                    </a:lnTo>
                    <a:lnTo>
                      <a:pt x="607946" y="12933"/>
                    </a:lnTo>
                    <a:lnTo>
                      <a:pt x="563292" y="22760"/>
                    </a:lnTo>
                    <a:lnTo>
                      <a:pt x="519682" y="35199"/>
                    </a:lnTo>
                    <a:lnTo>
                      <a:pt x="477203" y="50163"/>
                    </a:lnTo>
                    <a:lnTo>
                      <a:pt x="435943" y="67564"/>
                    </a:lnTo>
                    <a:lnTo>
                      <a:pt x="395990" y="87316"/>
                    </a:lnTo>
                    <a:lnTo>
                      <a:pt x="357430" y="109331"/>
                    </a:lnTo>
                    <a:lnTo>
                      <a:pt x="320351" y="133522"/>
                    </a:lnTo>
                    <a:lnTo>
                      <a:pt x="284841" y="159801"/>
                    </a:lnTo>
                    <a:lnTo>
                      <a:pt x="250988" y="188082"/>
                    </a:lnTo>
                    <a:lnTo>
                      <a:pt x="218879" y="218276"/>
                    </a:lnTo>
                    <a:lnTo>
                      <a:pt x="188602" y="250297"/>
                    </a:lnTo>
                    <a:lnTo>
                      <a:pt x="160243" y="284057"/>
                    </a:lnTo>
                    <a:lnTo>
                      <a:pt x="133891" y="319469"/>
                    </a:lnTo>
                    <a:lnTo>
                      <a:pt x="109634" y="356446"/>
                    </a:lnTo>
                    <a:lnTo>
                      <a:pt x="87558" y="394901"/>
                    </a:lnTo>
                    <a:lnTo>
                      <a:pt x="67751" y="434745"/>
                    </a:lnTo>
                    <a:lnTo>
                      <a:pt x="50302" y="475893"/>
                    </a:lnTo>
                    <a:lnTo>
                      <a:pt x="35296" y="518256"/>
                    </a:lnTo>
                    <a:lnTo>
                      <a:pt x="22823" y="561747"/>
                    </a:lnTo>
                    <a:lnTo>
                      <a:pt x="12969" y="606279"/>
                    </a:lnTo>
                    <a:lnTo>
                      <a:pt x="5822" y="651765"/>
                    </a:lnTo>
                    <a:lnTo>
                      <a:pt x="1470" y="698117"/>
                    </a:lnTo>
                    <a:lnTo>
                      <a:pt x="0" y="745248"/>
                    </a:lnTo>
                    <a:lnTo>
                      <a:pt x="1940" y="799366"/>
                    </a:lnTo>
                    <a:lnTo>
                      <a:pt x="7673" y="852437"/>
                    </a:lnTo>
                    <a:lnTo>
                      <a:pt x="17065" y="904327"/>
                    </a:lnTo>
                    <a:lnTo>
                      <a:pt x="29982" y="954905"/>
                    </a:lnTo>
                    <a:lnTo>
                      <a:pt x="46291" y="1004036"/>
                    </a:lnTo>
                  </a:path>
                </a:pathLst>
              </a:custGeom>
              <a:ln w="88900">
                <a:solidFill>
                  <a:srgbClr val="E6E7E8"/>
                </a:solidFill>
              </a:ln>
            </p:spPr>
            <p:txBody>
              <a:bodyPr wrap="square" lIns="0" tIns="0" rIns="0" bIns="0" rtlCol="0"/>
              <a:lstStyle/>
              <a:p>
                <a:endParaRPr/>
              </a:p>
            </p:txBody>
          </p:sp>
          <p:sp>
            <p:nvSpPr>
              <p:cNvPr id="18" name="object 17">
                <a:extLst>
                  <a:ext uri="{FF2B5EF4-FFF2-40B4-BE49-F238E27FC236}">
                    <a16:creationId xmlns:a16="http://schemas.microsoft.com/office/drawing/2014/main" id="{6EF50F59-D205-9884-8DC1-53D65E799379}"/>
                  </a:ext>
                </a:extLst>
              </p:cNvPr>
              <p:cNvSpPr/>
              <p:nvPr/>
            </p:nvSpPr>
            <p:spPr>
              <a:xfrm>
                <a:off x="1437143" y="1884923"/>
                <a:ext cx="747395" cy="1272540"/>
              </a:xfrm>
              <a:custGeom>
                <a:avLst/>
                <a:gdLst/>
                <a:ahLst/>
                <a:cxnLst/>
                <a:rect l="l" t="t" r="r" b="b"/>
                <a:pathLst>
                  <a:path w="747394" h="1272539">
                    <a:moveTo>
                      <a:pt x="528408" y="1272222"/>
                    </a:moveTo>
                    <a:lnTo>
                      <a:pt x="561123" y="1237453"/>
                    </a:lnTo>
                    <a:lnTo>
                      <a:pt x="591576" y="1200651"/>
                    </a:lnTo>
                    <a:lnTo>
                      <a:pt x="619657" y="1161927"/>
                    </a:lnTo>
                    <a:lnTo>
                      <a:pt x="645255" y="1121392"/>
                    </a:lnTo>
                    <a:lnTo>
                      <a:pt x="668258" y="1079157"/>
                    </a:lnTo>
                    <a:lnTo>
                      <a:pt x="688555" y="1035334"/>
                    </a:lnTo>
                    <a:lnTo>
                      <a:pt x="706035" y="990032"/>
                    </a:lnTo>
                    <a:lnTo>
                      <a:pt x="720587" y="943364"/>
                    </a:lnTo>
                    <a:lnTo>
                      <a:pt x="732098" y="895441"/>
                    </a:lnTo>
                    <a:lnTo>
                      <a:pt x="740458" y="846373"/>
                    </a:lnTo>
                    <a:lnTo>
                      <a:pt x="745556" y="796272"/>
                    </a:lnTo>
                    <a:lnTo>
                      <a:pt x="747280" y="745248"/>
                    </a:lnTo>
                    <a:lnTo>
                      <a:pt x="745810" y="698117"/>
                    </a:lnTo>
                    <a:lnTo>
                      <a:pt x="741458" y="651765"/>
                    </a:lnTo>
                    <a:lnTo>
                      <a:pt x="734311" y="606279"/>
                    </a:lnTo>
                    <a:lnTo>
                      <a:pt x="724458" y="561747"/>
                    </a:lnTo>
                    <a:lnTo>
                      <a:pt x="711985" y="518256"/>
                    </a:lnTo>
                    <a:lnTo>
                      <a:pt x="696980" y="475893"/>
                    </a:lnTo>
                    <a:lnTo>
                      <a:pt x="679531" y="434745"/>
                    </a:lnTo>
                    <a:lnTo>
                      <a:pt x="659725" y="394901"/>
                    </a:lnTo>
                    <a:lnTo>
                      <a:pt x="637649" y="356446"/>
                    </a:lnTo>
                    <a:lnTo>
                      <a:pt x="613392" y="319469"/>
                    </a:lnTo>
                    <a:lnTo>
                      <a:pt x="587041" y="284057"/>
                    </a:lnTo>
                    <a:lnTo>
                      <a:pt x="558684" y="250297"/>
                    </a:lnTo>
                    <a:lnTo>
                      <a:pt x="528407" y="218276"/>
                    </a:lnTo>
                    <a:lnTo>
                      <a:pt x="496298" y="188082"/>
                    </a:lnTo>
                    <a:lnTo>
                      <a:pt x="462446" y="159801"/>
                    </a:lnTo>
                    <a:lnTo>
                      <a:pt x="426937" y="133522"/>
                    </a:lnTo>
                    <a:lnTo>
                      <a:pt x="389859" y="109331"/>
                    </a:lnTo>
                    <a:lnTo>
                      <a:pt x="351300" y="87316"/>
                    </a:lnTo>
                    <a:lnTo>
                      <a:pt x="311347" y="67564"/>
                    </a:lnTo>
                    <a:lnTo>
                      <a:pt x="270087" y="50163"/>
                    </a:lnTo>
                    <a:lnTo>
                      <a:pt x="227609" y="35199"/>
                    </a:lnTo>
                    <a:lnTo>
                      <a:pt x="184000" y="22760"/>
                    </a:lnTo>
                    <a:lnTo>
                      <a:pt x="139346" y="12933"/>
                    </a:lnTo>
                    <a:lnTo>
                      <a:pt x="93737" y="5806"/>
                    </a:lnTo>
                    <a:lnTo>
                      <a:pt x="47259" y="1466"/>
                    </a:lnTo>
                    <a:lnTo>
                      <a:pt x="0" y="0"/>
                    </a:lnTo>
                  </a:path>
                </a:pathLst>
              </a:custGeom>
              <a:ln w="88900">
                <a:solidFill>
                  <a:srgbClr val="005399"/>
                </a:solidFill>
              </a:ln>
            </p:spPr>
            <p:txBody>
              <a:bodyPr wrap="square" lIns="0" tIns="0" rIns="0" bIns="0" rtlCol="0"/>
              <a:lstStyle/>
              <a:p>
                <a:endParaRPr/>
              </a:p>
            </p:txBody>
          </p:sp>
        </p:grpSp>
        <p:grpSp>
          <p:nvGrpSpPr>
            <p:cNvPr id="19" name="object 18">
              <a:extLst>
                <a:ext uri="{FF2B5EF4-FFF2-40B4-BE49-F238E27FC236}">
                  <a16:creationId xmlns:a16="http://schemas.microsoft.com/office/drawing/2014/main" id="{1EF30306-4186-DEDF-D25D-F8310042568A}"/>
                </a:ext>
              </a:extLst>
            </p:cNvPr>
            <p:cNvGrpSpPr/>
            <p:nvPr userDrawn="1"/>
          </p:nvGrpSpPr>
          <p:grpSpPr>
            <a:xfrm>
              <a:off x="3046390" y="1838429"/>
              <a:ext cx="1579880" cy="1583690"/>
              <a:chOff x="3046390" y="1838429"/>
              <a:chExt cx="1579880" cy="1583690"/>
            </a:xfrm>
          </p:grpSpPr>
          <p:sp>
            <p:nvSpPr>
              <p:cNvPr id="20" name="object 19">
                <a:extLst>
                  <a:ext uri="{FF2B5EF4-FFF2-40B4-BE49-F238E27FC236}">
                    <a16:creationId xmlns:a16="http://schemas.microsoft.com/office/drawing/2014/main" id="{C3C75790-F2AA-4E7A-E61D-3DEB9598D4C1}"/>
                  </a:ext>
                </a:extLst>
              </p:cNvPr>
              <p:cNvSpPr/>
              <p:nvPr/>
            </p:nvSpPr>
            <p:spPr>
              <a:xfrm>
                <a:off x="3090840" y="2360899"/>
                <a:ext cx="218440" cy="798195"/>
              </a:xfrm>
              <a:custGeom>
                <a:avLst/>
                <a:gdLst/>
                <a:ahLst/>
                <a:cxnLst/>
                <a:rect l="l" t="t" r="r" b="b"/>
                <a:pathLst>
                  <a:path w="218439" h="798194">
                    <a:moveTo>
                      <a:pt x="49847" y="0"/>
                    </a:moveTo>
                    <a:lnTo>
                      <a:pt x="32300" y="50970"/>
                    </a:lnTo>
                    <a:lnTo>
                      <a:pt x="18393" y="103534"/>
                    </a:lnTo>
                    <a:lnTo>
                      <a:pt x="8274" y="157541"/>
                    </a:lnTo>
                    <a:lnTo>
                      <a:pt x="2093" y="212838"/>
                    </a:lnTo>
                    <a:lnTo>
                      <a:pt x="0" y="269278"/>
                    </a:lnTo>
                    <a:lnTo>
                      <a:pt x="1719" y="320440"/>
                    </a:lnTo>
                    <a:lnTo>
                      <a:pt x="6803" y="370676"/>
                    </a:lnTo>
                    <a:lnTo>
                      <a:pt x="15140" y="419877"/>
                    </a:lnTo>
                    <a:lnTo>
                      <a:pt x="26620" y="467930"/>
                    </a:lnTo>
                    <a:lnTo>
                      <a:pt x="41132" y="514724"/>
                    </a:lnTo>
                    <a:lnTo>
                      <a:pt x="58564" y="560147"/>
                    </a:lnTo>
                    <a:lnTo>
                      <a:pt x="78806" y="604090"/>
                    </a:lnTo>
                    <a:lnTo>
                      <a:pt x="101746" y="646439"/>
                    </a:lnTo>
                    <a:lnTo>
                      <a:pt x="127274" y="687085"/>
                    </a:lnTo>
                    <a:lnTo>
                      <a:pt x="155279" y="725916"/>
                    </a:lnTo>
                    <a:lnTo>
                      <a:pt x="185649" y="762820"/>
                    </a:lnTo>
                    <a:lnTo>
                      <a:pt x="218274" y="797687"/>
                    </a:lnTo>
                  </a:path>
                </a:pathLst>
              </a:custGeom>
              <a:ln w="88900">
                <a:solidFill>
                  <a:srgbClr val="226FB7"/>
                </a:solidFill>
              </a:ln>
            </p:spPr>
            <p:txBody>
              <a:bodyPr wrap="square" lIns="0" tIns="0" rIns="0" bIns="0" rtlCol="0"/>
              <a:lstStyle/>
              <a:p>
                <a:endParaRPr/>
              </a:p>
            </p:txBody>
          </p:sp>
          <p:sp>
            <p:nvSpPr>
              <p:cNvPr id="21" name="object 20">
                <a:extLst>
                  <a:ext uri="{FF2B5EF4-FFF2-40B4-BE49-F238E27FC236}">
                    <a16:creationId xmlns:a16="http://schemas.microsoft.com/office/drawing/2014/main" id="{C0578971-1B49-5988-8607-68C203731D59}"/>
                  </a:ext>
                </a:extLst>
              </p:cNvPr>
              <p:cNvSpPr/>
              <p:nvPr/>
            </p:nvSpPr>
            <p:spPr>
              <a:xfrm>
                <a:off x="3140689" y="1929169"/>
                <a:ext cx="436880" cy="431800"/>
              </a:xfrm>
              <a:custGeom>
                <a:avLst/>
                <a:gdLst/>
                <a:ahLst/>
                <a:cxnLst/>
                <a:rect l="l" t="t" r="r" b="b"/>
                <a:pathLst>
                  <a:path w="436879" h="431800">
                    <a:moveTo>
                      <a:pt x="436613" y="0"/>
                    </a:moveTo>
                    <a:lnTo>
                      <a:pt x="391162" y="18617"/>
                    </a:lnTo>
                    <a:lnTo>
                      <a:pt x="347266" y="40092"/>
                    </a:lnTo>
                    <a:lnTo>
                      <a:pt x="305038" y="64308"/>
                    </a:lnTo>
                    <a:lnTo>
                      <a:pt x="264596" y="91149"/>
                    </a:lnTo>
                    <a:lnTo>
                      <a:pt x="226054" y="120498"/>
                    </a:lnTo>
                    <a:lnTo>
                      <a:pt x="189528" y="152242"/>
                    </a:lnTo>
                    <a:lnTo>
                      <a:pt x="155134" y="186262"/>
                    </a:lnTo>
                    <a:lnTo>
                      <a:pt x="122987" y="222445"/>
                    </a:lnTo>
                    <a:lnTo>
                      <a:pt x="93202" y="260672"/>
                    </a:lnTo>
                    <a:lnTo>
                      <a:pt x="65895" y="300830"/>
                    </a:lnTo>
                    <a:lnTo>
                      <a:pt x="41182" y="342802"/>
                    </a:lnTo>
                    <a:lnTo>
                      <a:pt x="19179" y="386471"/>
                    </a:lnTo>
                    <a:lnTo>
                      <a:pt x="0" y="431723"/>
                    </a:lnTo>
                  </a:path>
                </a:pathLst>
              </a:custGeom>
              <a:ln w="88900">
                <a:solidFill>
                  <a:srgbClr val="29A457"/>
                </a:solidFill>
              </a:ln>
            </p:spPr>
            <p:txBody>
              <a:bodyPr wrap="square" lIns="0" tIns="0" rIns="0" bIns="0" rtlCol="0"/>
              <a:lstStyle/>
              <a:p>
                <a:endParaRPr/>
              </a:p>
            </p:txBody>
          </p:sp>
          <p:sp>
            <p:nvSpPr>
              <p:cNvPr id="22" name="object 21">
                <a:extLst>
                  <a:ext uri="{FF2B5EF4-FFF2-40B4-BE49-F238E27FC236}">
                    <a16:creationId xmlns:a16="http://schemas.microsoft.com/office/drawing/2014/main" id="{93C0E9F0-E1C1-C87C-8313-233E219CE586}"/>
                  </a:ext>
                </a:extLst>
              </p:cNvPr>
              <p:cNvSpPr/>
              <p:nvPr/>
            </p:nvSpPr>
            <p:spPr>
              <a:xfrm>
                <a:off x="3577305" y="1882879"/>
                <a:ext cx="1004569" cy="747395"/>
              </a:xfrm>
              <a:custGeom>
                <a:avLst/>
                <a:gdLst/>
                <a:ahLst/>
                <a:cxnLst/>
                <a:rect l="l" t="t" r="r" b="b"/>
                <a:pathLst>
                  <a:path w="1004570" h="747394">
                    <a:moveTo>
                      <a:pt x="1004036" y="747293"/>
                    </a:moveTo>
                    <a:lnTo>
                      <a:pt x="1002570" y="700034"/>
                    </a:lnTo>
                    <a:lnTo>
                      <a:pt x="998230" y="653555"/>
                    </a:lnTo>
                    <a:lnTo>
                      <a:pt x="991102" y="607946"/>
                    </a:lnTo>
                    <a:lnTo>
                      <a:pt x="981276" y="563292"/>
                    </a:lnTo>
                    <a:lnTo>
                      <a:pt x="968837" y="519682"/>
                    </a:lnTo>
                    <a:lnTo>
                      <a:pt x="953873" y="477203"/>
                    </a:lnTo>
                    <a:lnTo>
                      <a:pt x="936471" y="435943"/>
                    </a:lnTo>
                    <a:lnTo>
                      <a:pt x="916719" y="395990"/>
                    </a:lnTo>
                    <a:lnTo>
                      <a:pt x="894704" y="357430"/>
                    </a:lnTo>
                    <a:lnTo>
                      <a:pt x="870514" y="320351"/>
                    </a:lnTo>
                    <a:lnTo>
                      <a:pt x="844234" y="284841"/>
                    </a:lnTo>
                    <a:lnTo>
                      <a:pt x="815954" y="250988"/>
                    </a:lnTo>
                    <a:lnTo>
                      <a:pt x="785760" y="218879"/>
                    </a:lnTo>
                    <a:lnTo>
                      <a:pt x="753739" y="188602"/>
                    </a:lnTo>
                    <a:lnTo>
                      <a:pt x="719978" y="160243"/>
                    </a:lnTo>
                    <a:lnTo>
                      <a:pt x="684566" y="133891"/>
                    </a:lnTo>
                    <a:lnTo>
                      <a:pt x="647589" y="109634"/>
                    </a:lnTo>
                    <a:lnTo>
                      <a:pt x="609135" y="87558"/>
                    </a:lnTo>
                    <a:lnTo>
                      <a:pt x="569290" y="67751"/>
                    </a:lnTo>
                    <a:lnTo>
                      <a:pt x="528143" y="50302"/>
                    </a:lnTo>
                    <a:lnTo>
                      <a:pt x="485780" y="35296"/>
                    </a:lnTo>
                    <a:lnTo>
                      <a:pt x="442289" y="22823"/>
                    </a:lnTo>
                    <a:lnTo>
                      <a:pt x="397757" y="12969"/>
                    </a:lnTo>
                    <a:lnTo>
                      <a:pt x="352271" y="5822"/>
                    </a:lnTo>
                    <a:lnTo>
                      <a:pt x="305919" y="1470"/>
                    </a:lnTo>
                    <a:lnTo>
                      <a:pt x="258787" y="0"/>
                    </a:lnTo>
                    <a:lnTo>
                      <a:pt x="204669" y="1940"/>
                    </a:lnTo>
                    <a:lnTo>
                      <a:pt x="151599" y="7673"/>
                    </a:lnTo>
                    <a:lnTo>
                      <a:pt x="99708" y="17065"/>
                    </a:lnTo>
                    <a:lnTo>
                      <a:pt x="49131" y="29982"/>
                    </a:lnTo>
                    <a:lnTo>
                      <a:pt x="0" y="46291"/>
                    </a:lnTo>
                  </a:path>
                </a:pathLst>
              </a:custGeom>
              <a:ln w="88900">
                <a:solidFill>
                  <a:srgbClr val="E6E7E8"/>
                </a:solidFill>
              </a:ln>
            </p:spPr>
            <p:txBody>
              <a:bodyPr wrap="square" lIns="0" tIns="0" rIns="0" bIns="0" rtlCol="0"/>
              <a:lstStyle/>
              <a:p>
                <a:endParaRPr/>
              </a:p>
            </p:txBody>
          </p:sp>
          <p:sp>
            <p:nvSpPr>
              <p:cNvPr id="23" name="object 22">
                <a:extLst>
                  <a:ext uri="{FF2B5EF4-FFF2-40B4-BE49-F238E27FC236}">
                    <a16:creationId xmlns:a16="http://schemas.microsoft.com/office/drawing/2014/main" id="{8F976DFD-2862-56D9-048C-699FEEFFABDD}"/>
                  </a:ext>
                </a:extLst>
              </p:cNvPr>
              <p:cNvSpPr/>
              <p:nvPr/>
            </p:nvSpPr>
            <p:spPr>
              <a:xfrm>
                <a:off x="3309117" y="2630173"/>
                <a:ext cx="1272540" cy="747395"/>
              </a:xfrm>
              <a:custGeom>
                <a:avLst/>
                <a:gdLst/>
                <a:ahLst/>
                <a:cxnLst/>
                <a:rect l="l" t="t" r="r" b="b"/>
                <a:pathLst>
                  <a:path w="1272539" h="747395">
                    <a:moveTo>
                      <a:pt x="0" y="528408"/>
                    </a:moveTo>
                    <a:lnTo>
                      <a:pt x="34768" y="561123"/>
                    </a:lnTo>
                    <a:lnTo>
                      <a:pt x="71570" y="591576"/>
                    </a:lnTo>
                    <a:lnTo>
                      <a:pt x="110294" y="619657"/>
                    </a:lnTo>
                    <a:lnTo>
                      <a:pt x="150829" y="645255"/>
                    </a:lnTo>
                    <a:lnTo>
                      <a:pt x="193064" y="668258"/>
                    </a:lnTo>
                    <a:lnTo>
                      <a:pt x="236888" y="688555"/>
                    </a:lnTo>
                    <a:lnTo>
                      <a:pt x="282189" y="706035"/>
                    </a:lnTo>
                    <a:lnTo>
                      <a:pt x="328857" y="720587"/>
                    </a:lnTo>
                    <a:lnTo>
                      <a:pt x="376781" y="732098"/>
                    </a:lnTo>
                    <a:lnTo>
                      <a:pt x="425848" y="740458"/>
                    </a:lnTo>
                    <a:lnTo>
                      <a:pt x="475950" y="745556"/>
                    </a:lnTo>
                    <a:lnTo>
                      <a:pt x="526973" y="747280"/>
                    </a:lnTo>
                    <a:lnTo>
                      <a:pt x="574105" y="745810"/>
                    </a:lnTo>
                    <a:lnTo>
                      <a:pt x="620457" y="741458"/>
                    </a:lnTo>
                    <a:lnTo>
                      <a:pt x="665942" y="734311"/>
                    </a:lnTo>
                    <a:lnTo>
                      <a:pt x="710475" y="724458"/>
                    </a:lnTo>
                    <a:lnTo>
                      <a:pt x="753966" y="711985"/>
                    </a:lnTo>
                    <a:lnTo>
                      <a:pt x="796329" y="696980"/>
                    </a:lnTo>
                    <a:lnTo>
                      <a:pt x="837476" y="679531"/>
                    </a:lnTo>
                    <a:lnTo>
                      <a:pt x="877321" y="659725"/>
                    </a:lnTo>
                    <a:lnTo>
                      <a:pt x="915775" y="637649"/>
                    </a:lnTo>
                    <a:lnTo>
                      <a:pt x="952752" y="613392"/>
                    </a:lnTo>
                    <a:lnTo>
                      <a:pt x="988164" y="587041"/>
                    </a:lnTo>
                    <a:lnTo>
                      <a:pt x="1021925" y="558684"/>
                    </a:lnTo>
                    <a:lnTo>
                      <a:pt x="1053946" y="528407"/>
                    </a:lnTo>
                    <a:lnTo>
                      <a:pt x="1084140" y="496298"/>
                    </a:lnTo>
                    <a:lnTo>
                      <a:pt x="1112420" y="462446"/>
                    </a:lnTo>
                    <a:lnTo>
                      <a:pt x="1138700" y="426937"/>
                    </a:lnTo>
                    <a:lnTo>
                      <a:pt x="1162890" y="389859"/>
                    </a:lnTo>
                    <a:lnTo>
                      <a:pt x="1184905" y="351300"/>
                    </a:lnTo>
                    <a:lnTo>
                      <a:pt x="1204657" y="311347"/>
                    </a:lnTo>
                    <a:lnTo>
                      <a:pt x="1222059" y="270087"/>
                    </a:lnTo>
                    <a:lnTo>
                      <a:pt x="1237023" y="227609"/>
                    </a:lnTo>
                    <a:lnTo>
                      <a:pt x="1249462" y="184000"/>
                    </a:lnTo>
                    <a:lnTo>
                      <a:pt x="1259288" y="139346"/>
                    </a:lnTo>
                    <a:lnTo>
                      <a:pt x="1266416" y="93737"/>
                    </a:lnTo>
                    <a:lnTo>
                      <a:pt x="1270756" y="47259"/>
                    </a:lnTo>
                    <a:lnTo>
                      <a:pt x="1272222" y="0"/>
                    </a:lnTo>
                  </a:path>
                </a:pathLst>
              </a:custGeom>
              <a:ln w="88900">
                <a:solidFill>
                  <a:srgbClr val="005399"/>
                </a:solidFill>
              </a:ln>
            </p:spPr>
            <p:txBody>
              <a:bodyPr wrap="square" lIns="0" tIns="0" rIns="0" bIns="0" rtlCol="0"/>
              <a:lstStyle/>
              <a:p>
                <a:endParaRPr/>
              </a:p>
            </p:txBody>
          </p:sp>
        </p:grpSp>
        <p:sp>
          <p:nvSpPr>
            <p:cNvPr id="24" name="object 23">
              <a:extLst>
                <a:ext uri="{FF2B5EF4-FFF2-40B4-BE49-F238E27FC236}">
                  <a16:creationId xmlns:a16="http://schemas.microsoft.com/office/drawing/2014/main" id="{8B41D436-C9C3-FF0E-1820-3C4EA1073101}"/>
                </a:ext>
              </a:extLst>
            </p:cNvPr>
            <p:cNvSpPr txBox="1"/>
            <p:nvPr userDrawn="1"/>
          </p:nvSpPr>
          <p:spPr>
            <a:xfrm>
              <a:off x="4333559" y="1857658"/>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5" name="object 24">
              <a:extLst>
                <a:ext uri="{FF2B5EF4-FFF2-40B4-BE49-F238E27FC236}">
                  <a16:creationId xmlns:a16="http://schemas.microsoft.com/office/drawing/2014/main" id="{4BD77385-AA84-2F68-8889-7C9AA35F07B5}"/>
                </a:ext>
              </a:extLst>
            </p:cNvPr>
            <p:cNvSpPr txBox="1"/>
            <p:nvPr userDrawn="1"/>
          </p:nvSpPr>
          <p:spPr>
            <a:xfrm>
              <a:off x="4333559" y="3313935"/>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6" name="object 25">
              <a:extLst>
                <a:ext uri="{FF2B5EF4-FFF2-40B4-BE49-F238E27FC236}">
                  <a16:creationId xmlns:a16="http://schemas.microsoft.com/office/drawing/2014/main" id="{6BE11E3B-2082-BC45-BD5E-2170402455BF}"/>
                </a:ext>
              </a:extLst>
            </p:cNvPr>
            <p:cNvSpPr txBox="1"/>
            <p:nvPr userDrawn="1"/>
          </p:nvSpPr>
          <p:spPr>
            <a:xfrm>
              <a:off x="2884521" y="2847591"/>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7" name="object 26">
              <a:extLst>
                <a:ext uri="{FF2B5EF4-FFF2-40B4-BE49-F238E27FC236}">
                  <a16:creationId xmlns:a16="http://schemas.microsoft.com/office/drawing/2014/main" id="{0B18F553-D84C-36F4-8914-86B897F685B9}"/>
                </a:ext>
              </a:extLst>
            </p:cNvPr>
            <p:cNvSpPr txBox="1"/>
            <p:nvPr userDrawn="1"/>
          </p:nvSpPr>
          <p:spPr>
            <a:xfrm>
              <a:off x="3070735" y="1947002"/>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8" name="object 30">
              <a:extLst>
                <a:ext uri="{FF2B5EF4-FFF2-40B4-BE49-F238E27FC236}">
                  <a16:creationId xmlns:a16="http://schemas.microsoft.com/office/drawing/2014/main" id="{3BB92EEE-09F8-60A6-F89F-25E6BB472213}"/>
                </a:ext>
              </a:extLst>
            </p:cNvPr>
            <p:cNvSpPr txBox="1"/>
            <p:nvPr userDrawn="1"/>
          </p:nvSpPr>
          <p:spPr>
            <a:xfrm>
              <a:off x="838200" y="4343400"/>
              <a:ext cx="1219200" cy="330200"/>
            </a:xfrm>
            <a:prstGeom prst="rect">
              <a:avLst/>
            </a:prstGeom>
          </p:spPr>
          <p:txBody>
            <a:bodyPr vert="horz" wrap="square" lIns="0" tIns="12700" rIns="0" bIns="0" rtlCol="0">
              <a:spAutoFit/>
            </a:bodyPr>
            <a:lstStyle/>
            <a:p>
              <a:pPr algn="ctr">
                <a:lnSpc>
                  <a:spcPct val="100000"/>
                </a:lnSpc>
                <a:spcBef>
                  <a:spcPts val="100"/>
                </a:spcBef>
              </a:pPr>
              <a:r>
                <a:rPr sz="1000" spc="-10">
                  <a:solidFill>
                    <a:srgbClr val="939598"/>
                  </a:solidFill>
                  <a:latin typeface="Aptos" panose="020B0004020202020204" pitchFamily="34" charset="0"/>
                  <a:cs typeface="Circular Std Book Italic"/>
                </a:rPr>
                <a:t>Fig.1</a:t>
              </a:r>
              <a:r>
                <a:rPr sz="1000" spc="-25">
                  <a:solidFill>
                    <a:srgbClr val="939598"/>
                  </a:solidFill>
                  <a:latin typeface="Aptos" panose="020B0004020202020204" pitchFamily="34" charset="0"/>
                  <a:cs typeface="Circular Std Book Italic"/>
                </a:rPr>
                <a:t> </a:t>
              </a:r>
              <a:r>
                <a:rPr sz="1000" b="1" spc="-10">
                  <a:solidFill>
                    <a:srgbClr val="005399"/>
                  </a:solidFill>
                  <a:latin typeface="Aptos" panose="020B0004020202020204" pitchFamily="34" charset="0"/>
                  <a:cs typeface="Circular Std Bold Italic"/>
                </a:rPr>
                <a:t>Légende</a:t>
              </a:r>
              <a:endParaRPr sz="1000">
                <a:latin typeface="Aptos" panose="020B0004020202020204" pitchFamily="34" charset="0"/>
                <a:cs typeface="Circular Std Bold Italic"/>
              </a:endParaRPr>
            </a:p>
            <a:p>
              <a:pPr algn="ctr">
                <a:lnSpc>
                  <a:spcPct val="100000"/>
                </a:lnSpc>
              </a:pPr>
              <a:r>
                <a:rPr sz="1000" b="1">
                  <a:solidFill>
                    <a:srgbClr val="005399"/>
                  </a:solidFill>
                  <a:latin typeface="Aptos" panose="020B0004020202020204" pitchFamily="34" charset="0"/>
                  <a:cs typeface="Circular Std Bold Italic"/>
                </a:rPr>
                <a:t>de</a:t>
              </a:r>
              <a:r>
                <a:rPr sz="1000" b="1" spc="-25">
                  <a:solidFill>
                    <a:srgbClr val="005399"/>
                  </a:solidFill>
                  <a:latin typeface="Aptos" panose="020B0004020202020204" pitchFamily="34" charset="0"/>
                  <a:cs typeface="Circular Std Bold Italic"/>
                </a:rPr>
                <a:t> </a:t>
              </a:r>
              <a:r>
                <a:rPr sz="1000" b="1">
                  <a:solidFill>
                    <a:srgbClr val="005399"/>
                  </a:solidFill>
                  <a:latin typeface="Aptos" panose="020B0004020202020204" pitchFamily="34" charset="0"/>
                  <a:cs typeface="Circular Std Bold Italic"/>
                </a:rPr>
                <a:t>l’illustration</a:t>
              </a:r>
              <a:r>
                <a:rPr sz="1000" b="1" spc="-20">
                  <a:solidFill>
                    <a:srgbClr val="005399"/>
                  </a:solidFill>
                  <a:latin typeface="Aptos" panose="020B0004020202020204" pitchFamily="34" charset="0"/>
                  <a:cs typeface="Circular Std Bold Italic"/>
                </a:rPr>
                <a:t> </a:t>
              </a:r>
              <a:r>
                <a:rPr sz="1000" b="1">
                  <a:solidFill>
                    <a:srgbClr val="005399"/>
                  </a:solidFill>
                  <a:latin typeface="Aptos" panose="020B0004020202020204" pitchFamily="34" charset="0"/>
                  <a:cs typeface="Circular Std Bold Italic"/>
                </a:rPr>
                <a:t>en</a:t>
              </a:r>
              <a:r>
                <a:rPr sz="1000" b="1" spc="-25">
                  <a:solidFill>
                    <a:srgbClr val="005399"/>
                  </a:solidFill>
                  <a:latin typeface="Aptos" panose="020B0004020202020204" pitchFamily="34" charset="0"/>
                  <a:cs typeface="Circular Std Bold Italic"/>
                </a:rPr>
                <a:t> </a:t>
              </a:r>
              <a:r>
                <a:rPr sz="1000" b="1" spc="-50">
                  <a:solidFill>
                    <a:srgbClr val="005399"/>
                  </a:solidFill>
                  <a:latin typeface="Aptos" panose="020B0004020202020204" pitchFamily="34" charset="0"/>
                  <a:cs typeface="Circular Std Bold Italic"/>
                </a:rPr>
                <a:t>%</a:t>
              </a:r>
              <a:endParaRPr sz="1000">
                <a:latin typeface="Aptos" panose="020B0004020202020204" pitchFamily="34" charset="0"/>
                <a:cs typeface="Circular Std Bold Italic"/>
              </a:endParaRPr>
            </a:p>
          </p:txBody>
        </p:sp>
        <p:sp>
          <p:nvSpPr>
            <p:cNvPr id="29" name="object 30">
              <a:extLst>
                <a:ext uri="{FF2B5EF4-FFF2-40B4-BE49-F238E27FC236}">
                  <a16:creationId xmlns:a16="http://schemas.microsoft.com/office/drawing/2014/main" id="{C78B95AF-3D7C-425D-104B-850FADA7B899}"/>
                </a:ext>
              </a:extLst>
            </p:cNvPr>
            <p:cNvSpPr txBox="1"/>
            <p:nvPr userDrawn="1"/>
          </p:nvSpPr>
          <p:spPr>
            <a:xfrm>
              <a:off x="3105150" y="4343400"/>
              <a:ext cx="1219200" cy="330200"/>
            </a:xfrm>
            <a:prstGeom prst="rect">
              <a:avLst/>
            </a:prstGeom>
          </p:spPr>
          <p:txBody>
            <a:bodyPr vert="horz" wrap="square" lIns="0" tIns="12700" rIns="0" bIns="0" rtlCol="0">
              <a:spAutoFit/>
            </a:bodyPr>
            <a:lstStyle/>
            <a:p>
              <a:pPr marR="51435" algn="ctr">
                <a:lnSpc>
                  <a:spcPct val="100000"/>
                </a:lnSpc>
                <a:spcBef>
                  <a:spcPts val="1255"/>
                </a:spcBef>
              </a:pPr>
              <a:r>
                <a:rPr lang="fr-FR" sz="1000">
                  <a:solidFill>
                    <a:srgbClr val="939598"/>
                  </a:solidFill>
                  <a:latin typeface="Aptos" panose="020B0004020202020204" pitchFamily="34" charset="0"/>
                  <a:cs typeface="Circular Std Book Italic"/>
                </a:rPr>
                <a:t>Fig.2</a:t>
              </a:r>
              <a:r>
                <a:rPr lang="fr-FR" sz="1000" spc="-5">
                  <a:solidFill>
                    <a:srgbClr val="939598"/>
                  </a:solidFill>
                  <a:latin typeface="Aptos" panose="020B0004020202020204" pitchFamily="34" charset="0"/>
                  <a:cs typeface="Circular Std Book Italic"/>
                </a:rPr>
                <a:t> </a:t>
              </a:r>
              <a:r>
                <a:rPr lang="fr-FR" sz="1000" b="1" spc="-10">
                  <a:solidFill>
                    <a:srgbClr val="005399"/>
                  </a:solidFill>
                  <a:latin typeface="Aptos" panose="020B0004020202020204" pitchFamily="34" charset="0"/>
                  <a:cs typeface="Circular Std Bold Italic"/>
                </a:rPr>
                <a:t>Légende</a:t>
              </a:r>
              <a:endParaRPr lang="fr-FR" sz="1000">
                <a:latin typeface="Aptos" panose="020B0004020202020204" pitchFamily="34" charset="0"/>
                <a:cs typeface="Circular Std Bold Italic"/>
              </a:endParaRPr>
            </a:p>
            <a:p>
              <a:pPr marR="51435" algn="ctr">
                <a:lnSpc>
                  <a:spcPct val="100000"/>
                </a:lnSpc>
              </a:pPr>
              <a:r>
                <a:rPr lang="fr-FR" sz="1000" b="1">
                  <a:solidFill>
                    <a:srgbClr val="005399"/>
                  </a:solidFill>
                  <a:latin typeface="Aptos" panose="020B0004020202020204" pitchFamily="34" charset="0"/>
                  <a:cs typeface="Circular Std Bold Italic"/>
                </a:rPr>
                <a:t>de</a:t>
              </a:r>
              <a:r>
                <a:rPr lang="fr-FR" sz="1000" b="1" spc="-25">
                  <a:solidFill>
                    <a:srgbClr val="005399"/>
                  </a:solidFill>
                  <a:latin typeface="Aptos" panose="020B0004020202020204" pitchFamily="34" charset="0"/>
                  <a:cs typeface="Circular Std Bold Italic"/>
                </a:rPr>
                <a:t> </a:t>
              </a:r>
              <a:r>
                <a:rPr lang="fr-FR" sz="1000" b="1">
                  <a:solidFill>
                    <a:srgbClr val="005399"/>
                  </a:solidFill>
                  <a:latin typeface="Aptos" panose="020B0004020202020204" pitchFamily="34" charset="0"/>
                  <a:cs typeface="Circular Std Bold Italic"/>
                </a:rPr>
                <a:t>l’illustration</a:t>
              </a:r>
              <a:r>
                <a:rPr lang="fr-FR" sz="1000" b="1" spc="-20">
                  <a:solidFill>
                    <a:srgbClr val="005399"/>
                  </a:solidFill>
                  <a:latin typeface="Aptos" panose="020B0004020202020204" pitchFamily="34" charset="0"/>
                  <a:cs typeface="Circular Std Bold Italic"/>
                </a:rPr>
                <a:t> </a:t>
              </a:r>
              <a:r>
                <a:rPr lang="fr-FR" sz="1000" b="1">
                  <a:solidFill>
                    <a:srgbClr val="005399"/>
                  </a:solidFill>
                  <a:latin typeface="Aptos" panose="020B0004020202020204" pitchFamily="34" charset="0"/>
                  <a:cs typeface="Circular Std Bold Italic"/>
                </a:rPr>
                <a:t>en</a:t>
              </a:r>
              <a:r>
                <a:rPr lang="fr-FR" sz="1000" b="1" spc="-25">
                  <a:solidFill>
                    <a:srgbClr val="005399"/>
                  </a:solidFill>
                  <a:latin typeface="Aptos" panose="020B0004020202020204" pitchFamily="34" charset="0"/>
                  <a:cs typeface="Circular Std Bold Italic"/>
                </a:rPr>
                <a:t> </a:t>
              </a:r>
              <a:r>
                <a:rPr lang="fr-FR" sz="1000" b="1" spc="-50">
                  <a:solidFill>
                    <a:srgbClr val="005399"/>
                  </a:solidFill>
                  <a:latin typeface="Aptos" panose="020B0004020202020204" pitchFamily="34" charset="0"/>
                  <a:cs typeface="Circular Std Bold Italic"/>
                </a:rPr>
                <a:t>%</a:t>
              </a:r>
              <a:endParaRPr lang="fr-FR" sz="1000">
                <a:latin typeface="Aptos" panose="020B0004020202020204" pitchFamily="34" charset="0"/>
                <a:cs typeface="Circular Std Bold Italic"/>
              </a:endParaRPr>
            </a:p>
          </p:txBody>
        </p:sp>
        <p:sp>
          <p:nvSpPr>
            <p:cNvPr id="30" name="object 5">
              <a:extLst>
                <a:ext uri="{FF2B5EF4-FFF2-40B4-BE49-F238E27FC236}">
                  <a16:creationId xmlns:a16="http://schemas.microsoft.com/office/drawing/2014/main" id="{F4F257EF-544E-6FB4-B26A-A742BEE79883}"/>
                </a:ext>
              </a:extLst>
            </p:cNvPr>
            <p:cNvSpPr/>
            <p:nvPr userDrawn="1"/>
          </p:nvSpPr>
          <p:spPr>
            <a:xfrm>
              <a:off x="727176" y="3768090"/>
              <a:ext cx="65405" cy="65405"/>
            </a:xfrm>
            <a:custGeom>
              <a:avLst/>
              <a:gdLst/>
              <a:ahLst/>
              <a:cxnLst/>
              <a:rect l="l" t="t" r="r" b="b"/>
              <a:pathLst>
                <a:path w="65404" h="65404">
                  <a:moveTo>
                    <a:pt x="64795" y="0"/>
                  </a:moveTo>
                  <a:lnTo>
                    <a:pt x="0" y="0"/>
                  </a:lnTo>
                  <a:lnTo>
                    <a:pt x="0" y="64795"/>
                  </a:lnTo>
                  <a:lnTo>
                    <a:pt x="64795" y="64795"/>
                  </a:lnTo>
                  <a:lnTo>
                    <a:pt x="64795" y="0"/>
                  </a:lnTo>
                  <a:close/>
                </a:path>
              </a:pathLst>
            </a:custGeom>
            <a:solidFill>
              <a:srgbClr val="005399"/>
            </a:solidFill>
          </p:spPr>
          <p:txBody>
            <a:bodyPr wrap="square" lIns="0" tIns="0" rIns="0" bIns="0" rtlCol="0"/>
            <a:lstStyle/>
            <a:p>
              <a:endParaRPr/>
            </a:p>
          </p:txBody>
        </p:sp>
        <p:sp>
          <p:nvSpPr>
            <p:cNvPr id="35" name="object 10">
              <a:extLst>
                <a:ext uri="{FF2B5EF4-FFF2-40B4-BE49-F238E27FC236}">
                  <a16:creationId xmlns:a16="http://schemas.microsoft.com/office/drawing/2014/main" id="{DCC10578-6947-DA22-3667-7F640D40F95A}"/>
                </a:ext>
              </a:extLst>
            </p:cNvPr>
            <p:cNvSpPr/>
            <p:nvPr userDrawn="1"/>
          </p:nvSpPr>
          <p:spPr>
            <a:xfrm>
              <a:off x="3093021" y="3950970"/>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226FB7"/>
            </a:solidFill>
          </p:spPr>
          <p:txBody>
            <a:bodyPr wrap="square" lIns="0" tIns="0" rIns="0" bIns="0" rtlCol="0"/>
            <a:lstStyle/>
            <a:p>
              <a:endParaRPr/>
            </a:p>
          </p:txBody>
        </p:sp>
        <p:sp>
          <p:nvSpPr>
            <p:cNvPr id="36" name="object 11">
              <a:extLst>
                <a:ext uri="{FF2B5EF4-FFF2-40B4-BE49-F238E27FC236}">
                  <a16:creationId xmlns:a16="http://schemas.microsoft.com/office/drawing/2014/main" id="{FDE3CAE0-344E-3B21-37CF-7367727765FF}"/>
                </a:ext>
              </a:extLst>
            </p:cNvPr>
            <p:cNvSpPr/>
            <p:nvPr userDrawn="1"/>
          </p:nvSpPr>
          <p:spPr>
            <a:xfrm>
              <a:off x="3093021" y="4179570"/>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005399"/>
            </a:solidFill>
          </p:spPr>
          <p:txBody>
            <a:bodyPr wrap="square" lIns="0" tIns="0" rIns="0" bIns="0" rtlCol="0"/>
            <a:lstStyle/>
            <a:p>
              <a:endParaRPr/>
            </a:p>
          </p:txBody>
        </p:sp>
      </p:grpSp>
      <p:sp>
        <p:nvSpPr>
          <p:cNvPr id="37" name="Espace réservé du texte 5">
            <a:extLst>
              <a:ext uri="{FF2B5EF4-FFF2-40B4-BE49-F238E27FC236}">
                <a16:creationId xmlns:a16="http://schemas.microsoft.com/office/drawing/2014/main" id="{1F22531C-16CC-E203-977B-56F43EBE0E27}"/>
              </a:ext>
            </a:extLst>
          </p:cNvPr>
          <p:cNvSpPr>
            <a:spLocks noGrp="1"/>
          </p:cNvSpPr>
          <p:nvPr>
            <p:ph type="body" sz="quarter" idx="12" hasCustomPrompt="1"/>
          </p:nvPr>
        </p:nvSpPr>
        <p:spPr>
          <a:xfrm>
            <a:off x="5562600" y="1219200"/>
            <a:ext cx="3962400"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38" name="Holder 3">
            <a:extLst>
              <a:ext uri="{FF2B5EF4-FFF2-40B4-BE49-F238E27FC236}">
                <a16:creationId xmlns:a16="http://schemas.microsoft.com/office/drawing/2014/main" id="{990EFDD1-24CD-08AB-8F1F-5ECBB3BAC4E9}"/>
              </a:ext>
            </a:extLst>
          </p:cNvPr>
          <p:cNvSpPr>
            <a:spLocks noGrp="1"/>
          </p:cNvSpPr>
          <p:nvPr>
            <p:ph type="body" idx="1"/>
          </p:nvPr>
        </p:nvSpPr>
        <p:spPr>
          <a:xfrm>
            <a:off x="5562600" y="2514600"/>
            <a:ext cx="3962400" cy="3136900"/>
          </a:xfrm>
          <a:prstGeom prst="rect">
            <a:avLst/>
          </a:prstGeom>
        </p:spPr>
        <p:txBody>
          <a:bodyPr lIns="0" tIns="0" rIns="0" bIns="0"/>
          <a:lstStyle>
            <a:lvl1pPr>
              <a:defRPr sz="1350" b="0" i="0">
                <a:solidFill>
                  <a:schemeClr val="tx1"/>
                </a:solidFill>
                <a:latin typeface="Aptos"/>
                <a:cs typeface="Aptos"/>
              </a:defRPr>
            </a:lvl1pPr>
          </a:lstStyle>
          <a:p>
            <a:endParaRPr dirty="0"/>
          </a:p>
        </p:txBody>
      </p:sp>
      <p:sp>
        <p:nvSpPr>
          <p:cNvPr id="44" name="Espace réservé du numéro de diapositive 5">
            <a:extLst>
              <a:ext uri="{FF2B5EF4-FFF2-40B4-BE49-F238E27FC236}">
                <a16:creationId xmlns:a16="http://schemas.microsoft.com/office/drawing/2014/main" id="{4700B97E-CA2E-BB90-EA05-518B6ACF8421}"/>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2498260186"/>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15464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401299" y="384247"/>
            <a:ext cx="7066301" cy="360680"/>
          </a:xfrm>
          <a:prstGeom prst="rect">
            <a:avLst/>
          </a:prstGeom>
        </p:spPr>
        <p:txBody>
          <a:bodyPr lIns="0" tIns="0" rIns="0" bIns="0"/>
          <a:lstStyle>
            <a:lvl1pPr>
              <a:defRPr sz="2200" b="1" i="0">
                <a:solidFill>
                  <a:srgbClr val="58595B"/>
                </a:solidFill>
                <a:latin typeface="Aptos"/>
                <a:cs typeface="Aptos"/>
              </a:defRPr>
            </a:lvl1pPr>
          </a:lstStyle>
          <a:p>
            <a:endParaRPr/>
          </a:p>
        </p:txBody>
      </p:sp>
      <p:grpSp>
        <p:nvGrpSpPr>
          <p:cNvPr id="39" name="Groupe 38">
            <a:extLst>
              <a:ext uri="{FF2B5EF4-FFF2-40B4-BE49-F238E27FC236}">
                <a16:creationId xmlns:a16="http://schemas.microsoft.com/office/drawing/2014/main" id="{91420234-21C2-317B-A9A0-A6593C689630}"/>
              </a:ext>
            </a:extLst>
          </p:cNvPr>
          <p:cNvGrpSpPr/>
          <p:nvPr userDrawn="1"/>
        </p:nvGrpSpPr>
        <p:grpSpPr>
          <a:xfrm>
            <a:off x="-4953000" y="1838429"/>
            <a:ext cx="3980873" cy="2835171"/>
            <a:chOff x="645397" y="1838429"/>
            <a:chExt cx="3980873" cy="2835171"/>
          </a:xfrm>
        </p:grpSpPr>
        <p:sp>
          <p:nvSpPr>
            <p:cNvPr id="3" name="object 6">
              <a:extLst>
                <a:ext uri="{FF2B5EF4-FFF2-40B4-BE49-F238E27FC236}">
                  <a16:creationId xmlns:a16="http://schemas.microsoft.com/office/drawing/2014/main" id="{0A984DE3-7930-D44B-DA4D-8A9F828DE89E}"/>
                </a:ext>
              </a:extLst>
            </p:cNvPr>
            <p:cNvSpPr txBox="1"/>
            <p:nvPr userDrawn="1"/>
          </p:nvSpPr>
          <p:spPr>
            <a:xfrm>
              <a:off x="810207" y="3667783"/>
              <a:ext cx="1372870" cy="381000"/>
            </a:xfrm>
            <a:prstGeom prst="rect">
              <a:avLst/>
            </a:prstGeom>
          </p:spPr>
          <p:txBody>
            <a:bodyPr vert="horz" wrap="square" lIns="0" tIns="26670" rIns="0" bIns="0" rtlCol="0">
              <a:spAutoFit/>
            </a:bodyPr>
            <a:lstStyle/>
            <a:p>
              <a:pPr marL="12700" marR="5080" indent="10160">
                <a:lnSpc>
                  <a:spcPts val="1360"/>
                </a:lnSpc>
                <a:spcBef>
                  <a:spcPts val="210"/>
                </a:spcBef>
              </a:pPr>
              <a:r>
                <a:rPr sz="1200" spc="-10">
                  <a:latin typeface="Aptos Light"/>
                  <a:cs typeface="Aptos Light"/>
                </a:rPr>
                <a:t>Corectorunt</a:t>
              </a:r>
              <a:r>
                <a:rPr sz="1200" spc="25">
                  <a:latin typeface="Aptos Light"/>
                  <a:cs typeface="Aptos Light"/>
                </a:rPr>
                <a:t> </a:t>
              </a:r>
              <a:r>
                <a:rPr sz="1200" spc="-20">
                  <a:latin typeface="Aptos Light"/>
                  <a:cs typeface="Aptos Light"/>
                </a:rPr>
                <a:t>etur </a:t>
              </a:r>
              <a:r>
                <a:rPr sz="1200" spc="-10">
                  <a:latin typeface="Aptos Light"/>
                  <a:cs typeface="Aptos Light"/>
                </a:rPr>
                <a:t>Vendi</a:t>
              </a:r>
              <a:r>
                <a:rPr sz="1200" spc="-50">
                  <a:latin typeface="Aptos Light"/>
                  <a:cs typeface="Aptos Light"/>
                </a:rPr>
                <a:t> </a:t>
              </a:r>
              <a:r>
                <a:rPr sz="1200">
                  <a:latin typeface="Aptos Light"/>
                  <a:cs typeface="Aptos Light"/>
                </a:rPr>
                <a:t>reped</a:t>
              </a:r>
              <a:r>
                <a:rPr sz="1200" spc="-45">
                  <a:latin typeface="Aptos Light"/>
                  <a:cs typeface="Aptos Light"/>
                </a:rPr>
                <a:t> </a:t>
              </a:r>
              <a:r>
                <a:rPr sz="1200">
                  <a:latin typeface="Aptos Light"/>
                  <a:cs typeface="Aptos Light"/>
                </a:rPr>
                <a:t>qui</a:t>
              </a:r>
              <a:r>
                <a:rPr sz="1200" spc="-45">
                  <a:latin typeface="Aptos Light"/>
                  <a:cs typeface="Aptos Light"/>
                </a:rPr>
                <a:t> </a:t>
              </a:r>
              <a:r>
                <a:rPr sz="1200" spc="-20">
                  <a:latin typeface="Aptos Light"/>
                  <a:cs typeface="Aptos Light"/>
                </a:rPr>
                <a:t>omni</a:t>
              </a:r>
              <a:endParaRPr sz="1200">
                <a:latin typeface="Aptos Light"/>
                <a:cs typeface="Aptos Light"/>
              </a:endParaRPr>
            </a:p>
          </p:txBody>
        </p:sp>
        <p:sp>
          <p:nvSpPr>
            <p:cNvPr id="4" name="object 7">
              <a:extLst>
                <a:ext uri="{FF2B5EF4-FFF2-40B4-BE49-F238E27FC236}">
                  <a16:creationId xmlns:a16="http://schemas.microsoft.com/office/drawing/2014/main" id="{32D48390-FDBF-8B40-757E-FB850395629A}"/>
                </a:ext>
              </a:extLst>
            </p:cNvPr>
            <p:cNvSpPr/>
            <p:nvPr userDrawn="1"/>
          </p:nvSpPr>
          <p:spPr>
            <a:xfrm>
              <a:off x="727176" y="3940809"/>
              <a:ext cx="65405" cy="65405"/>
            </a:xfrm>
            <a:custGeom>
              <a:avLst/>
              <a:gdLst/>
              <a:ahLst/>
              <a:cxnLst/>
              <a:rect l="l" t="t" r="r" b="b"/>
              <a:pathLst>
                <a:path w="65404" h="65404">
                  <a:moveTo>
                    <a:pt x="64795" y="0"/>
                  </a:moveTo>
                  <a:lnTo>
                    <a:pt x="0" y="0"/>
                  </a:lnTo>
                  <a:lnTo>
                    <a:pt x="0" y="64795"/>
                  </a:lnTo>
                  <a:lnTo>
                    <a:pt x="64795" y="64795"/>
                  </a:lnTo>
                  <a:lnTo>
                    <a:pt x="64795" y="0"/>
                  </a:lnTo>
                  <a:close/>
                </a:path>
              </a:pathLst>
            </a:custGeom>
            <a:solidFill>
              <a:srgbClr val="E6E7E8"/>
            </a:solidFill>
          </p:spPr>
          <p:txBody>
            <a:bodyPr wrap="square" lIns="0" tIns="0" rIns="0" bIns="0" rtlCol="0"/>
            <a:lstStyle/>
            <a:p>
              <a:endParaRPr/>
            </a:p>
          </p:txBody>
        </p:sp>
        <p:sp>
          <p:nvSpPr>
            <p:cNvPr id="5" name="object 8">
              <a:extLst>
                <a:ext uri="{FF2B5EF4-FFF2-40B4-BE49-F238E27FC236}">
                  <a16:creationId xmlns:a16="http://schemas.microsoft.com/office/drawing/2014/main" id="{D65AD998-D5A5-3F05-61DE-E7BC06B4259D}"/>
                </a:ext>
              </a:extLst>
            </p:cNvPr>
            <p:cNvSpPr/>
            <p:nvPr userDrawn="1"/>
          </p:nvSpPr>
          <p:spPr>
            <a:xfrm>
              <a:off x="3083496" y="3744595"/>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29A457"/>
            </a:solidFill>
          </p:spPr>
          <p:txBody>
            <a:bodyPr wrap="square" lIns="0" tIns="0" rIns="0" bIns="0" rtlCol="0"/>
            <a:lstStyle/>
            <a:p>
              <a:endParaRPr/>
            </a:p>
          </p:txBody>
        </p:sp>
        <p:sp>
          <p:nvSpPr>
            <p:cNvPr id="6" name="object 9">
              <a:extLst>
                <a:ext uri="{FF2B5EF4-FFF2-40B4-BE49-F238E27FC236}">
                  <a16:creationId xmlns:a16="http://schemas.microsoft.com/office/drawing/2014/main" id="{5B5B4420-E7EE-2DA8-FE47-049F89D7170E}"/>
                </a:ext>
              </a:extLst>
            </p:cNvPr>
            <p:cNvSpPr txBox="1"/>
            <p:nvPr userDrawn="1"/>
          </p:nvSpPr>
          <p:spPr>
            <a:xfrm>
              <a:off x="3166536" y="3657600"/>
              <a:ext cx="1372870" cy="616836"/>
            </a:xfrm>
            <a:prstGeom prst="rect">
              <a:avLst/>
            </a:prstGeom>
          </p:spPr>
          <p:txBody>
            <a:bodyPr vert="horz" wrap="square" lIns="0" tIns="26670" rIns="0" bIns="0" rtlCol="0">
              <a:spAutoFit/>
            </a:bodyPr>
            <a:lstStyle/>
            <a:p>
              <a:pPr marL="12700" marR="5080" algn="l">
                <a:lnSpc>
                  <a:spcPts val="1360"/>
                </a:lnSpc>
                <a:spcBef>
                  <a:spcPts val="210"/>
                </a:spcBef>
              </a:pPr>
              <a:r>
                <a:rPr lang="fr-FR" sz="1200" spc="-10">
                  <a:latin typeface="Aptos Light"/>
                  <a:cs typeface="Aptos Light"/>
                </a:rPr>
                <a:t>R</a:t>
              </a:r>
              <a:r>
                <a:rPr lang="fr-FR" sz="1200">
                  <a:latin typeface="Aptos Light"/>
                  <a:cs typeface="Aptos Light"/>
                </a:rPr>
                <a:t>ui</a:t>
              </a:r>
              <a:r>
                <a:rPr lang="fr-FR" sz="1200" spc="-45">
                  <a:latin typeface="Aptos Light"/>
                  <a:cs typeface="Aptos Light"/>
                </a:rPr>
                <a:t> </a:t>
              </a:r>
              <a:r>
                <a:rPr lang="fr-FR" sz="1200" spc="-20">
                  <a:latin typeface="Aptos Light"/>
                  <a:cs typeface="Aptos Light"/>
                </a:rPr>
                <a:t>omni </a:t>
              </a:r>
            </a:p>
            <a:p>
              <a:pPr marL="12700" marR="5080" algn="l">
                <a:lnSpc>
                  <a:spcPts val="1360"/>
                </a:lnSpc>
                <a:spcBef>
                  <a:spcPts val="210"/>
                </a:spcBef>
              </a:pPr>
              <a:r>
                <a:rPr lang="fr-FR" sz="1200" spc="-10" err="1">
                  <a:latin typeface="Aptos Light"/>
                  <a:cs typeface="Aptos Light"/>
                </a:rPr>
                <a:t>Vendi</a:t>
              </a:r>
              <a:r>
                <a:rPr lang="fr-FR" sz="1200" spc="-50">
                  <a:latin typeface="Aptos Light"/>
                  <a:cs typeface="Aptos Light"/>
                </a:rPr>
                <a:t> </a:t>
              </a:r>
              <a:r>
                <a:rPr lang="fr-FR" sz="1200">
                  <a:latin typeface="Aptos Light"/>
                  <a:cs typeface="Aptos Light"/>
                </a:rPr>
                <a:t>qui</a:t>
              </a:r>
              <a:r>
                <a:rPr lang="fr-FR" sz="1200" spc="-45">
                  <a:latin typeface="Aptos Light"/>
                  <a:cs typeface="Aptos Light"/>
                </a:rPr>
                <a:t> </a:t>
              </a:r>
              <a:r>
                <a:rPr lang="fr-FR" sz="1200" spc="-20">
                  <a:latin typeface="Aptos Light"/>
                  <a:cs typeface="Aptos Light"/>
                </a:rPr>
                <a:t>omni </a:t>
              </a:r>
              <a:endParaRPr lang="fr-FR" sz="1200" spc="-10">
                <a:latin typeface="Aptos Light"/>
                <a:cs typeface="Aptos Light"/>
              </a:endParaRPr>
            </a:p>
            <a:p>
              <a:pPr marL="12700" marR="5080" algn="l">
                <a:lnSpc>
                  <a:spcPts val="1360"/>
                </a:lnSpc>
                <a:spcBef>
                  <a:spcPts val="210"/>
                </a:spcBef>
              </a:pPr>
              <a:r>
                <a:rPr lang="fr-FR" sz="1200" spc="-10" err="1">
                  <a:latin typeface="Aptos Light"/>
                  <a:cs typeface="Aptos Light"/>
                </a:rPr>
                <a:t>Endi</a:t>
              </a:r>
              <a:r>
                <a:rPr lang="fr-FR" sz="1200" spc="-50">
                  <a:latin typeface="Aptos Light"/>
                  <a:cs typeface="Aptos Light"/>
                </a:rPr>
                <a:t> </a:t>
              </a:r>
              <a:r>
                <a:rPr lang="fr-FR" sz="1200" err="1">
                  <a:latin typeface="Aptos Light"/>
                  <a:cs typeface="Aptos Light"/>
                </a:rPr>
                <a:t>reped</a:t>
              </a:r>
              <a:r>
                <a:rPr lang="fr-FR" sz="1200" spc="-45">
                  <a:latin typeface="Aptos Light"/>
                  <a:cs typeface="Aptos Light"/>
                </a:rPr>
                <a:t> </a:t>
              </a:r>
              <a:r>
                <a:rPr lang="fr-FR" sz="1200">
                  <a:latin typeface="Aptos Light"/>
                  <a:cs typeface="Aptos Light"/>
                </a:rPr>
                <a:t>qui</a:t>
              </a:r>
              <a:r>
                <a:rPr lang="fr-FR" sz="1200" spc="-45">
                  <a:latin typeface="Aptos Light"/>
                  <a:cs typeface="Aptos Light"/>
                </a:rPr>
                <a:t> </a:t>
              </a:r>
              <a:r>
                <a:rPr lang="fr-FR" sz="1200" spc="-20">
                  <a:latin typeface="Aptos Light"/>
                  <a:cs typeface="Aptos Light"/>
                </a:rPr>
                <a:t>omni</a:t>
              </a:r>
              <a:endParaRPr lang="fr-FR" sz="1200">
                <a:latin typeface="Aptos Light"/>
                <a:cs typeface="Aptos Light"/>
              </a:endParaRPr>
            </a:p>
          </p:txBody>
        </p:sp>
        <p:sp>
          <p:nvSpPr>
            <p:cNvPr id="9" name="object 12">
              <a:extLst>
                <a:ext uri="{FF2B5EF4-FFF2-40B4-BE49-F238E27FC236}">
                  <a16:creationId xmlns:a16="http://schemas.microsoft.com/office/drawing/2014/main" id="{EEE7ACCB-F508-672B-9D4A-70B93F3C198A}"/>
                </a:ext>
              </a:extLst>
            </p:cNvPr>
            <p:cNvSpPr txBox="1"/>
            <p:nvPr userDrawn="1"/>
          </p:nvSpPr>
          <p:spPr>
            <a:xfrm>
              <a:off x="914400" y="2357866"/>
              <a:ext cx="1050731" cy="482600"/>
            </a:xfrm>
            <a:prstGeom prst="rect">
              <a:avLst/>
            </a:prstGeom>
          </p:spPr>
          <p:txBody>
            <a:bodyPr vert="horz" wrap="square" lIns="0" tIns="12700" rIns="0" bIns="0" rtlCol="0">
              <a:spAutoFit/>
            </a:bodyPr>
            <a:lstStyle/>
            <a:p>
              <a:pPr marL="12700" algn="ctr">
                <a:lnSpc>
                  <a:spcPct val="100000"/>
                </a:lnSpc>
                <a:spcBef>
                  <a:spcPts val="100"/>
                </a:spcBef>
              </a:pPr>
              <a:r>
                <a:rPr sz="3000" spc="-10">
                  <a:solidFill>
                    <a:srgbClr val="005399"/>
                  </a:solidFill>
                  <a:latin typeface="Aptos"/>
                  <a:cs typeface="Aptos"/>
                </a:rPr>
                <a:t>35</a:t>
              </a:r>
              <a:r>
                <a:rPr sz="3000" spc="-220">
                  <a:solidFill>
                    <a:srgbClr val="005399"/>
                  </a:solidFill>
                  <a:latin typeface="Aptos"/>
                  <a:cs typeface="Aptos"/>
                </a:rPr>
                <a:t> </a:t>
              </a:r>
              <a:r>
                <a:rPr sz="3000" spc="-50">
                  <a:solidFill>
                    <a:srgbClr val="005399"/>
                  </a:solidFill>
                  <a:latin typeface="Aptos"/>
                  <a:cs typeface="Aptos"/>
                </a:rPr>
                <a:t>%</a:t>
              </a:r>
              <a:endParaRPr sz="3000">
                <a:latin typeface="Aptos"/>
                <a:cs typeface="Aptos"/>
              </a:endParaRPr>
            </a:p>
          </p:txBody>
        </p:sp>
        <p:grpSp>
          <p:nvGrpSpPr>
            <p:cNvPr id="10" name="object 13">
              <a:extLst>
                <a:ext uri="{FF2B5EF4-FFF2-40B4-BE49-F238E27FC236}">
                  <a16:creationId xmlns:a16="http://schemas.microsoft.com/office/drawing/2014/main" id="{536E1C9E-52E7-BF4B-A374-5D31BC55C4AD}"/>
                </a:ext>
              </a:extLst>
            </p:cNvPr>
            <p:cNvGrpSpPr/>
            <p:nvPr userDrawn="1"/>
          </p:nvGrpSpPr>
          <p:grpSpPr>
            <a:xfrm>
              <a:off x="645397" y="1840472"/>
              <a:ext cx="1583690" cy="1579880"/>
              <a:chOff x="645397" y="1840472"/>
              <a:chExt cx="1583690" cy="1579880"/>
            </a:xfrm>
          </p:grpSpPr>
          <p:sp>
            <p:nvSpPr>
              <p:cNvPr id="12" name="object 14">
                <a:extLst>
                  <a:ext uri="{FF2B5EF4-FFF2-40B4-BE49-F238E27FC236}">
                    <a16:creationId xmlns:a16="http://schemas.microsoft.com/office/drawing/2014/main" id="{FC37DD73-4A01-73CB-2901-B6544C16671D}"/>
                  </a:ext>
                </a:extLst>
              </p:cNvPr>
              <p:cNvSpPr/>
              <p:nvPr/>
            </p:nvSpPr>
            <p:spPr>
              <a:xfrm>
                <a:off x="1167867" y="3157147"/>
                <a:ext cx="798195" cy="218440"/>
              </a:xfrm>
              <a:custGeom>
                <a:avLst/>
                <a:gdLst/>
                <a:ahLst/>
                <a:cxnLst/>
                <a:rect l="l" t="t" r="r" b="b"/>
                <a:pathLst>
                  <a:path w="798194" h="218439">
                    <a:moveTo>
                      <a:pt x="0" y="168427"/>
                    </a:moveTo>
                    <a:lnTo>
                      <a:pt x="50970" y="185974"/>
                    </a:lnTo>
                    <a:lnTo>
                      <a:pt x="103534" y="199881"/>
                    </a:lnTo>
                    <a:lnTo>
                      <a:pt x="157541" y="210000"/>
                    </a:lnTo>
                    <a:lnTo>
                      <a:pt x="212838" y="216181"/>
                    </a:lnTo>
                    <a:lnTo>
                      <a:pt x="269278" y="218274"/>
                    </a:lnTo>
                    <a:lnTo>
                      <a:pt x="320440" y="216555"/>
                    </a:lnTo>
                    <a:lnTo>
                      <a:pt x="370676" y="211471"/>
                    </a:lnTo>
                    <a:lnTo>
                      <a:pt x="419877" y="203134"/>
                    </a:lnTo>
                    <a:lnTo>
                      <a:pt x="467930" y="191654"/>
                    </a:lnTo>
                    <a:lnTo>
                      <a:pt x="514724" y="177142"/>
                    </a:lnTo>
                    <a:lnTo>
                      <a:pt x="560147" y="159710"/>
                    </a:lnTo>
                    <a:lnTo>
                      <a:pt x="604090" y="139468"/>
                    </a:lnTo>
                    <a:lnTo>
                      <a:pt x="646439" y="116528"/>
                    </a:lnTo>
                    <a:lnTo>
                      <a:pt x="687085" y="91000"/>
                    </a:lnTo>
                    <a:lnTo>
                      <a:pt x="725916" y="62995"/>
                    </a:lnTo>
                    <a:lnTo>
                      <a:pt x="762820" y="32624"/>
                    </a:lnTo>
                    <a:lnTo>
                      <a:pt x="797687" y="0"/>
                    </a:lnTo>
                  </a:path>
                </a:pathLst>
              </a:custGeom>
              <a:ln w="88900">
                <a:solidFill>
                  <a:srgbClr val="E6E7E8"/>
                </a:solidFill>
              </a:ln>
            </p:spPr>
            <p:txBody>
              <a:bodyPr wrap="square" lIns="0" tIns="0" rIns="0" bIns="0" rtlCol="0"/>
              <a:lstStyle/>
              <a:p>
                <a:endParaRPr/>
              </a:p>
            </p:txBody>
          </p:sp>
          <p:sp>
            <p:nvSpPr>
              <p:cNvPr id="13" name="object 15">
                <a:extLst>
                  <a:ext uri="{FF2B5EF4-FFF2-40B4-BE49-F238E27FC236}">
                    <a16:creationId xmlns:a16="http://schemas.microsoft.com/office/drawing/2014/main" id="{19646364-6D74-023D-75A8-FBF742148A0E}"/>
                  </a:ext>
                </a:extLst>
              </p:cNvPr>
              <p:cNvSpPr/>
              <p:nvPr/>
            </p:nvSpPr>
            <p:spPr>
              <a:xfrm>
                <a:off x="736138" y="2888961"/>
                <a:ext cx="431800" cy="436880"/>
              </a:xfrm>
              <a:custGeom>
                <a:avLst/>
                <a:gdLst/>
                <a:ahLst/>
                <a:cxnLst/>
                <a:rect l="l" t="t" r="r" b="b"/>
                <a:pathLst>
                  <a:path w="431800" h="436879">
                    <a:moveTo>
                      <a:pt x="0" y="0"/>
                    </a:moveTo>
                    <a:lnTo>
                      <a:pt x="18617" y="45450"/>
                    </a:lnTo>
                    <a:lnTo>
                      <a:pt x="40092" y="89347"/>
                    </a:lnTo>
                    <a:lnTo>
                      <a:pt x="64308" y="131574"/>
                    </a:lnTo>
                    <a:lnTo>
                      <a:pt x="91149" y="172016"/>
                    </a:lnTo>
                    <a:lnTo>
                      <a:pt x="120498" y="210558"/>
                    </a:lnTo>
                    <a:lnTo>
                      <a:pt x="152242" y="247084"/>
                    </a:lnTo>
                    <a:lnTo>
                      <a:pt x="186262" y="281478"/>
                    </a:lnTo>
                    <a:lnTo>
                      <a:pt x="222445" y="313626"/>
                    </a:lnTo>
                    <a:lnTo>
                      <a:pt x="260672" y="343410"/>
                    </a:lnTo>
                    <a:lnTo>
                      <a:pt x="300830" y="370717"/>
                    </a:lnTo>
                    <a:lnTo>
                      <a:pt x="342802" y="395430"/>
                    </a:lnTo>
                    <a:lnTo>
                      <a:pt x="386471" y="417434"/>
                    </a:lnTo>
                    <a:lnTo>
                      <a:pt x="431723" y="436613"/>
                    </a:lnTo>
                  </a:path>
                </a:pathLst>
              </a:custGeom>
              <a:ln w="88900">
                <a:solidFill>
                  <a:srgbClr val="E6E7E8"/>
                </a:solidFill>
              </a:ln>
            </p:spPr>
            <p:txBody>
              <a:bodyPr wrap="square" lIns="0" tIns="0" rIns="0" bIns="0" rtlCol="0"/>
              <a:lstStyle/>
              <a:p>
                <a:endParaRPr/>
              </a:p>
            </p:txBody>
          </p:sp>
          <p:sp>
            <p:nvSpPr>
              <p:cNvPr id="17" name="object 16">
                <a:extLst>
                  <a:ext uri="{FF2B5EF4-FFF2-40B4-BE49-F238E27FC236}">
                    <a16:creationId xmlns:a16="http://schemas.microsoft.com/office/drawing/2014/main" id="{73405F88-DC37-BBE6-0DC8-561F640FC48E}"/>
                  </a:ext>
                </a:extLst>
              </p:cNvPr>
              <p:cNvSpPr/>
              <p:nvPr/>
            </p:nvSpPr>
            <p:spPr>
              <a:xfrm>
                <a:off x="689847" y="1884922"/>
                <a:ext cx="747395" cy="1004569"/>
              </a:xfrm>
              <a:custGeom>
                <a:avLst/>
                <a:gdLst/>
                <a:ahLst/>
                <a:cxnLst/>
                <a:rect l="l" t="t" r="r" b="b"/>
                <a:pathLst>
                  <a:path w="747394" h="1004569">
                    <a:moveTo>
                      <a:pt x="747293" y="0"/>
                    </a:moveTo>
                    <a:lnTo>
                      <a:pt x="700034" y="1466"/>
                    </a:lnTo>
                    <a:lnTo>
                      <a:pt x="653555" y="5806"/>
                    </a:lnTo>
                    <a:lnTo>
                      <a:pt x="607946" y="12933"/>
                    </a:lnTo>
                    <a:lnTo>
                      <a:pt x="563292" y="22760"/>
                    </a:lnTo>
                    <a:lnTo>
                      <a:pt x="519682" y="35199"/>
                    </a:lnTo>
                    <a:lnTo>
                      <a:pt x="477203" y="50163"/>
                    </a:lnTo>
                    <a:lnTo>
                      <a:pt x="435943" y="67564"/>
                    </a:lnTo>
                    <a:lnTo>
                      <a:pt x="395990" y="87316"/>
                    </a:lnTo>
                    <a:lnTo>
                      <a:pt x="357430" y="109331"/>
                    </a:lnTo>
                    <a:lnTo>
                      <a:pt x="320351" y="133522"/>
                    </a:lnTo>
                    <a:lnTo>
                      <a:pt x="284841" y="159801"/>
                    </a:lnTo>
                    <a:lnTo>
                      <a:pt x="250988" y="188082"/>
                    </a:lnTo>
                    <a:lnTo>
                      <a:pt x="218879" y="218276"/>
                    </a:lnTo>
                    <a:lnTo>
                      <a:pt x="188602" y="250297"/>
                    </a:lnTo>
                    <a:lnTo>
                      <a:pt x="160243" y="284057"/>
                    </a:lnTo>
                    <a:lnTo>
                      <a:pt x="133891" y="319469"/>
                    </a:lnTo>
                    <a:lnTo>
                      <a:pt x="109634" y="356446"/>
                    </a:lnTo>
                    <a:lnTo>
                      <a:pt x="87558" y="394901"/>
                    </a:lnTo>
                    <a:lnTo>
                      <a:pt x="67751" y="434745"/>
                    </a:lnTo>
                    <a:lnTo>
                      <a:pt x="50302" y="475893"/>
                    </a:lnTo>
                    <a:lnTo>
                      <a:pt x="35296" y="518256"/>
                    </a:lnTo>
                    <a:lnTo>
                      <a:pt x="22823" y="561747"/>
                    </a:lnTo>
                    <a:lnTo>
                      <a:pt x="12969" y="606279"/>
                    </a:lnTo>
                    <a:lnTo>
                      <a:pt x="5822" y="651765"/>
                    </a:lnTo>
                    <a:lnTo>
                      <a:pt x="1470" y="698117"/>
                    </a:lnTo>
                    <a:lnTo>
                      <a:pt x="0" y="745248"/>
                    </a:lnTo>
                    <a:lnTo>
                      <a:pt x="1940" y="799366"/>
                    </a:lnTo>
                    <a:lnTo>
                      <a:pt x="7673" y="852437"/>
                    </a:lnTo>
                    <a:lnTo>
                      <a:pt x="17065" y="904327"/>
                    </a:lnTo>
                    <a:lnTo>
                      <a:pt x="29982" y="954905"/>
                    </a:lnTo>
                    <a:lnTo>
                      <a:pt x="46291" y="1004036"/>
                    </a:lnTo>
                  </a:path>
                </a:pathLst>
              </a:custGeom>
              <a:ln w="88900">
                <a:solidFill>
                  <a:srgbClr val="E6E7E8"/>
                </a:solidFill>
              </a:ln>
            </p:spPr>
            <p:txBody>
              <a:bodyPr wrap="square" lIns="0" tIns="0" rIns="0" bIns="0" rtlCol="0"/>
              <a:lstStyle/>
              <a:p>
                <a:endParaRPr/>
              </a:p>
            </p:txBody>
          </p:sp>
          <p:sp>
            <p:nvSpPr>
              <p:cNvPr id="18" name="object 17">
                <a:extLst>
                  <a:ext uri="{FF2B5EF4-FFF2-40B4-BE49-F238E27FC236}">
                    <a16:creationId xmlns:a16="http://schemas.microsoft.com/office/drawing/2014/main" id="{6EF50F59-D205-9884-8DC1-53D65E799379}"/>
                  </a:ext>
                </a:extLst>
              </p:cNvPr>
              <p:cNvSpPr/>
              <p:nvPr/>
            </p:nvSpPr>
            <p:spPr>
              <a:xfrm>
                <a:off x="1437143" y="1884923"/>
                <a:ext cx="747395" cy="1272540"/>
              </a:xfrm>
              <a:custGeom>
                <a:avLst/>
                <a:gdLst/>
                <a:ahLst/>
                <a:cxnLst/>
                <a:rect l="l" t="t" r="r" b="b"/>
                <a:pathLst>
                  <a:path w="747394" h="1272539">
                    <a:moveTo>
                      <a:pt x="528408" y="1272222"/>
                    </a:moveTo>
                    <a:lnTo>
                      <a:pt x="561123" y="1237453"/>
                    </a:lnTo>
                    <a:lnTo>
                      <a:pt x="591576" y="1200651"/>
                    </a:lnTo>
                    <a:lnTo>
                      <a:pt x="619657" y="1161927"/>
                    </a:lnTo>
                    <a:lnTo>
                      <a:pt x="645255" y="1121392"/>
                    </a:lnTo>
                    <a:lnTo>
                      <a:pt x="668258" y="1079157"/>
                    </a:lnTo>
                    <a:lnTo>
                      <a:pt x="688555" y="1035334"/>
                    </a:lnTo>
                    <a:lnTo>
                      <a:pt x="706035" y="990032"/>
                    </a:lnTo>
                    <a:lnTo>
                      <a:pt x="720587" y="943364"/>
                    </a:lnTo>
                    <a:lnTo>
                      <a:pt x="732098" y="895441"/>
                    </a:lnTo>
                    <a:lnTo>
                      <a:pt x="740458" y="846373"/>
                    </a:lnTo>
                    <a:lnTo>
                      <a:pt x="745556" y="796272"/>
                    </a:lnTo>
                    <a:lnTo>
                      <a:pt x="747280" y="745248"/>
                    </a:lnTo>
                    <a:lnTo>
                      <a:pt x="745810" y="698117"/>
                    </a:lnTo>
                    <a:lnTo>
                      <a:pt x="741458" y="651765"/>
                    </a:lnTo>
                    <a:lnTo>
                      <a:pt x="734311" y="606279"/>
                    </a:lnTo>
                    <a:lnTo>
                      <a:pt x="724458" y="561747"/>
                    </a:lnTo>
                    <a:lnTo>
                      <a:pt x="711985" y="518256"/>
                    </a:lnTo>
                    <a:lnTo>
                      <a:pt x="696980" y="475893"/>
                    </a:lnTo>
                    <a:lnTo>
                      <a:pt x="679531" y="434745"/>
                    </a:lnTo>
                    <a:lnTo>
                      <a:pt x="659725" y="394901"/>
                    </a:lnTo>
                    <a:lnTo>
                      <a:pt x="637649" y="356446"/>
                    </a:lnTo>
                    <a:lnTo>
                      <a:pt x="613392" y="319469"/>
                    </a:lnTo>
                    <a:lnTo>
                      <a:pt x="587041" y="284057"/>
                    </a:lnTo>
                    <a:lnTo>
                      <a:pt x="558684" y="250297"/>
                    </a:lnTo>
                    <a:lnTo>
                      <a:pt x="528407" y="218276"/>
                    </a:lnTo>
                    <a:lnTo>
                      <a:pt x="496298" y="188082"/>
                    </a:lnTo>
                    <a:lnTo>
                      <a:pt x="462446" y="159801"/>
                    </a:lnTo>
                    <a:lnTo>
                      <a:pt x="426937" y="133522"/>
                    </a:lnTo>
                    <a:lnTo>
                      <a:pt x="389859" y="109331"/>
                    </a:lnTo>
                    <a:lnTo>
                      <a:pt x="351300" y="87316"/>
                    </a:lnTo>
                    <a:lnTo>
                      <a:pt x="311347" y="67564"/>
                    </a:lnTo>
                    <a:lnTo>
                      <a:pt x="270087" y="50163"/>
                    </a:lnTo>
                    <a:lnTo>
                      <a:pt x="227609" y="35199"/>
                    </a:lnTo>
                    <a:lnTo>
                      <a:pt x="184000" y="22760"/>
                    </a:lnTo>
                    <a:lnTo>
                      <a:pt x="139346" y="12933"/>
                    </a:lnTo>
                    <a:lnTo>
                      <a:pt x="93737" y="5806"/>
                    </a:lnTo>
                    <a:lnTo>
                      <a:pt x="47259" y="1466"/>
                    </a:lnTo>
                    <a:lnTo>
                      <a:pt x="0" y="0"/>
                    </a:lnTo>
                  </a:path>
                </a:pathLst>
              </a:custGeom>
              <a:ln w="88900">
                <a:solidFill>
                  <a:srgbClr val="005399"/>
                </a:solidFill>
              </a:ln>
            </p:spPr>
            <p:txBody>
              <a:bodyPr wrap="square" lIns="0" tIns="0" rIns="0" bIns="0" rtlCol="0"/>
              <a:lstStyle/>
              <a:p>
                <a:endParaRPr/>
              </a:p>
            </p:txBody>
          </p:sp>
        </p:grpSp>
        <p:grpSp>
          <p:nvGrpSpPr>
            <p:cNvPr id="19" name="object 18">
              <a:extLst>
                <a:ext uri="{FF2B5EF4-FFF2-40B4-BE49-F238E27FC236}">
                  <a16:creationId xmlns:a16="http://schemas.microsoft.com/office/drawing/2014/main" id="{1EF30306-4186-DEDF-D25D-F8310042568A}"/>
                </a:ext>
              </a:extLst>
            </p:cNvPr>
            <p:cNvGrpSpPr/>
            <p:nvPr userDrawn="1"/>
          </p:nvGrpSpPr>
          <p:grpSpPr>
            <a:xfrm>
              <a:off x="3046390" y="1838429"/>
              <a:ext cx="1579880" cy="1583690"/>
              <a:chOff x="3046390" y="1838429"/>
              <a:chExt cx="1579880" cy="1583690"/>
            </a:xfrm>
          </p:grpSpPr>
          <p:sp>
            <p:nvSpPr>
              <p:cNvPr id="20" name="object 19">
                <a:extLst>
                  <a:ext uri="{FF2B5EF4-FFF2-40B4-BE49-F238E27FC236}">
                    <a16:creationId xmlns:a16="http://schemas.microsoft.com/office/drawing/2014/main" id="{C3C75790-F2AA-4E7A-E61D-3DEB9598D4C1}"/>
                  </a:ext>
                </a:extLst>
              </p:cNvPr>
              <p:cNvSpPr/>
              <p:nvPr/>
            </p:nvSpPr>
            <p:spPr>
              <a:xfrm>
                <a:off x="3090840" y="2360899"/>
                <a:ext cx="218440" cy="798195"/>
              </a:xfrm>
              <a:custGeom>
                <a:avLst/>
                <a:gdLst/>
                <a:ahLst/>
                <a:cxnLst/>
                <a:rect l="l" t="t" r="r" b="b"/>
                <a:pathLst>
                  <a:path w="218439" h="798194">
                    <a:moveTo>
                      <a:pt x="49847" y="0"/>
                    </a:moveTo>
                    <a:lnTo>
                      <a:pt x="32300" y="50970"/>
                    </a:lnTo>
                    <a:lnTo>
                      <a:pt x="18393" y="103534"/>
                    </a:lnTo>
                    <a:lnTo>
                      <a:pt x="8274" y="157541"/>
                    </a:lnTo>
                    <a:lnTo>
                      <a:pt x="2093" y="212838"/>
                    </a:lnTo>
                    <a:lnTo>
                      <a:pt x="0" y="269278"/>
                    </a:lnTo>
                    <a:lnTo>
                      <a:pt x="1719" y="320440"/>
                    </a:lnTo>
                    <a:lnTo>
                      <a:pt x="6803" y="370676"/>
                    </a:lnTo>
                    <a:lnTo>
                      <a:pt x="15140" y="419877"/>
                    </a:lnTo>
                    <a:lnTo>
                      <a:pt x="26620" y="467930"/>
                    </a:lnTo>
                    <a:lnTo>
                      <a:pt x="41132" y="514724"/>
                    </a:lnTo>
                    <a:lnTo>
                      <a:pt x="58564" y="560147"/>
                    </a:lnTo>
                    <a:lnTo>
                      <a:pt x="78806" y="604090"/>
                    </a:lnTo>
                    <a:lnTo>
                      <a:pt x="101746" y="646439"/>
                    </a:lnTo>
                    <a:lnTo>
                      <a:pt x="127274" y="687085"/>
                    </a:lnTo>
                    <a:lnTo>
                      <a:pt x="155279" y="725916"/>
                    </a:lnTo>
                    <a:lnTo>
                      <a:pt x="185649" y="762820"/>
                    </a:lnTo>
                    <a:lnTo>
                      <a:pt x="218274" y="797687"/>
                    </a:lnTo>
                  </a:path>
                </a:pathLst>
              </a:custGeom>
              <a:ln w="88900">
                <a:solidFill>
                  <a:srgbClr val="226FB7"/>
                </a:solidFill>
              </a:ln>
            </p:spPr>
            <p:txBody>
              <a:bodyPr wrap="square" lIns="0" tIns="0" rIns="0" bIns="0" rtlCol="0"/>
              <a:lstStyle/>
              <a:p>
                <a:endParaRPr/>
              </a:p>
            </p:txBody>
          </p:sp>
          <p:sp>
            <p:nvSpPr>
              <p:cNvPr id="21" name="object 20">
                <a:extLst>
                  <a:ext uri="{FF2B5EF4-FFF2-40B4-BE49-F238E27FC236}">
                    <a16:creationId xmlns:a16="http://schemas.microsoft.com/office/drawing/2014/main" id="{C0578971-1B49-5988-8607-68C203731D59}"/>
                  </a:ext>
                </a:extLst>
              </p:cNvPr>
              <p:cNvSpPr/>
              <p:nvPr/>
            </p:nvSpPr>
            <p:spPr>
              <a:xfrm>
                <a:off x="3140689" y="1929169"/>
                <a:ext cx="436880" cy="431800"/>
              </a:xfrm>
              <a:custGeom>
                <a:avLst/>
                <a:gdLst/>
                <a:ahLst/>
                <a:cxnLst/>
                <a:rect l="l" t="t" r="r" b="b"/>
                <a:pathLst>
                  <a:path w="436879" h="431800">
                    <a:moveTo>
                      <a:pt x="436613" y="0"/>
                    </a:moveTo>
                    <a:lnTo>
                      <a:pt x="391162" y="18617"/>
                    </a:lnTo>
                    <a:lnTo>
                      <a:pt x="347266" y="40092"/>
                    </a:lnTo>
                    <a:lnTo>
                      <a:pt x="305038" y="64308"/>
                    </a:lnTo>
                    <a:lnTo>
                      <a:pt x="264596" y="91149"/>
                    </a:lnTo>
                    <a:lnTo>
                      <a:pt x="226054" y="120498"/>
                    </a:lnTo>
                    <a:lnTo>
                      <a:pt x="189528" y="152242"/>
                    </a:lnTo>
                    <a:lnTo>
                      <a:pt x="155134" y="186262"/>
                    </a:lnTo>
                    <a:lnTo>
                      <a:pt x="122987" y="222445"/>
                    </a:lnTo>
                    <a:lnTo>
                      <a:pt x="93202" y="260672"/>
                    </a:lnTo>
                    <a:lnTo>
                      <a:pt x="65895" y="300830"/>
                    </a:lnTo>
                    <a:lnTo>
                      <a:pt x="41182" y="342802"/>
                    </a:lnTo>
                    <a:lnTo>
                      <a:pt x="19179" y="386471"/>
                    </a:lnTo>
                    <a:lnTo>
                      <a:pt x="0" y="431723"/>
                    </a:lnTo>
                  </a:path>
                </a:pathLst>
              </a:custGeom>
              <a:ln w="88900">
                <a:solidFill>
                  <a:srgbClr val="29A457"/>
                </a:solidFill>
              </a:ln>
            </p:spPr>
            <p:txBody>
              <a:bodyPr wrap="square" lIns="0" tIns="0" rIns="0" bIns="0" rtlCol="0"/>
              <a:lstStyle/>
              <a:p>
                <a:endParaRPr/>
              </a:p>
            </p:txBody>
          </p:sp>
          <p:sp>
            <p:nvSpPr>
              <p:cNvPr id="22" name="object 21">
                <a:extLst>
                  <a:ext uri="{FF2B5EF4-FFF2-40B4-BE49-F238E27FC236}">
                    <a16:creationId xmlns:a16="http://schemas.microsoft.com/office/drawing/2014/main" id="{93C0E9F0-E1C1-C87C-8313-233E219CE586}"/>
                  </a:ext>
                </a:extLst>
              </p:cNvPr>
              <p:cNvSpPr/>
              <p:nvPr/>
            </p:nvSpPr>
            <p:spPr>
              <a:xfrm>
                <a:off x="3577305" y="1882879"/>
                <a:ext cx="1004569" cy="747395"/>
              </a:xfrm>
              <a:custGeom>
                <a:avLst/>
                <a:gdLst/>
                <a:ahLst/>
                <a:cxnLst/>
                <a:rect l="l" t="t" r="r" b="b"/>
                <a:pathLst>
                  <a:path w="1004570" h="747394">
                    <a:moveTo>
                      <a:pt x="1004036" y="747293"/>
                    </a:moveTo>
                    <a:lnTo>
                      <a:pt x="1002570" y="700034"/>
                    </a:lnTo>
                    <a:lnTo>
                      <a:pt x="998230" y="653555"/>
                    </a:lnTo>
                    <a:lnTo>
                      <a:pt x="991102" y="607946"/>
                    </a:lnTo>
                    <a:lnTo>
                      <a:pt x="981276" y="563292"/>
                    </a:lnTo>
                    <a:lnTo>
                      <a:pt x="968837" y="519682"/>
                    </a:lnTo>
                    <a:lnTo>
                      <a:pt x="953873" y="477203"/>
                    </a:lnTo>
                    <a:lnTo>
                      <a:pt x="936471" y="435943"/>
                    </a:lnTo>
                    <a:lnTo>
                      <a:pt x="916719" y="395990"/>
                    </a:lnTo>
                    <a:lnTo>
                      <a:pt x="894704" y="357430"/>
                    </a:lnTo>
                    <a:lnTo>
                      <a:pt x="870514" y="320351"/>
                    </a:lnTo>
                    <a:lnTo>
                      <a:pt x="844234" y="284841"/>
                    </a:lnTo>
                    <a:lnTo>
                      <a:pt x="815954" y="250988"/>
                    </a:lnTo>
                    <a:lnTo>
                      <a:pt x="785760" y="218879"/>
                    </a:lnTo>
                    <a:lnTo>
                      <a:pt x="753739" y="188602"/>
                    </a:lnTo>
                    <a:lnTo>
                      <a:pt x="719978" y="160243"/>
                    </a:lnTo>
                    <a:lnTo>
                      <a:pt x="684566" y="133891"/>
                    </a:lnTo>
                    <a:lnTo>
                      <a:pt x="647589" y="109634"/>
                    </a:lnTo>
                    <a:lnTo>
                      <a:pt x="609135" y="87558"/>
                    </a:lnTo>
                    <a:lnTo>
                      <a:pt x="569290" y="67751"/>
                    </a:lnTo>
                    <a:lnTo>
                      <a:pt x="528143" y="50302"/>
                    </a:lnTo>
                    <a:lnTo>
                      <a:pt x="485780" y="35296"/>
                    </a:lnTo>
                    <a:lnTo>
                      <a:pt x="442289" y="22823"/>
                    </a:lnTo>
                    <a:lnTo>
                      <a:pt x="397757" y="12969"/>
                    </a:lnTo>
                    <a:lnTo>
                      <a:pt x="352271" y="5822"/>
                    </a:lnTo>
                    <a:lnTo>
                      <a:pt x="305919" y="1470"/>
                    </a:lnTo>
                    <a:lnTo>
                      <a:pt x="258787" y="0"/>
                    </a:lnTo>
                    <a:lnTo>
                      <a:pt x="204669" y="1940"/>
                    </a:lnTo>
                    <a:lnTo>
                      <a:pt x="151599" y="7673"/>
                    </a:lnTo>
                    <a:lnTo>
                      <a:pt x="99708" y="17065"/>
                    </a:lnTo>
                    <a:lnTo>
                      <a:pt x="49131" y="29982"/>
                    </a:lnTo>
                    <a:lnTo>
                      <a:pt x="0" y="46291"/>
                    </a:lnTo>
                  </a:path>
                </a:pathLst>
              </a:custGeom>
              <a:ln w="88900">
                <a:solidFill>
                  <a:srgbClr val="E6E7E8"/>
                </a:solidFill>
              </a:ln>
            </p:spPr>
            <p:txBody>
              <a:bodyPr wrap="square" lIns="0" tIns="0" rIns="0" bIns="0" rtlCol="0"/>
              <a:lstStyle/>
              <a:p>
                <a:endParaRPr/>
              </a:p>
            </p:txBody>
          </p:sp>
          <p:sp>
            <p:nvSpPr>
              <p:cNvPr id="23" name="object 22">
                <a:extLst>
                  <a:ext uri="{FF2B5EF4-FFF2-40B4-BE49-F238E27FC236}">
                    <a16:creationId xmlns:a16="http://schemas.microsoft.com/office/drawing/2014/main" id="{8F976DFD-2862-56D9-048C-699FEEFFABDD}"/>
                  </a:ext>
                </a:extLst>
              </p:cNvPr>
              <p:cNvSpPr/>
              <p:nvPr/>
            </p:nvSpPr>
            <p:spPr>
              <a:xfrm>
                <a:off x="3309117" y="2630173"/>
                <a:ext cx="1272540" cy="747395"/>
              </a:xfrm>
              <a:custGeom>
                <a:avLst/>
                <a:gdLst/>
                <a:ahLst/>
                <a:cxnLst/>
                <a:rect l="l" t="t" r="r" b="b"/>
                <a:pathLst>
                  <a:path w="1272539" h="747395">
                    <a:moveTo>
                      <a:pt x="0" y="528408"/>
                    </a:moveTo>
                    <a:lnTo>
                      <a:pt x="34768" y="561123"/>
                    </a:lnTo>
                    <a:lnTo>
                      <a:pt x="71570" y="591576"/>
                    </a:lnTo>
                    <a:lnTo>
                      <a:pt x="110294" y="619657"/>
                    </a:lnTo>
                    <a:lnTo>
                      <a:pt x="150829" y="645255"/>
                    </a:lnTo>
                    <a:lnTo>
                      <a:pt x="193064" y="668258"/>
                    </a:lnTo>
                    <a:lnTo>
                      <a:pt x="236888" y="688555"/>
                    </a:lnTo>
                    <a:lnTo>
                      <a:pt x="282189" y="706035"/>
                    </a:lnTo>
                    <a:lnTo>
                      <a:pt x="328857" y="720587"/>
                    </a:lnTo>
                    <a:lnTo>
                      <a:pt x="376781" y="732098"/>
                    </a:lnTo>
                    <a:lnTo>
                      <a:pt x="425848" y="740458"/>
                    </a:lnTo>
                    <a:lnTo>
                      <a:pt x="475950" y="745556"/>
                    </a:lnTo>
                    <a:lnTo>
                      <a:pt x="526973" y="747280"/>
                    </a:lnTo>
                    <a:lnTo>
                      <a:pt x="574105" y="745810"/>
                    </a:lnTo>
                    <a:lnTo>
                      <a:pt x="620457" y="741458"/>
                    </a:lnTo>
                    <a:lnTo>
                      <a:pt x="665942" y="734311"/>
                    </a:lnTo>
                    <a:lnTo>
                      <a:pt x="710475" y="724458"/>
                    </a:lnTo>
                    <a:lnTo>
                      <a:pt x="753966" y="711985"/>
                    </a:lnTo>
                    <a:lnTo>
                      <a:pt x="796329" y="696980"/>
                    </a:lnTo>
                    <a:lnTo>
                      <a:pt x="837476" y="679531"/>
                    </a:lnTo>
                    <a:lnTo>
                      <a:pt x="877321" y="659725"/>
                    </a:lnTo>
                    <a:lnTo>
                      <a:pt x="915775" y="637649"/>
                    </a:lnTo>
                    <a:lnTo>
                      <a:pt x="952752" y="613392"/>
                    </a:lnTo>
                    <a:lnTo>
                      <a:pt x="988164" y="587041"/>
                    </a:lnTo>
                    <a:lnTo>
                      <a:pt x="1021925" y="558684"/>
                    </a:lnTo>
                    <a:lnTo>
                      <a:pt x="1053946" y="528407"/>
                    </a:lnTo>
                    <a:lnTo>
                      <a:pt x="1084140" y="496298"/>
                    </a:lnTo>
                    <a:lnTo>
                      <a:pt x="1112420" y="462446"/>
                    </a:lnTo>
                    <a:lnTo>
                      <a:pt x="1138700" y="426937"/>
                    </a:lnTo>
                    <a:lnTo>
                      <a:pt x="1162890" y="389859"/>
                    </a:lnTo>
                    <a:lnTo>
                      <a:pt x="1184905" y="351300"/>
                    </a:lnTo>
                    <a:lnTo>
                      <a:pt x="1204657" y="311347"/>
                    </a:lnTo>
                    <a:lnTo>
                      <a:pt x="1222059" y="270087"/>
                    </a:lnTo>
                    <a:lnTo>
                      <a:pt x="1237023" y="227609"/>
                    </a:lnTo>
                    <a:lnTo>
                      <a:pt x="1249462" y="184000"/>
                    </a:lnTo>
                    <a:lnTo>
                      <a:pt x="1259288" y="139346"/>
                    </a:lnTo>
                    <a:lnTo>
                      <a:pt x="1266416" y="93737"/>
                    </a:lnTo>
                    <a:lnTo>
                      <a:pt x="1270756" y="47259"/>
                    </a:lnTo>
                    <a:lnTo>
                      <a:pt x="1272222" y="0"/>
                    </a:lnTo>
                  </a:path>
                </a:pathLst>
              </a:custGeom>
              <a:ln w="88900">
                <a:solidFill>
                  <a:srgbClr val="005399"/>
                </a:solidFill>
              </a:ln>
            </p:spPr>
            <p:txBody>
              <a:bodyPr wrap="square" lIns="0" tIns="0" rIns="0" bIns="0" rtlCol="0"/>
              <a:lstStyle/>
              <a:p>
                <a:endParaRPr/>
              </a:p>
            </p:txBody>
          </p:sp>
        </p:grpSp>
        <p:sp>
          <p:nvSpPr>
            <p:cNvPr id="24" name="object 23">
              <a:extLst>
                <a:ext uri="{FF2B5EF4-FFF2-40B4-BE49-F238E27FC236}">
                  <a16:creationId xmlns:a16="http://schemas.microsoft.com/office/drawing/2014/main" id="{8B41D436-C9C3-FF0E-1820-3C4EA1073101}"/>
                </a:ext>
              </a:extLst>
            </p:cNvPr>
            <p:cNvSpPr txBox="1"/>
            <p:nvPr userDrawn="1"/>
          </p:nvSpPr>
          <p:spPr>
            <a:xfrm>
              <a:off x="4333559" y="1857658"/>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5" name="object 24">
              <a:extLst>
                <a:ext uri="{FF2B5EF4-FFF2-40B4-BE49-F238E27FC236}">
                  <a16:creationId xmlns:a16="http://schemas.microsoft.com/office/drawing/2014/main" id="{4BD77385-AA84-2F68-8889-7C9AA35F07B5}"/>
                </a:ext>
              </a:extLst>
            </p:cNvPr>
            <p:cNvSpPr txBox="1"/>
            <p:nvPr userDrawn="1"/>
          </p:nvSpPr>
          <p:spPr>
            <a:xfrm>
              <a:off x="4333559" y="3313935"/>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6" name="object 25">
              <a:extLst>
                <a:ext uri="{FF2B5EF4-FFF2-40B4-BE49-F238E27FC236}">
                  <a16:creationId xmlns:a16="http://schemas.microsoft.com/office/drawing/2014/main" id="{6BE11E3B-2082-BC45-BD5E-2170402455BF}"/>
                </a:ext>
              </a:extLst>
            </p:cNvPr>
            <p:cNvSpPr txBox="1"/>
            <p:nvPr userDrawn="1"/>
          </p:nvSpPr>
          <p:spPr>
            <a:xfrm>
              <a:off x="2884521" y="2847591"/>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7" name="object 26">
              <a:extLst>
                <a:ext uri="{FF2B5EF4-FFF2-40B4-BE49-F238E27FC236}">
                  <a16:creationId xmlns:a16="http://schemas.microsoft.com/office/drawing/2014/main" id="{0B18F553-D84C-36F4-8914-86B897F685B9}"/>
                </a:ext>
              </a:extLst>
            </p:cNvPr>
            <p:cNvSpPr txBox="1"/>
            <p:nvPr userDrawn="1"/>
          </p:nvSpPr>
          <p:spPr>
            <a:xfrm>
              <a:off x="3070735" y="1947002"/>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8" name="object 30">
              <a:extLst>
                <a:ext uri="{FF2B5EF4-FFF2-40B4-BE49-F238E27FC236}">
                  <a16:creationId xmlns:a16="http://schemas.microsoft.com/office/drawing/2014/main" id="{3BB92EEE-09F8-60A6-F89F-25E6BB472213}"/>
                </a:ext>
              </a:extLst>
            </p:cNvPr>
            <p:cNvSpPr txBox="1"/>
            <p:nvPr userDrawn="1"/>
          </p:nvSpPr>
          <p:spPr>
            <a:xfrm>
              <a:off x="838200" y="4343400"/>
              <a:ext cx="1219200" cy="330200"/>
            </a:xfrm>
            <a:prstGeom prst="rect">
              <a:avLst/>
            </a:prstGeom>
          </p:spPr>
          <p:txBody>
            <a:bodyPr vert="horz" wrap="square" lIns="0" tIns="12700" rIns="0" bIns="0" rtlCol="0">
              <a:spAutoFit/>
            </a:bodyPr>
            <a:lstStyle/>
            <a:p>
              <a:pPr algn="ctr">
                <a:lnSpc>
                  <a:spcPct val="100000"/>
                </a:lnSpc>
                <a:spcBef>
                  <a:spcPts val="100"/>
                </a:spcBef>
              </a:pPr>
              <a:r>
                <a:rPr sz="1000" spc="-10">
                  <a:solidFill>
                    <a:srgbClr val="939598"/>
                  </a:solidFill>
                  <a:latin typeface="Aptos" panose="020B0004020202020204" pitchFamily="34" charset="0"/>
                  <a:cs typeface="Circular Std Book Italic"/>
                </a:rPr>
                <a:t>Fig.1</a:t>
              </a:r>
              <a:r>
                <a:rPr sz="1000" spc="-25">
                  <a:solidFill>
                    <a:srgbClr val="939598"/>
                  </a:solidFill>
                  <a:latin typeface="Aptos" panose="020B0004020202020204" pitchFamily="34" charset="0"/>
                  <a:cs typeface="Circular Std Book Italic"/>
                </a:rPr>
                <a:t> </a:t>
              </a:r>
              <a:r>
                <a:rPr sz="1000" b="1" spc="-10">
                  <a:solidFill>
                    <a:srgbClr val="005399"/>
                  </a:solidFill>
                  <a:latin typeface="Aptos" panose="020B0004020202020204" pitchFamily="34" charset="0"/>
                  <a:cs typeface="Circular Std Bold Italic"/>
                </a:rPr>
                <a:t>Légende</a:t>
              </a:r>
              <a:endParaRPr sz="1000">
                <a:latin typeface="Aptos" panose="020B0004020202020204" pitchFamily="34" charset="0"/>
                <a:cs typeface="Circular Std Bold Italic"/>
              </a:endParaRPr>
            </a:p>
            <a:p>
              <a:pPr algn="ctr">
                <a:lnSpc>
                  <a:spcPct val="100000"/>
                </a:lnSpc>
              </a:pPr>
              <a:r>
                <a:rPr sz="1000" b="1">
                  <a:solidFill>
                    <a:srgbClr val="005399"/>
                  </a:solidFill>
                  <a:latin typeface="Aptos" panose="020B0004020202020204" pitchFamily="34" charset="0"/>
                  <a:cs typeface="Circular Std Bold Italic"/>
                </a:rPr>
                <a:t>de</a:t>
              </a:r>
              <a:r>
                <a:rPr sz="1000" b="1" spc="-25">
                  <a:solidFill>
                    <a:srgbClr val="005399"/>
                  </a:solidFill>
                  <a:latin typeface="Aptos" panose="020B0004020202020204" pitchFamily="34" charset="0"/>
                  <a:cs typeface="Circular Std Bold Italic"/>
                </a:rPr>
                <a:t> </a:t>
              </a:r>
              <a:r>
                <a:rPr sz="1000" b="1">
                  <a:solidFill>
                    <a:srgbClr val="005399"/>
                  </a:solidFill>
                  <a:latin typeface="Aptos" panose="020B0004020202020204" pitchFamily="34" charset="0"/>
                  <a:cs typeface="Circular Std Bold Italic"/>
                </a:rPr>
                <a:t>l’illustration</a:t>
              </a:r>
              <a:r>
                <a:rPr sz="1000" b="1" spc="-20">
                  <a:solidFill>
                    <a:srgbClr val="005399"/>
                  </a:solidFill>
                  <a:latin typeface="Aptos" panose="020B0004020202020204" pitchFamily="34" charset="0"/>
                  <a:cs typeface="Circular Std Bold Italic"/>
                </a:rPr>
                <a:t> </a:t>
              </a:r>
              <a:r>
                <a:rPr sz="1000" b="1">
                  <a:solidFill>
                    <a:srgbClr val="005399"/>
                  </a:solidFill>
                  <a:latin typeface="Aptos" panose="020B0004020202020204" pitchFamily="34" charset="0"/>
                  <a:cs typeface="Circular Std Bold Italic"/>
                </a:rPr>
                <a:t>en</a:t>
              </a:r>
              <a:r>
                <a:rPr sz="1000" b="1" spc="-25">
                  <a:solidFill>
                    <a:srgbClr val="005399"/>
                  </a:solidFill>
                  <a:latin typeface="Aptos" panose="020B0004020202020204" pitchFamily="34" charset="0"/>
                  <a:cs typeface="Circular Std Bold Italic"/>
                </a:rPr>
                <a:t> </a:t>
              </a:r>
              <a:r>
                <a:rPr sz="1000" b="1" spc="-50">
                  <a:solidFill>
                    <a:srgbClr val="005399"/>
                  </a:solidFill>
                  <a:latin typeface="Aptos" panose="020B0004020202020204" pitchFamily="34" charset="0"/>
                  <a:cs typeface="Circular Std Bold Italic"/>
                </a:rPr>
                <a:t>%</a:t>
              </a:r>
              <a:endParaRPr sz="1000">
                <a:latin typeface="Aptos" panose="020B0004020202020204" pitchFamily="34" charset="0"/>
                <a:cs typeface="Circular Std Bold Italic"/>
              </a:endParaRPr>
            </a:p>
          </p:txBody>
        </p:sp>
        <p:sp>
          <p:nvSpPr>
            <p:cNvPr id="29" name="object 30">
              <a:extLst>
                <a:ext uri="{FF2B5EF4-FFF2-40B4-BE49-F238E27FC236}">
                  <a16:creationId xmlns:a16="http://schemas.microsoft.com/office/drawing/2014/main" id="{C78B95AF-3D7C-425D-104B-850FADA7B899}"/>
                </a:ext>
              </a:extLst>
            </p:cNvPr>
            <p:cNvSpPr txBox="1"/>
            <p:nvPr userDrawn="1"/>
          </p:nvSpPr>
          <p:spPr>
            <a:xfrm>
              <a:off x="3105150" y="4343400"/>
              <a:ext cx="1219200" cy="330200"/>
            </a:xfrm>
            <a:prstGeom prst="rect">
              <a:avLst/>
            </a:prstGeom>
          </p:spPr>
          <p:txBody>
            <a:bodyPr vert="horz" wrap="square" lIns="0" tIns="12700" rIns="0" bIns="0" rtlCol="0">
              <a:spAutoFit/>
            </a:bodyPr>
            <a:lstStyle/>
            <a:p>
              <a:pPr marR="51435" algn="ctr">
                <a:lnSpc>
                  <a:spcPct val="100000"/>
                </a:lnSpc>
                <a:spcBef>
                  <a:spcPts val="1255"/>
                </a:spcBef>
              </a:pPr>
              <a:r>
                <a:rPr lang="fr-FR" sz="1000">
                  <a:solidFill>
                    <a:srgbClr val="939598"/>
                  </a:solidFill>
                  <a:latin typeface="Aptos" panose="020B0004020202020204" pitchFamily="34" charset="0"/>
                  <a:cs typeface="Circular Std Book Italic"/>
                </a:rPr>
                <a:t>Fig.2</a:t>
              </a:r>
              <a:r>
                <a:rPr lang="fr-FR" sz="1000" spc="-5">
                  <a:solidFill>
                    <a:srgbClr val="939598"/>
                  </a:solidFill>
                  <a:latin typeface="Aptos" panose="020B0004020202020204" pitchFamily="34" charset="0"/>
                  <a:cs typeface="Circular Std Book Italic"/>
                </a:rPr>
                <a:t> </a:t>
              </a:r>
              <a:r>
                <a:rPr lang="fr-FR" sz="1000" b="1" spc="-10">
                  <a:solidFill>
                    <a:srgbClr val="005399"/>
                  </a:solidFill>
                  <a:latin typeface="Aptos" panose="020B0004020202020204" pitchFamily="34" charset="0"/>
                  <a:cs typeface="Circular Std Bold Italic"/>
                </a:rPr>
                <a:t>Légende</a:t>
              </a:r>
              <a:endParaRPr lang="fr-FR" sz="1000">
                <a:latin typeface="Aptos" panose="020B0004020202020204" pitchFamily="34" charset="0"/>
                <a:cs typeface="Circular Std Bold Italic"/>
              </a:endParaRPr>
            </a:p>
            <a:p>
              <a:pPr marR="51435" algn="ctr">
                <a:lnSpc>
                  <a:spcPct val="100000"/>
                </a:lnSpc>
              </a:pPr>
              <a:r>
                <a:rPr lang="fr-FR" sz="1000" b="1">
                  <a:solidFill>
                    <a:srgbClr val="005399"/>
                  </a:solidFill>
                  <a:latin typeface="Aptos" panose="020B0004020202020204" pitchFamily="34" charset="0"/>
                  <a:cs typeface="Circular Std Bold Italic"/>
                </a:rPr>
                <a:t>de</a:t>
              </a:r>
              <a:r>
                <a:rPr lang="fr-FR" sz="1000" b="1" spc="-25">
                  <a:solidFill>
                    <a:srgbClr val="005399"/>
                  </a:solidFill>
                  <a:latin typeface="Aptos" panose="020B0004020202020204" pitchFamily="34" charset="0"/>
                  <a:cs typeface="Circular Std Bold Italic"/>
                </a:rPr>
                <a:t> </a:t>
              </a:r>
              <a:r>
                <a:rPr lang="fr-FR" sz="1000" b="1">
                  <a:solidFill>
                    <a:srgbClr val="005399"/>
                  </a:solidFill>
                  <a:latin typeface="Aptos" panose="020B0004020202020204" pitchFamily="34" charset="0"/>
                  <a:cs typeface="Circular Std Bold Italic"/>
                </a:rPr>
                <a:t>l’illustration</a:t>
              </a:r>
              <a:r>
                <a:rPr lang="fr-FR" sz="1000" b="1" spc="-20">
                  <a:solidFill>
                    <a:srgbClr val="005399"/>
                  </a:solidFill>
                  <a:latin typeface="Aptos" panose="020B0004020202020204" pitchFamily="34" charset="0"/>
                  <a:cs typeface="Circular Std Bold Italic"/>
                </a:rPr>
                <a:t> </a:t>
              </a:r>
              <a:r>
                <a:rPr lang="fr-FR" sz="1000" b="1">
                  <a:solidFill>
                    <a:srgbClr val="005399"/>
                  </a:solidFill>
                  <a:latin typeface="Aptos" panose="020B0004020202020204" pitchFamily="34" charset="0"/>
                  <a:cs typeface="Circular Std Bold Italic"/>
                </a:rPr>
                <a:t>en</a:t>
              </a:r>
              <a:r>
                <a:rPr lang="fr-FR" sz="1000" b="1" spc="-25">
                  <a:solidFill>
                    <a:srgbClr val="005399"/>
                  </a:solidFill>
                  <a:latin typeface="Aptos" panose="020B0004020202020204" pitchFamily="34" charset="0"/>
                  <a:cs typeface="Circular Std Bold Italic"/>
                </a:rPr>
                <a:t> </a:t>
              </a:r>
              <a:r>
                <a:rPr lang="fr-FR" sz="1000" b="1" spc="-50">
                  <a:solidFill>
                    <a:srgbClr val="005399"/>
                  </a:solidFill>
                  <a:latin typeface="Aptos" panose="020B0004020202020204" pitchFamily="34" charset="0"/>
                  <a:cs typeface="Circular Std Bold Italic"/>
                </a:rPr>
                <a:t>%</a:t>
              </a:r>
              <a:endParaRPr lang="fr-FR" sz="1000">
                <a:latin typeface="Aptos" panose="020B0004020202020204" pitchFamily="34" charset="0"/>
                <a:cs typeface="Circular Std Bold Italic"/>
              </a:endParaRPr>
            </a:p>
          </p:txBody>
        </p:sp>
        <p:sp>
          <p:nvSpPr>
            <p:cNvPr id="30" name="object 5">
              <a:extLst>
                <a:ext uri="{FF2B5EF4-FFF2-40B4-BE49-F238E27FC236}">
                  <a16:creationId xmlns:a16="http://schemas.microsoft.com/office/drawing/2014/main" id="{F4F257EF-544E-6FB4-B26A-A742BEE79883}"/>
                </a:ext>
              </a:extLst>
            </p:cNvPr>
            <p:cNvSpPr/>
            <p:nvPr userDrawn="1"/>
          </p:nvSpPr>
          <p:spPr>
            <a:xfrm>
              <a:off x="727176" y="3768090"/>
              <a:ext cx="65405" cy="65405"/>
            </a:xfrm>
            <a:custGeom>
              <a:avLst/>
              <a:gdLst/>
              <a:ahLst/>
              <a:cxnLst/>
              <a:rect l="l" t="t" r="r" b="b"/>
              <a:pathLst>
                <a:path w="65404" h="65404">
                  <a:moveTo>
                    <a:pt x="64795" y="0"/>
                  </a:moveTo>
                  <a:lnTo>
                    <a:pt x="0" y="0"/>
                  </a:lnTo>
                  <a:lnTo>
                    <a:pt x="0" y="64795"/>
                  </a:lnTo>
                  <a:lnTo>
                    <a:pt x="64795" y="64795"/>
                  </a:lnTo>
                  <a:lnTo>
                    <a:pt x="64795" y="0"/>
                  </a:lnTo>
                  <a:close/>
                </a:path>
              </a:pathLst>
            </a:custGeom>
            <a:solidFill>
              <a:srgbClr val="005399"/>
            </a:solidFill>
          </p:spPr>
          <p:txBody>
            <a:bodyPr wrap="square" lIns="0" tIns="0" rIns="0" bIns="0" rtlCol="0"/>
            <a:lstStyle/>
            <a:p>
              <a:endParaRPr/>
            </a:p>
          </p:txBody>
        </p:sp>
        <p:sp>
          <p:nvSpPr>
            <p:cNvPr id="35" name="object 10">
              <a:extLst>
                <a:ext uri="{FF2B5EF4-FFF2-40B4-BE49-F238E27FC236}">
                  <a16:creationId xmlns:a16="http://schemas.microsoft.com/office/drawing/2014/main" id="{DCC10578-6947-DA22-3667-7F640D40F95A}"/>
                </a:ext>
              </a:extLst>
            </p:cNvPr>
            <p:cNvSpPr/>
            <p:nvPr userDrawn="1"/>
          </p:nvSpPr>
          <p:spPr>
            <a:xfrm>
              <a:off x="3093021" y="3950970"/>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226FB7"/>
            </a:solidFill>
          </p:spPr>
          <p:txBody>
            <a:bodyPr wrap="square" lIns="0" tIns="0" rIns="0" bIns="0" rtlCol="0"/>
            <a:lstStyle/>
            <a:p>
              <a:endParaRPr/>
            </a:p>
          </p:txBody>
        </p:sp>
        <p:sp>
          <p:nvSpPr>
            <p:cNvPr id="36" name="object 11">
              <a:extLst>
                <a:ext uri="{FF2B5EF4-FFF2-40B4-BE49-F238E27FC236}">
                  <a16:creationId xmlns:a16="http://schemas.microsoft.com/office/drawing/2014/main" id="{FDE3CAE0-344E-3B21-37CF-7367727765FF}"/>
                </a:ext>
              </a:extLst>
            </p:cNvPr>
            <p:cNvSpPr/>
            <p:nvPr userDrawn="1"/>
          </p:nvSpPr>
          <p:spPr>
            <a:xfrm>
              <a:off x="3093021" y="4179570"/>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005399"/>
            </a:solidFill>
          </p:spPr>
          <p:txBody>
            <a:bodyPr wrap="square" lIns="0" tIns="0" rIns="0" bIns="0" rtlCol="0"/>
            <a:lstStyle/>
            <a:p>
              <a:endParaRPr/>
            </a:p>
          </p:txBody>
        </p:sp>
      </p:grpSp>
      <p:sp>
        <p:nvSpPr>
          <p:cNvPr id="37" name="Espace réservé du texte 5">
            <a:extLst>
              <a:ext uri="{FF2B5EF4-FFF2-40B4-BE49-F238E27FC236}">
                <a16:creationId xmlns:a16="http://schemas.microsoft.com/office/drawing/2014/main" id="{1F22531C-16CC-E203-977B-56F43EBE0E27}"/>
              </a:ext>
            </a:extLst>
          </p:cNvPr>
          <p:cNvSpPr>
            <a:spLocks noGrp="1"/>
          </p:cNvSpPr>
          <p:nvPr>
            <p:ph type="body" sz="quarter" idx="12" hasCustomPrompt="1"/>
          </p:nvPr>
        </p:nvSpPr>
        <p:spPr>
          <a:xfrm>
            <a:off x="5562600" y="1219200"/>
            <a:ext cx="3962400"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38" name="Holder 3">
            <a:extLst>
              <a:ext uri="{FF2B5EF4-FFF2-40B4-BE49-F238E27FC236}">
                <a16:creationId xmlns:a16="http://schemas.microsoft.com/office/drawing/2014/main" id="{990EFDD1-24CD-08AB-8F1F-5ECBB3BAC4E9}"/>
              </a:ext>
            </a:extLst>
          </p:cNvPr>
          <p:cNvSpPr>
            <a:spLocks noGrp="1"/>
          </p:cNvSpPr>
          <p:nvPr>
            <p:ph type="body" idx="1"/>
          </p:nvPr>
        </p:nvSpPr>
        <p:spPr>
          <a:xfrm>
            <a:off x="5638800" y="2514600"/>
            <a:ext cx="3886200" cy="3136900"/>
          </a:xfrm>
          <a:prstGeom prst="rect">
            <a:avLst/>
          </a:prstGeom>
        </p:spPr>
        <p:txBody>
          <a:bodyPr lIns="0" tIns="0" rIns="0" bIns="0"/>
          <a:lstStyle>
            <a:lvl1pPr>
              <a:defRPr sz="1350" b="0" i="0">
                <a:solidFill>
                  <a:schemeClr val="tx1"/>
                </a:solidFill>
                <a:latin typeface="Aptos"/>
                <a:cs typeface="Aptos"/>
              </a:defRPr>
            </a:lvl1pPr>
          </a:lstStyle>
          <a:p>
            <a:endParaRPr/>
          </a:p>
        </p:txBody>
      </p:sp>
      <p:sp>
        <p:nvSpPr>
          <p:cNvPr id="44" name="Espace réservé du numéro de diapositive 5">
            <a:extLst>
              <a:ext uri="{FF2B5EF4-FFF2-40B4-BE49-F238E27FC236}">
                <a16:creationId xmlns:a16="http://schemas.microsoft.com/office/drawing/2014/main" id="{4700B97E-CA2E-BB90-EA05-518B6ACF8421}"/>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2498260186"/>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380999" y="384247"/>
            <a:ext cx="7086602" cy="360680"/>
          </a:xfrm>
          <a:prstGeom prst="rect">
            <a:avLst/>
          </a:prstGeom>
        </p:spPr>
        <p:txBody>
          <a:bodyPr lIns="0" tIns="0" rIns="0" bIns="0"/>
          <a:lstStyle>
            <a:lvl1pPr>
              <a:defRPr sz="2200" b="1" i="0">
                <a:solidFill>
                  <a:srgbClr val="58595B"/>
                </a:solidFill>
                <a:latin typeface="Aptos"/>
                <a:cs typeface="Aptos"/>
              </a:defRPr>
            </a:lvl1pPr>
          </a:lstStyle>
          <a:p>
            <a:endParaRPr dirty="0"/>
          </a:p>
        </p:txBody>
      </p:sp>
      <p:sp>
        <p:nvSpPr>
          <p:cNvPr id="6" name="Espace réservé du texte 5">
            <a:extLst>
              <a:ext uri="{FF2B5EF4-FFF2-40B4-BE49-F238E27FC236}">
                <a16:creationId xmlns:a16="http://schemas.microsoft.com/office/drawing/2014/main" id="{876F4831-E34D-C85D-98A4-02B37F5D4E19}"/>
              </a:ext>
            </a:extLst>
          </p:cNvPr>
          <p:cNvSpPr>
            <a:spLocks noGrp="1"/>
          </p:cNvSpPr>
          <p:nvPr>
            <p:ph type="body" sz="quarter" idx="12" hasCustomPrompt="1"/>
          </p:nvPr>
        </p:nvSpPr>
        <p:spPr>
          <a:xfrm>
            <a:off x="380998" y="1219200"/>
            <a:ext cx="4572001"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9" name="Holder 3">
            <a:extLst>
              <a:ext uri="{FF2B5EF4-FFF2-40B4-BE49-F238E27FC236}">
                <a16:creationId xmlns:a16="http://schemas.microsoft.com/office/drawing/2014/main" id="{CD35EB82-4B50-6784-4EBE-D27670AB5A84}"/>
              </a:ext>
            </a:extLst>
          </p:cNvPr>
          <p:cNvSpPr>
            <a:spLocks noGrp="1"/>
          </p:cNvSpPr>
          <p:nvPr>
            <p:ph type="body" idx="1"/>
          </p:nvPr>
        </p:nvSpPr>
        <p:spPr>
          <a:xfrm>
            <a:off x="381000" y="2514600"/>
            <a:ext cx="4572000" cy="3136900"/>
          </a:xfrm>
          <a:prstGeom prst="rect">
            <a:avLst/>
          </a:prstGeom>
        </p:spPr>
        <p:txBody>
          <a:bodyPr lIns="0" tIns="0" rIns="0" bIns="0"/>
          <a:lstStyle>
            <a:lvl1pPr>
              <a:defRPr sz="1350" b="0" i="0">
                <a:solidFill>
                  <a:schemeClr val="tx1"/>
                </a:solidFill>
                <a:latin typeface="Aptos"/>
                <a:cs typeface="Aptos"/>
              </a:defRPr>
            </a:lvl1pPr>
          </a:lstStyle>
          <a:p>
            <a:endParaRPr dirty="0"/>
          </a:p>
        </p:txBody>
      </p:sp>
      <p:sp>
        <p:nvSpPr>
          <p:cNvPr id="17" name="Holder 3">
            <a:extLst>
              <a:ext uri="{FF2B5EF4-FFF2-40B4-BE49-F238E27FC236}">
                <a16:creationId xmlns:a16="http://schemas.microsoft.com/office/drawing/2014/main" id="{42DE9D49-335F-15AD-BE6A-337452D9096C}"/>
              </a:ext>
            </a:extLst>
          </p:cNvPr>
          <p:cNvSpPr>
            <a:spLocks noGrp="1"/>
          </p:cNvSpPr>
          <p:nvPr>
            <p:ph type="body" idx="13"/>
          </p:nvPr>
        </p:nvSpPr>
        <p:spPr>
          <a:xfrm>
            <a:off x="5403575" y="2514600"/>
            <a:ext cx="4130288" cy="3136900"/>
          </a:xfrm>
          <a:prstGeom prst="rect">
            <a:avLst/>
          </a:prstGeom>
        </p:spPr>
        <p:txBody>
          <a:bodyPr lIns="0" tIns="0" rIns="0" bIns="0"/>
          <a:lstStyle>
            <a:lvl1pPr marL="285750" indent="-285750">
              <a:buClr>
                <a:schemeClr val="accent2"/>
              </a:buClr>
              <a:buSzPct val="130000"/>
              <a:buFont typeface="Arial" panose="020B0604020202020204" pitchFamily="34" charset="0"/>
              <a:buChar char="•"/>
              <a:defRPr sz="1350" b="0" i="0">
                <a:solidFill>
                  <a:schemeClr val="tx1"/>
                </a:solidFill>
                <a:latin typeface="Aptos"/>
                <a:cs typeface="Aptos"/>
              </a:defRPr>
            </a:lvl1pPr>
          </a:lstStyle>
          <a:p>
            <a:endParaRPr dirty="0"/>
          </a:p>
        </p:txBody>
      </p:sp>
      <p:sp>
        <p:nvSpPr>
          <p:cNvPr id="18" name="Espace réservé du texte 5">
            <a:extLst>
              <a:ext uri="{FF2B5EF4-FFF2-40B4-BE49-F238E27FC236}">
                <a16:creationId xmlns:a16="http://schemas.microsoft.com/office/drawing/2014/main" id="{61DB0D47-B2AF-B40E-7AFD-23CDD19BB737}"/>
              </a:ext>
            </a:extLst>
          </p:cNvPr>
          <p:cNvSpPr>
            <a:spLocks noGrp="1"/>
          </p:cNvSpPr>
          <p:nvPr>
            <p:ph type="body" sz="quarter" idx="14" hasCustomPrompt="1"/>
          </p:nvPr>
        </p:nvSpPr>
        <p:spPr>
          <a:xfrm>
            <a:off x="5403574" y="1219200"/>
            <a:ext cx="4121426"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23" name="Espace réservé du numéro de diapositive 5">
            <a:extLst>
              <a:ext uri="{FF2B5EF4-FFF2-40B4-BE49-F238E27FC236}">
                <a16:creationId xmlns:a16="http://schemas.microsoft.com/office/drawing/2014/main" id="{9776B403-AEEB-72C7-D257-6403B9F2CE70}"/>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1977681766"/>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381001" y="384247"/>
            <a:ext cx="7086600" cy="360680"/>
          </a:xfrm>
          <a:prstGeom prst="rect">
            <a:avLst/>
          </a:prstGeom>
        </p:spPr>
        <p:txBody>
          <a:bodyPr lIns="0" tIns="0" rIns="0" bIns="0"/>
          <a:lstStyle>
            <a:lvl1pPr>
              <a:defRPr sz="2200" b="1" i="0">
                <a:solidFill>
                  <a:srgbClr val="58595B"/>
                </a:solidFill>
                <a:latin typeface="Aptos"/>
                <a:cs typeface="Aptos"/>
              </a:defRPr>
            </a:lvl1pPr>
          </a:lstStyle>
          <a:p>
            <a:endParaRPr dirty="0"/>
          </a:p>
        </p:txBody>
      </p:sp>
      <p:sp>
        <p:nvSpPr>
          <p:cNvPr id="6" name="Espace réservé du texte 5">
            <a:extLst>
              <a:ext uri="{FF2B5EF4-FFF2-40B4-BE49-F238E27FC236}">
                <a16:creationId xmlns:a16="http://schemas.microsoft.com/office/drawing/2014/main" id="{876F4831-E34D-C85D-98A4-02B37F5D4E19}"/>
              </a:ext>
            </a:extLst>
          </p:cNvPr>
          <p:cNvSpPr>
            <a:spLocks noGrp="1"/>
          </p:cNvSpPr>
          <p:nvPr>
            <p:ph type="body" sz="quarter" idx="12" hasCustomPrompt="1"/>
          </p:nvPr>
        </p:nvSpPr>
        <p:spPr>
          <a:xfrm>
            <a:off x="381000" y="1219200"/>
            <a:ext cx="4093845"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9" name="Holder 3">
            <a:extLst>
              <a:ext uri="{FF2B5EF4-FFF2-40B4-BE49-F238E27FC236}">
                <a16:creationId xmlns:a16="http://schemas.microsoft.com/office/drawing/2014/main" id="{CD35EB82-4B50-6784-4EBE-D27670AB5A84}"/>
              </a:ext>
            </a:extLst>
          </p:cNvPr>
          <p:cNvSpPr>
            <a:spLocks noGrp="1"/>
          </p:cNvSpPr>
          <p:nvPr>
            <p:ph type="body" idx="1"/>
          </p:nvPr>
        </p:nvSpPr>
        <p:spPr>
          <a:xfrm>
            <a:off x="381000" y="2514600"/>
            <a:ext cx="4093845" cy="1600200"/>
          </a:xfrm>
          <a:prstGeom prst="rect">
            <a:avLst/>
          </a:prstGeom>
        </p:spPr>
        <p:txBody>
          <a:bodyPr lIns="0" tIns="0" rIns="0" bIns="0"/>
          <a:lstStyle>
            <a:lvl1pPr>
              <a:defRPr sz="1350" b="0" i="0">
                <a:solidFill>
                  <a:schemeClr val="tx1"/>
                </a:solidFill>
                <a:latin typeface="Aptos"/>
                <a:cs typeface="Aptos"/>
              </a:defRPr>
            </a:lvl1pPr>
          </a:lstStyle>
          <a:p>
            <a:endParaRPr/>
          </a:p>
        </p:txBody>
      </p:sp>
      <p:sp>
        <p:nvSpPr>
          <p:cNvPr id="5" name="Espace réservé du tableau 4">
            <a:extLst>
              <a:ext uri="{FF2B5EF4-FFF2-40B4-BE49-F238E27FC236}">
                <a16:creationId xmlns:a16="http://schemas.microsoft.com/office/drawing/2014/main" id="{AEECF47D-EF2A-3470-DA67-76994AB2F03C}"/>
              </a:ext>
            </a:extLst>
          </p:cNvPr>
          <p:cNvSpPr>
            <a:spLocks noGrp="1"/>
          </p:cNvSpPr>
          <p:nvPr>
            <p:ph type="tbl" sz="quarter" idx="13"/>
          </p:nvPr>
        </p:nvSpPr>
        <p:spPr>
          <a:xfrm>
            <a:off x="381000" y="3429000"/>
            <a:ext cx="4093845" cy="1295400"/>
          </a:xfrm>
          <a:prstGeom prst="rect">
            <a:avLst/>
          </a:prstGeom>
        </p:spPr>
        <p:txBody>
          <a:bodyPr/>
          <a:lstStyle/>
          <a:p>
            <a:endParaRPr lang="fr-FR"/>
          </a:p>
        </p:txBody>
      </p:sp>
      <p:sp>
        <p:nvSpPr>
          <p:cNvPr id="16" name="Espace réservé pour une image  15">
            <a:extLst>
              <a:ext uri="{FF2B5EF4-FFF2-40B4-BE49-F238E27FC236}">
                <a16:creationId xmlns:a16="http://schemas.microsoft.com/office/drawing/2014/main" id="{C44A7C19-126E-4771-543A-6780F2707181}"/>
              </a:ext>
            </a:extLst>
          </p:cNvPr>
          <p:cNvSpPr>
            <a:spLocks noGrp="1"/>
          </p:cNvSpPr>
          <p:nvPr>
            <p:ph type="pic" sz="quarter" idx="14"/>
          </p:nvPr>
        </p:nvSpPr>
        <p:spPr>
          <a:xfrm>
            <a:off x="4953000" y="1285875"/>
            <a:ext cx="4572000" cy="4886325"/>
          </a:xfrm>
          <a:prstGeom prst="rect">
            <a:avLst/>
          </a:prstGeom>
        </p:spPr>
        <p:txBody>
          <a:bodyPr/>
          <a:lstStyle/>
          <a:p>
            <a:endParaRPr lang="fr-FR"/>
          </a:p>
        </p:txBody>
      </p:sp>
      <p:sp>
        <p:nvSpPr>
          <p:cNvPr id="27" name="Espace réservé du numéro de diapositive 5">
            <a:extLst>
              <a:ext uri="{FF2B5EF4-FFF2-40B4-BE49-F238E27FC236}">
                <a16:creationId xmlns:a16="http://schemas.microsoft.com/office/drawing/2014/main" id="{8C6F790D-415D-384C-9EF8-1D720EF29C37}"/>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4072519753"/>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4">
            <a:alpha val="61000"/>
          </a:schemeClr>
        </a:solidFill>
        <a:effectLst/>
      </p:bgPr>
    </p:bg>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3281363" y="6356350"/>
            <a:ext cx="3343275" cy="365125"/>
          </a:xfrm>
          <a:prstGeom prst="rect">
            <a:avLst/>
          </a:prstGeom>
        </p:spPr>
        <p:txBody>
          <a:bodyPr lIns="0" tIns="0" rIns="0" bIns="0"/>
          <a:lstStyle>
            <a:lvl1pPr>
              <a:defRPr sz="800" b="0" i="0">
                <a:solidFill>
                  <a:srgbClr val="005399"/>
                </a:solidFill>
                <a:latin typeface="Aptos"/>
                <a:cs typeface="Aptos"/>
              </a:defRPr>
            </a:lvl1pPr>
          </a:lstStyle>
          <a:p>
            <a:pPr marL="12700">
              <a:lnSpc>
                <a:spcPct val="100000"/>
              </a:lnSpc>
              <a:spcBef>
                <a:spcPts val="50"/>
              </a:spcBef>
            </a:pPr>
            <a:endParaRPr spc="-25"/>
          </a:p>
        </p:txBody>
      </p:sp>
      <p:sp>
        <p:nvSpPr>
          <p:cNvPr id="5" name="Holder 5"/>
          <p:cNvSpPr>
            <a:spLocks noGrp="1"/>
          </p:cNvSpPr>
          <p:nvPr>
            <p:ph type="dt" sz="half" idx="6"/>
          </p:nvPr>
        </p:nvSpPr>
        <p:spPr/>
        <p:txBody>
          <a:bodyPr lIns="0" tIns="0" rIns="0" bIns="0"/>
          <a:lstStyle>
            <a:lvl1pPr>
              <a:defRPr sz="800" b="0" i="0">
                <a:solidFill>
                  <a:srgbClr val="005399"/>
                </a:solidFill>
                <a:latin typeface="Aptos"/>
                <a:cs typeface="Aptos"/>
              </a:defRPr>
            </a:lvl1pPr>
          </a:lstStyle>
          <a:p>
            <a:pPr marL="12700">
              <a:lnSpc>
                <a:spcPct val="100000"/>
              </a:lnSpc>
              <a:spcBef>
                <a:spcPts val="50"/>
              </a:spcBef>
            </a:pPr>
            <a:endParaRPr spc="-10"/>
          </a:p>
        </p:txBody>
      </p:sp>
      <p:sp>
        <p:nvSpPr>
          <p:cNvPr id="3" name="Espace réservé pour une image  2">
            <a:extLst>
              <a:ext uri="{FF2B5EF4-FFF2-40B4-BE49-F238E27FC236}">
                <a16:creationId xmlns:a16="http://schemas.microsoft.com/office/drawing/2014/main" id="{A54A3F51-BAB6-B7C3-6228-2A5058A3B545}"/>
              </a:ext>
            </a:extLst>
          </p:cNvPr>
          <p:cNvSpPr>
            <a:spLocks noGrp="1"/>
          </p:cNvSpPr>
          <p:nvPr>
            <p:ph type="pic" sz="quarter" idx="10"/>
          </p:nvPr>
        </p:nvSpPr>
        <p:spPr>
          <a:xfrm>
            <a:off x="0" y="0"/>
            <a:ext cx="9906000" cy="6858000"/>
          </a:xfrm>
          <a:prstGeom prst="rect">
            <a:avLst/>
          </a:prstGeom>
        </p:spPr>
        <p:txBody>
          <a:bodyPr/>
          <a:lstStyle/>
          <a:p>
            <a:endParaRPr lang="fr-FR"/>
          </a:p>
        </p:txBody>
      </p:sp>
      <p:sp>
        <p:nvSpPr>
          <p:cNvPr id="6" name="Espace réservé du texte 5">
            <a:extLst>
              <a:ext uri="{FF2B5EF4-FFF2-40B4-BE49-F238E27FC236}">
                <a16:creationId xmlns:a16="http://schemas.microsoft.com/office/drawing/2014/main" id="{2B5ADD10-F604-BC9C-D3A2-0094A8ABEBC7}"/>
              </a:ext>
            </a:extLst>
          </p:cNvPr>
          <p:cNvSpPr>
            <a:spLocks noGrp="1"/>
          </p:cNvSpPr>
          <p:nvPr>
            <p:ph type="body" sz="quarter" idx="12" hasCustomPrompt="1"/>
          </p:nvPr>
        </p:nvSpPr>
        <p:spPr>
          <a:xfrm>
            <a:off x="2628900" y="3429000"/>
            <a:ext cx="4648200" cy="1143000"/>
          </a:xfrm>
          <a:prstGeom prst="rect">
            <a:avLst/>
          </a:prstGeom>
        </p:spPr>
        <p:txBody>
          <a:bodyPr/>
          <a:lstStyle>
            <a:lvl1pPr marL="0" indent="0" algn="ctr">
              <a:buFontTx/>
              <a:buNone/>
              <a:defRPr sz="1550" b="1">
                <a:solidFill>
                  <a:schemeClr val="bg1"/>
                </a:solidFill>
              </a:defRPr>
            </a:lvl1pPr>
            <a:lvl2pPr marL="457200" indent="0" algn="ctr">
              <a:buFontTx/>
              <a:buNone/>
              <a:defRPr sz="1550" b="1">
                <a:solidFill>
                  <a:schemeClr val="bg1"/>
                </a:solidFill>
              </a:defRPr>
            </a:lvl2pPr>
            <a:lvl3pPr marL="914400" indent="0" algn="ctr">
              <a:buFontTx/>
              <a:buNone/>
              <a:defRPr sz="1550" b="0">
                <a:solidFill>
                  <a:schemeClr val="bg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7" name="Holder 3">
            <a:extLst>
              <a:ext uri="{FF2B5EF4-FFF2-40B4-BE49-F238E27FC236}">
                <a16:creationId xmlns:a16="http://schemas.microsoft.com/office/drawing/2014/main" id="{662A453C-2C1D-0B17-1F34-6CF24261346C}"/>
              </a:ext>
            </a:extLst>
          </p:cNvPr>
          <p:cNvSpPr>
            <a:spLocks noGrp="1"/>
          </p:cNvSpPr>
          <p:nvPr>
            <p:ph type="body" idx="1"/>
          </p:nvPr>
        </p:nvSpPr>
        <p:spPr>
          <a:xfrm>
            <a:off x="2590800" y="3962400"/>
            <a:ext cx="4724400" cy="1460500"/>
          </a:xfrm>
          <a:prstGeom prst="rect">
            <a:avLst/>
          </a:prstGeom>
        </p:spPr>
        <p:txBody>
          <a:bodyPr lIns="0" tIns="0" rIns="0" bIns="0"/>
          <a:lstStyle>
            <a:lvl1pPr marL="0" indent="0" algn="ctr">
              <a:buFontTx/>
              <a:buNone/>
              <a:defRPr sz="1350" b="0" i="0">
                <a:solidFill>
                  <a:schemeClr val="bg1"/>
                </a:solidFill>
                <a:latin typeface="Aptos"/>
                <a:cs typeface="Aptos"/>
              </a:defRPr>
            </a:lvl1pPr>
          </a:lstStyle>
          <a:p>
            <a:endParaRPr/>
          </a:p>
        </p:txBody>
      </p:sp>
      <p:sp>
        <p:nvSpPr>
          <p:cNvPr id="8" name="Titre 7">
            <a:extLst>
              <a:ext uri="{FF2B5EF4-FFF2-40B4-BE49-F238E27FC236}">
                <a16:creationId xmlns:a16="http://schemas.microsoft.com/office/drawing/2014/main" id="{27C3263F-1CBC-4E0F-1CC8-D47AAEBDED95}"/>
              </a:ext>
            </a:extLst>
          </p:cNvPr>
          <p:cNvSpPr>
            <a:spLocks noGrp="1"/>
          </p:cNvSpPr>
          <p:nvPr>
            <p:ph type="title"/>
          </p:nvPr>
        </p:nvSpPr>
        <p:spPr>
          <a:xfrm>
            <a:off x="681038" y="1600200"/>
            <a:ext cx="8543925" cy="1325563"/>
          </a:xfrm>
          <a:prstGeom prst="rect">
            <a:avLst/>
          </a:prstGeom>
        </p:spPr>
        <p:txBody>
          <a:bodyPr anchor="ctr"/>
          <a:lstStyle>
            <a:lvl1pPr algn="ctr">
              <a:defRPr sz="5500" b="1">
                <a:solidFill>
                  <a:schemeClr val="bg1"/>
                </a:solidFill>
              </a:defRPr>
            </a:lvl1pPr>
          </a:lstStyle>
          <a:p>
            <a:r>
              <a:rPr lang="fr-FR"/>
              <a:t>Modifiez le style du titre</a:t>
            </a:r>
          </a:p>
        </p:txBody>
      </p:sp>
    </p:spTree>
    <p:extLst>
      <p:ext uri="{BB962C8B-B14F-4D97-AF65-F5344CB8AC3E}">
        <p14:creationId xmlns:p14="http://schemas.microsoft.com/office/powerpoint/2010/main" val="390016179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5AAF0816-1F25-DBF1-9B03-18C8FAC54723}"/>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8" name="Espace réservé du numéro de diapositive 7">
            <a:extLst>
              <a:ext uri="{FF2B5EF4-FFF2-40B4-BE49-F238E27FC236}">
                <a16:creationId xmlns:a16="http://schemas.microsoft.com/office/drawing/2014/main" id="{FAB431D0-E552-0E26-EEEF-ED60E666BC46}"/>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3276076768"/>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guide id="3" pos="182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Diapositive de titre">
    <p:bg>
      <p:bgPr>
        <a:solidFill>
          <a:schemeClr val="accent2">
            <a:alpha val="0"/>
          </a:schemeClr>
        </a:solidFill>
        <a:effectLst/>
      </p:bgPr>
    </p:bg>
    <p:spTree>
      <p:nvGrpSpPr>
        <p:cNvPr id="1" name=""/>
        <p:cNvGrpSpPr/>
        <p:nvPr/>
      </p:nvGrpSpPr>
      <p:grpSpPr>
        <a:xfrm>
          <a:off x="0" y="0"/>
          <a:ext cx="0" cy="0"/>
          <a:chOff x="0" y="0"/>
          <a:chExt cx="0" cy="0"/>
        </a:xfrm>
      </p:grpSpPr>
      <p:sp>
        <p:nvSpPr>
          <p:cNvPr id="9" name="object 4">
            <a:extLst>
              <a:ext uri="{FF2B5EF4-FFF2-40B4-BE49-F238E27FC236}">
                <a16:creationId xmlns:a16="http://schemas.microsoft.com/office/drawing/2014/main" id="{2DD762C1-4320-D8AB-AE75-E6CF2EE492B9}"/>
              </a:ext>
            </a:extLst>
          </p:cNvPr>
          <p:cNvSpPr/>
          <p:nvPr userDrawn="1"/>
        </p:nvSpPr>
        <p:spPr>
          <a:xfrm>
            <a:off x="0" y="1877872"/>
            <a:ext cx="2731135" cy="3100070"/>
          </a:xfrm>
          <a:custGeom>
            <a:avLst/>
            <a:gdLst/>
            <a:ahLst/>
            <a:cxnLst/>
            <a:rect l="l" t="t" r="r" b="b"/>
            <a:pathLst>
              <a:path w="2731135" h="3100070">
                <a:moveTo>
                  <a:pt x="2731046" y="2892133"/>
                </a:moveTo>
                <a:lnTo>
                  <a:pt x="1815706" y="2892133"/>
                </a:lnTo>
                <a:lnTo>
                  <a:pt x="1815706" y="2894774"/>
                </a:lnTo>
                <a:lnTo>
                  <a:pt x="910082" y="2894774"/>
                </a:lnTo>
                <a:lnTo>
                  <a:pt x="0" y="2894761"/>
                </a:lnTo>
                <a:lnTo>
                  <a:pt x="0" y="3099612"/>
                </a:lnTo>
                <a:lnTo>
                  <a:pt x="910031" y="3099612"/>
                </a:lnTo>
                <a:lnTo>
                  <a:pt x="1820164" y="3099612"/>
                </a:lnTo>
                <a:lnTo>
                  <a:pt x="1820164" y="3096971"/>
                </a:lnTo>
                <a:lnTo>
                  <a:pt x="2731046" y="3096971"/>
                </a:lnTo>
                <a:lnTo>
                  <a:pt x="2731046" y="2892133"/>
                </a:lnTo>
                <a:close/>
              </a:path>
              <a:path w="2731135" h="3100070">
                <a:moveTo>
                  <a:pt x="2731046" y="1448714"/>
                </a:moveTo>
                <a:lnTo>
                  <a:pt x="1815706" y="1448714"/>
                </a:lnTo>
                <a:lnTo>
                  <a:pt x="1815706" y="1653552"/>
                </a:lnTo>
                <a:lnTo>
                  <a:pt x="2731046" y="1653552"/>
                </a:lnTo>
                <a:lnTo>
                  <a:pt x="2731046" y="1448714"/>
                </a:lnTo>
                <a:close/>
              </a:path>
              <a:path w="2731135" h="3100070">
                <a:moveTo>
                  <a:pt x="2731046" y="0"/>
                </a:moveTo>
                <a:lnTo>
                  <a:pt x="1815706" y="0"/>
                </a:lnTo>
                <a:lnTo>
                  <a:pt x="1815706" y="2641"/>
                </a:lnTo>
                <a:lnTo>
                  <a:pt x="910031" y="2641"/>
                </a:lnTo>
                <a:lnTo>
                  <a:pt x="910031" y="207479"/>
                </a:lnTo>
                <a:lnTo>
                  <a:pt x="1820164" y="207479"/>
                </a:lnTo>
                <a:lnTo>
                  <a:pt x="1820164" y="204838"/>
                </a:lnTo>
                <a:lnTo>
                  <a:pt x="2731046" y="204838"/>
                </a:lnTo>
                <a:lnTo>
                  <a:pt x="2731046" y="0"/>
                </a:lnTo>
                <a:close/>
              </a:path>
            </a:pathLst>
          </a:custGeom>
          <a:solidFill>
            <a:srgbClr val="005399"/>
          </a:solidFill>
        </p:spPr>
        <p:txBody>
          <a:bodyPr wrap="square" lIns="0" tIns="0" rIns="0" bIns="0" rtlCol="0"/>
          <a:lstStyle/>
          <a:p>
            <a:endParaRPr/>
          </a:p>
        </p:txBody>
      </p:sp>
      <p:grpSp>
        <p:nvGrpSpPr>
          <p:cNvPr id="31" name="Groupe 30">
            <a:extLst>
              <a:ext uri="{FF2B5EF4-FFF2-40B4-BE49-F238E27FC236}">
                <a16:creationId xmlns:a16="http://schemas.microsoft.com/office/drawing/2014/main" id="{E3094FD4-F362-E5AA-8638-C1978D4EB5B0}"/>
              </a:ext>
            </a:extLst>
          </p:cNvPr>
          <p:cNvGrpSpPr/>
          <p:nvPr userDrawn="1"/>
        </p:nvGrpSpPr>
        <p:grpSpPr>
          <a:xfrm>
            <a:off x="7841485" y="5944127"/>
            <a:ext cx="1652177" cy="501605"/>
            <a:chOff x="7841485" y="5944127"/>
            <a:chExt cx="1652177" cy="501605"/>
          </a:xfrm>
        </p:grpSpPr>
        <p:pic>
          <p:nvPicPr>
            <p:cNvPr id="32" name="bg object 22">
              <a:extLst>
                <a:ext uri="{FF2B5EF4-FFF2-40B4-BE49-F238E27FC236}">
                  <a16:creationId xmlns:a16="http://schemas.microsoft.com/office/drawing/2014/main" id="{2E795CAA-3591-C704-7A00-17F17BF51A23}"/>
                </a:ext>
              </a:extLst>
            </p:cNvPr>
            <p:cNvPicPr/>
            <p:nvPr/>
          </p:nvPicPr>
          <p:blipFill>
            <a:blip r:embed="rId2" cstate="print"/>
            <a:stretch>
              <a:fillRect/>
            </a:stretch>
          </p:blipFill>
          <p:spPr>
            <a:xfrm>
              <a:off x="9252289" y="6071177"/>
              <a:ext cx="95709" cy="100940"/>
            </a:xfrm>
            <a:prstGeom prst="rect">
              <a:avLst/>
            </a:prstGeom>
          </p:spPr>
        </p:pic>
        <p:grpSp>
          <p:nvGrpSpPr>
            <p:cNvPr id="33" name="Groupe 32">
              <a:extLst>
                <a:ext uri="{FF2B5EF4-FFF2-40B4-BE49-F238E27FC236}">
                  <a16:creationId xmlns:a16="http://schemas.microsoft.com/office/drawing/2014/main" id="{0BD2DFFF-E0E1-325B-04AB-7D5E40B2E8C1}"/>
                </a:ext>
              </a:extLst>
            </p:cNvPr>
            <p:cNvGrpSpPr/>
            <p:nvPr userDrawn="1"/>
          </p:nvGrpSpPr>
          <p:grpSpPr>
            <a:xfrm>
              <a:off x="7841485" y="5944127"/>
              <a:ext cx="1652177" cy="501605"/>
              <a:chOff x="7841485" y="5944127"/>
              <a:chExt cx="1652177" cy="501605"/>
            </a:xfrm>
          </p:grpSpPr>
          <p:pic>
            <p:nvPicPr>
              <p:cNvPr id="34" name="bg object 19">
                <a:extLst>
                  <a:ext uri="{FF2B5EF4-FFF2-40B4-BE49-F238E27FC236}">
                    <a16:creationId xmlns:a16="http://schemas.microsoft.com/office/drawing/2014/main" id="{2390321B-CA5B-722D-C201-CCF041388981}"/>
                  </a:ext>
                </a:extLst>
              </p:cNvPr>
              <p:cNvPicPr/>
              <p:nvPr/>
            </p:nvPicPr>
            <p:blipFill>
              <a:blip r:embed="rId3" cstate="print"/>
              <a:stretch>
                <a:fillRect/>
              </a:stretch>
            </p:blipFill>
            <p:spPr>
              <a:xfrm>
                <a:off x="8306570" y="5964197"/>
                <a:ext cx="79577" cy="76317"/>
              </a:xfrm>
              <a:prstGeom prst="rect">
                <a:avLst/>
              </a:prstGeom>
            </p:spPr>
          </p:pic>
          <p:grpSp>
            <p:nvGrpSpPr>
              <p:cNvPr id="35" name="Groupe 34">
                <a:extLst>
                  <a:ext uri="{FF2B5EF4-FFF2-40B4-BE49-F238E27FC236}">
                    <a16:creationId xmlns:a16="http://schemas.microsoft.com/office/drawing/2014/main" id="{59E3DEEF-C7B1-A6FE-CD58-2660438B2F43}"/>
                  </a:ext>
                </a:extLst>
              </p:cNvPr>
              <p:cNvGrpSpPr/>
              <p:nvPr userDrawn="1"/>
            </p:nvGrpSpPr>
            <p:grpSpPr>
              <a:xfrm>
                <a:off x="7841485" y="5944127"/>
                <a:ext cx="1652177" cy="501605"/>
                <a:chOff x="7841485" y="5944127"/>
                <a:chExt cx="1652177" cy="501605"/>
              </a:xfrm>
            </p:grpSpPr>
            <p:sp>
              <p:nvSpPr>
                <p:cNvPr id="36" name="bg object 20">
                  <a:extLst>
                    <a:ext uri="{FF2B5EF4-FFF2-40B4-BE49-F238E27FC236}">
                      <a16:creationId xmlns:a16="http://schemas.microsoft.com/office/drawing/2014/main" id="{DAE4183A-84DF-C293-E29B-B9E05E960B83}"/>
                    </a:ext>
                  </a:extLst>
                </p:cNvPr>
                <p:cNvSpPr/>
                <p:nvPr/>
              </p:nvSpPr>
              <p:spPr>
                <a:xfrm>
                  <a:off x="8426939" y="6078061"/>
                  <a:ext cx="175895" cy="255904"/>
                </a:xfrm>
                <a:custGeom>
                  <a:avLst/>
                  <a:gdLst/>
                  <a:ahLst/>
                  <a:cxnLst/>
                  <a:rect l="l" t="t" r="r" b="b"/>
                  <a:pathLst>
                    <a:path w="175895" h="255904">
                      <a:moveTo>
                        <a:pt x="133018" y="255672"/>
                      </a:moveTo>
                      <a:lnTo>
                        <a:pt x="96670" y="249898"/>
                      </a:lnTo>
                      <a:lnTo>
                        <a:pt x="69337" y="233463"/>
                      </a:lnTo>
                      <a:lnTo>
                        <a:pt x="52126" y="207692"/>
                      </a:lnTo>
                      <a:lnTo>
                        <a:pt x="46144" y="173915"/>
                      </a:lnTo>
                      <a:lnTo>
                        <a:pt x="46144" y="68553"/>
                      </a:lnTo>
                      <a:lnTo>
                        <a:pt x="44390" y="66850"/>
                      </a:lnTo>
                      <a:lnTo>
                        <a:pt x="1753" y="66850"/>
                      </a:lnTo>
                      <a:lnTo>
                        <a:pt x="0" y="65168"/>
                      </a:lnTo>
                      <a:lnTo>
                        <a:pt x="0" y="1702"/>
                      </a:lnTo>
                      <a:lnTo>
                        <a:pt x="1775" y="0"/>
                      </a:lnTo>
                      <a:lnTo>
                        <a:pt x="173900" y="0"/>
                      </a:lnTo>
                      <a:lnTo>
                        <a:pt x="175654" y="1681"/>
                      </a:lnTo>
                      <a:lnTo>
                        <a:pt x="175654" y="62096"/>
                      </a:lnTo>
                      <a:lnTo>
                        <a:pt x="175654" y="64732"/>
                      </a:lnTo>
                      <a:lnTo>
                        <a:pt x="173424" y="66850"/>
                      </a:lnTo>
                      <a:lnTo>
                        <a:pt x="126565" y="66850"/>
                      </a:lnTo>
                      <a:lnTo>
                        <a:pt x="124790" y="68553"/>
                      </a:lnTo>
                      <a:lnTo>
                        <a:pt x="124790" y="160358"/>
                      </a:lnTo>
                      <a:lnTo>
                        <a:pt x="126863" y="173139"/>
                      </a:lnTo>
                      <a:lnTo>
                        <a:pt x="132723" y="181158"/>
                      </a:lnTo>
                      <a:lnTo>
                        <a:pt x="141827" y="185311"/>
                      </a:lnTo>
                      <a:lnTo>
                        <a:pt x="153633" y="186496"/>
                      </a:lnTo>
                      <a:lnTo>
                        <a:pt x="165455" y="186185"/>
                      </a:lnTo>
                      <a:lnTo>
                        <a:pt x="172818" y="184939"/>
                      </a:lnTo>
                      <a:lnTo>
                        <a:pt x="175611" y="187160"/>
                      </a:lnTo>
                      <a:lnTo>
                        <a:pt x="175633" y="245291"/>
                      </a:lnTo>
                      <a:lnTo>
                        <a:pt x="146795" y="254856"/>
                      </a:lnTo>
                      <a:lnTo>
                        <a:pt x="133018" y="255672"/>
                      </a:lnTo>
                      <a:close/>
                    </a:path>
                  </a:pathLst>
                </a:custGeom>
                <a:solidFill>
                  <a:srgbClr val="FFFFFF"/>
                </a:solidFill>
              </p:spPr>
              <p:txBody>
                <a:bodyPr wrap="square" lIns="0" tIns="0" rIns="0" bIns="0" rtlCol="0"/>
                <a:lstStyle/>
                <a:p>
                  <a:endParaRPr/>
                </a:p>
              </p:txBody>
            </p:sp>
            <p:pic>
              <p:nvPicPr>
                <p:cNvPr id="37" name="bg object 21">
                  <a:extLst>
                    <a:ext uri="{FF2B5EF4-FFF2-40B4-BE49-F238E27FC236}">
                      <a16:creationId xmlns:a16="http://schemas.microsoft.com/office/drawing/2014/main" id="{4F066417-0AE9-2741-4EFA-097D7F5C57BE}"/>
                    </a:ext>
                  </a:extLst>
                </p:cNvPr>
                <p:cNvPicPr/>
                <p:nvPr/>
              </p:nvPicPr>
              <p:blipFill>
                <a:blip r:embed="rId4" cstate="print"/>
                <a:stretch>
                  <a:fillRect/>
                </a:stretch>
              </p:blipFill>
              <p:spPr>
                <a:xfrm>
                  <a:off x="8473065" y="5944127"/>
                  <a:ext cx="78689" cy="94815"/>
                </a:xfrm>
                <a:prstGeom prst="rect">
                  <a:avLst/>
                </a:prstGeom>
              </p:spPr>
            </p:pic>
            <p:grpSp>
              <p:nvGrpSpPr>
                <p:cNvPr id="38" name="Groupe 37">
                  <a:extLst>
                    <a:ext uri="{FF2B5EF4-FFF2-40B4-BE49-F238E27FC236}">
                      <a16:creationId xmlns:a16="http://schemas.microsoft.com/office/drawing/2014/main" id="{E46418DE-78B9-2DC0-C96C-B4DF3BE3007E}"/>
                    </a:ext>
                  </a:extLst>
                </p:cNvPr>
                <p:cNvGrpSpPr/>
                <p:nvPr userDrawn="1"/>
              </p:nvGrpSpPr>
              <p:grpSpPr>
                <a:xfrm>
                  <a:off x="7841485" y="5947257"/>
                  <a:ext cx="1652177" cy="498475"/>
                  <a:chOff x="7841485" y="5947257"/>
                  <a:chExt cx="1652177" cy="498475"/>
                </a:xfrm>
              </p:grpSpPr>
              <p:pic>
                <p:nvPicPr>
                  <p:cNvPr id="39" name="bg object 17">
                    <a:extLst>
                      <a:ext uri="{FF2B5EF4-FFF2-40B4-BE49-F238E27FC236}">
                        <a16:creationId xmlns:a16="http://schemas.microsoft.com/office/drawing/2014/main" id="{4353C8D0-3FAF-2DDF-3FA6-780DFC16F2B5}"/>
                      </a:ext>
                    </a:extLst>
                  </p:cNvPr>
                  <p:cNvPicPr/>
                  <p:nvPr/>
                </p:nvPicPr>
                <p:blipFill>
                  <a:blip r:embed="rId5" cstate="print"/>
                  <a:stretch>
                    <a:fillRect/>
                  </a:stretch>
                </p:blipFill>
                <p:spPr>
                  <a:xfrm>
                    <a:off x="7841485" y="6052577"/>
                    <a:ext cx="162630" cy="203292"/>
                  </a:xfrm>
                  <a:prstGeom prst="rect">
                    <a:avLst/>
                  </a:prstGeom>
                </p:spPr>
              </p:pic>
              <p:sp>
                <p:nvSpPr>
                  <p:cNvPr id="40" name="bg object 18">
                    <a:extLst>
                      <a:ext uri="{FF2B5EF4-FFF2-40B4-BE49-F238E27FC236}">
                        <a16:creationId xmlns:a16="http://schemas.microsoft.com/office/drawing/2014/main" id="{EC7667A6-D16F-8D56-C3B9-418F60E87DE0}"/>
                      </a:ext>
                    </a:extLst>
                  </p:cNvPr>
                  <p:cNvSpPr/>
                  <p:nvPr/>
                </p:nvSpPr>
                <p:spPr>
                  <a:xfrm>
                    <a:off x="7954276" y="5947257"/>
                    <a:ext cx="1256665" cy="498475"/>
                  </a:xfrm>
                  <a:custGeom>
                    <a:avLst/>
                    <a:gdLst/>
                    <a:ahLst/>
                    <a:cxnLst/>
                    <a:rect l="l" t="t" r="r" b="b"/>
                    <a:pathLst>
                      <a:path w="1256665" h="498475">
                        <a:moveTo>
                          <a:pt x="312331" y="266496"/>
                        </a:moveTo>
                        <a:lnTo>
                          <a:pt x="309803" y="263245"/>
                        </a:lnTo>
                        <a:lnTo>
                          <a:pt x="168592" y="263245"/>
                        </a:lnTo>
                        <a:lnTo>
                          <a:pt x="166624" y="263245"/>
                        </a:lnTo>
                        <a:lnTo>
                          <a:pt x="164833" y="264363"/>
                        </a:lnTo>
                        <a:lnTo>
                          <a:pt x="136004" y="311162"/>
                        </a:lnTo>
                        <a:lnTo>
                          <a:pt x="100368" y="346494"/>
                        </a:lnTo>
                        <a:lnTo>
                          <a:pt x="56959" y="372122"/>
                        </a:lnTo>
                        <a:lnTo>
                          <a:pt x="5676" y="388073"/>
                        </a:lnTo>
                        <a:lnTo>
                          <a:pt x="774" y="389051"/>
                        </a:lnTo>
                        <a:lnTo>
                          <a:pt x="0" y="395503"/>
                        </a:lnTo>
                        <a:lnTo>
                          <a:pt x="4610" y="397383"/>
                        </a:lnTo>
                        <a:lnTo>
                          <a:pt x="51181" y="410540"/>
                        </a:lnTo>
                        <a:lnTo>
                          <a:pt x="98386" y="413829"/>
                        </a:lnTo>
                        <a:lnTo>
                          <a:pt x="144741" y="408038"/>
                        </a:lnTo>
                        <a:lnTo>
                          <a:pt x="188747" y="393928"/>
                        </a:lnTo>
                        <a:lnTo>
                          <a:pt x="228892" y="372262"/>
                        </a:lnTo>
                        <a:lnTo>
                          <a:pt x="263677" y="343814"/>
                        </a:lnTo>
                        <a:lnTo>
                          <a:pt x="291617" y="309359"/>
                        </a:lnTo>
                        <a:lnTo>
                          <a:pt x="311213" y="269659"/>
                        </a:lnTo>
                        <a:lnTo>
                          <a:pt x="312331" y="266496"/>
                        </a:lnTo>
                        <a:close/>
                      </a:path>
                      <a:path w="1256665" h="498475">
                        <a:moveTo>
                          <a:pt x="312496" y="147256"/>
                        </a:moveTo>
                        <a:lnTo>
                          <a:pt x="287921" y="100126"/>
                        </a:lnTo>
                        <a:lnTo>
                          <a:pt x="256895" y="64249"/>
                        </a:lnTo>
                        <a:lnTo>
                          <a:pt x="219824" y="36233"/>
                        </a:lnTo>
                        <a:lnTo>
                          <a:pt x="178473" y="16141"/>
                        </a:lnTo>
                        <a:lnTo>
                          <a:pt x="134632" y="4038"/>
                        </a:lnTo>
                        <a:lnTo>
                          <a:pt x="90055" y="0"/>
                        </a:lnTo>
                        <a:lnTo>
                          <a:pt x="46520" y="4089"/>
                        </a:lnTo>
                        <a:lnTo>
                          <a:pt x="5791" y="16383"/>
                        </a:lnTo>
                        <a:lnTo>
                          <a:pt x="812" y="18478"/>
                        </a:lnTo>
                        <a:lnTo>
                          <a:pt x="1587" y="25387"/>
                        </a:lnTo>
                        <a:lnTo>
                          <a:pt x="6921" y="26466"/>
                        </a:lnTo>
                        <a:lnTo>
                          <a:pt x="57632" y="42367"/>
                        </a:lnTo>
                        <a:lnTo>
                          <a:pt x="100622" y="67957"/>
                        </a:lnTo>
                        <a:lnTo>
                          <a:pt x="135953" y="103149"/>
                        </a:lnTo>
                        <a:lnTo>
                          <a:pt x="164604" y="149733"/>
                        </a:lnTo>
                        <a:lnTo>
                          <a:pt x="166535" y="150952"/>
                        </a:lnTo>
                        <a:lnTo>
                          <a:pt x="305892" y="150952"/>
                        </a:lnTo>
                        <a:lnTo>
                          <a:pt x="309753" y="150952"/>
                        </a:lnTo>
                        <a:lnTo>
                          <a:pt x="312496" y="147256"/>
                        </a:lnTo>
                        <a:close/>
                      </a:path>
                      <a:path w="1256665" h="498475">
                        <a:moveTo>
                          <a:pt x="431876" y="132930"/>
                        </a:moveTo>
                        <a:lnTo>
                          <a:pt x="429641" y="130771"/>
                        </a:lnTo>
                        <a:lnTo>
                          <a:pt x="357238" y="130771"/>
                        </a:lnTo>
                        <a:lnTo>
                          <a:pt x="354507" y="130771"/>
                        </a:lnTo>
                        <a:lnTo>
                          <a:pt x="352272" y="132930"/>
                        </a:lnTo>
                        <a:lnTo>
                          <a:pt x="352272" y="383209"/>
                        </a:lnTo>
                        <a:lnTo>
                          <a:pt x="353796" y="384683"/>
                        </a:lnTo>
                        <a:lnTo>
                          <a:pt x="430364" y="384683"/>
                        </a:lnTo>
                        <a:lnTo>
                          <a:pt x="431876" y="383209"/>
                        </a:lnTo>
                        <a:lnTo>
                          <a:pt x="431876" y="132930"/>
                        </a:lnTo>
                        <a:close/>
                      </a:path>
                      <a:path w="1256665" h="498475">
                        <a:moveTo>
                          <a:pt x="940701" y="250583"/>
                        </a:moveTo>
                        <a:lnTo>
                          <a:pt x="931760" y="197332"/>
                        </a:lnTo>
                        <a:lnTo>
                          <a:pt x="922858" y="183540"/>
                        </a:lnTo>
                        <a:lnTo>
                          <a:pt x="906094" y="157568"/>
                        </a:lnTo>
                        <a:lnTo>
                          <a:pt x="865505" y="132689"/>
                        </a:lnTo>
                        <a:lnTo>
                          <a:pt x="811758" y="124079"/>
                        </a:lnTo>
                        <a:lnTo>
                          <a:pt x="763511" y="133223"/>
                        </a:lnTo>
                        <a:lnTo>
                          <a:pt x="722464" y="159308"/>
                        </a:lnTo>
                        <a:lnTo>
                          <a:pt x="693953" y="200304"/>
                        </a:lnTo>
                        <a:lnTo>
                          <a:pt x="683260" y="254165"/>
                        </a:lnTo>
                        <a:lnTo>
                          <a:pt x="690410" y="299643"/>
                        </a:lnTo>
                        <a:lnTo>
                          <a:pt x="710057" y="336219"/>
                        </a:lnTo>
                        <a:lnTo>
                          <a:pt x="739546" y="363232"/>
                        </a:lnTo>
                        <a:lnTo>
                          <a:pt x="776224" y="379945"/>
                        </a:lnTo>
                        <a:lnTo>
                          <a:pt x="817435" y="385673"/>
                        </a:lnTo>
                        <a:lnTo>
                          <a:pt x="860234" y="379857"/>
                        </a:lnTo>
                        <a:lnTo>
                          <a:pt x="919111" y="340550"/>
                        </a:lnTo>
                        <a:lnTo>
                          <a:pt x="935316" y="309295"/>
                        </a:lnTo>
                        <a:lnTo>
                          <a:pt x="933716" y="306565"/>
                        </a:lnTo>
                        <a:lnTo>
                          <a:pt x="872147" y="289941"/>
                        </a:lnTo>
                        <a:lnTo>
                          <a:pt x="869619" y="290995"/>
                        </a:lnTo>
                        <a:lnTo>
                          <a:pt x="868667" y="293116"/>
                        </a:lnTo>
                        <a:lnTo>
                          <a:pt x="861250" y="304850"/>
                        </a:lnTo>
                        <a:lnTo>
                          <a:pt x="850595" y="313855"/>
                        </a:lnTo>
                        <a:lnTo>
                          <a:pt x="836422" y="319608"/>
                        </a:lnTo>
                        <a:lnTo>
                          <a:pt x="818489" y="321640"/>
                        </a:lnTo>
                        <a:lnTo>
                          <a:pt x="796886" y="318757"/>
                        </a:lnTo>
                        <a:lnTo>
                          <a:pt x="778865" y="310057"/>
                        </a:lnTo>
                        <a:lnTo>
                          <a:pt x="766406" y="295478"/>
                        </a:lnTo>
                        <a:lnTo>
                          <a:pt x="761517" y="274955"/>
                        </a:lnTo>
                        <a:lnTo>
                          <a:pt x="761415" y="225183"/>
                        </a:lnTo>
                        <a:lnTo>
                          <a:pt x="765556" y="210896"/>
                        </a:lnTo>
                        <a:lnTo>
                          <a:pt x="775411" y="197446"/>
                        </a:lnTo>
                        <a:lnTo>
                          <a:pt x="791108" y="187452"/>
                        </a:lnTo>
                        <a:lnTo>
                          <a:pt x="812812" y="183540"/>
                        </a:lnTo>
                        <a:lnTo>
                          <a:pt x="834542" y="186740"/>
                        </a:lnTo>
                        <a:lnTo>
                          <a:pt x="849757" y="195110"/>
                        </a:lnTo>
                        <a:lnTo>
                          <a:pt x="859269" y="206781"/>
                        </a:lnTo>
                        <a:lnTo>
                          <a:pt x="863854" y="219875"/>
                        </a:lnTo>
                        <a:lnTo>
                          <a:pt x="864374" y="222758"/>
                        </a:lnTo>
                        <a:lnTo>
                          <a:pt x="861974" y="225374"/>
                        </a:lnTo>
                        <a:lnTo>
                          <a:pt x="804418" y="225374"/>
                        </a:lnTo>
                        <a:lnTo>
                          <a:pt x="802208" y="227495"/>
                        </a:lnTo>
                        <a:lnTo>
                          <a:pt x="802208" y="271818"/>
                        </a:lnTo>
                        <a:lnTo>
                          <a:pt x="804418" y="273939"/>
                        </a:lnTo>
                        <a:lnTo>
                          <a:pt x="937348" y="273939"/>
                        </a:lnTo>
                        <a:lnTo>
                          <a:pt x="939495" y="272122"/>
                        </a:lnTo>
                        <a:lnTo>
                          <a:pt x="940231" y="265112"/>
                        </a:lnTo>
                        <a:lnTo>
                          <a:pt x="940701" y="257619"/>
                        </a:lnTo>
                        <a:lnTo>
                          <a:pt x="940701" y="250583"/>
                        </a:lnTo>
                        <a:close/>
                      </a:path>
                      <a:path w="1256665" h="498475">
                        <a:moveTo>
                          <a:pt x="1059053" y="132854"/>
                        </a:moveTo>
                        <a:lnTo>
                          <a:pt x="1056843" y="130822"/>
                        </a:lnTo>
                        <a:lnTo>
                          <a:pt x="983729" y="130822"/>
                        </a:lnTo>
                        <a:lnTo>
                          <a:pt x="981494" y="132943"/>
                        </a:lnTo>
                        <a:lnTo>
                          <a:pt x="981494" y="467626"/>
                        </a:lnTo>
                        <a:lnTo>
                          <a:pt x="983272" y="469531"/>
                        </a:lnTo>
                        <a:lnTo>
                          <a:pt x="1002842" y="473468"/>
                        </a:lnTo>
                        <a:lnTo>
                          <a:pt x="1019644" y="478967"/>
                        </a:lnTo>
                        <a:lnTo>
                          <a:pt x="1035812" y="486410"/>
                        </a:lnTo>
                        <a:lnTo>
                          <a:pt x="1051064" y="495757"/>
                        </a:lnTo>
                        <a:lnTo>
                          <a:pt x="1054404" y="498106"/>
                        </a:lnTo>
                        <a:lnTo>
                          <a:pt x="1059053" y="496074"/>
                        </a:lnTo>
                        <a:lnTo>
                          <a:pt x="1059053" y="132854"/>
                        </a:lnTo>
                        <a:close/>
                      </a:path>
                      <a:path w="1256665" h="498475">
                        <a:moveTo>
                          <a:pt x="1256665" y="254495"/>
                        </a:moveTo>
                        <a:lnTo>
                          <a:pt x="1248371" y="202488"/>
                        </a:lnTo>
                        <a:lnTo>
                          <a:pt x="1224470" y="161239"/>
                        </a:lnTo>
                        <a:lnTo>
                          <a:pt x="1186408" y="134035"/>
                        </a:lnTo>
                        <a:lnTo>
                          <a:pt x="1135659" y="124231"/>
                        </a:lnTo>
                        <a:lnTo>
                          <a:pt x="1126845" y="124523"/>
                        </a:lnTo>
                        <a:lnTo>
                          <a:pt x="1118425" y="125374"/>
                        </a:lnTo>
                        <a:lnTo>
                          <a:pt x="1110424" y="126707"/>
                        </a:lnTo>
                        <a:lnTo>
                          <a:pt x="1100747" y="129108"/>
                        </a:lnTo>
                        <a:lnTo>
                          <a:pt x="1099781" y="130695"/>
                        </a:lnTo>
                        <a:lnTo>
                          <a:pt x="1099781" y="193052"/>
                        </a:lnTo>
                        <a:lnTo>
                          <a:pt x="1102283" y="195211"/>
                        </a:lnTo>
                        <a:lnTo>
                          <a:pt x="1109891" y="193573"/>
                        </a:lnTo>
                        <a:lnTo>
                          <a:pt x="1114526" y="193103"/>
                        </a:lnTo>
                        <a:lnTo>
                          <a:pt x="1119289" y="193103"/>
                        </a:lnTo>
                        <a:lnTo>
                          <a:pt x="1141844" y="196888"/>
                        </a:lnTo>
                        <a:lnTo>
                          <a:pt x="1160754" y="208343"/>
                        </a:lnTo>
                        <a:lnTo>
                          <a:pt x="1173772" y="227647"/>
                        </a:lnTo>
                        <a:lnTo>
                          <a:pt x="1178623" y="254927"/>
                        </a:lnTo>
                        <a:lnTo>
                          <a:pt x="1173772" y="282295"/>
                        </a:lnTo>
                        <a:lnTo>
                          <a:pt x="1160754" y="301764"/>
                        </a:lnTo>
                        <a:lnTo>
                          <a:pt x="1141844" y="313397"/>
                        </a:lnTo>
                        <a:lnTo>
                          <a:pt x="1119289" y="317271"/>
                        </a:lnTo>
                        <a:lnTo>
                          <a:pt x="1114552" y="317271"/>
                        </a:lnTo>
                        <a:lnTo>
                          <a:pt x="1109929" y="316814"/>
                        </a:lnTo>
                        <a:lnTo>
                          <a:pt x="1102334" y="315087"/>
                        </a:lnTo>
                        <a:lnTo>
                          <a:pt x="1099781" y="317411"/>
                        </a:lnTo>
                        <a:lnTo>
                          <a:pt x="1099781" y="380174"/>
                        </a:lnTo>
                        <a:lnTo>
                          <a:pt x="1100378" y="381812"/>
                        </a:lnTo>
                        <a:lnTo>
                          <a:pt x="1109002" y="383616"/>
                        </a:lnTo>
                        <a:lnTo>
                          <a:pt x="1116431" y="384695"/>
                        </a:lnTo>
                        <a:lnTo>
                          <a:pt x="1124254" y="385356"/>
                        </a:lnTo>
                        <a:lnTo>
                          <a:pt x="1132459" y="385572"/>
                        </a:lnTo>
                        <a:lnTo>
                          <a:pt x="1182624" y="375818"/>
                        </a:lnTo>
                        <a:lnTo>
                          <a:pt x="1221905" y="348627"/>
                        </a:lnTo>
                        <a:lnTo>
                          <a:pt x="1247508" y="307136"/>
                        </a:lnTo>
                        <a:lnTo>
                          <a:pt x="1256665" y="254495"/>
                        </a:lnTo>
                        <a:close/>
                      </a:path>
                    </a:pathLst>
                  </a:custGeom>
                  <a:solidFill>
                    <a:srgbClr val="FFFFFF"/>
                  </a:solidFill>
                </p:spPr>
                <p:txBody>
                  <a:bodyPr wrap="square" lIns="0" tIns="0" rIns="0" bIns="0" rtlCol="0"/>
                  <a:lstStyle/>
                  <a:p>
                    <a:endParaRPr/>
                  </a:p>
                </p:txBody>
              </p:sp>
              <p:sp>
                <p:nvSpPr>
                  <p:cNvPr id="41" name="bg object 23">
                    <a:extLst>
                      <a:ext uri="{FF2B5EF4-FFF2-40B4-BE49-F238E27FC236}">
                        <a16:creationId xmlns:a16="http://schemas.microsoft.com/office/drawing/2014/main" id="{8DB226C9-EF6F-A4C3-D074-21EFB9EA9390}"/>
                      </a:ext>
                    </a:extLst>
                  </p:cNvPr>
                  <p:cNvSpPr/>
                  <p:nvPr/>
                </p:nvSpPr>
                <p:spPr>
                  <a:xfrm>
                    <a:off x="9251727" y="6071297"/>
                    <a:ext cx="241935" cy="266700"/>
                  </a:xfrm>
                  <a:custGeom>
                    <a:avLst/>
                    <a:gdLst/>
                    <a:ahLst/>
                    <a:cxnLst/>
                    <a:rect l="l" t="t" r="r" b="b"/>
                    <a:pathLst>
                      <a:path w="241934" h="266700">
                        <a:moveTo>
                          <a:pt x="92158" y="266426"/>
                        </a:moveTo>
                        <a:lnTo>
                          <a:pt x="53212" y="260355"/>
                        </a:lnTo>
                        <a:lnTo>
                          <a:pt x="24260" y="243965"/>
                        </a:lnTo>
                        <a:lnTo>
                          <a:pt x="6217" y="219997"/>
                        </a:lnTo>
                        <a:lnTo>
                          <a:pt x="0" y="191188"/>
                        </a:lnTo>
                        <a:lnTo>
                          <a:pt x="6103" y="161062"/>
                        </a:lnTo>
                        <a:lnTo>
                          <a:pt x="22814" y="138229"/>
                        </a:lnTo>
                        <a:lnTo>
                          <a:pt x="47731" y="122687"/>
                        </a:lnTo>
                        <a:lnTo>
                          <a:pt x="78451" y="114434"/>
                        </a:lnTo>
                        <a:lnTo>
                          <a:pt x="140900" y="105237"/>
                        </a:lnTo>
                        <a:lnTo>
                          <a:pt x="149976" y="102872"/>
                        </a:lnTo>
                        <a:lnTo>
                          <a:pt x="155903" y="99022"/>
                        </a:lnTo>
                        <a:lnTo>
                          <a:pt x="159131" y="93930"/>
                        </a:lnTo>
                        <a:lnTo>
                          <a:pt x="160107" y="87840"/>
                        </a:lnTo>
                        <a:lnTo>
                          <a:pt x="158836" y="80176"/>
                        </a:lnTo>
                        <a:lnTo>
                          <a:pt x="155051" y="73273"/>
                        </a:lnTo>
                        <a:lnTo>
                          <a:pt x="148798" y="67488"/>
                        </a:lnTo>
                        <a:lnTo>
                          <a:pt x="140121" y="63175"/>
                        </a:lnTo>
                        <a:lnTo>
                          <a:pt x="138193" y="62511"/>
                        </a:lnTo>
                        <a:lnTo>
                          <a:pt x="136981" y="60663"/>
                        </a:lnTo>
                        <a:lnTo>
                          <a:pt x="136981" y="2304"/>
                        </a:lnTo>
                        <a:lnTo>
                          <a:pt x="139558" y="0"/>
                        </a:lnTo>
                        <a:lnTo>
                          <a:pt x="187239" y="11701"/>
                        </a:lnTo>
                        <a:lnTo>
                          <a:pt x="233885" y="63197"/>
                        </a:lnTo>
                        <a:lnTo>
                          <a:pt x="239100" y="97556"/>
                        </a:lnTo>
                        <a:lnTo>
                          <a:pt x="239100" y="150683"/>
                        </a:lnTo>
                        <a:lnTo>
                          <a:pt x="157335" y="150683"/>
                        </a:lnTo>
                        <a:lnTo>
                          <a:pt x="109935" y="157929"/>
                        </a:lnTo>
                        <a:lnTo>
                          <a:pt x="98068" y="160885"/>
                        </a:lnTo>
                        <a:lnTo>
                          <a:pt x="88596" y="166244"/>
                        </a:lnTo>
                        <a:lnTo>
                          <a:pt x="82323" y="174483"/>
                        </a:lnTo>
                        <a:lnTo>
                          <a:pt x="80053" y="186081"/>
                        </a:lnTo>
                        <a:lnTo>
                          <a:pt x="81821" y="195773"/>
                        </a:lnTo>
                        <a:lnTo>
                          <a:pt x="87391" y="204120"/>
                        </a:lnTo>
                        <a:lnTo>
                          <a:pt x="97163" y="209971"/>
                        </a:lnTo>
                        <a:lnTo>
                          <a:pt x="111538" y="212178"/>
                        </a:lnTo>
                        <a:lnTo>
                          <a:pt x="239100" y="212178"/>
                        </a:lnTo>
                        <a:lnTo>
                          <a:pt x="239100" y="221894"/>
                        </a:lnTo>
                        <a:lnTo>
                          <a:pt x="239328" y="232106"/>
                        </a:lnTo>
                        <a:lnTo>
                          <a:pt x="239829" y="240039"/>
                        </a:lnTo>
                        <a:lnTo>
                          <a:pt x="161211" y="240039"/>
                        </a:lnTo>
                        <a:lnTo>
                          <a:pt x="158180" y="243215"/>
                        </a:lnTo>
                        <a:lnTo>
                          <a:pt x="145723" y="253376"/>
                        </a:lnTo>
                        <a:lnTo>
                          <a:pt x="130536" y="260629"/>
                        </a:lnTo>
                        <a:lnTo>
                          <a:pt x="112665" y="264977"/>
                        </a:lnTo>
                        <a:lnTo>
                          <a:pt x="92158" y="266426"/>
                        </a:lnTo>
                        <a:close/>
                      </a:path>
                      <a:path w="241934" h="266700">
                        <a:moveTo>
                          <a:pt x="239100" y="212178"/>
                        </a:moveTo>
                        <a:lnTo>
                          <a:pt x="111538" y="212178"/>
                        </a:lnTo>
                        <a:lnTo>
                          <a:pt x="129258" y="209804"/>
                        </a:lnTo>
                        <a:lnTo>
                          <a:pt x="144828" y="201626"/>
                        </a:lnTo>
                        <a:lnTo>
                          <a:pt x="155895" y="186059"/>
                        </a:lnTo>
                        <a:lnTo>
                          <a:pt x="160107" y="161521"/>
                        </a:lnTo>
                        <a:lnTo>
                          <a:pt x="160107" y="152967"/>
                        </a:lnTo>
                        <a:lnTo>
                          <a:pt x="157335" y="150683"/>
                        </a:lnTo>
                        <a:lnTo>
                          <a:pt x="239100" y="150683"/>
                        </a:lnTo>
                        <a:lnTo>
                          <a:pt x="239100" y="212178"/>
                        </a:lnTo>
                        <a:close/>
                      </a:path>
                      <a:path w="241934" h="266700">
                        <a:moveTo>
                          <a:pt x="239468" y="260572"/>
                        </a:moveTo>
                        <a:lnTo>
                          <a:pt x="170869" y="260572"/>
                        </a:lnTo>
                        <a:lnTo>
                          <a:pt x="168747" y="259637"/>
                        </a:lnTo>
                        <a:lnTo>
                          <a:pt x="167881" y="254738"/>
                        </a:lnTo>
                        <a:lnTo>
                          <a:pt x="167361" y="251021"/>
                        </a:lnTo>
                        <a:lnTo>
                          <a:pt x="166668" y="241804"/>
                        </a:lnTo>
                        <a:lnTo>
                          <a:pt x="161211" y="240039"/>
                        </a:lnTo>
                        <a:lnTo>
                          <a:pt x="239829" y="240039"/>
                        </a:lnTo>
                        <a:lnTo>
                          <a:pt x="239904" y="241214"/>
                        </a:lnTo>
                        <a:lnTo>
                          <a:pt x="240662" y="248972"/>
                        </a:lnTo>
                        <a:lnTo>
                          <a:pt x="241438" y="255132"/>
                        </a:lnTo>
                        <a:lnTo>
                          <a:pt x="241828" y="258039"/>
                        </a:lnTo>
                        <a:lnTo>
                          <a:pt x="239468" y="260572"/>
                        </a:lnTo>
                        <a:close/>
                      </a:path>
                    </a:pathLst>
                  </a:custGeom>
                  <a:solidFill>
                    <a:srgbClr val="FFFFFF"/>
                  </a:solidFill>
                </p:spPr>
                <p:txBody>
                  <a:bodyPr wrap="square" lIns="0" tIns="0" rIns="0" bIns="0" rtlCol="0"/>
                  <a:lstStyle/>
                  <a:p>
                    <a:endParaRPr/>
                  </a:p>
                </p:txBody>
              </p:sp>
            </p:grpSp>
          </p:grpSp>
        </p:grpSp>
      </p:grpSp>
      <p:sp>
        <p:nvSpPr>
          <p:cNvPr id="50" name="Titre 49">
            <a:extLst>
              <a:ext uri="{FF2B5EF4-FFF2-40B4-BE49-F238E27FC236}">
                <a16:creationId xmlns:a16="http://schemas.microsoft.com/office/drawing/2014/main" id="{7DC3E727-FA4B-0556-5D89-64BE6ADFCB15}"/>
              </a:ext>
            </a:extLst>
          </p:cNvPr>
          <p:cNvSpPr>
            <a:spLocks noGrp="1"/>
          </p:cNvSpPr>
          <p:nvPr>
            <p:ph type="title" hasCustomPrompt="1"/>
          </p:nvPr>
        </p:nvSpPr>
        <p:spPr>
          <a:xfrm>
            <a:off x="4876800" y="1828800"/>
            <a:ext cx="4876800" cy="2438400"/>
          </a:xfrm>
          <a:prstGeom prst="rect">
            <a:avLst/>
          </a:prstGeom>
        </p:spPr>
        <p:txBody>
          <a:bodyPr/>
          <a:lstStyle>
            <a:lvl1pPr>
              <a:defRPr sz="4400" b="0">
                <a:solidFill>
                  <a:schemeClr val="bg1"/>
                </a:solidFill>
                <a:latin typeface="Aptos" panose="020B0004020202020204" pitchFamily="34" charset="0"/>
              </a:defRPr>
            </a:lvl1pPr>
          </a:lstStyle>
          <a:p>
            <a:pPr marL="12700" marR="5080">
              <a:lnSpc>
                <a:spcPts val="3790"/>
              </a:lnSpc>
              <a:spcBef>
                <a:spcPts val="860"/>
              </a:spcBef>
            </a:pPr>
            <a:r>
              <a:rPr lang="fr-FR">
                <a:solidFill>
                  <a:srgbClr val="FFFFFF"/>
                </a:solidFill>
                <a:latin typeface="Aptos Black"/>
                <a:cs typeface="Aptos Black"/>
              </a:rPr>
              <a:t>Titre</a:t>
            </a:r>
            <a:r>
              <a:rPr lang="fr-FR" spc="-90">
                <a:solidFill>
                  <a:srgbClr val="FFFFFF"/>
                </a:solidFill>
                <a:latin typeface="Aptos Black"/>
                <a:cs typeface="Aptos Black"/>
              </a:rPr>
              <a:t> </a:t>
            </a:r>
            <a:br>
              <a:rPr lang="fr-FR" spc="-90">
                <a:solidFill>
                  <a:srgbClr val="FFFFFF"/>
                </a:solidFill>
                <a:latin typeface="Aptos Black"/>
                <a:cs typeface="Aptos Black"/>
              </a:rPr>
            </a:br>
            <a:r>
              <a:rPr lang="fr-FR" spc="-25">
                <a:solidFill>
                  <a:srgbClr val="FFFFFF"/>
                </a:solidFill>
                <a:latin typeface="Aptos Black"/>
                <a:cs typeface="Aptos Black"/>
              </a:rPr>
              <a:t>du </a:t>
            </a:r>
            <a:r>
              <a:rPr lang="fr-FR" spc="-20">
                <a:solidFill>
                  <a:srgbClr val="FFFFFF"/>
                </a:solidFill>
                <a:latin typeface="Aptos Black"/>
                <a:cs typeface="Aptos Black"/>
              </a:rPr>
              <a:t>document </a:t>
            </a:r>
            <a:br>
              <a:rPr lang="fr-FR" spc="-20">
                <a:solidFill>
                  <a:srgbClr val="FFFFFF"/>
                </a:solidFill>
                <a:latin typeface="Aptos Black"/>
                <a:cs typeface="Aptos Black"/>
              </a:rPr>
            </a:br>
            <a:r>
              <a:rPr lang="fr-FR" spc="-20">
                <a:solidFill>
                  <a:srgbClr val="FFFFFF"/>
                </a:solidFill>
                <a:latin typeface="Aptos"/>
                <a:cs typeface="Aptos"/>
              </a:rPr>
              <a:t>2025</a:t>
            </a:r>
            <a:endParaRPr lang="fr-FR">
              <a:latin typeface="Aptos"/>
              <a:cs typeface="Aptos"/>
            </a:endParaRPr>
          </a:p>
        </p:txBody>
      </p:sp>
      <p:sp>
        <p:nvSpPr>
          <p:cNvPr id="52" name="Espace réservé du texte 51">
            <a:extLst>
              <a:ext uri="{FF2B5EF4-FFF2-40B4-BE49-F238E27FC236}">
                <a16:creationId xmlns:a16="http://schemas.microsoft.com/office/drawing/2014/main" id="{C7388EFC-32F3-1D4F-4F88-5E1CD7015B4B}"/>
              </a:ext>
            </a:extLst>
          </p:cNvPr>
          <p:cNvSpPr>
            <a:spLocks noGrp="1"/>
          </p:cNvSpPr>
          <p:nvPr>
            <p:ph type="body" sz="quarter" idx="10"/>
          </p:nvPr>
        </p:nvSpPr>
        <p:spPr>
          <a:xfrm>
            <a:off x="4876800" y="4114800"/>
            <a:ext cx="4800600" cy="1371600"/>
          </a:xfrm>
          <a:prstGeom prst="rect">
            <a:avLst/>
          </a:prstGeom>
        </p:spPr>
        <p:txBody>
          <a:bodyPr/>
          <a:lstStyle>
            <a:lvl1pPr marL="0" indent="0">
              <a:buFontTx/>
              <a:buNone/>
              <a:defRPr sz="1850">
                <a:solidFill>
                  <a:schemeClr val="bg1"/>
                </a:solidFill>
              </a:defRPr>
            </a:lvl1pPr>
            <a:lvl2pPr marL="457200" indent="0">
              <a:buFontTx/>
              <a:buNone/>
              <a:defRPr sz="1850">
                <a:solidFill>
                  <a:schemeClr val="bg1"/>
                </a:solidFill>
              </a:defRPr>
            </a:lvl2pPr>
            <a:lvl3pPr marL="914400" indent="0">
              <a:buFontTx/>
              <a:buNone/>
              <a:defRPr sz="1850">
                <a:solidFill>
                  <a:schemeClr val="bg1"/>
                </a:solidFill>
              </a:defRPr>
            </a:lvl3pPr>
            <a:lvl4pPr marL="1371600" indent="0">
              <a:buFontTx/>
              <a:buNone/>
              <a:defRPr sz="1850">
                <a:solidFill>
                  <a:schemeClr val="bg1"/>
                </a:solidFill>
              </a:defRPr>
            </a:lvl4pPr>
            <a:lvl5pPr marL="1828800" indent="0">
              <a:buFontTx/>
              <a:buNone/>
              <a:defRPr sz="1850">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26964069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guide id="3" pos="1824"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6.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image" Target="../media/image16.pn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 Id="rId9" Type="http://schemas.openxmlformats.org/officeDocument/2006/relationships/image" Target="../media/image6.png"/></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5" Type="http://schemas.openxmlformats.org/officeDocument/2006/relationships/image" Target="../media/image16.png"/><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theme" Target="../theme/theme7.xml"/><Relationship Id="rId1" Type="http://schemas.openxmlformats.org/officeDocument/2006/relationships/slideLayout" Target="../slideLayouts/slideLayout27.xml"/><Relationship Id="rId4" Type="http://schemas.openxmlformats.org/officeDocument/2006/relationships/image" Target="../media/image18.png"/></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slideLayout" Target="../slideLayouts/slideLayout29.xml"/><Relationship Id="rId1" Type="http://schemas.openxmlformats.org/officeDocument/2006/relationships/slideLayout" Target="../slideLayouts/slideLayout28.xml"/><Relationship Id="rId5" Type="http://schemas.openxmlformats.org/officeDocument/2006/relationships/image" Target="../media/image16.png"/><Relationship Id="rId4"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2" Type="http://schemas.openxmlformats.org/officeDocument/2006/relationships/slideLayout" Target="../slideLayouts/slideLayout32.xml"/><Relationship Id="rId1" Type="http://schemas.openxmlformats.org/officeDocument/2006/relationships/slideLayout" Target="../slideLayouts/slideLayout31.xml"/><Relationship Id="rId4" Type="http://schemas.openxmlformats.org/officeDocument/2006/relationships/image" Target="../media/image6.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theme" Target="../theme/theme10.xml"/><Relationship Id="rId1" Type="http://schemas.openxmlformats.org/officeDocument/2006/relationships/slideLayout" Target="../slideLayouts/slideLayout3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2">
            <a:alpha val="0"/>
          </a:schemeClr>
        </a:solidFill>
        <a:effectLst/>
      </p:bgPr>
    </p:bg>
    <p:spTree>
      <p:nvGrpSpPr>
        <p:cNvPr id="1" name=""/>
        <p:cNvGrpSpPr/>
        <p:nvPr/>
      </p:nvGrpSpPr>
      <p:grpSpPr>
        <a:xfrm>
          <a:off x="0" y="0"/>
          <a:ext cx="0" cy="0"/>
          <a:chOff x="0" y="0"/>
          <a:chExt cx="0" cy="0"/>
        </a:xfrm>
      </p:grpSpPr>
      <p:sp>
        <p:nvSpPr>
          <p:cNvPr id="28" name="object 4">
            <a:extLst>
              <a:ext uri="{FF2B5EF4-FFF2-40B4-BE49-F238E27FC236}">
                <a16:creationId xmlns:a16="http://schemas.microsoft.com/office/drawing/2014/main" id="{247B5B13-AD23-E115-EFA5-ADF63B1184E8}"/>
              </a:ext>
            </a:extLst>
          </p:cNvPr>
          <p:cNvSpPr/>
          <p:nvPr userDrawn="1"/>
        </p:nvSpPr>
        <p:spPr>
          <a:xfrm>
            <a:off x="0" y="1877872"/>
            <a:ext cx="2731135" cy="3100070"/>
          </a:xfrm>
          <a:custGeom>
            <a:avLst/>
            <a:gdLst/>
            <a:ahLst/>
            <a:cxnLst/>
            <a:rect l="l" t="t" r="r" b="b"/>
            <a:pathLst>
              <a:path w="2731135" h="3100070">
                <a:moveTo>
                  <a:pt x="2731046" y="2892133"/>
                </a:moveTo>
                <a:lnTo>
                  <a:pt x="1815706" y="2892133"/>
                </a:lnTo>
                <a:lnTo>
                  <a:pt x="1815706" y="2894774"/>
                </a:lnTo>
                <a:lnTo>
                  <a:pt x="910082" y="2894774"/>
                </a:lnTo>
                <a:lnTo>
                  <a:pt x="0" y="2894761"/>
                </a:lnTo>
                <a:lnTo>
                  <a:pt x="0" y="3099612"/>
                </a:lnTo>
                <a:lnTo>
                  <a:pt x="910031" y="3099612"/>
                </a:lnTo>
                <a:lnTo>
                  <a:pt x="1820164" y="3099612"/>
                </a:lnTo>
                <a:lnTo>
                  <a:pt x="1820164" y="3096971"/>
                </a:lnTo>
                <a:lnTo>
                  <a:pt x="2731046" y="3096971"/>
                </a:lnTo>
                <a:lnTo>
                  <a:pt x="2731046" y="2892133"/>
                </a:lnTo>
                <a:close/>
              </a:path>
              <a:path w="2731135" h="3100070">
                <a:moveTo>
                  <a:pt x="2731046" y="1448714"/>
                </a:moveTo>
                <a:lnTo>
                  <a:pt x="1815706" y="1448714"/>
                </a:lnTo>
                <a:lnTo>
                  <a:pt x="1815706" y="1653552"/>
                </a:lnTo>
                <a:lnTo>
                  <a:pt x="2731046" y="1653552"/>
                </a:lnTo>
                <a:lnTo>
                  <a:pt x="2731046" y="1448714"/>
                </a:lnTo>
                <a:close/>
              </a:path>
              <a:path w="2731135" h="3100070">
                <a:moveTo>
                  <a:pt x="2731046" y="0"/>
                </a:moveTo>
                <a:lnTo>
                  <a:pt x="1815706" y="0"/>
                </a:lnTo>
                <a:lnTo>
                  <a:pt x="1815706" y="2641"/>
                </a:lnTo>
                <a:lnTo>
                  <a:pt x="910031" y="2641"/>
                </a:lnTo>
                <a:lnTo>
                  <a:pt x="910031" y="207479"/>
                </a:lnTo>
                <a:lnTo>
                  <a:pt x="1820164" y="207479"/>
                </a:lnTo>
                <a:lnTo>
                  <a:pt x="1820164" y="204838"/>
                </a:lnTo>
                <a:lnTo>
                  <a:pt x="2731046" y="204838"/>
                </a:lnTo>
                <a:lnTo>
                  <a:pt x="2731046" y="0"/>
                </a:lnTo>
                <a:close/>
              </a:path>
            </a:pathLst>
          </a:custGeom>
          <a:solidFill>
            <a:srgbClr val="005399"/>
          </a:solidFill>
        </p:spPr>
        <p:txBody>
          <a:bodyPr wrap="square" lIns="0" tIns="0" rIns="0" bIns="0" rtlCol="0"/>
          <a:lstStyle/>
          <a:p>
            <a:endParaRPr/>
          </a:p>
        </p:txBody>
      </p:sp>
      <p:grpSp>
        <p:nvGrpSpPr>
          <p:cNvPr id="29" name="Groupe 28">
            <a:extLst>
              <a:ext uri="{FF2B5EF4-FFF2-40B4-BE49-F238E27FC236}">
                <a16:creationId xmlns:a16="http://schemas.microsoft.com/office/drawing/2014/main" id="{5094E90D-6DE5-46FB-29FC-EDFEA7824F7B}"/>
              </a:ext>
            </a:extLst>
          </p:cNvPr>
          <p:cNvGrpSpPr/>
          <p:nvPr userDrawn="1"/>
        </p:nvGrpSpPr>
        <p:grpSpPr>
          <a:xfrm>
            <a:off x="7841485" y="5944127"/>
            <a:ext cx="1652177" cy="501605"/>
            <a:chOff x="7841485" y="5944127"/>
            <a:chExt cx="1652177" cy="501605"/>
          </a:xfrm>
        </p:grpSpPr>
        <p:pic>
          <p:nvPicPr>
            <p:cNvPr id="30" name="bg object 22">
              <a:extLst>
                <a:ext uri="{FF2B5EF4-FFF2-40B4-BE49-F238E27FC236}">
                  <a16:creationId xmlns:a16="http://schemas.microsoft.com/office/drawing/2014/main" id="{476DB5EB-0A37-A141-1DF6-58AF704F3812}"/>
                </a:ext>
              </a:extLst>
            </p:cNvPr>
            <p:cNvPicPr/>
            <p:nvPr/>
          </p:nvPicPr>
          <p:blipFill>
            <a:blip r:embed="rId3" cstate="print"/>
            <a:stretch>
              <a:fillRect/>
            </a:stretch>
          </p:blipFill>
          <p:spPr>
            <a:xfrm>
              <a:off x="9252289" y="6071177"/>
              <a:ext cx="95709" cy="100940"/>
            </a:xfrm>
            <a:prstGeom prst="rect">
              <a:avLst/>
            </a:prstGeom>
          </p:spPr>
        </p:pic>
        <p:grpSp>
          <p:nvGrpSpPr>
            <p:cNvPr id="31" name="Groupe 30">
              <a:extLst>
                <a:ext uri="{FF2B5EF4-FFF2-40B4-BE49-F238E27FC236}">
                  <a16:creationId xmlns:a16="http://schemas.microsoft.com/office/drawing/2014/main" id="{24F7025A-1C5D-943C-35B6-98C1E30906D0}"/>
                </a:ext>
              </a:extLst>
            </p:cNvPr>
            <p:cNvGrpSpPr/>
            <p:nvPr userDrawn="1"/>
          </p:nvGrpSpPr>
          <p:grpSpPr>
            <a:xfrm>
              <a:off x="7841485" y="5944127"/>
              <a:ext cx="1652177" cy="501605"/>
              <a:chOff x="7841485" y="5944127"/>
              <a:chExt cx="1652177" cy="501605"/>
            </a:xfrm>
          </p:grpSpPr>
          <p:pic>
            <p:nvPicPr>
              <p:cNvPr id="32" name="bg object 19">
                <a:extLst>
                  <a:ext uri="{FF2B5EF4-FFF2-40B4-BE49-F238E27FC236}">
                    <a16:creationId xmlns:a16="http://schemas.microsoft.com/office/drawing/2014/main" id="{45EB0264-E027-CBB8-7959-A93AC513B93D}"/>
                  </a:ext>
                </a:extLst>
              </p:cNvPr>
              <p:cNvPicPr/>
              <p:nvPr/>
            </p:nvPicPr>
            <p:blipFill>
              <a:blip r:embed="rId4" cstate="print"/>
              <a:stretch>
                <a:fillRect/>
              </a:stretch>
            </p:blipFill>
            <p:spPr>
              <a:xfrm>
                <a:off x="8306570" y="5964197"/>
                <a:ext cx="79577" cy="76317"/>
              </a:xfrm>
              <a:prstGeom prst="rect">
                <a:avLst/>
              </a:prstGeom>
            </p:spPr>
          </p:pic>
          <p:grpSp>
            <p:nvGrpSpPr>
              <p:cNvPr id="33" name="Groupe 32">
                <a:extLst>
                  <a:ext uri="{FF2B5EF4-FFF2-40B4-BE49-F238E27FC236}">
                    <a16:creationId xmlns:a16="http://schemas.microsoft.com/office/drawing/2014/main" id="{E09BC4F2-9A94-207D-D22C-DAD68D3A00D4}"/>
                  </a:ext>
                </a:extLst>
              </p:cNvPr>
              <p:cNvGrpSpPr/>
              <p:nvPr userDrawn="1"/>
            </p:nvGrpSpPr>
            <p:grpSpPr>
              <a:xfrm>
                <a:off x="7841485" y="5944127"/>
                <a:ext cx="1652177" cy="501605"/>
                <a:chOff x="7841485" y="5944127"/>
                <a:chExt cx="1652177" cy="501605"/>
              </a:xfrm>
            </p:grpSpPr>
            <p:sp>
              <p:nvSpPr>
                <p:cNvPr id="34" name="bg object 20">
                  <a:extLst>
                    <a:ext uri="{FF2B5EF4-FFF2-40B4-BE49-F238E27FC236}">
                      <a16:creationId xmlns:a16="http://schemas.microsoft.com/office/drawing/2014/main" id="{99C94A07-1AF5-A14A-B8B1-49EBE73BFDC3}"/>
                    </a:ext>
                  </a:extLst>
                </p:cNvPr>
                <p:cNvSpPr/>
                <p:nvPr/>
              </p:nvSpPr>
              <p:spPr>
                <a:xfrm>
                  <a:off x="8426939" y="6078061"/>
                  <a:ext cx="175895" cy="255904"/>
                </a:xfrm>
                <a:custGeom>
                  <a:avLst/>
                  <a:gdLst/>
                  <a:ahLst/>
                  <a:cxnLst/>
                  <a:rect l="l" t="t" r="r" b="b"/>
                  <a:pathLst>
                    <a:path w="175895" h="255904">
                      <a:moveTo>
                        <a:pt x="133018" y="255672"/>
                      </a:moveTo>
                      <a:lnTo>
                        <a:pt x="96670" y="249898"/>
                      </a:lnTo>
                      <a:lnTo>
                        <a:pt x="69337" y="233463"/>
                      </a:lnTo>
                      <a:lnTo>
                        <a:pt x="52126" y="207692"/>
                      </a:lnTo>
                      <a:lnTo>
                        <a:pt x="46144" y="173915"/>
                      </a:lnTo>
                      <a:lnTo>
                        <a:pt x="46144" y="68553"/>
                      </a:lnTo>
                      <a:lnTo>
                        <a:pt x="44390" y="66850"/>
                      </a:lnTo>
                      <a:lnTo>
                        <a:pt x="1753" y="66850"/>
                      </a:lnTo>
                      <a:lnTo>
                        <a:pt x="0" y="65168"/>
                      </a:lnTo>
                      <a:lnTo>
                        <a:pt x="0" y="1702"/>
                      </a:lnTo>
                      <a:lnTo>
                        <a:pt x="1775" y="0"/>
                      </a:lnTo>
                      <a:lnTo>
                        <a:pt x="173900" y="0"/>
                      </a:lnTo>
                      <a:lnTo>
                        <a:pt x="175654" y="1681"/>
                      </a:lnTo>
                      <a:lnTo>
                        <a:pt x="175654" y="62096"/>
                      </a:lnTo>
                      <a:lnTo>
                        <a:pt x="175654" y="64732"/>
                      </a:lnTo>
                      <a:lnTo>
                        <a:pt x="173424" y="66850"/>
                      </a:lnTo>
                      <a:lnTo>
                        <a:pt x="126565" y="66850"/>
                      </a:lnTo>
                      <a:lnTo>
                        <a:pt x="124790" y="68553"/>
                      </a:lnTo>
                      <a:lnTo>
                        <a:pt x="124790" y="160358"/>
                      </a:lnTo>
                      <a:lnTo>
                        <a:pt x="126863" y="173139"/>
                      </a:lnTo>
                      <a:lnTo>
                        <a:pt x="132723" y="181158"/>
                      </a:lnTo>
                      <a:lnTo>
                        <a:pt x="141827" y="185311"/>
                      </a:lnTo>
                      <a:lnTo>
                        <a:pt x="153633" y="186496"/>
                      </a:lnTo>
                      <a:lnTo>
                        <a:pt x="165455" y="186185"/>
                      </a:lnTo>
                      <a:lnTo>
                        <a:pt x="172818" y="184939"/>
                      </a:lnTo>
                      <a:lnTo>
                        <a:pt x="175611" y="187160"/>
                      </a:lnTo>
                      <a:lnTo>
                        <a:pt x="175633" y="245291"/>
                      </a:lnTo>
                      <a:lnTo>
                        <a:pt x="146795" y="254856"/>
                      </a:lnTo>
                      <a:lnTo>
                        <a:pt x="133018" y="255672"/>
                      </a:lnTo>
                      <a:close/>
                    </a:path>
                  </a:pathLst>
                </a:custGeom>
                <a:solidFill>
                  <a:srgbClr val="FFFFFF"/>
                </a:solidFill>
              </p:spPr>
              <p:txBody>
                <a:bodyPr wrap="square" lIns="0" tIns="0" rIns="0" bIns="0" rtlCol="0"/>
                <a:lstStyle/>
                <a:p>
                  <a:endParaRPr/>
                </a:p>
              </p:txBody>
            </p:sp>
            <p:pic>
              <p:nvPicPr>
                <p:cNvPr id="35" name="bg object 21">
                  <a:extLst>
                    <a:ext uri="{FF2B5EF4-FFF2-40B4-BE49-F238E27FC236}">
                      <a16:creationId xmlns:a16="http://schemas.microsoft.com/office/drawing/2014/main" id="{465BA17F-7CC6-D379-7E26-6226E03BF61D}"/>
                    </a:ext>
                  </a:extLst>
                </p:cNvPr>
                <p:cNvPicPr/>
                <p:nvPr/>
              </p:nvPicPr>
              <p:blipFill>
                <a:blip r:embed="rId5" cstate="print"/>
                <a:stretch>
                  <a:fillRect/>
                </a:stretch>
              </p:blipFill>
              <p:spPr>
                <a:xfrm>
                  <a:off x="8473065" y="5944127"/>
                  <a:ext cx="78689" cy="94815"/>
                </a:xfrm>
                <a:prstGeom prst="rect">
                  <a:avLst/>
                </a:prstGeom>
              </p:spPr>
            </p:pic>
            <p:grpSp>
              <p:nvGrpSpPr>
                <p:cNvPr id="36" name="Groupe 35">
                  <a:extLst>
                    <a:ext uri="{FF2B5EF4-FFF2-40B4-BE49-F238E27FC236}">
                      <a16:creationId xmlns:a16="http://schemas.microsoft.com/office/drawing/2014/main" id="{EBF32EB2-73C6-9D27-2D10-F0CD7C917CF0}"/>
                    </a:ext>
                  </a:extLst>
                </p:cNvPr>
                <p:cNvGrpSpPr/>
                <p:nvPr userDrawn="1"/>
              </p:nvGrpSpPr>
              <p:grpSpPr>
                <a:xfrm>
                  <a:off x="7841485" y="5947257"/>
                  <a:ext cx="1652177" cy="498475"/>
                  <a:chOff x="7841485" y="5947257"/>
                  <a:chExt cx="1652177" cy="498475"/>
                </a:xfrm>
              </p:grpSpPr>
              <p:pic>
                <p:nvPicPr>
                  <p:cNvPr id="37" name="bg object 17">
                    <a:extLst>
                      <a:ext uri="{FF2B5EF4-FFF2-40B4-BE49-F238E27FC236}">
                        <a16:creationId xmlns:a16="http://schemas.microsoft.com/office/drawing/2014/main" id="{A34F4081-FF11-E9AE-B4FF-8E9BB1D58754}"/>
                      </a:ext>
                    </a:extLst>
                  </p:cNvPr>
                  <p:cNvPicPr/>
                  <p:nvPr/>
                </p:nvPicPr>
                <p:blipFill>
                  <a:blip r:embed="rId6" cstate="print"/>
                  <a:stretch>
                    <a:fillRect/>
                  </a:stretch>
                </p:blipFill>
                <p:spPr>
                  <a:xfrm>
                    <a:off x="7841485" y="6052577"/>
                    <a:ext cx="162630" cy="203292"/>
                  </a:xfrm>
                  <a:prstGeom prst="rect">
                    <a:avLst/>
                  </a:prstGeom>
                </p:spPr>
              </p:pic>
              <p:sp>
                <p:nvSpPr>
                  <p:cNvPr id="38" name="bg object 18">
                    <a:extLst>
                      <a:ext uri="{FF2B5EF4-FFF2-40B4-BE49-F238E27FC236}">
                        <a16:creationId xmlns:a16="http://schemas.microsoft.com/office/drawing/2014/main" id="{B3E03369-C7E4-DB14-ADB9-0CD455D8D9BC}"/>
                      </a:ext>
                    </a:extLst>
                  </p:cNvPr>
                  <p:cNvSpPr/>
                  <p:nvPr/>
                </p:nvSpPr>
                <p:spPr>
                  <a:xfrm>
                    <a:off x="7954276" y="5947257"/>
                    <a:ext cx="1256665" cy="498475"/>
                  </a:xfrm>
                  <a:custGeom>
                    <a:avLst/>
                    <a:gdLst/>
                    <a:ahLst/>
                    <a:cxnLst/>
                    <a:rect l="l" t="t" r="r" b="b"/>
                    <a:pathLst>
                      <a:path w="1256665" h="498475">
                        <a:moveTo>
                          <a:pt x="312331" y="266496"/>
                        </a:moveTo>
                        <a:lnTo>
                          <a:pt x="309803" y="263245"/>
                        </a:lnTo>
                        <a:lnTo>
                          <a:pt x="168592" y="263245"/>
                        </a:lnTo>
                        <a:lnTo>
                          <a:pt x="166624" y="263245"/>
                        </a:lnTo>
                        <a:lnTo>
                          <a:pt x="164833" y="264363"/>
                        </a:lnTo>
                        <a:lnTo>
                          <a:pt x="136004" y="311162"/>
                        </a:lnTo>
                        <a:lnTo>
                          <a:pt x="100368" y="346494"/>
                        </a:lnTo>
                        <a:lnTo>
                          <a:pt x="56959" y="372122"/>
                        </a:lnTo>
                        <a:lnTo>
                          <a:pt x="5676" y="388073"/>
                        </a:lnTo>
                        <a:lnTo>
                          <a:pt x="774" y="389051"/>
                        </a:lnTo>
                        <a:lnTo>
                          <a:pt x="0" y="395503"/>
                        </a:lnTo>
                        <a:lnTo>
                          <a:pt x="4610" y="397383"/>
                        </a:lnTo>
                        <a:lnTo>
                          <a:pt x="51181" y="410540"/>
                        </a:lnTo>
                        <a:lnTo>
                          <a:pt x="98386" y="413829"/>
                        </a:lnTo>
                        <a:lnTo>
                          <a:pt x="144741" y="408038"/>
                        </a:lnTo>
                        <a:lnTo>
                          <a:pt x="188747" y="393928"/>
                        </a:lnTo>
                        <a:lnTo>
                          <a:pt x="228892" y="372262"/>
                        </a:lnTo>
                        <a:lnTo>
                          <a:pt x="263677" y="343814"/>
                        </a:lnTo>
                        <a:lnTo>
                          <a:pt x="291617" y="309359"/>
                        </a:lnTo>
                        <a:lnTo>
                          <a:pt x="311213" y="269659"/>
                        </a:lnTo>
                        <a:lnTo>
                          <a:pt x="312331" y="266496"/>
                        </a:lnTo>
                        <a:close/>
                      </a:path>
                      <a:path w="1256665" h="498475">
                        <a:moveTo>
                          <a:pt x="312496" y="147256"/>
                        </a:moveTo>
                        <a:lnTo>
                          <a:pt x="287921" y="100126"/>
                        </a:lnTo>
                        <a:lnTo>
                          <a:pt x="256895" y="64249"/>
                        </a:lnTo>
                        <a:lnTo>
                          <a:pt x="219824" y="36233"/>
                        </a:lnTo>
                        <a:lnTo>
                          <a:pt x="178473" y="16141"/>
                        </a:lnTo>
                        <a:lnTo>
                          <a:pt x="134632" y="4038"/>
                        </a:lnTo>
                        <a:lnTo>
                          <a:pt x="90055" y="0"/>
                        </a:lnTo>
                        <a:lnTo>
                          <a:pt x="46520" y="4089"/>
                        </a:lnTo>
                        <a:lnTo>
                          <a:pt x="5791" y="16383"/>
                        </a:lnTo>
                        <a:lnTo>
                          <a:pt x="812" y="18478"/>
                        </a:lnTo>
                        <a:lnTo>
                          <a:pt x="1587" y="25387"/>
                        </a:lnTo>
                        <a:lnTo>
                          <a:pt x="6921" y="26466"/>
                        </a:lnTo>
                        <a:lnTo>
                          <a:pt x="57632" y="42367"/>
                        </a:lnTo>
                        <a:lnTo>
                          <a:pt x="100622" y="67957"/>
                        </a:lnTo>
                        <a:lnTo>
                          <a:pt x="135953" y="103149"/>
                        </a:lnTo>
                        <a:lnTo>
                          <a:pt x="164604" y="149733"/>
                        </a:lnTo>
                        <a:lnTo>
                          <a:pt x="166535" y="150952"/>
                        </a:lnTo>
                        <a:lnTo>
                          <a:pt x="305892" y="150952"/>
                        </a:lnTo>
                        <a:lnTo>
                          <a:pt x="309753" y="150952"/>
                        </a:lnTo>
                        <a:lnTo>
                          <a:pt x="312496" y="147256"/>
                        </a:lnTo>
                        <a:close/>
                      </a:path>
                      <a:path w="1256665" h="498475">
                        <a:moveTo>
                          <a:pt x="431876" y="132930"/>
                        </a:moveTo>
                        <a:lnTo>
                          <a:pt x="429641" y="130771"/>
                        </a:lnTo>
                        <a:lnTo>
                          <a:pt x="357238" y="130771"/>
                        </a:lnTo>
                        <a:lnTo>
                          <a:pt x="354507" y="130771"/>
                        </a:lnTo>
                        <a:lnTo>
                          <a:pt x="352272" y="132930"/>
                        </a:lnTo>
                        <a:lnTo>
                          <a:pt x="352272" y="383209"/>
                        </a:lnTo>
                        <a:lnTo>
                          <a:pt x="353796" y="384683"/>
                        </a:lnTo>
                        <a:lnTo>
                          <a:pt x="430364" y="384683"/>
                        </a:lnTo>
                        <a:lnTo>
                          <a:pt x="431876" y="383209"/>
                        </a:lnTo>
                        <a:lnTo>
                          <a:pt x="431876" y="132930"/>
                        </a:lnTo>
                        <a:close/>
                      </a:path>
                      <a:path w="1256665" h="498475">
                        <a:moveTo>
                          <a:pt x="940701" y="250583"/>
                        </a:moveTo>
                        <a:lnTo>
                          <a:pt x="931760" y="197332"/>
                        </a:lnTo>
                        <a:lnTo>
                          <a:pt x="922858" y="183540"/>
                        </a:lnTo>
                        <a:lnTo>
                          <a:pt x="906094" y="157568"/>
                        </a:lnTo>
                        <a:lnTo>
                          <a:pt x="865505" y="132689"/>
                        </a:lnTo>
                        <a:lnTo>
                          <a:pt x="811758" y="124079"/>
                        </a:lnTo>
                        <a:lnTo>
                          <a:pt x="763511" y="133223"/>
                        </a:lnTo>
                        <a:lnTo>
                          <a:pt x="722464" y="159308"/>
                        </a:lnTo>
                        <a:lnTo>
                          <a:pt x="693953" y="200304"/>
                        </a:lnTo>
                        <a:lnTo>
                          <a:pt x="683260" y="254165"/>
                        </a:lnTo>
                        <a:lnTo>
                          <a:pt x="690410" y="299643"/>
                        </a:lnTo>
                        <a:lnTo>
                          <a:pt x="710057" y="336219"/>
                        </a:lnTo>
                        <a:lnTo>
                          <a:pt x="739546" y="363232"/>
                        </a:lnTo>
                        <a:lnTo>
                          <a:pt x="776224" y="379945"/>
                        </a:lnTo>
                        <a:lnTo>
                          <a:pt x="817435" y="385673"/>
                        </a:lnTo>
                        <a:lnTo>
                          <a:pt x="860234" y="379857"/>
                        </a:lnTo>
                        <a:lnTo>
                          <a:pt x="919111" y="340550"/>
                        </a:lnTo>
                        <a:lnTo>
                          <a:pt x="935316" y="309295"/>
                        </a:lnTo>
                        <a:lnTo>
                          <a:pt x="933716" y="306565"/>
                        </a:lnTo>
                        <a:lnTo>
                          <a:pt x="872147" y="289941"/>
                        </a:lnTo>
                        <a:lnTo>
                          <a:pt x="869619" y="290995"/>
                        </a:lnTo>
                        <a:lnTo>
                          <a:pt x="868667" y="293116"/>
                        </a:lnTo>
                        <a:lnTo>
                          <a:pt x="861250" y="304850"/>
                        </a:lnTo>
                        <a:lnTo>
                          <a:pt x="850595" y="313855"/>
                        </a:lnTo>
                        <a:lnTo>
                          <a:pt x="836422" y="319608"/>
                        </a:lnTo>
                        <a:lnTo>
                          <a:pt x="818489" y="321640"/>
                        </a:lnTo>
                        <a:lnTo>
                          <a:pt x="796886" y="318757"/>
                        </a:lnTo>
                        <a:lnTo>
                          <a:pt x="778865" y="310057"/>
                        </a:lnTo>
                        <a:lnTo>
                          <a:pt x="766406" y="295478"/>
                        </a:lnTo>
                        <a:lnTo>
                          <a:pt x="761517" y="274955"/>
                        </a:lnTo>
                        <a:lnTo>
                          <a:pt x="761415" y="225183"/>
                        </a:lnTo>
                        <a:lnTo>
                          <a:pt x="765556" y="210896"/>
                        </a:lnTo>
                        <a:lnTo>
                          <a:pt x="775411" y="197446"/>
                        </a:lnTo>
                        <a:lnTo>
                          <a:pt x="791108" y="187452"/>
                        </a:lnTo>
                        <a:lnTo>
                          <a:pt x="812812" y="183540"/>
                        </a:lnTo>
                        <a:lnTo>
                          <a:pt x="834542" y="186740"/>
                        </a:lnTo>
                        <a:lnTo>
                          <a:pt x="849757" y="195110"/>
                        </a:lnTo>
                        <a:lnTo>
                          <a:pt x="859269" y="206781"/>
                        </a:lnTo>
                        <a:lnTo>
                          <a:pt x="863854" y="219875"/>
                        </a:lnTo>
                        <a:lnTo>
                          <a:pt x="864374" y="222758"/>
                        </a:lnTo>
                        <a:lnTo>
                          <a:pt x="861974" y="225374"/>
                        </a:lnTo>
                        <a:lnTo>
                          <a:pt x="804418" y="225374"/>
                        </a:lnTo>
                        <a:lnTo>
                          <a:pt x="802208" y="227495"/>
                        </a:lnTo>
                        <a:lnTo>
                          <a:pt x="802208" y="271818"/>
                        </a:lnTo>
                        <a:lnTo>
                          <a:pt x="804418" y="273939"/>
                        </a:lnTo>
                        <a:lnTo>
                          <a:pt x="937348" y="273939"/>
                        </a:lnTo>
                        <a:lnTo>
                          <a:pt x="939495" y="272122"/>
                        </a:lnTo>
                        <a:lnTo>
                          <a:pt x="940231" y="265112"/>
                        </a:lnTo>
                        <a:lnTo>
                          <a:pt x="940701" y="257619"/>
                        </a:lnTo>
                        <a:lnTo>
                          <a:pt x="940701" y="250583"/>
                        </a:lnTo>
                        <a:close/>
                      </a:path>
                      <a:path w="1256665" h="498475">
                        <a:moveTo>
                          <a:pt x="1059053" y="132854"/>
                        </a:moveTo>
                        <a:lnTo>
                          <a:pt x="1056843" y="130822"/>
                        </a:lnTo>
                        <a:lnTo>
                          <a:pt x="983729" y="130822"/>
                        </a:lnTo>
                        <a:lnTo>
                          <a:pt x="981494" y="132943"/>
                        </a:lnTo>
                        <a:lnTo>
                          <a:pt x="981494" y="467626"/>
                        </a:lnTo>
                        <a:lnTo>
                          <a:pt x="983272" y="469531"/>
                        </a:lnTo>
                        <a:lnTo>
                          <a:pt x="1002842" y="473468"/>
                        </a:lnTo>
                        <a:lnTo>
                          <a:pt x="1019644" y="478967"/>
                        </a:lnTo>
                        <a:lnTo>
                          <a:pt x="1035812" y="486410"/>
                        </a:lnTo>
                        <a:lnTo>
                          <a:pt x="1051064" y="495757"/>
                        </a:lnTo>
                        <a:lnTo>
                          <a:pt x="1054404" y="498106"/>
                        </a:lnTo>
                        <a:lnTo>
                          <a:pt x="1059053" y="496074"/>
                        </a:lnTo>
                        <a:lnTo>
                          <a:pt x="1059053" y="132854"/>
                        </a:lnTo>
                        <a:close/>
                      </a:path>
                      <a:path w="1256665" h="498475">
                        <a:moveTo>
                          <a:pt x="1256665" y="254495"/>
                        </a:moveTo>
                        <a:lnTo>
                          <a:pt x="1248371" y="202488"/>
                        </a:lnTo>
                        <a:lnTo>
                          <a:pt x="1224470" y="161239"/>
                        </a:lnTo>
                        <a:lnTo>
                          <a:pt x="1186408" y="134035"/>
                        </a:lnTo>
                        <a:lnTo>
                          <a:pt x="1135659" y="124231"/>
                        </a:lnTo>
                        <a:lnTo>
                          <a:pt x="1126845" y="124523"/>
                        </a:lnTo>
                        <a:lnTo>
                          <a:pt x="1118425" y="125374"/>
                        </a:lnTo>
                        <a:lnTo>
                          <a:pt x="1110424" y="126707"/>
                        </a:lnTo>
                        <a:lnTo>
                          <a:pt x="1100747" y="129108"/>
                        </a:lnTo>
                        <a:lnTo>
                          <a:pt x="1099781" y="130695"/>
                        </a:lnTo>
                        <a:lnTo>
                          <a:pt x="1099781" y="193052"/>
                        </a:lnTo>
                        <a:lnTo>
                          <a:pt x="1102283" y="195211"/>
                        </a:lnTo>
                        <a:lnTo>
                          <a:pt x="1109891" y="193573"/>
                        </a:lnTo>
                        <a:lnTo>
                          <a:pt x="1114526" y="193103"/>
                        </a:lnTo>
                        <a:lnTo>
                          <a:pt x="1119289" y="193103"/>
                        </a:lnTo>
                        <a:lnTo>
                          <a:pt x="1141844" y="196888"/>
                        </a:lnTo>
                        <a:lnTo>
                          <a:pt x="1160754" y="208343"/>
                        </a:lnTo>
                        <a:lnTo>
                          <a:pt x="1173772" y="227647"/>
                        </a:lnTo>
                        <a:lnTo>
                          <a:pt x="1178623" y="254927"/>
                        </a:lnTo>
                        <a:lnTo>
                          <a:pt x="1173772" y="282295"/>
                        </a:lnTo>
                        <a:lnTo>
                          <a:pt x="1160754" y="301764"/>
                        </a:lnTo>
                        <a:lnTo>
                          <a:pt x="1141844" y="313397"/>
                        </a:lnTo>
                        <a:lnTo>
                          <a:pt x="1119289" y="317271"/>
                        </a:lnTo>
                        <a:lnTo>
                          <a:pt x="1114552" y="317271"/>
                        </a:lnTo>
                        <a:lnTo>
                          <a:pt x="1109929" y="316814"/>
                        </a:lnTo>
                        <a:lnTo>
                          <a:pt x="1102334" y="315087"/>
                        </a:lnTo>
                        <a:lnTo>
                          <a:pt x="1099781" y="317411"/>
                        </a:lnTo>
                        <a:lnTo>
                          <a:pt x="1099781" y="380174"/>
                        </a:lnTo>
                        <a:lnTo>
                          <a:pt x="1100378" y="381812"/>
                        </a:lnTo>
                        <a:lnTo>
                          <a:pt x="1109002" y="383616"/>
                        </a:lnTo>
                        <a:lnTo>
                          <a:pt x="1116431" y="384695"/>
                        </a:lnTo>
                        <a:lnTo>
                          <a:pt x="1124254" y="385356"/>
                        </a:lnTo>
                        <a:lnTo>
                          <a:pt x="1132459" y="385572"/>
                        </a:lnTo>
                        <a:lnTo>
                          <a:pt x="1182624" y="375818"/>
                        </a:lnTo>
                        <a:lnTo>
                          <a:pt x="1221905" y="348627"/>
                        </a:lnTo>
                        <a:lnTo>
                          <a:pt x="1247508" y="307136"/>
                        </a:lnTo>
                        <a:lnTo>
                          <a:pt x="1256665" y="254495"/>
                        </a:lnTo>
                        <a:close/>
                      </a:path>
                    </a:pathLst>
                  </a:custGeom>
                  <a:solidFill>
                    <a:srgbClr val="FFFFFF"/>
                  </a:solidFill>
                </p:spPr>
                <p:txBody>
                  <a:bodyPr wrap="square" lIns="0" tIns="0" rIns="0" bIns="0" rtlCol="0"/>
                  <a:lstStyle/>
                  <a:p>
                    <a:endParaRPr/>
                  </a:p>
                </p:txBody>
              </p:sp>
              <p:sp>
                <p:nvSpPr>
                  <p:cNvPr id="39" name="bg object 23">
                    <a:extLst>
                      <a:ext uri="{FF2B5EF4-FFF2-40B4-BE49-F238E27FC236}">
                        <a16:creationId xmlns:a16="http://schemas.microsoft.com/office/drawing/2014/main" id="{8EBCEC5D-C73F-1F7E-8799-795C0AB0C39E}"/>
                      </a:ext>
                    </a:extLst>
                  </p:cNvPr>
                  <p:cNvSpPr/>
                  <p:nvPr/>
                </p:nvSpPr>
                <p:spPr>
                  <a:xfrm>
                    <a:off x="9251727" y="6071297"/>
                    <a:ext cx="241935" cy="266700"/>
                  </a:xfrm>
                  <a:custGeom>
                    <a:avLst/>
                    <a:gdLst/>
                    <a:ahLst/>
                    <a:cxnLst/>
                    <a:rect l="l" t="t" r="r" b="b"/>
                    <a:pathLst>
                      <a:path w="241934" h="266700">
                        <a:moveTo>
                          <a:pt x="92158" y="266426"/>
                        </a:moveTo>
                        <a:lnTo>
                          <a:pt x="53212" y="260355"/>
                        </a:lnTo>
                        <a:lnTo>
                          <a:pt x="24260" y="243965"/>
                        </a:lnTo>
                        <a:lnTo>
                          <a:pt x="6217" y="219997"/>
                        </a:lnTo>
                        <a:lnTo>
                          <a:pt x="0" y="191188"/>
                        </a:lnTo>
                        <a:lnTo>
                          <a:pt x="6103" y="161062"/>
                        </a:lnTo>
                        <a:lnTo>
                          <a:pt x="22814" y="138229"/>
                        </a:lnTo>
                        <a:lnTo>
                          <a:pt x="47731" y="122687"/>
                        </a:lnTo>
                        <a:lnTo>
                          <a:pt x="78451" y="114434"/>
                        </a:lnTo>
                        <a:lnTo>
                          <a:pt x="140900" y="105237"/>
                        </a:lnTo>
                        <a:lnTo>
                          <a:pt x="149976" y="102872"/>
                        </a:lnTo>
                        <a:lnTo>
                          <a:pt x="155903" y="99022"/>
                        </a:lnTo>
                        <a:lnTo>
                          <a:pt x="159131" y="93930"/>
                        </a:lnTo>
                        <a:lnTo>
                          <a:pt x="160107" y="87840"/>
                        </a:lnTo>
                        <a:lnTo>
                          <a:pt x="158836" y="80176"/>
                        </a:lnTo>
                        <a:lnTo>
                          <a:pt x="155051" y="73273"/>
                        </a:lnTo>
                        <a:lnTo>
                          <a:pt x="148798" y="67488"/>
                        </a:lnTo>
                        <a:lnTo>
                          <a:pt x="140121" y="63175"/>
                        </a:lnTo>
                        <a:lnTo>
                          <a:pt x="138193" y="62511"/>
                        </a:lnTo>
                        <a:lnTo>
                          <a:pt x="136981" y="60663"/>
                        </a:lnTo>
                        <a:lnTo>
                          <a:pt x="136981" y="2304"/>
                        </a:lnTo>
                        <a:lnTo>
                          <a:pt x="139558" y="0"/>
                        </a:lnTo>
                        <a:lnTo>
                          <a:pt x="187239" y="11701"/>
                        </a:lnTo>
                        <a:lnTo>
                          <a:pt x="233885" y="63197"/>
                        </a:lnTo>
                        <a:lnTo>
                          <a:pt x="239100" y="97556"/>
                        </a:lnTo>
                        <a:lnTo>
                          <a:pt x="239100" y="150683"/>
                        </a:lnTo>
                        <a:lnTo>
                          <a:pt x="157335" y="150683"/>
                        </a:lnTo>
                        <a:lnTo>
                          <a:pt x="109935" y="157929"/>
                        </a:lnTo>
                        <a:lnTo>
                          <a:pt x="98068" y="160885"/>
                        </a:lnTo>
                        <a:lnTo>
                          <a:pt x="88596" y="166244"/>
                        </a:lnTo>
                        <a:lnTo>
                          <a:pt x="82323" y="174483"/>
                        </a:lnTo>
                        <a:lnTo>
                          <a:pt x="80053" y="186081"/>
                        </a:lnTo>
                        <a:lnTo>
                          <a:pt x="81821" y="195773"/>
                        </a:lnTo>
                        <a:lnTo>
                          <a:pt x="87391" y="204120"/>
                        </a:lnTo>
                        <a:lnTo>
                          <a:pt x="97163" y="209971"/>
                        </a:lnTo>
                        <a:lnTo>
                          <a:pt x="111538" y="212178"/>
                        </a:lnTo>
                        <a:lnTo>
                          <a:pt x="239100" y="212178"/>
                        </a:lnTo>
                        <a:lnTo>
                          <a:pt x="239100" y="221894"/>
                        </a:lnTo>
                        <a:lnTo>
                          <a:pt x="239328" y="232106"/>
                        </a:lnTo>
                        <a:lnTo>
                          <a:pt x="239829" y="240039"/>
                        </a:lnTo>
                        <a:lnTo>
                          <a:pt x="161211" y="240039"/>
                        </a:lnTo>
                        <a:lnTo>
                          <a:pt x="158180" y="243215"/>
                        </a:lnTo>
                        <a:lnTo>
                          <a:pt x="145723" y="253376"/>
                        </a:lnTo>
                        <a:lnTo>
                          <a:pt x="130536" y="260629"/>
                        </a:lnTo>
                        <a:lnTo>
                          <a:pt x="112665" y="264977"/>
                        </a:lnTo>
                        <a:lnTo>
                          <a:pt x="92158" y="266426"/>
                        </a:lnTo>
                        <a:close/>
                      </a:path>
                      <a:path w="241934" h="266700">
                        <a:moveTo>
                          <a:pt x="239100" y="212178"/>
                        </a:moveTo>
                        <a:lnTo>
                          <a:pt x="111538" y="212178"/>
                        </a:lnTo>
                        <a:lnTo>
                          <a:pt x="129258" y="209804"/>
                        </a:lnTo>
                        <a:lnTo>
                          <a:pt x="144828" y="201626"/>
                        </a:lnTo>
                        <a:lnTo>
                          <a:pt x="155895" y="186059"/>
                        </a:lnTo>
                        <a:lnTo>
                          <a:pt x="160107" y="161521"/>
                        </a:lnTo>
                        <a:lnTo>
                          <a:pt x="160107" y="152967"/>
                        </a:lnTo>
                        <a:lnTo>
                          <a:pt x="157335" y="150683"/>
                        </a:lnTo>
                        <a:lnTo>
                          <a:pt x="239100" y="150683"/>
                        </a:lnTo>
                        <a:lnTo>
                          <a:pt x="239100" y="212178"/>
                        </a:lnTo>
                        <a:close/>
                      </a:path>
                      <a:path w="241934" h="266700">
                        <a:moveTo>
                          <a:pt x="239468" y="260572"/>
                        </a:moveTo>
                        <a:lnTo>
                          <a:pt x="170869" y="260572"/>
                        </a:lnTo>
                        <a:lnTo>
                          <a:pt x="168747" y="259637"/>
                        </a:lnTo>
                        <a:lnTo>
                          <a:pt x="167881" y="254738"/>
                        </a:lnTo>
                        <a:lnTo>
                          <a:pt x="167361" y="251021"/>
                        </a:lnTo>
                        <a:lnTo>
                          <a:pt x="166668" y="241804"/>
                        </a:lnTo>
                        <a:lnTo>
                          <a:pt x="161211" y="240039"/>
                        </a:lnTo>
                        <a:lnTo>
                          <a:pt x="239829" y="240039"/>
                        </a:lnTo>
                        <a:lnTo>
                          <a:pt x="239904" y="241214"/>
                        </a:lnTo>
                        <a:lnTo>
                          <a:pt x="240662" y="248972"/>
                        </a:lnTo>
                        <a:lnTo>
                          <a:pt x="241438" y="255132"/>
                        </a:lnTo>
                        <a:lnTo>
                          <a:pt x="241828" y="258039"/>
                        </a:lnTo>
                        <a:lnTo>
                          <a:pt x="239468" y="260572"/>
                        </a:lnTo>
                        <a:close/>
                      </a:path>
                    </a:pathLst>
                  </a:custGeom>
                  <a:solidFill>
                    <a:srgbClr val="FFFFFF"/>
                  </a:solidFill>
                </p:spPr>
                <p:txBody>
                  <a:bodyPr wrap="square" lIns="0" tIns="0" rIns="0" bIns="0" rtlCol="0"/>
                  <a:lstStyle/>
                  <a:p>
                    <a:endParaRPr/>
                  </a:p>
                </p:txBody>
              </p:sp>
            </p:grpSp>
          </p:grpSp>
        </p:grpSp>
      </p:grpSp>
      <p:pic>
        <p:nvPicPr>
          <p:cNvPr id="1026" name="Picture 2">
            <a:extLst>
              <a:ext uri="{FF2B5EF4-FFF2-40B4-BE49-F238E27FC236}">
                <a16:creationId xmlns:a16="http://schemas.microsoft.com/office/drawing/2014/main" id="{92E50E7B-E82F-DF9A-A173-5E7873762EEC}"/>
              </a:ext>
            </a:extLst>
          </p:cNvPr>
          <p:cNvPicPr>
            <a:picLocks noChangeAspect="1" noChangeArrowheads="1"/>
          </p:cNvPicPr>
          <p:nvPr userDrawn="1"/>
        </p:nvPicPr>
        <p:blipFill rotWithShape="1">
          <a:blip r:embed="rId7">
            <a:extLst>
              <a:ext uri="{28A0092B-C50C-407E-A947-70E740481C1C}">
                <a14:useLocalDpi xmlns:a14="http://schemas.microsoft.com/office/drawing/2010/main" val="0"/>
              </a:ext>
            </a:extLst>
          </a:blip>
          <a:srcRect l="6977" r="24638" b="1892"/>
          <a:stretch/>
        </p:blipFill>
        <p:spPr bwMode="auto">
          <a:xfrm>
            <a:off x="2731135" y="-1093"/>
            <a:ext cx="7174865"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0871307"/>
      </p:ext>
    </p:extLst>
  </p:cSld>
  <p:clrMap bg1="lt1" tx1="dk1" bg2="lt2" tx2="dk2" accent1="accent1" accent2="accent2" accent3="accent3" accent4="accent4" accent5="accent5" accent6="accent6" hlink="hlink" folHlink="folHlink"/>
  <p:sldLayoutIdLst>
    <p:sldLayoutId id="2147483678"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1" name="Espace réservé du numéro de diapositive 5">
            <a:extLst>
              <a:ext uri="{FF2B5EF4-FFF2-40B4-BE49-F238E27FC236}">
                <a16:creationId xmlns:a16="http://schemas.microsoft.com/office/drawing/2014/main" id="{055307B6-FA53-0DEF-DD72-0FE7CED1815E}"/>
              </a:ext>
            </a:extLst>
          </p:cNvPr>
          <p:cNvSpPr>
            <a:spLocks noGrp="1"/>
          </p:cNvSpPr>
          <p:nvPr>
            <p:ph type="sldNum" sz="quarter" idx="4"/>
          </p:nvPr>
        </p:nvSpPr>
        <p:spPr>
          <a:xfrm>
            <a:off x="7467600" y="6400800"/>
            <a:ext cx="2228850" cy="365125"/>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
        <p:nvSpPr>
          <p:cNvPr id="22" name="ZoneTexte 21">
            <a:extLst>
              <a:ext uri="{FF2B5EF4-FFF2-40B4-BE49-F238E27FC236}">
                <a16:creationId xmlns:a16="http://schemas.microsoft.com/office/drawing/2014/main" id="{8A1785ED-0357-43BC-90C1-41DAC23AFDB9}"/>
              </a:ext>
            </a:extLst>
          </p:cNvPr>
          <p:cNvSpPr txBox="1"/>
          <p:nvPr userDrawn="1"/>
        </p:nvSpPr>
        <p:spPr>
          <a:xfrm>
            <a:off x="228600" y="6477000"/>
            <a:ext cx="4954978" cy="246221"/>
          </a:xfrm>
          <a:prstGeom prst="rect">
            <a:avLst/>
          </a:prstGeom>
          <a:noFill/>
        </p:spPr>
        <p:txBody>
          <a:bodyPr wrap="square">
            <a:spAutoFit/>
          </a:bodyPr>
          <a:lstStyle/>
          <a:p>
            <a:pPr marL="12700">
              <a:lnSpc>
                <a:spcPct val="100000"/>
              </a:lnSpc>
              <a:spcBef>
                <a:spcPts val="50"/>
              </a:spcBef>
            </a:pPr>
            <a:r>
              <a:rPr lang="fr-FR" sz="1000" spc="-10" dirty="0">
                <a:solidFill>
                  <a:schemeClr val="bg1"/>
                </a:solidFill>
                <a:latin typeface="Aptos" panose="020B0004020202020204" pitchFamily="34" charset="0"/>
                <a:cs typeface="Aparajita" panose="020B0604020202020204" pitchFamily="34" charset="0"/>
              </a:rPr>
              <a:t>Energy Community | 13/02/2025</a:t>
            </a:r>
          </a:p>
        </p:txBody>
      </p:sp>
      <p:grpSp>
        <p:nvGrpSpPr>
          <p:cNvPr id="23" name="Groupe 22">
            <a:extLst>
              <a:ext uri="{FF2B5EF4-FFF2-40B4-BE49-F238E27FC236}">
                <a16:creationId xmlns:a16="http://schemas.microsoft.com/office/drawing/2014/main" id="{A94278A2-4A96-4C0D-7A65-4C51BE10EC15}"/>
              </a:ext>
            </a:extLst>
          </p:cNvPr>
          <p:cNvGrpSpPr/>
          <p:nvPr userDrawn="1"/>
        </p:nvGrpSpPr>
        <p:grpSpPr>
          <a:xfrm>
            <a:off x="9066185" y="414006"/>
            <a:ext cx="404293" cy="393065"/>
            <a:chOff x="9066185" y="414006"/>
            <a:chExt cx="404293" cy="393065"/>
          </a:xfrm>
        </p:grpSpPr>
        <p:pic>
          <p:nvPicPr>
            <p:cNvPr id="24" name="object 6">
              <a:extLst>
                <a:ext uri="{FF2B5EF4-FFF2-40B4-BE49-F238E27FC236}">
                  <a16:creationId xmlns:a16="http://schemas.microsoft.com/office/drawing/2014/main" id="{729EC1CD-33E7-57EE-0A8F-7F084CB312BE}"/>
                </a:ext>
              </a:extLst>
            </p:cNvPr>
            <p:cNvPicPr/>
            <p:nvPr/>
          </p:nvPicPr>
          <p:blipFill>
            <a:blip r:embed="rId12" cstate="print"/>
            <a:stretch>
              <a:fillRect/>
            </a:stretch>
          </p:blipFill>
          <p:spPr>
            <a:xfrm>
              <a:off x="9066185" y="514000"/>
              <a:ext cx="154467" cy="193089"/>
            </a:xfrm>
            <a:prstGeom prst="rect">
              <a:avLst/>
            </a:prstGeom>
          </p:spPr>
        </p:pic>
        <p:sp>
          <p:nvSpPr>
            <p:cNvPr id="25" name="object 7">
              <a:extLst>
                <a:ext uri="{FF2B5EF4-FFF2-40B4-BE49-F238E27FC236}">
                  <a16:creationId xmlns:a16="http://schemas.microsoft.com/office/drawing/2014/main" id="{C71F8201-180D-7425-7CCE-530882148FEF}"/>
                </a:ext>
              </a:extLst>
            </p:cNvPr>
            <p:cNvSpPr/>
            <p:nvPr/>
          </p:nvSpPr>
          <p:spPr>
            <a:xfrm>
              <a:off x="9173298" y="414006"/>
              <a:ext cx="297180" cy="393065"/>
            </a:xfrm>
            <a:custGeom>
              <a:avLst/>
              <a:gdLst/>
              <a:ahLst/>
              <a:cxnLst/>
              <a:rect l="l" t="t" r="r" b="b"/>
              <a:pathLst>
                <a:path w="297179" h="393065">
                  <a:moveTo>
                    <a:pt x="296633" y="253098"/>
                  </a:moveTo>
                  <a:lnTo>
                    <a:pt x="294246" y="249999"/>
                  </a:lnTo>
                  <a:lnTo>
                    <a:pt x="160134" y="249999"/>
                  </a:lnTo>
                  <a:lnTo>
                    <a:pt x="158242" y="249999"/>
                  </a:lnTo>
                  <a:lnTo>
                    <a:pt x="156540" y="251053"/>
                  </a:lnTo>
                  <a:lnTo>
                    <a:pt x="129184" y="295503"/>
                  </a:lnTo>
                  <a:lnTo>
                    <a:pt x="95338" y="329057"/>
                  </a:lnTo>
                  <a:lnTo>
                    <a:pt x="54102" y="353402"/>
                  </a:lnTo>
                  <a:lnTo>
                    <a:pt x="5397" y="368554"/>
                  </a:lnTo>
                  <a:lnTo>
                    <a:pt x="749" y="369468"/>
                  </a:lnTo>
                  <a:lnTo>
                    <a:pt x="0" y="375615"/>
                  </a:lnTo>
                  <a:lnTo>
                    <a:pt x="4406" y="377367"/>
                  </a:lnTo>
                  <a:lnTo>
                    <a:pt x="48628" y="389864"/>
                  </a:lnTo>
                  <a:lnTo>
                    <a:pt x="93459" y="393001"/>
                  </a:lnTo>
                  <a:lnTo>
                    <a:pt x="137477" y="387502"/>
                  </a:lnTo>
                  <a:lnTo>
                    <a:pt x="179260" y="374103"/>
                  </a:lnTo>
                  <a:lnTo>
                    <a:pt x="217398" y="353529"/>
                  </a:lnTo>
                  <a:lnTo>
                    <a:pt x="250444" y="326517"/>
                  </a:lnTo>
                  <a:lnTo>
                    <a:pt x="276974" y="293789"/>
                  </a:lnTo>
                  <a:lnTo>
                    <a:pt x="295592" y="256082"/>
                  </a:lnTo>
                  <a:lnTo>
                    <a:pt x="296633" y="253098"/>
                  </a:lnTo>
                  <a:close/>
                </a:path>
                <a:path w="297179" h="393065">
                  <a:moveTo>
                    <a:pt x="296786" y="139852"/>
                  </a:moveTo>
                  <a:lnTo>
                    <a:pt x="273456" y="95097"/>
                  </a:lnTo>
                  <a:lnTo>
                    <a:pt x="243979" y="61023"/>
                  </a:lnTo>
                  <a:lnTo>
                    <a:pt x="208775" y="34417"/>
                  </a:lnTo>
                  <a:lnTo>
                    <a:pt x="169506" y="15328"/>
                  </a:lnTo>
                  <a:lnTo>
                    <a:pt x="127863" y="3835"/>
                  </a:lnTo>
                  <a:lnTo>
                    <a:pt x="85534" y="0"/>
                  </a:lnTo>
                  <a:lnTo>
                    <a:pt x="44183" y="3873"/>
                  </a:lnTo>
                  <a:lnTo>
                    <a:pt x="5511" y="15544"/>
                  </a:lnTo>
                  <a:lnTo>
                    <a:pt x="774" y="17526"/>
                  </a:lnTo>
                  <a:lnTo>
                    <a:pt x="1524" y="24104"/>
                  </a:lnTo>
                  <a:lnTo>
                    <a:pt x="6565" y="25146"/>
                  </a:lnTo>
                  <a:lnTo>
                    <a:pt x="54737" y="40233"/>
                  </a:lnTo>
                  <a:lnTo>
                    <a:pt x="95567" y="64528"/>
                  </a:lnTo>
                  <a:lnTo>
                    <a:pt x="129120" y="97955"/>
                  </a:lnTo>
                  <a:lnTo>
                    <a:pt x="156324" y="142201"/>
                  </a:lnTo>
                  <a:lnTo>
                    <a:pt x="158178" y="143357"/>
                  </a:lnTo>
                  <a:lnTo>
                    <a:pt x="290525" y="143357"/>
                  </a:lnTo>
                  <a:lnTo>
                    <a:pt x="294170" y="143357"/>
                  </a:lnTo>
                  <a:lnTo>
                    <a:pt x="296786" y="139852"/>
                  </a:lnTo>
                  <a:close/>
                </a:path>
              </a:pathLst>
            </a:custGeom>
            <a:solidFill>
              <a:srgbClr val="FFFFFF"/>
            </a:solidFill>
          </p:spPr>
          <p:txBody>
            <a:bodyPr wrap="square" lIns="0" tIns="0" rIns="0" bIns="0" rtlCol="0"/>
            <a:lstStyle/>
            <a:p>
              <a:endParaRPr/>
            </a:p>
          </p:txBody>
        </p:sp>
      </p:grpSp>
    </p:spTree>
    <p:extLst>
      <p:ext uri="{BB962C8B-B14F-4D97-AF65-F5344CB8AC3E}">
        <p14:creationId xmlns:p14="http://schemas.microsoft.com/office/powerpoint/2010/main" val="3055626266"/>
      </p:ext>
    </p:extLst>
  </p:cSld>
  <p:clrMap bg1="lt1" tx1="dk1" bg2="lt2" tx2="dk2" accent1="accent1" accent2="accent2" accent3="accent3" accent4="accent4" accent5="accent5" accent6="accent6" hlink="hlink" folHlink="folHlink"/>
  <p:sldLayoutIdLst>
    <p:sldLayoutId id="2147483734" r:id="rId1"/>
    <p:sldLayoutId id="2147483688" r:id="rId2"/>
    <p:sldLayoutId id="2147483689" r:id="rId3"/>
    <p:sldLayoutId id="2147483690" r:id="rId4"/>
    <p:sldLayoutId id="2147483691" r:id="rId5"/>
    <p:sldLayoutId id="2147483713" r:id="rId6"/>
    <p:sldLayoutId id="2147483714" r:id="rId7"/>
    <p:sldLayoutId id="2147483710" r:id="rId8"/>
    <p:sldLayoutId id="2147483711" r:id="rId9"/>
    <p:sldLayoutId id="2147483712" r:id="rId10"/>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CADBA64-34CD-96A8-4151-19085E2B211F}"/>
              </a:ext>
            </a:extLst>
          </p:cNvPr>
          <p:cNvSpPr/>
          <p:nvPr userDrawn="1"/>
        </p:nvSpPr>
        <p:spPr>
          <a:xfrm>
            <a:off x="0" y="6400800"/>
            <a:ext cx="9906000" cy="4572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0" name="object 5">
            <a:extLst>
              <a:ext uri="{FF2B5EF4-FFF2-40B4-BE49-F238E27FC236}">
                <a16:creationId xmlns:a16="http://schemas.microsoft.com/office/drawing/2014/main" id="{D4DBFB09-6413-469B-698A-736BB1F2A95F}"/>
              </a:ext>
            </a:extLst>
          </p:cNvPr>
          <p:cNvGrpSpPr/>
          <p:nvPr userDrawn="1"/>
        </p:nvGrpSpPr>
        <p:grpSpPr>
          <a:xfrm>
            <a:off x="9090247" y="413998"/>
            <a:ext cx="404495" cy="393065"/>
            <a:chOff x="9090247" y="413998"/>
            <a:chExt cx="404495" cy="393065"/>
          </a:xfrm>
        </p:grpSpPr>
        <p:pic>
          <p:nvPicPr>
            <p:cNvPr id="11" name="object 6">
              <a:extLst>
                <a:ext uri="{FF2B5EF4-FFF2-40B4-BE49-F238E27FC236}">
                  <a16:creationId xmlns:a16="http://schemas.microsoft.com/office/drawing/2014/main" id="{DEAD64F8-0778-75FC-2C7D-F948070334AB}"/>
                </a:ext>
              </a:extLst>
            </p:cNvPr>
            <p:cNvPicPr/>
            <p:nvPr/>
          </p:nvPicPr>
          <p:blipFill>
            <a:blip r:embed="rId5" cstate="print"/>
            <a:stretch>
              <a:fillRect/>
            </a:stretch>
          </p:blipFill>
          <p:spPr>
            <a:xfrm>
              <a:off x="9090247" y="514000"/>
              <a:ext cx="154467" cy="193089"/>
            </a:xfrm>
            <a:prstGeom prst="rect">
              <a:avLst/>
            </a:prstGeom>
          </p:spPr>
        </p:pic>
        <p:sp>
          <p:nvSpPr>
            <p:cNvPr id="12" name="object 7">
              <a:extLst>
                <a:ext uri="{FF2B5EF4-FFF2-40B4-BE49-F238E27FC236}">
                  <a16:creationId xmlns:a16="http://schemas.microsoft.com/office/drawing/2014/main" id="{C41B8600-7401-76D8-3FBA-314445A06E5B}"/>
                </a:ext>
              </a:extLst>
            </p:cNvPr>
            <p:cNvSpPr/>
            <p:nvPr/>
          </p:nvSpPr>
          <p:spPr>
            <a:xfrm>
              <a:off x="9197365" y="414006"/>
              <a:ext cx="297180" cy="393065"/>
            </a:xfrm>
            <a:custGeom>
              <a:avLst/>
              <a:gdLst/>
              <a:ahLst/>
              <a:cxnLst/>
              <a:rect l="l" t="t" r="r" b="b"/>
              <a:pathLst>
                <a:path w="297179" h="393065">
                  <a:moveTo>
                    <a:pt x="296633" y="253098"/>
                  </a:moveTo>
                  <a:lnTo>
                    <a:pt x="294246" y="249999"/>
                  </a:lnTo>
                  <a:lnTo>
                    <a:pt x="160134" y="249999"/>
                  </a:lnTo>
                  <a:lnTo>
                    <a:pt x="158242" y="249999"/>
                  </a:lnTo>
                  <a:lnTo>
                    <a:pt x="156527" y="251053"/>
                  </a:lnTo>
                  <a:lnTo>
                    <a:pt x="129184" y="295503"/>
                  </a:lnTo>
                  <a:lnTo>
                    <a:pt x="95326" y="329057"/>
                  </a:lnTo>
                  <a:lnTo>
                    <a:pt x="54102" y="353402"/>
                  </a:lnTo>
                  <a:lnTo>
                    <a:pt x="5397" y="368554"/>
                  </a:lnTo>
                  <a:lnTo>
                    <a:pt x="749" y="369468"/>
                  </a:lnTo>
                  <a:lnTo>
                    <a:pt x="0" y="375615"/>
                  </a:lnTo>
                  <a:lnTo>
                    <a:pt x="4406" y="377367"/>
                  </a:lnTo>
                  <a:lnTo>
                    <a:pt x="48628" y="389864"/>
                  </a:lnTo>
                  <a:lnTo>
                    <a:pt x="93459" y="393001"/>
                  </a:lnTo>
                  <a:lnTo>
                    <a:pt x="137477" y="387502"/>
                  </a:lnTo>
                  <a:lnTo>
                    <a:pt x="179260" y="374103"/>
                  </a:lnTo>
                  <a:lnTo>
                    <a:pt x="217385" y="353529"/>
                  </a:lnTo>
                  <a:lnTo>
                    <a:pt x="250444" y="326517"/>
                  </a:lnTo>
                  <a:lnTo>
                    <a:pt x="276974" y="293789"/>
                  </a:lnTo>
                  <a:lnTo>
                    <a:pt x="295592" y="256082"/>
                  </a:lnTo>
                  <a:lnTo>
                    <a:pt x="296633" y="253098"/>
                  </a:lnTo>
                  <a:close/>
                </a:path>
                <a:path w="297179" h="393065">
                  <a:moveTo>
                    <a:pt x="296773" y="139852"/>
                  </a:moveTo>
                  <a:lnTo>
                    <a:pt x="273443" y="95097"/>
                  </a:lnTo>
                  <a:lnTo>
                    <a:pt x="243979" y="61023"/>
                  </a:lnTo>
                  <a:lnTo>
                    <a:pt x="208775" y="34417"/>
                  </a:lnTo>
                  <a:lnTo>
                    <a:pt x="169506" y="15328"/>
                  </a:lnTo>
                  <a:lnTo>
                    <a:pt x="127863" y="3835"/>
                  </a:lnTo>
                  <a:lnTo>
                    <a:pt x="85521" y="0"/>
                  </a:lnTo>
                  <a:lnTo>
                    <a:pt x="44183" y="3873"/>
                  </a:lnTo>
                  <a:lnTo>
                    <a:pt x="5511" y="15544"/>
                  </a:lnTo>
                  <a:lnTo>
                    <a:pt x="774" y="17526"/>
                  </a:lnTo>
                  <a:lnTo>
                    <a:pt x="1524" y="24104"/>
                  </a:lnTo>
                  <a:lnTo>
                    <a:pt x="6553" y="25146"/>
                  </a:lnTo>
                  <a:lnTo>
                    <a:pt x="54724" y="40233"/>
                  </a:lnTo>
                  <a:lnTo>
                    <a:pt x="95567" y="64528"/>
                  </a:lnTo>
                  <a:lnTo>
                    <a:pt x="129120" y="97955"/>
                  </a:lnTo>
                  <a:lnTo>
                    <a:pt x="156311" y="142201"/>
                  </a:lnTo>
                  <a:lnTo>
                    <a:pt x="158165" y="143357"/>
                  </a:lnTo>
                  <a:lnTo>
                    <a:pt x="290512" y="143357"/>
                  </a:lnTo>
                  <a:lnTo>
                    <a:pt x="294170" y="143357"/>
                  </a:lnTo>
                  <a:lnTo>
                    <a:pt x="296773" y="139852"/>
                  </a:lnTo>
                  <a:close/>
                </a:path>
              </a:pathLst>
            </a:custGeom>
            <a:solidFill>
              <a:srgbClr val="00643D"/>
            </a:solidFill>
          </p:spPr>
          <p:txBody>
            <a:bodyPr wrap="square" lIns="0" tIns="0" rIns="0" bIns="0" rtlCol="0"/>
            <a:lstStyle/>
            <a:p>
              <a:endParaRPr/>
            </a:p>
          </p:txBody>
        </p:sp>
      </p:grpSp>
      <p:sp>
        <p:nvSpPr>
          <p:cNvPr id="28" name="Espace réservé du numéro de diapositive 5">
            <a:extLst>
              <a:ext uri="{FF2B5EF4-FFF2-40B4-BE49-F238E27FC236}">
                <a16:creationId xmlns:a16="http://schemas.microsoft.com/office/drawing/2014/main" id="{A3B12474-0259-17B6-8544-9182CD80A6F4}"/>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
        <p:nvSpPr>
          <p:cNvPr id="29" name="ZoneTexte 28">
            <a:extLst>
              <a:ext uri="{FF2B5EF4-FFF2-40B4-BE49-F238E27FC236}">
                <a16:creationId xmlns:a16="http://schemas.microsoft.com/office/drawing/2014/main" id="{1BC30C3C-4F67-31EC-1A0E-DC4AA65B8678}"/>
              </a:ext>
            </a:extLst>
          </p:cNvPr>
          <p:cNvSpPr txBox="1"/>
          <p:nvPr userDrawn="1"/>
        </p:nvSpPr>
        <p:spPr>
          <a:xfrm>
            <a:off x="228600" y="6461612"/>
            <a:ext cx="4954978" cy="246221"/>
          </a:xfrm>
          <a:prstGeom prst="rect">
            <a:avLst/>
          </a:prstGeom>
          <a:noFill/>
        </p:spPr>
        <p:txBody>
          <a:bodyPr wrap="square" anchor="ctr">
            <a:spAutoFit/>
          </a:bodyPr>
          <a:lstStyle/>
          <a:p>
            <a:pPr marL="12700">
              <a:lnSpc>
                <a:spcPct val="100000"/>
              </a:lnSpc>
              <a:spcBef>
                <a:spcPts val="50"/>
              </a:spcBef>
            </a:pPr>
            <a:r>
              <a:rPr lang="fr-FR" sz="1000" spc="-10" dirty="0">
                <a:solidFill>
                  <a:schemeClr val="bg1"/>
                </a:solidFill>
                <a:latin typeface="Aptos" panose="020B0004020202020204" pitchFamily="34" charset="0"/>
                <a:cs typeface="Aparajita" panose="020B0604020202020204" pitchFamily="34" charset="0"/>
              </a:rPr>
              <a:t>Réunion | Date</a:t>
            </a:r>
          </a:p>
        </p:txBody>
      </p:sp>
    </p:spTree>
    <p:extLst>
      <p:ext uri="{BB962C8B-B14F-4D97-AF65-F5344CB8AC3E}">
        <p14:creationId xmlns:p14="http://schemas.microsoft.com/office/powerpoint/2010/main" val="2172062484"/>
      </p:ext>
    </p:extLst>
  </p:cSld>
  <p:clrMap bg1="lt1" tx1="dk1" bg2="lt2" tx2="dk2" accent1="accent1" accent2="accent2" accent3="accent3" accent4="accent4" accent5="accent5" accent6="accent6" hlink="hlink" folHlink="folHlink"/>
  <p:sldLayoutIdLst>
    <p:sldLayoutId id="2147483693" r:id="rId1"/>
    <p:sldLayoutId id="2147483686" r:id="rId2"/>
    <p:sldLayoutId id="2147483685" r:id="rId3"/>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6116420"/>
      </p:ext>
    </p:extLst>
  </p:cSld>
  <p:clrMap bg1="lt1" tx1="dk1" bg2="lt2" tx2="dk2" accent1="accent1" accent2="accent2" accent3="accent3" accent4="accent4" accent5="accent5" accent6="accent6" hlink="hlink" folHlink="folHlink"/>
  <p:sldLayoutIdLst>
    <p:sldLayoutId id="2147483696" r:id="rId1"/>
    <p:sldLayoutId id="2147483749"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59"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1" name="Espace réservé du numéro de diapositive 5">
            <a:extLst>
              <a:ext uri="{FF2B5EF4-FFF2-40B4-BE49-F238E27FC236}">
                <a16:creationId xmlns:a16="http://schemas.microsoft.com/office/drawing/2014/main" id="{055307B6-FA53-0DEF-DD72-0FE7CED1815E}"/>
              </a:ext>
            </a:extLst>
          </p:cNvPr>
          <p:cNvSpPr>
            <a:spLocks noGrp="1"/>
          </p:cNvSpPr>
          <p:nvPr>
            <p:ph type="sldNum" sz="quarter" idx="4"/>
          </p:nvPr>
        </p:nvSpPr>
        <p:spPr>
          <a:xfrm>
            <a:off x="7467600" y="6400800"/>
            <a:ext cx="2228850" cy="365125"/>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
        <p:nvSpPr>
          <p:cNvPr id="22" name="ZoneTexte 21">
            <a:extLst>
              <a:ext uri="{FF2B5EF4-FFF2-40B4-BE49-F238E27FC236}">
                <a16:creationId xmlns:a16="http://schemas.microsoft.com/office/drawing/2014/main" id="{8A1785ED-0357-43BC-90C1-41DAC23AFDB9}"/>
              </a:ext>
            </a:extLst>
          </p:cNvPr>
          <p:cNvSpPr txBox="1"/>
          <p:nvPr userDrawn="1"/>
        </p:nvSpPr>
        <p:spPr>
          <a:xfrm>
            <a:off x="228600" y="6477000"/>
            <a:ext cx="4954978" cy="246221"/>
          </a:xfrm>
          <a:prstGeom prst="rect">
            <a:avLst/>
          </a:prstGeom>
          <a:noFill/>
        </p:spPr>
        <p:txBody>
          <a:bodyPr wrap="square">
            <a:spAutoFit/>
          </a:bodyPr>
          <a:lstStyle/>
          <a:p>
            <a:pPr marL="12700">
              <a:lnSpc>
                <a:spcPct val="100000"/>
              </a:lnSpc>
              <a:spcBef>
                <a:spcPts val="50"/>
              </a:spcBef>
            </a:pPr>
            <a:r>
              <a:rPr lang="fr-FR" sz="1000" spc="-10" dirty="0">
                <a:solidFill>
                  <a:schemeClr val="bg1"/>
                </a:solidFill>
                <a:latin typeface="Aptos" panose="020B0004020202020204" pitchFamily="34" charset="0"/>
                <a:cs typeface="Aparajita" panose="020B0604020202020204" pitchFamily="34" charset="0"/>
              </a:rPr>
              <a:t>Energy Community | 13/02/2025</a:t>
            </a:r>
          </a:p>
        </p:txBody>
      </p:sp>
      <p:grpSp>
        <p:nvGrpSpPr>
          <p:cNvPr id="23" name="Groupe 22">
            <a:extLst>
              <a:ext uri="{FF2B5EF4-FFF2-40B4-BE49-F238E27FC236}">
                <a16:creationId xmlns:a16="http://schemas.microsoft.com/office/drawing/2014/main" id="{A94278A2-4A96-4C0D-7A65-4C51BE10EC15}"/>
              </a:ext>
            </a:extLst>
          </p:cNvPr>
          <p:cNvGrpSpPr/>
          <p:nvPr userDrawn="1"/>
        </p:nvGrpSpPr>
        <p:grpSpPr>
          <a:xfrm>
            <a:off x="9066185" y="414006"/>
            <a:ext cx="404293" cy="393065"/>
            <a:chOff x="9066185" y="414006"/>
            <a:chExt cx="404293" cy="393065"/>
          </a:xfrm>
        </p:grpSpPr>
        <p:pic>
          <p:nvPicPr>
            <p:cNvPr id="24" name="object 6">
              <a:extLst>
                <a:ext uri="{FF2B5EF4-FFF2-40B4-BE49-F238E27FC236}">
                  <a16:creationId xmlns:a16="http://schemas.microsoft.com/office/drawing/2014/main" id="{729EC1CD-33E7-57EE-0A8F-7F084CB312BE}"/>
                </a:ext>
              </a:extLst>
            </p:cNvPr>
            <p:cNvPicPr/>
            <p:nvPr/>
          </p:nvPicPr>
          <p:blipFill>
            <a:blip r:embed="rId9" cstate="print"/>
            <a:stretch>
              <a:fillRect/>
            </a:stretch>
          </p:blipFill>
          <p:spPr>
            <a:xfrm>
              <a:off x="9066185" y="514000"/>
              <a:ext cx="154467" cy="193089"/>
            </a:xfrm>
            <a:prstGeom prst="rect">
              <a:avLst/>
            </a:prstGeom>
          </p:spPr>
        </p:pic>
        <p:sp>
          <p:nvSpPr>
            <p:cNvPr id="25" name="object 7">
              <a:extLst>
                <a:ext uri="{FF2B5EF4-FFF2-40B4-BE49-F238E27FC236}">
                  <a16:creationId xmlns:a16="http://schemas.microsoft.com/office/drawing/2014/main" id="{C71F8201-180D-7425-7CCE-530882148FEF}"/>
                </a:ext>
              </a:extLst>
            </p:cNvPr>
            <p:cNvSpPr/>
            <p:nvPr/>
          </p:nvSpPr>
          <p:spPr>
            <a:xfrm>
              <a:off x="9173298" y="414006"/>
              <a:ext cx="297180" cy="393065"/>
            </a:xfrm>
            <a:custGeom>
              <a:avLst/>
              <a:gdLst/>
              <a:ahLst/>
              <a:cxnLst/>
              <a:rect l="l" t="t" r="r" b="b"/>
              <a:pathLst>
                <a:path w="297179" h="393065">
                  <a:moveTo>
                    <a:pt x="296633" y="253098"/>
                  </a:moveTo>
                  <a:lnTo>
                    <a:pt x="294246" y="249999"/>
                  </a:lnTo>
                  <a:lnTo>
                    <a:pt x="160134" y="249999"/>
                  </a:lnTo>
                  <a:lnTo>
                    <a:pt x="158242" y="249999"/>
                  </a:lnTo>
                  <a:lnTo>
                    <a:pt x="156540" y="251053"/>
                  </a:lnTo>
                  <a:lnTo>
                    <a:pt x="129184" y="295503"/>
                  </a:lnTo>
                  <a:lnTo>
                    <a:pt x="95338" y="329057"/>
                  </a:lnTo>
                  <a:lnTo>
                    <a:pt x="54102" y="353402"/>
                  </a:lnTo>
                  <a:lnTo>
                    <a:pt x="5397" y="368554"/>
                  </a:lnTo>
                  <a:lnTo>
                    <a:pt x="749" y="369468"/>
                  </a:lnTo>
                  <a:lnTo>
                    <a:pt x="0" y="375615"/>
                  </a:lnTo>
                  <a:lnTo>
                    <a:pt x="4406" y="377367"/>
                  </a:lnTo>
                  <a:lnTo>
                    <a:pt x="48628" y="389864"/>
                  </a:lnTo>
                  <a:lnTo>
                    <a:pt x="93459" y="393001"/>
                  </a:lnTo>
                  <a:lnTo>
                    <a:pt x="137477" y="387502"/>
                  </a:lnTo>
                  <a:lnTo>
                    <a:pt x="179260" y="374103"/>
                  </a:lnTo>
                  <a:lnTo>
                    <a:pt x="217398" y="353529"/>
                  </a:lnTo>
                  <a:lnTo>
                    <a:pt x="250444" y="326517"/>
                  </a:lnTo>
                  <a:lnTo>
                    <a:pt x="276974" y="293789"/>
                  </a:lnTo>
                  <a:lnTo>
                    <a:pt x="295592" y="256082"/>
                  </a:lnTo>
                  <a:lnTo>
                    <a:pt x="296633" y="253098"/>
                  </a:lnTo>
                  <a:close/>
                </a:path>
                <a:path w="297179" h="393065">
                  <a:moveTo>
                    <a:pt x="296786" y="139852"/>
                  </a:moveTo>
                  <a:lnTo>
                    <a:pt x="273456" y="95097"/>
                  </a:lnTo>
                  <a:lnTo>
                    <a:pt x="243979" y="61023"/>
                  </a:lnTo>
                  <a:lnTo>
                    <a:pt x="208775" y="34417"/>
                  </a:lnTo>
                  <a:lnTo>
                    <a:pt x="169506" y="15328"/>
                  </a:lnTo>
                  <a:lnTo>
                    <a:pt x="127863" y="3835"/>
                  </a:lnTo>
                  <a:lnTo>
                    <a:pt x="85534" y="0"/>
                  </a:lnTo>
                  <a:lnTo>
                    <a:pt x="44183" y="3873"/>
                  </a:lnTo>
                  <a:lnTo>
                    <a:pt x="5511" y="15544"/>
                  </a:lnTo>
                  <a:lnTo>
                    <a:pt x="774" y="17526"/>
                  </a:lnTo>
                  <a:lnTo>
                    <a:pt x="1524" y="24104"/>
                  </a:lnTo>
                  <a:lnTo>
                    <a:pt x="6565" y="25146"/>
                  </a:lnTo>
                  <a:lnTo>
                    <a:pt x="54737" y="40233"/>
                  </a:lnTo>
                  <a:lnTo>
                    <a:pt x="95567" y="64528"/>
                  </a:lnTo>
                  <a:lnTo>
                    <a:pt x="129120" y="97955"/>
                  </a:lnTo>
                  <a:lnTo>
                    <a:pt x="156324" y="142201"/>
                  </a:lnTo>
                  <a:lnTo>
                    <a:pt x="158178" y="143357"/>
                  </a:lnTo>
                  <a:lnTo>
                    <a:pt x="290525" y="143357"/>
                  </a:lnTo>
                  <a:lnTo>
                    <a:pt x="294170" y="143357"/>
                  </a:lnTo>
                  <a:lnTo>
                    <a:pt x="296786" y="139852"/>
                  </a:lnTo>
                  <a:close/>
                </a:path>
              </a:pathLst>
            </a:custGeom>
            <a:solidFill>
              <a:srgbClr val="FFFFFF"/>
            </a:solidFill>
          </p:spPr>
          <p:txBody>
            <a:bodyPr wrap="square" lIns="0" tIns="0" rIns="0" bIns="0" rtlCol="0"/>
            <a:lstStyle/>
            <a:p>
              <a:endParaRPr/>
            </a:p>
          </p:txBody>
        </p:sp>
      </p:grpSp>
    </p:spTree>
    <p:extLst>
      <p:ext uri="{BB962C8B-B14F-4D97-AF65-F5344CB8AC3E}">
        <p14:creationId xmlns:p14="http://schemas.microsoft.com/office/powerpoint/2010/main" val="3055626266"/>
      </p:ext>
    </p:extLst>
  </p:cSld>
  <p:clrMap bg1="lt1" tx1="dk1" bg2="lt2" tx2="dk2" accent1="accent1" accent2="accent2" accent3="accent3" accent4="accent4" accent5="accent5" accent6="accent6" hlink="hlink" folHlink="folHlink"/>
  <p:sldLayoutIdLst>
    <p:sldLayoutId id="2147483698" r:id="rId1"/>
    <p:sldLayoutId id="2147483697" r:id="rId2"/>
    <p:sldLayoutId id="2147483704" r:id="rId3"/>
    <p:sldLayoutId id="2147483701" r:id="rId4"/>
    <p:sldLayoutId id="2147483703" r:id="rId5"/>
    <p:sldLayoutId id="2147483705" r:id="rId6"/>
    <p:sldLayoutId id="2147483707" r:id="rId7"/>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CADBA64-34CD-96A8-4151-19085E2B211F}"/>
              </a:ext>
            </a:extLst>
          </p:cNvPr>
          <p:cNvSpPr/>
          <p:nvPr userDrawn="1"/>
        </p:nvSpPr>
        <p:spPr>
          <a:xfrm>
            <a:off x="0" y="6400800"/>
            <a:ext cx="9906000" cy="4572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0" name="object 5">
            <a:extLst>
              <a:ext uri="{FF2B5EF4-FFF2-40B4-BE49-F238E27FC236}">
                <a16:creationId xmlns:a16="http://schemas.microsoft.com/office/drawing/2014/main" id="{D4DBFB09-6413-469B-698A-736BB1F2A95F}"/>
              </a:ext>
            </a:extLst>
          </p:cNvPr>
          <p:cNvGrpSpPr/>
          <p:nvPr userDrawn="1"/>
        </p:nvGrpSpPr>
        <p:grpSpPr>
          <a:xfrm>
            <a:off x="9090247" y="413998"/>
            <a:ext cx="404495" cy="393065"/>
            <a:chOff x="9090247" y="413998"/>
            <a:chExt cx="404495" cy="393065"/>
          </a:xfrm>
        </p:grpSpPr>
        <p:pic>
          <p:nvPicPr>
            <p:cNvPr id="11" name="object 6">
              <a:extLst>
                <a:ext uri="{FF2B5EF4-FFF2-40B4-BE49-F238E27FC236}">
                  <a16:creationId xmlns:a16="http://schemas.microsoft.com/office/drawing/2014/main" id="{DEAD64F8-0778-75FC-2C7D-F948070334AB}"/>
                </a:ext>
              </a:extLst>
            </p:cNvPr>
            <p:cNvPicPr/>
            <p:nvPr/>
          </p:nvPicPr>
          <p:blipFill>
            <a:blip r:embed="rId5" cstate="print"/>
            <a:stretch>
              <a:fillRect/>
            </a:stretch>
          </p:blipFill>
          <p:spPr>
            <a:xfrm>
              <a:off x="9090247" y="514000"/>
              <a:ext cx="154467" cy="193089"/>
            </a:xfrm>
            <a:prstGeom prst="rect">
              <a:avLst/>
            </a:prstGeom>
          </p:spPr>
        </p:pic>
        <p:sp>
          <p:nvSpPr>
            <p:cNvPr id="12" name="object 7">
              <a:extLst>
                <a:ext uri="{FF2B5EF4-FFF2-40B4-BE49-F238E27FC236}">
                  <a16:creationId xmlns:a16="http://schemas.microsoft.com/office/drawing/2014/main" id="{C41B8600-7401-76D8-3FBA-314445A06E5B}"/>
                </a:ext>
              </a:extLst>
            </p:cNvPr>
            <p:cNvSpPr/>
            <p:nvPr/>
          </p:nvSpPr>
          <p:spPr>
            <a:xfrm>
              <a:off x="9197365" y="414006"/>
              <a:ext cx="297180" cy="393065"/>
            </a:xfrm>
            <a:custGeom>
              <a:avLst/>
              <a:gdLst/>
              <a:ahLst/>
              <a:cxnLst/>
              <a:rect l="l" t="t" r="r" b="b"/>
              <a:pathLst>
                <a:path w="297179" h="393065">
                  <a:moveTo>
                    <a:pt x="296633" y="253098"/>
                  </a:moveTo>
                  <a:lnTo>
                    <a:pt x="294246" y="249999"/>
                  </a:lnTo>
                  <a:lnTo>
                    <a:pt x="160134" y="249999"/>
                  </a:lnTo>
                  <a:lnTo>
                    <a:pt x="158242" y="249999"/>
                  </a:lnTo>
                  <a:lnTo>
                    <a:pt x="156527" y="251053"/>
                  </a:lnTo>
                  <a:lnTo>
                    <a:pt x="129184" y="295503"/>
                  </a:lnTo>
                  <a:lnTo>
                    <a:pt x="95326" y="329057"/>
                  </a:lnTo>
                  <a:lnTo>
                    <a:pt x="54102" y="353402"/>
                  </a:lnTo>
                  <a:lnTo>
                    <a:pt x="5397" y="368554"/>
                  </a:lnTo>
                  <a:lnTo>
                    <a:pt x="749" y="369468"/>
                  </a:lnTo>
                  <a:lnTo>
                    <a:pt x="0" y="375615"/>
                  </a:lnTo>
                  <a:lnTo>
                    <a:pt x="4406" y="377367"/>
                  </a:lnTo>
                  <a:lnTo>
                    <a:pt x="48628" y="389864"/>
                  </a:lnTo>
                  <a:lnTo>
                    <a:pt x="93459" y="393001"/>
                  </a:lnTo>
                  <a:lnTo>
                    <a:pt x="137477" y="387502"/>
                  </a:lnTo>
                  <a:lnTo>
                    <a:pt x="179260" y="374103"/>
                  </a:lnTo>
                  <a:lnTo>
                    <a:pt x="217385" y="353529"/>
                  </a:lnTo>
                  <a:lnTo>
                    <a:pt x="250444" y="326517"/>
                  </a:lnTo>
                  <a:lnTo>
                    <a:pt x="276974" y="293789"/>
                  </a:lnTo>
                  <a:lnTo>
                    <a:pt x="295592" y="256082"/>
                  </a:lnTo>
                  <a:lnTo>
                    <a:pt x="296633" y="253098"/>
                  </a:lnTo>
                  <a:close/>
                </a:path>
                <a:path w="297179" h="393065">
                  <a:moveTo>
                    <a:pt x="296773" y="139852"/>
                  </a:moveTo>
                  <a:lnTo>
                    <a:pt x="273443" y="95097"/>
                  </a:lnTo>
                  <a:lnTo>
                    <a:pt x="243979" y="61023"/>
                  </a:lnTo>
                  <a:lnTo>
                    <a:pt x="208775" y="34417"/>
                  </a:lnTo>
                  <a:lnTo>
                    <a:pt x="169506" y="15328"/>
                  </a:lnTo>
                  <a:lnTo>
                    <a:pt x="127863" y="3835"/>
                  </a:lnTo>
                  <a:lnTo>
                    <a:pt x="85521" y="0"/>
                  </a:lnTo>
                  <a:lnTo>
                    <a:pt x="44183" y="3873"/>
                  </a:lnTo>
                  <a:lnTo>
                    <a:pt x="5511" y="15544"/>
                  </a:lnTo>
                  <a:lnTo>
                    <a:pt x="774" y="17526"/>
                  </a:lnTo>
                  <a:lnTo>
                    <a:pt x="1524" y="24104"/>
                  </a:lnTo>
                  <a:lnTo>
                    <a:pt x="6553" y="25146"/>
                  </a:lnTo>
                  <a:lnTo>
                    <a:pt x="54724" y="40233"/>
                  </a:lnTo>
                  <a:lnTo>
                    <a:pt x="95567" y="64528"/>
                  </a:lnTo>
                  <a:lnTo>
                    <a:pt x="129120" y="97955"/>
                  </a:lnTo>
                  <a:lnTo>
                    <a:pt x="156311" y="142201"/>
                  </a:lnTo>
                  <a:lnTo>
                    <a:pt x="158165" y="143357"/>
                  </a:lnTo>
                  <a:lnTo>
                    <a:pt x="290512" y="143357"/>
                  </a:lnTo>
                  <a:lnTo>
                    <a:pt x="294170" y="143357"/>
                  </a:lnTo>
                  <a:lnTo>
                    <a:pt x="296773" y="139852"/>
                  </a:lnTo>
                  <a:close/>
                </a:path>
              </a:pathLst>
            </a:custGeom>
            <a:solidFill>
              <a:srgbClr val="00643D"/>
            </a:solidFill>
          </p:spPr>
          <p:txBody>
            <a:bodyPr wrap="square" lIns="0" tIns="0" rIns="0" bIns="0" rtlCol="0"/>
            <a:lstStyle/>
            <a:p>
              <a:endParaRPr/>
            </a:p>
          </p:txBody>
        </p:sp>
      </p:grpSp>
      <p:sp>
        <p:nvSpPr>
          <p:cNvPr id="28" name="Espace réservé du numéro de diapositive 5">
            <a:extLst>
              <a:ext uri="{FF2B5EF4-FFF2-40B4-BE49-F238E27FC236}">
                <a16:creationId xmlns:a16="http://schemas.microsoft.com/office/drawing/2014/main" id="{A3B12474-0259-17B6-8544-9182CD80A6F4}"/>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
        <p:nvSpPr>
          <p:cNvPr id="29" name="ZoneTexte 28">
            <a:extLst>
              <a:ext uri="{FF2B5EF4-FFF2-40B4-BE49-F238E27FC236}">
                <a16:creationId xmlns:a16="http://schemas.microsoft.com/office/drawing/2014/main" id="{1BC30C3C-4F67-31EC-1A0E-DC4AA65B8678}"/>
              </a:ext>
            </a:extLst>
          </p:cNvPr>
          <p:cNvSpPr txBox="1"/>
          <p:nvPr userDrawn="1"/>
        </p:nvSpPr>
        <p:spPr>
          <a:xfrm>
            <a:off x="228600" y="6461612"/>
            <a:ext cx="4954978" cy="246221"/>
          </a:xfrm>
          <a:prstGeom prst="rect">
            <a:avLst/>
          </a:prstGeom>
          <a:noFill/>
        </p:spPr>
        <p:txBody>
          <a:bodyPr wrap="square" anchor="ctr">
            <a:spAutoFit/>
          </a:bodyPr>
          <a:lstStyle/>
          <a:p>
            <a:pPr marL="12700">
              <a:lnSpc>
                <a:spcPct val="100000"/>
              </a:lnSpc>
              <a:spcBef>
                <a:spcPts val="50"/>
              </a:spcBef>
            </a:pPr>
            <a:r>
              <a:rPr lang="fr-FR" sz="1000" spc="-10" dirty="0">
                <a:solidFill>
                  <a:schemeClr val="bg1"/>
                </a:solidFill>
                <a:latin typeface="Aptos" panose="020B0004020202020204" pitchFamily="34" charset="0"/>
                <a:cs typeface="Aparajita" panose="020B0604020202020204" pitchFamily="34" charset="0"/>
              </a:rPr>
              <a:t>Energy Community | 13/02/2025</a:t>
            </a:r>
          </a:p>
        </p:txBody>
      </p:sp>
    </p:spTree>
    <p:extLst>
      <p:ext uri="{BB962C8B-B14F-4D97-AF65-F5344CB8AC3E}">
        <p14:creationId xmlns:p14="http://schemas.microsoft.com/office/powerpoint/2010/main" val="2172062484"/>
      </p:ext>
    </p:extLst>
  </p:cSld>
  <p:clrMap bg1="lt1" tx1="dk1" bg2="lt2" tx2="dk2" accent1="accent1" accent2="accent2" accent3="accent3" accent4="accent4" accent5="accent5" accent6="accent6" hlink="hlink" folHlink="folHlink"/>
  <p:sldLayoutIdLst>
    <p:sldLayoutId id="2147483702" r:id="rId1"/>
    <p:sldLayoutId id="2147483700" r:id="rId2"/>
    <p:sldLayoutId id="2147483735" r:id="rId3"/>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object 5">
            <a:extLst>
              <a:ext uri="{FF2B5EF4-FFF2-40B4-BE49-F238E27FC236}">
                <a16:creationId xmlns:a16="http://schemas.microsoft.com/office/drawing/2014/main" id="{ECA27935-26A3-8C9E-A443-1AFC9591B546}"/>
              </a:ext>
            </a:extLst>
          </p:cNvPr>
          <p:cNvSpPr/>
          <p:nvPr userDrawn="1"/>
        </p:nvSpPr>
        <p:spPr>
          <a:xfrm>
            <a:off x="413994" y="6259728"/>
            <a:ext cx="63500" cy="184785"/>
          </a:xfrm>
          <a:custGeom>
            <a:avLst/>
            <a:gdLst/>
            <a:ahLst/>
            <a:cxnLst/>
            <a:rect l="l" t="t" r="r" b="b"/>
            <a:pathLst>
              <a:path w="63500" h="184785">
                <a:moveTo>
                  <a:pt x="63004" y="0"/>
                </a:moveTo>
                <a:lnTo>
                  <a:pt x="0" y="0"/>
                </a:lnTo>
                <a:lnTo>
                  <a:pt x="0" y="184277"/>
                </a:lnTo>
                <a:lnTo>
                  <a:pt x="63004" y="184277"/>
                </a:lnTo>
                <a:lnTo>
                  <a:pt x="63004" y="0"/>
                </a:lnTo>
                <a:close/>
              </a:path>
            </a:pathLst>
          </a:custGeom>
          <a:solidFill>
            <a:srgbClr val="005399"/>
          </a:solidFill>
        </p:spPr>
        <p:txBody>
          <a:bodyPr wrap="square" lIns="0" tIns="0" rIns="0" bIns="0" rtlCol="0"/>
          <a:lstStyle/>
          <a:p>
            <a:endParaRPr/>
          </a:p>
        </p:txBody>
      </p:sp>
      <p:grpSp>
        <p:nvGrpSpPr>
          <p:cNvPr id="11" name="object 7">
            <a:extLst>
              <a:ext uri="{FF2B5EF4-FFF2-40B4-BE49-F238E27FC236}">
                <a16:creationId xmlns:a16="http://schemas.microsoft.com/office/drawing/2014/main" id="{A2425A54-B3BD-231D-5128-125A7D73C116}"/>
              </a:ext>
            </a:extLst>
          </p:cNvPr>
          <p:cNvGrpSpPr/>
          <p:nvPr userDrawn="1"/>
        </p:nvGrpSpPr>
        <p:grpSpPr>
          <a:xfrm>
            <a:off x="415105" y="2565707"/>
            <a:ext cx="1955164" cy="863600"/>
            <a:chOff x="415105" y="2565707"/>
            <a:chExt cx="1955164" cy="863600"/>
          </a:xfrm>
        </p:grpSpPr>
        <p:pic>
          <p:nvPicPr>
            <p:cNvPr id="12" name="object 8">
              <a:extLst>
                <a:ext uri="{FF2B5EF4-FFF2-40B4-BE49-F238E27FC236}">
                  <a16:creationId xmlns:a16="http://schemas.microsoft.com/office/drawing/2014/main" id="{4734CC89-A381-1068-A6B1-6DC77F7578D7}"/>
                </a:ext>
              </a:extLst>
            </p:cNvPr>
            <p:cNvPicPr/>
            <p:nvPr/>
          </p:nvPicPr>
          <p:blipFill>
            <a:blip r:embed="rId3" cstate="print"/>
            <a:stretch>
              <a:fillRect/>
            </a:stretch>
          </p:blipFill>
          <p:spPr>
            <a:xfrm>
              <a:off x="2221487" y="3236360"/>
              <a:ext cx="147762" cy="192646"/>
            </a:xfrm>
            <a:prstGeom prst="rect">
              <a:avLst/>
            </a:prstGeom>
          </p:spPr>
        </p:pic>
        <p:pic>
          <p:nvPicPr>
            <p:cNvPr id="13" name="object 9">
              <a:extLst>
                <a:ext uri="{FF2B5EF4-FFF2-40B4-BE49-F238E27FC236}">
                  <a16:creationId xmlns:a16="http://schemas.microsoft.com/office/drawing/2014/main" id="{C533884C-988E-55C9-2A03-81E6B2922667}"/>
                </a:ext>
              </a:extLst>
            </p:cNvPr>
            <p:cNvPicPr/>
            <p:nvPr/>
          </p:nvPicPr>
          <p:blipFill>
            <a:blip r:embed="rId4" cstate="print"/>
            <a:stretch>
              <a:fillRect/>
            </a:stretch>
          </p:blipFill>
          <p:spPr>
            <a:xfrm>
              <a:off x="415105" y="2565707"/>
              <a:ext cx="1954570" cy="863286"/>
            </a:xfrm>
            <a:prstGeom prst="rect">
              <a:avLst/>
            </a:prstGeom>
          </p:spPr>
        </p:pic>
      </p:grpSp>
      <p:sp>
        <p:nvSpPr>
          <p:cNvPr id="14" name="object 6">
            <a:extLst>
              <a:ext uri="{FF2B5EF4-FFF2-40B4-BE49-F238E27FC236}">
                <a16:creationId xmlns:a16="http://schemas.microsoft.com/office/drawing/2014/main" id="{A0AD03BB-AB97-8DFB-8076-316E72FBD42C}"/>
              </a:ext>
            </a:extLst>
          </p:cNvPr>
          <p:cNvSpPr txBox="1"/>
          <p:nvPr userDrawn="1"/>
        </p:nvSpPr>
        <p:spPr>
          <a:xfrm>
            <a:off x="401299" y="378255"/>
            <a:ext cx="3193415" cy="1610697"/>
          </a:xfrm>
          <a:prstGeom prst="rect">
            <a:avLst/>
          </a:prstGeom>
        </p:spPr>
        <p:txBody>
          <a:bodyPr vert="horz" wrap="square" lIns="0" tIns="12700" rIns="0" bIns="0" rtlCol="0">
            <a:spAutoFit/>
          </a:bodyPr>
          <a:lstStyle/>
          <a:p>
            <a:pPr marL="12700" algn="l">
              <a:lnSpc>
                <a:spcPct val="100000"/>
              </a:lnSpc>
              <a:spcBef>
                <a:spcPts val="100"/>
              </a:spcBef>
            </a:pPr>
            <a:r>
              <a:rPr sz="950" b="1" dirty="0">
                <a:solidFill>
                  <a:srgbClr val="005399"/>
                </a:solidFill>
                <a:latin typeface="Aptos" panose="020B0004020202020204" pitchFamily="34" charset="0"/>
                <a:cs typeface="Circular Std Bold Italic"/>
              </a:rPr>
              <a:t>Citepa</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est</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une</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association</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qui</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guide</a:t>
            </a:r>
            <a:r>
              <a:rPr lang="fr-FR" sz="950" b="1"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les</a:t>
            </a:r>
            <a:r>
              <a:rPr sz="950" b="1" spc="-10" dirty="0">
                <a:solidFill>
                  <a:srgbClr val="005399"/>
                </a:solidFill>
                <a:latin typeface="Aptos" panose="020B0004020202020204" pitchFamily="34" charset="0"/>
                <a:cs typeface="Circular Std Bold Italic"/>
              </a:rPr>
              <a:t> </a:t>
            </a:r>
            <a:r>
              <a:rPr lang="fr-FR" sz="950" b="1" spc="-10" noProof="0" dirty="0">
                <a:solidFill>
                  <a:srgbClr val="005399"/>
                </a:solidFill>
                <a:latin typeface="Aptos" panose="020B0004020202020204" pitchFamily="34" charset="0"/>
                <a:cs typeface="Circular Std Bold Italic"/>
              </a:rPr>
              <a:t>acteurs</a:t>
            </a:r>
            <a:r>
              <a:rPr lang="fr-FR" sz="950" b="1" spc="-10" dirty="0">
                <a:solidFill>
                  <a:srgbClr val="005399"/>
                </a:solidFill>
                <a:latin typeface="Aptos" panose="020B0004020202020204" pitchFamily="34" charset="0"/>
                <a:cs typeface="Circular Std Bold Italic"/>
              </a:rPr>
              <a:t> </a:t>
            </a:r>
            <a:endParaRPr sz="950" dirty="0">
              <a:latin typeface="Aptos" panose="020B0004020202020204" pitchFamily="34" charset="0"/>
              <a:cs typeface="Circular Std Bold Italic"/>
            </a:endParaRPr>
          </a:p>
          <a:p>
            <a:pPr marL="12700" algn="l">
              <a:lnSpc>
                <a:spcPct val="100000"/>
              </a:lnSpc>
            </a:pPr>
            <a:r>
              <a:rPr lang="fr-FR" sz="950" b="1" dirty="0">
                <a:solidFill>
                  <a:srgbClr val="005399"/>
                </a:solidFill>
                <a:latin typeface="Aptos" panose="020B0004020202020204" pitchFamily="34" charset="0"/>
                <a:cs typeface="Circular Std Bold Italic"/>
              </a:rPr>
              <a:t>d</a:t>
            </a:r>
            <a:r>
              <a:rPr sz="950" b="1" dirty="0">
                <a:solidFill>
                  <a:srgbClr val="005399"/>
                </a:solidFill>
                <a:latin typeface="Aptos" panose="020B0004020202020204" pitchFamily="34" charset="0"/>
                <a:cs typeface="Circular Std Bold Italic"/>
              </a:rPr>
              <a:t>e</a:t>
            </a:r>
            <a:r>
              <a:rPr lang="fr-FR" sz="950" b="1"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la</a:t>
            </a:r>
            <a:r>
              <a:rPr lang="fr-FR" sz="950" b="1"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transition</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écologique</a:t>
            </a:r>
            <a:r>
              <a:rPr lang="fr-FR" sz="950" b="1"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en</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France</a:t>
            </a:r>
            <a:r>
              <a:rPr lang="fr-FR" sz="950" b="1"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et</a:t>
            </a:r>
            <a:r>
              <a:rPr lang="fr-FR" sz="950" b="1"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dans</a:t>
            </a:r>
            <a:r>
              <a:rPr lang="fr-FR" sz="950" b="1"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le</a:t>
            </a:r>
            <a:r>
              <a:rPr sz="950" b="1" spc="-10" dirty="0">
                <a:solidFill>
                  <a:srgbClr val="005399"/>
                </a:solidFill>
                <a:latin typeface="Aptos" panose="020B0004020202020204" pitchFamily="34" charset="0"/>
                <a:cs typeface="Circular Std Bold Italic"/>
              </a:rPr>
              <a:t> </a:t>
            </a:r>
            <a:r>
              <a:rPr lang="fr-FR" sz="950" b="1" spc="-10" noProof="0" dirty="0">
                <a:solidFill>
                  <a:srgbClr val="005399"/>
                </a:solidFill>
                <a:latin typeface="Aptos" panose="020B0004020202020204" pitchFamily="34" charset="0"/>
                <a:cs typeface="Circular Std Bold Italic"/>
              </a:rPr>
              <a:t>monde</a:t>
            </a:r>
            <a:r>
              <a:rPr sz="950" b="1" spc="-10" dirty="0">
                <a:solidFill>
                  <a:srgbClr val="005399"/>
                </a:solidFill>
                <a:latin typeface="Aptos" panose="020B0004020202020204" pitchFamily="34" charset="0"/>
                <a:cs typeface="Circular Std Bold Italic"/>
              </a:rPr>
              <a:t>.</a:t>
            </a:r>
            <a:endParaRPr sz="950" dirty="0">
              <a:latin typeface="Aptos" panose="020B0004020202020204" pitchFamily="34" charset="0"/>
              <a:cs typeface="Circular Std Bold Italic"/>
            </a:endParaRPr>
          </a:p>
          <a:p>
            <a:pPr marL="12700" marR="291465" algn="l">
              <a:lnSpc>
                <a:spcPct val="100000"/>
              </a:lnSpc>
              <a:spcBef>
                <a:spcPts val="1140"/>
              </a:spcBef>
            </a:pPr>
            <a:r>
              <a:rPr sz="950" dirty="0">
                <a:solidFill>
                  <a:srgbClr val="005399"/>
                </a:solidFill>
                <a:latin typeface="Aptos" panose="020B0004020202020204" pitchFamily="34" charset="0"/>
                <a:cs typeface="Circular Std Bold Italic"/>
              </a:rPr>
              <a:t>Elle</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évalue</a:t>
            </a:r>
            <a:r>
              <a:rPr lang="fr-FR" sz="950" spc="-1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l’impact</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des</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activités</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humaines</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sur</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le</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climat</a:t>
            </a:r>
            <a:r>
              <a:rPr lang="fr-FR" sz="950" spc="-10" dirty="0">
                <a:solidFill>
                  <a:srgbClr val="005399"/>
                </a:solidFill>
                <a:latin typeface="Aptos" panose="020B0004020202020204" pitchFamily="34" charset="0"/>
                <a:cs typeface="Circular Std Bold Italic"/>
              </a:rPr>
              <a:t> </a:t>
            </a:r>
            <a:r>
              <a:rP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et</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la</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pollution</a:t>
            </a:r>
            <a:r>
              <a:rPr sz="950" spc="-1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atmosphérique</a:t>
            </a:r>
            <a:r>
              <a:rP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Elle</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produit</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des</a:t>
            </a:r>
            <a:r>
              <a:rPr lang="fr-FR" sz="950" dirty="0">
                <a:solidFill>
                  <a:srgbClr val="005399"/>
                </a:solidFill>
                <a:latin typeface="Aptos" panose="020B0004020202020204" pitchFamily="34" charset="0"/>
                <a:cs typeface="Circular Std Bold Italic"/>
              </a:rPr>
              <a:t> </a:t>
            </a:r>
            <a:r>
              <a:rPr sz="950" spc="-10" dirty="0">
                <a:solidFill>
                  <a:srgbClr val="005399"/>
                </a:solidFill>
                <a:latin typeface="Aptos" panose="020B0004020202020204" pitchFamily="34" charset="0"/>
                <a:cs typeface="Circular Std Bold Italic"/>
              </a:rPr>
              <a:t>données</a:t>
            </a:r>
            <a:r>
              <a:rPr lang="fr-FR" sz="950" spc="-10" dirty="0">
                <a:solidFill>
                  <a:srgbClr val="005399"/>
                </a:solidFill>
                <a:latin typeface="Aptos" panose="020B0004020202020204" pitchFamily="34" charset="0"/>
                <a:cs typeface="Circular Std Bold Italic"/>
              </a:rPr>
              <a:t> </a:t>
            </a:r>
            <a:r>
              <a:rP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référence</a:t>
            </a:r>
            <a:r>
              <a:rP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et</a:t>
            </a:r>
            <a:r>
              <a:rPr sz="950" spc="-1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développe</a:t>
            </a:r>
            <a:r>
              <a:rP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des</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solutions</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pour</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favoriser</a:t>
            </a:r>
            <a:r>
              <a:rPr lang="fr-FR" sz="950" spc="-10" dirty="0">
                <a:solidFill>
                  <a:srgbClr val="005399"/>
                </a:solidFill>
                <a:latin typeface="Aptos" panose="020B0004020202020204" pitchFamily="34" charset="0"/>
                <a:cs typeface="Circular Std Bold Italic"/>
              </a:rPr>
              <a:t> </a:t>
            </a:r>
            <a:br>
              <a:rPr lang="fr-FR" sz="950" spc="-10" dirty="0">
                <a:solidFill>
                  <a:srgbClr val="005399"/>
                </a:solidFill>
                <a:latin typeface="Aptos" panose="020B0004020202020204" pitchFamily="34" charset="0"/>
                <a:cs typeface="Circular Std Bold Italic"/>
              </a:rPr>
            </a:br>
            <a:r>
              <a:rPr sz="950" dirty="0">
                <a:solidFill>
                  <a:srgbClr val="005399"/>
                </a:solidFill>
                <a:latin typeface="Aptos" panose="020B0004020202020204" pitchFamily="34" charset="0"/>
                <a:cs typeface="Circular Std Bold Italic"/>
              </a:rPr>
              <a:t>la</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réduction</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des</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émissions</a:t>
            </a:r>
            <a:r>
              <a:rPr sz="950" dirty="0">
                <a:solidFill>
                  <a:srgbClr val="005399"/>
                </a:solidFill>
                <a:latin typeface="Aptos" panose="020B0004020202020204" pitchFamily="34" charset="0"/>
                <a:cs typeface="Circular Std Bold Italic"/>
              </a:rPr>
              <a:t>,</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l’amélioration</a:t>
            </a:r>
            <a:r>
              <a:rPr lang="fr-F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la</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qualité</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a:t>
            </a:r>
            <a:r>
              <a:rPr lang="fr-FR" sz="950" dirty="0">
                <a:solidFill>
                  <a:srgbClr val="005399"/>
                </a:solidFill>
                <a:latin typeface="Aptos" panose="020B0004020202020204" pitchFamily="34" charset="0"/>
                <a:cs typeface="Circular Std Bold Italic"/>
              </a:rPr>
              <a:t> </a:t>
            </a:r>
            <a:r>
              <a:rPr lang="fr-FR" sz="950" spc="-20" noProof="0" dirty="0">
                <a:solidFill>
                  <a:srgbClr val="005399"/>
                </a:solidFill>
                <a:latin typeface="Aptos" panose="020B0004020202020204" pitchFamily="34" charset="0"/>
                <a:cs typeface="Circular Std Bold Italic"/>
              </a:rPr>
              <a:t>l’air</a:t>
            </a:r>
            <a:r>
              <a:rPr sz="950" spc="-2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et</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l’adaptation</a:t>
            </a:r>
            <a:r>
              <a:rPr lang="fr-F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au</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changement</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climatique</a:t>
            </a:r>
            <a:r>
              <a:rPr sz="950" spc="-10" dirty="0">
                <a:solidFill>
                  <a:srgbClr val="005399"/>
                </a:solidFill>
                <a:latin typeface="Aptos" panose="020B0004020202020204" pitchFamily="34" charset="0"/>
                <a:cs typeface="Circular Std Bold Italic"/>
              </a:rPr>
              <a:t>.</a:t>
            </a:r>
            <a:endParaRPr sz="950" dirty="0">
              <a:latin typeface="Aptos" panose="020B0004020202020204" pitchFamily="34" charset="0"/>
              <a:cs typeface="Circular Std Bold Italic"/>
            </a:endParaRPr>
          </a:p>
          <a:p>
            <a:pPr marL="12700" marR="211454" algn="l">
              <a:lnSpc>
                <a:spcPct val="100000"/>
              </a:lnSpc>
              <a:spcBef>
                <a:spcPts val="1140"/>
              </a:spcBef>
            </a:pPr>
            <a:r>
              <a:rPr lang="fr-FR" sz="950" noProof="0" dirty="0">
                <a:solidFill>
                  <a:srgbClr val="005399"/>
                </a:solidFill>
                <a:latin typeface="Aptos" panose="020B0004020202020204" pitchFamily="34" charset="0"/>
                <a:cs typeface="Circular Std Bold Italic"/>
              </a:rPr>
              <a:t>Notre</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équipe</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pluridisciplinaire</a:t>
            </a:r>
            <a:r>
              <a:rPr lang="fr-FR" sz="950" spc="-1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participe</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à</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la</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construction</a:t>
            </a:r>
            <a:r>
              <a:rPr lang="fr-FR" sz="950" spc="-10" dirty="0">
                <a:solidFill>
                  <a:srgbClr val="005399"/>
                </a:solidFill>
                <a:latin typeface="Aptos" panose="020B0004020202020204" pitchFamily="34" charset="0"/>
                <a:cs typeface="Circular Std Bold Italic"/>
              </a:rPr>
              <a:t> </a:t>
            </a:r>
            <a:r>
              <a:rPr sz="950" spc="-1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d’un</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monde</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durable</a:t>
            </a:r>
            <a:r>
              <a:rPr sz="950" spc="-10" dirty="0">
                <a:solidFill>
                  <a:srgbClr val="005399"/>
                </a:solidFill>
                <a:latin typeface="Aptos" panose="020B0004020202020204" pitchFamily="34" charset="0"/>
                <a:cs typeface="Circular Std Bold Italic"/>
              </a:rPr>
              <a:t>.</a:t>
            </a:r>
            <a:endParaRPr sz="950" dirty="0">
              <a:latin typeface="Aptos" panose="020B0004020202020204" pitchFamily="34" charset="0"/>
              <a:cs typeface="Circular Std Bold Italic"/>
            </a:endParaRPr>
          </a:p>
        </p:txBody>
      </p:sp>
      <p:sp>
        <p:nvSpPr>
          <p:cNvPr id="16" name="object 3">
            <a:extLst>
              <a:ext uri="{FF2B5EF4-FFF2-40B4-BE49-F238E27FC236}">
                <a16:creationId xmlns:a16="http://schemas.microsoft.com/office/drawing/2014/main" id="{8C455971-B917-544C-294C-FADEE90DBCCC}"/>
              </a:ext>
            </a:extLst>
          </p:cNvPr>
          <p:cNvSpPr txBox="1"/>
          <p:nvPr userDrawn="1"/>
        </p:nvSpPr>
        <p:spPr>
          <a:xfrm>
            <a:off x="1913346" y="6219305"/>
            <a:ext cx="721360" cy="256480"/>
          </a:xfrm>
          <a:prstGeom prst="rect">
            <a:avLst/>
          </a:prstGeom>
        </p:spPr>
        <p:txBody>
          <a:bodyPr vert="horz" wrap="square" lIns="0" tIns="12700" rIns="0" bIns="0" rtlCol="0">
            <a:spAutoFit/>
          </a:bodyPr>
          <a:lstStyle/>
          <a:p>
            <a:pPr marL="12700">
              <a:lnSpc>
                <a:spcPts val="850"/>
              </a:lnSpc>
              <a:spcBef>
                <a:spcPts val="100"/>
              </a:spcBef>
            </a:pPr>
            <a:r>
              <a:rPr sz="750">
                <a:solidFill>
                  <a:srgbClr val="005399"/>
                </a:solidFill>
                <a:latin typeface="Aptos"/>
                <a:cs typeface="Aptos"/>
              </a:rPr>
              <a:t>01448368</a:t>
            </a:r>
            <a:r>
              <a:rPr sz="750" spc="-25">
                <a:solidFill>
                  <a:srgbClr val="005399"/>
                </a:solidFill>
                <a:latin typeface="Aptos"/>
                <a:cs typeface="Aptos"/>
              </a:rPr>
              <a:t>83</a:t>
            </a:r>
            <a:endParaRPr lang="fr-FR" sz="750" spc="-25">
              <a:solidFill>
                <a:srgbClr val="005399"/>
              </a:solidFill>
              <a:latin typeface="Aptos"/>
              <a:cs typeface="Aptos"/>
            </a:endParaRPr>
          </a:p>
          <a:p>
            <a:pPr marL="12700">
              <a:lnSpc>
                <a:spcPts val="850"/>
              </a:lnSpc>
              <a:spcBef>
                <a:spcPts val="100"/>
              </a:spcBef>
            </a:pPr>
            <a:r>
              <a:rPr lang="fr-FR" sz="750" u="none" spc="-25" err="1">
                <a:ln>
                  <a:noFill/>
                </a:ln>
                <a:solidFill>
                  <a:srgbClr val="005399"/>
                </a:solidFill>
                <a:latin typeface="Aptos"/>
                <a:cs typeface="Aptos"/>
              </a:rPr>
              <a:t>infos@citepa.org</a:t>
            </a:r>
            <a:endParaRPr sz="750" u="none">
              <a:ln>
                <a:noFill/>
              </a:ln>
              <a:solidFill>
                <a:srgbClr val="000000"/>
              </a:solidFill>
              <a:latin typeface="Aptos"/>
              <a:cs typeface="Aptos"/>
            </a:endParaRPr>
          </a:p>
        </p:txBody>
      </p:sp>
      <p:sp>
        <p:nvSpPr>
          <p:cNvPr id="18" name="object 4">
            <a:extLst>
              <a:ext uri="{FF2B5EF4-FFF2-40B4-BE49-F238E27FC236}">
                <a16:creationId xmlns:a16="http://schemas.microsoft.com/office/drawing/2014/main" id="{0881AB3C-389A-A3D1-615C-4B324CA43F9B}"/>
              </a:ext>
            </a:extLst>
          </p:cNvPr>
          <p:cNvSpPr txBox="1"/>
          <p:nvPr userDrawn="1"/>
        </p:nvSpPr>
        <p:spPr>
          <a:xfrm>
            <a:off x="2971859" y="6346337"/>
            <a:ext cx="461645" cy="139700"/>
          </a:xfrm>
          <a:prstGeom prst="rect">
            <a:avLst/>
          </a:prstGeom>
        </p:spPr>
        <p:txBody>
          <a:bodyPr vert="horz" wrap="square" lIns="0" tIns="12700" rIns="0" bIns="0" rtlCol="0">
            <a:spAutoFit/>
          </a:bodyPr>
          <a:lstStyle/>
          <a:p>
            <a:pPr marL="12700">
              <a:lnSpc>
                <a:spcPct val="100000"/>
              </a:lnSpc>
              <a:spcBef>
                <a:spcPts val="100"/>
              </a:spcBef>
            </a:pPr>
            <a:r>
              <a:rPr sz="750" b="1" spc="-10">
                <a:solidFill>
                  <a:srgbClr val="29A457"/>
                </a:solidFill>
                <a:latin typeface="Aptos"/>
                <a:cs typeface="Aptos"/>
              </a:rPr>
              <a:t>citepa.org</a:t>
            </a:r>
            <a:endParaRPr sz="750">
              <a:latin typeface="Aptos"/>
              <a:cs typeface="Aptos"/>
            </a:endParaRPr>
          </a:p>
        </p:txBody>
      </p:sp>
      <p:sp>
        <p:nvSpPr>
          <p:cNvPr id="20" name="object 2">
            <a:extLst>
              <a:ext uri="{FF2B5EF4-FFF2-40B4-BE49-F238E27FC236}">
                <a16:creationId xmlns:a16="http://schemas.microsoft.com/office/drawing/2014/main" id="{DB0E6786-D142-72FF-AE9E-265D448C22B5}"/>
              </a:ext>
            </a:extLst>
          </p:cNvPr>
          <p:cNvSpPr txBox="1"/>
          <p:nvPr userDrawn="1"/>
        </p:nvSpPr>
        <p:spPr>
          <a:xfrm>
            <a:off x="779299" y="6244705"/>
            <a:ext cx="728345" cy="233141"/>
          </a:xfrm>
          <a:prstGeom prst="rect">
            <a:avLst/>
          </a:prstGeom>
        </p:spPr>
        <p:txBody>
          <a:bodyPr vert="horz" wrap="square" lIns="0" tIns="26670" rIns="0" bIns="0" rtlCol="0">
            <a:spAutoFit/>
          </a:bodyPr>
          <a:lstStyle/>
          <a:p>
            <a:pPr marL="12700" marR="5080">
              <a:lnSpc>
                <a:spcPts val="800"/>
              </a:lnSpc>
              <a:spcBef>
                <a:spcPts val="210"/>
              </a:spcBef>
            </a:pPr>
            <a:r>
              <a:rPr sz="750">
                <a:solidFill>
                  <a:srgbClr val="005399"/>
                </a:solidFill>
                <a:latin typeface="Aptos"/>
                <a:cs typeface="Aptos"/>
              </a:rPr>
              <a:t>42</a:t>
            </a:r>
            <a:r>
              <a:rPr lang="fr-FR" sz="750">
                <a:solidFill>
                  <a:srgbClr val="005399"/>
                </a:solidFill>
                <a:latin typeface="Aptos"/>
                <a:cs typeface="Aptos"/>
              </a:rPr>
              <a:t> </a:t>
            </a:r>
            <a:r>
              <a:rPr sz="750">
                <a:solidFill>
                  <a:srgbClr val="005399"/>
                </a:solidFill>
                <a:latin typeface="Aptos"/>
                <a:cs typeface="Aptos"/>
              </a:rPr>
              <a:t>rue</a:t>
            </a:r>
            <a:r>
              <a:rPr lang="fr-FR" sz="750">
                <a:solidFill>
                  <a:srgbClr val="005399"/>
                </a:solidFill>
                <a:latin typeface="Aptos"/>
                <a:cs typeface="Aptos"/>
              </a:rPr>
              <a:t> </a:t>
            </a:r>
            <a:r>
              <a:rPr sz="750">
                <a:solidFill>
                  <a:srgbClr val="005399"/>
                </a:solidFill>
                <a:latin typeface="Aptos"/>
                <a:cs typeface="Aptos"/>
              </a:rPr>
              <a:t>de</a:t>
            </a:r>
            <a:r>
              <a:rPr lang="fr-FR" sz="750">
                <a:solidFill>
                  <a:srgbClr val="005399"/>
                </a:solidFill>
                <a:latin typeface="Aptos"/>
                <a:cs typeface="Aptos"/>
              </a:rPr>
              <a:t> </a:t>
            </a:r>
            <a:r>
              <a:rPr sz="750" spc="-10">
                <a:solidFill>
                  <a:srgbClr val="005399"/>
                </a:solidFill>
                <a:latin typeface="Aptos"/>
                <a:cs typeface="Aptos"/>
              </a:rPr>
              <a:t>Paradis</a:t>
            </a:r>
            <a:r>
              <a:rPr lang="fr-FR" sz="750" spc="-10">
                <a:solidFill>
                  <a:srgbClr val="005399"/>
                </a:solidFill>
                <a:latin typeface="Aptos"/>
                <a:cs typeface="Aptos"/>
              </a:rPr>
              <a:t> </a:t>
            </a:r>
            <a:r>
              <a:rPr sz="750">
                <a:solidFill>
                  <a:srgbClr val="005399"/>
                </a:solidFill>
                <a:latin typeface="Aptos"/>
                <a:cs typeface="Aptos"/>
              </a:rPr>
              <a:t>75010</a:t>
            </a:r>
            <a:r>
              <a:rPr lang="fr-FR" sz="750">
                <a:solidFill>
                  <a:srgbClr val="005399"/>
                </a:solidFill>
                <a:latin typeface="Aptos"/>
                <a:cs typeface="Aptos"/>
              </a:rPr>
              <a:t> </a:t>
            </a:r>
            <a:r>
              <a:rPr sz="750" spc="-10">
                <a:solidFill>
                  <a:srgbClr val="005399"/>
                </a:solidFill>
                <a:latin typeface="Aptos"/>
                <a:cs typeface="Aptos"/>
              </a:rPr>
              <a:t>Paris</a:t>
            </a:r>
            <a:endParaRPr sz="750">
              <a:latin typeface="Aptos"/>
              <a:cs typeface="Aptos"/>
            </a:endParaRPr>
          </a:p>
        </p:txBody>
      </p:sp>
    </p:spTree>
    <p:extLst>
      <p:ext uri="{BB962C8B-B14F-4D97-AF65-F5344CB8AC3E}">
        <p14:creationId xmlns:p14="http://schemas.microsoft.com/office/powerpoint/2010/main" val="3836116420"/>
      </p:ext>
    </p:extLst>
  </p:cSld>
  <p:clrMap bg1="lt1" tx1="dk1" bg2="lt2" tx2="dk2" accent1="accent1" accent2="accent2" accent3="accent3" accent4="accent4" accent5="accent5" accent6="accent6" hlink="hlink" folHlink="folHlink"/>
  <p:sldLayoutIdLst>
    <p:sldLayoutId id="214748370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59"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CADBA64-34CD-96A8-4151-19085E2B211F}"/>
              </a:ext>
            </a:extLst>
          </p:cNvPr>
          <p:cNvSpPr/>
          <p:nvPr userDrawn="1"/>
        </p:nvSpPr>
        <p:spPr>
          <a:xfrm>
            <a:off x="0" y="6400800"/>
            <a:ext cx="9906000" cy="4572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0" name="object 5">
            <a:extLst>
              <a:ext uri="{FF2B5EF4-FFF2-40B4-BE49-F238E27FC236}">
                <a16:creationId xmlns:a16="http://schemas.microsoft.com/office/drawing/2014/main" id="{D4DBFB09-6413-469B-698A-736BB1F2A95F}"/>
              </a:ext>
            </a:extLst>
          </p:cNvPr>
          <p:cNvGrpSpPr/>
          <p:nvPr userDrawn="1"/>
        </p:nvGrpSpPr>
        <p:grpSpPr>
          <a:xfrm>
            <a:off x="9090247" y="413998"/>
            <a:ext cx="404495" cy="393065"/>
            <a:chOff x="9090247" y="413998"/>
            <a:chExt cx="404495" cy="393065"/>
          </a:xfrm>
        </p:grpSpPr>
        <p:pic>
          <p:nvPicPr>
            <p:cNvPr id="11" name="object 6">
              <a:extLst>
                <a:ext uri="{FF2B5EF4-FFF2-40B4-BE49-F238E27FC236}">
                  <a16:creationId xmlns:a16="http://schemas.microsoft.com/office/drawing/2014/main" id="{DEAD64F8-0778-75FC-2C7D-F948070334AB}"/>
                </a:ext>
              </a:extLst>
            </p:cNvPr>
            <p:cNvPicPr/>
            <p:nvPr/>
          </p:nvPicPr>
          <p:blipFill>
            <a:blip r:embed="rId5" cstate="print"/>
            <a:stretch>
              <a:fillRect/>
            </a:stretch>
          </p:blipFill>
          <p:spPr>
            <a:xfrm>
              <a:off x="9090247" y="514000"/>
              <a:ext cx="154467" cy="193089"/>
            </a:xfrm>
            <a:prstGeom prst="rect">
              <a:avLst/>
            </a:prstGeom>
          </p:spPr>
        </p:pic>
        <p:sp>
          <p:nvSpPr>
            <p:cNvPr id="12" name="object 7">
              <a:extLst>
                <a:ext uri="{FF2B5EF4-FFF2-40B4-BE49-F238E27FC236}">
                  <a16:creationId xmlns:a16="http://schemas.microsoft.com/office/drawing/2014/main" id="{C41B8600-7401-76D8-3FBA-314445A06E5B}"/>
                </a:ext>
              </a:extLst>
            </p:cNvPr>
            <p:cNvSpPr/>
            <p:nvPr/>
          </p:nvSpPr>
          <p:spPr>
            <a:xfrm>
              <a:off x="9197365" y="414006"/>
              <a:ext cx="297180" cy="393065"/>
            </a:xfrm>
            <a:custGeom>
              <a:avLst/>
              <a:gdLst/>
              <a:ahLst/>
              <a:cxnLst/>
              <a:rect l="l" t="t" r="r" b="b"/>
              <a:pathLst>
                <a:path w="297179" h="393065">
                  <a:moveTo>
                    <a:pt x="296633" y="253098"/>
                  </a:moveTo>
                  <a:lnTo>
                    <a:pt x="294246" y="249999"/>
                  </a:lnTo>
                  <a:lnTo>
                    <a:pt x="160134" y="249999"/>
                  </a:lnTo>
                  <a:lnTo>
                    <a:pt x="158242" y="249999"/>
                  </a:lnTo>
                  <a:lnTo>
                    <a:pt x="156527" y="251053"/>
                  </a:lnTo>
                  <a:lnTo>
                    <a:pt x="129184" y="295503"/>
                  </a:lnTo>
                  <a:lnTo>
                    <a:pt x="95326" y="329057"/>
                  </a:lnTo>
                  <a:lnTo>
                    <a:pt x="54102" y="353402"/>
                  </a:lnTo>
                  <a:lnTo>
                    <a:pt x="5397" y="368554"/>
                  </a:lnTo>
                  <a:lnTo>
                    <a:pt x="749" y="369468"/>
                  </a:lnTo>
                  <a:lnTo>
                    <a:pt x="0" y="375615"/>
                  </a:lnTo>
                  <a:lnTo>
                    <a:pt x="4406" y="377367"/>
                  </a:lnTo>
                  <a:lnTo>
                    <a:pt x="48628" y="389864"/>
                  </a:lnTo>
                  <a:lnTo>
                    <a:pt x="93459" y="393001"/>
                  </a:lnTo>
                  <a:lnTo>
                    <a:pt x="137477" y="387502"/>
                  </a:lnTo>
                  <a:lnTo>
                    <a:pt x="179260" y="374103"/>
                  </a:lnTo>
                  <a:lnTo>
                    <a:pt x="217385" y="353529"/>
                  </a:lnTo>
                  <a:lnTo>
                    <a:pt x="250444" y="326517"/>
                  </a:lnTo>
                  <a:lnTo>
                    <a:pt x="276974" y="293789"/>
                  </a:lnTo>
                  <a:lnTo>
                    <a:pt x="295592" y="256082"/>
                  </a:lnTo>
                  <a:lnTo>
                    <a:pt x="296633" y="253098"/>
                  </a:lnTo>
                  <a:close/>
                </a:path>
                <a:path w="297179" h="393065">
                  <a:moveTo>
                    <a:pt x="296773" y="139852"/>
                  </a:moveTo>
                  <a:lnTo>
                    <a:pt x="273443" y="95097"/>
                  </a:lnTo>
                  <a:lnTo>
                    <a:pt x="243979" y="61023"/>
                  </a:lnTo>
                  <a:lnTo>
                    <a:pt x="208775" y="34417"/>
                  </a:lnTo>
                  <a:lnTo>
                    <a:pt x="169506" y="15328"/>
                  </a:lnTo>
                  <a:lnTo>
                    <a:pt x="127863" y="3835"/>
                  </a:lnTo>
                  <a:lnTo>
                    <a:pt x="85521" y="0"/>
                  </a:lnTo>
                  <a:lnTo>
                    <a:pt x="44183" y="3873"/>
                  </a:lnTo>
                  <a:lnTo>
                    <a:pt x="5511" y="15544"/>
                  </a:lnTo>
                  <a:lnTo>
                    <a:pt x="774" y="17526"/>
                  </a:lnTo>
                  <a:lnTo>
                    <a:pt x="1524" y="24104"/>
                  </a:lnTo>
                  <a:lnTo>
                    <a:pt x="6553" y="25146"/>
                  </a:lnTo>
                  <a:lnTo>
                    <a:pt x="54724" y="40233"/>
                  </a:lnTo>
                  <a:lnTo>
                    <a:pt x="95567" y="64528"/>
                  </a:lnTo>
                  <a:lnTo>
                    <a:pt x="129120" y="97955"/>
                  </a:lnTo>
                  <a:lnTo>
                    <a:pt x="156311" y="142201"/>
                  </a:lnTo>
                  <a:lnTo>
                    <a:pt x="158165" y="143357"/>
                  </a:lnTo>
                  <a:lnTo>
                    <a:pt x="290512" y="143357"/>
                  </a:lnTo>
                  <a:lnTo>
                    <a:pt x="294170" y="143357"/>
                  </a:lnTo>
                  <a:lnTo>
                    <a:pt x="296773" y="139852"/>
                  </a:lnTo>
                  <a:close/>
                </a:path>
              </a:pathLst>
            </a:custGeom>
            <a:solidFill>
              <a:srgbClr val="00643D"/>
            </a:solidFill>
          </p:spPr>
          <p:txBody>
            <a:bodyPr wrap="square" lIns="0" tIns="0" rIns="0" bIns="0" rtlCol="0"/>
            <a:lstStyle/>
            <a:p>
              <a:endParaRPr/>
            </a:p>
          </p:txBody>
        </p:sp>
      </p:grpSp>
      <p:sp>
        <p:nvSpPr>
          <p:cNvPr id="28" name="Espace réservé du numéro de diapositive 5">
            <a:extLst>
              <a:ext uri="{FF2B5EF4-FFF2-40B4-BE49-F238E27FC236}">
                <a16:creationId xmlns:a16="http://schemas.microsoft.com/office/drawing/2014/main" id="{A3B12474-0259-17B6-8544-9182CD80A6F4}"/>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
        <p:nvSpPr>
          <p:cNvPr id="29" name="ZoneTexte 28">
            <a:extLst>
              <a:ext uri="{FF2B5EF4-FFF2-40B4-BE49-F238E27FC236}">
                <a16:creationId xmlns:a16="http://schemas.microsoft.com/office/drawing/2014/main" id="{1BC30C3C-4F67-31EC-1A0E-DC4AA65B8678}"/>
              </a:ext>
            </a:extLst>
          </p:cNvPr>
          <p:cNvSpPr txBox="1"/>
          <p:nvPr userDrawn="1"/>
        </p:nvSpPr>
        <p:spPr>
          <a:xfrm>
            <a:off x="228600" y="6461612"/>
            <a:ext cx="4954978" cy="246221"/>
          </a:xfrm>
          <a:prstGeom prst="rect">
            <a:avLst/>
          </a:prstGeom>
          <a:noFill/>
        </p:spPr>
        <p:txBody>
          <a:bodyPr wrap="square" anchor="ctr">
            <a:spAutoFit/>
          </a:bodyPr>
          <a:lstStyle/>
          <a:p>
            <a:pPr marL="12700">
              <a:lnSpc>
                <a:spcPct val="100000"/>
              </a:lnSpc>
              <a:spcBef>
                <a:spcPts val="50"/>
              </a:spcBef>
            </a:pPr>
            <a:r>
              <a:rPr lang="fr-FR" sz="1000" spc="-10" dirty="0">
                <a:solidFill>
                  <a:schemeClr val="bg1"/>
                </a:solidFill>
                <a:latin typeface="Aptos" panose="020B0004020202020204" pitchFamily="34" charset="0"/>
                <a:cs typeface="Aparajita" panose="020B0604020202020204" pitchFamily="34" charset="0"/>
              </a:rPr>
              <a:t>Webinar on data | 27/01/2025</a:t>
            </a:r>
          </a:p>
        </p:txBody>
      </p:sp>
    </p:spTree>
    <p:extLst>
      <p:ext uri="{BB962C8B-B14F-4D97-AF65-F5344CB8AC3E}">
        <p14:creationId xmlns:p14="http://schemas.microsoft.com/office/powerpoint/2010/main" val="2172062484"/>
      </p:ext>
    </p:extLst>
  </p:cSld>
  <p:clrMap bg1="lt1" tx1="dk1" bg2="lt2" tx2="dk2" accent1="accent1" accent2="accent2" accent3="accent3" accent4="accent4" accent5="accent5" accent6="accent6" hlink="hlink" folHlink="folHlink"/>
  <p:sldLayoutIdLst>
    <p:sldLayoutId id="2147483744" r:id="rId1"/>
    <p:sldLayoutId id="2147483742" r:id="rId2"/>
    <p:sldLayoutId id="2147483739" r:id="rId3"/>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1" name="Espace réservé du numéro de diapositive 5">
            <a:extLst>
              <a:ext uri="{FF2B5EF4-FFF2-40B4-BE49-F238E27FC236}">
                <a16:creationId xmlns:a16="http://schemas.microsoft.com/office/drawing/2014/main" id="{055307B6-FA53-0DEF-DD72-0FE7CED1815E}"/>
              </a:ext>
            </a:extLst>
          </p:cNvPr>
          <p:cNvSpPr>
            <a:spLocks noGrp="1"/>
          </p:cNvSpPr>
          <p:nvPr>
            <p:ph type="sldNum" sz="quarter" idx="4"/>
          </p:nvPr>
        </p:nvSpPr>
        <p:spPr>
          <a:xfrm>
            <a:off x="7467600" y="6400800"/>
            <a:ext cx="2228850" cy="365125"/>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
        <p:nvSpPr>
          <p:cNvPr id="22" name="ZoneTexte 21">
            <a:extLst>
              <a:ext uri="{FF2B5EF4-FFF2-40B4-BE49-F238E27FC236}">
                <a16:creationId xmlns:a16="http://schemas.microsoft.com/office/drawing/2014/main" id="{8A1785ED-0357-43BC-90C1-41DAC23AFDB9}"/>
              </a:ext>
            </a:extLst>
          </p:cNvPr>
          <p:cNvSpPr txBox="1"/>
          <p:nvPr userDrawn="1"/>
        </p:nvSpPr>
        <p:spPr>
          <a:xfrm>
            <a:off x="228600" y="6477000"/>
            <a:ext cx="4954978" cy="246221"/>
          </a:xfrm>
          <a:prstGeom prst="rect">
            <a:avLst/>
          </a:prstGeom>
          <a:noFill/>
        </p:spPr>
        <p:txBody>
          <a:bodyPr wrap="square">
            <a:spAutoFit/>
          </a:bodyPr>
          <a:lstStyle/>
          <a:p>
            <a:pPr marL="12700">
              <a:lnSpc>
                <a:spcPct val="100000"/>
              </a:lnSpc>
              <a:spcBef>
                <a:spcPts val="50"/>
              </a:spcBef>
            </a:pPr>
            <a:r>
              <a:rPr lang="fr-FR" sz="1000" spc="-10" dirty="0">
                <a:solidFill>
                  <a:schemeClr val="bg1"/>
                </a:solidFill>
                <a:latin typeface="Aptos" panose="020B0004020202020204" pitchFamily="34" charset="0"/>
                <a:cs typeface="Aparajita" panose="020B0604020202020204" pitchFamily="34" charset="0"/>
              </a:rPr>
              <a:t>Energy Community | 13/02/2025</a:t>
            </a:r>
          </a:p>
        </p:txBody>
      </p:sp>
      <p:grpSp>
        <p:nvGrpSpPr>
          <p:cNvPr id="23" name="Groupe 22">
            <a:extLst>
              <a:ext uri="{FF2B5EF4-FFF2-40B4-BE49-F238E27FC236}">
                <a16:creationId xmlns:a16="http://schemas.microsoft.com/office/drawing/2014/main" id="{A94278A2-4A96-4C0D-7A65-4C51BE10EC15}"/>
              </a:ext>
            </a:extLst>
          </p:cNvPr>
          <p:cNvGrpSpPr/>
          <p:nvPr userDrawn="1"/>
        </p:nvGrpSpPr>
        <p:grpSpPr>
          <a:xfrm>
            <a:off x="9066185" y="414006"/>
            <a:ext cx="404293" cy="393065"/>
            <a:chOff x="9066185" y="414006"/>
            <a:chExt cx="404293" cy="393065"/>
          </a:xfrm>
        </p:grpSpPr>
        <p:pic>
          <p:nvPicPr>
            <p:cNvPr id="24" name="object 6">
              <a:extLst>
                <a:ext uri="{FF2B5EF4-FFF2-40B4-BE49-F238E27FC236}">
                  <a16:creationId xmlns:a16="http://schemas.microsoft.com/office/drawing/2014/main" id="{729EC1CD-33E7-57EE-0A8F-7F084CB312BE}"/>
                </a:ext>
              </a:extLst>
            </p:cNvPr>
            <p:cNvPicPr/>
            <p:nvPr/>
          </p:nvPicPr>
          <p:blipFill>
            <a:blip r:embed="rId4" cstate="print"/>
            <a:stretch>
              <a:fillRect/>
            </a:stretch>
          </p:blipFill>
          <p:spPr>
            <a:xfrm>
              <a:off x="9066185" y="514000"/>
              <a:ext cx="154467" cy="193089"/>
            </a:xfrm>
            <a:prstGeom prst="rect">
              <a:avLst/>
            </a:prstGeom>
          </p:spPr>
        </p:pic>
        <p:sp>
          <p:nvSpPr>
            <p:cNvPr id="25" name="object 7">
              <a:extLst>
                <a:ext uri="{FF2B5EF4-FFF2-40B4-BE49-F238E27FC236}">
                  <a16:creationId xmlns:a16="http://schemas.microsoft.com/office/drawing/2014/main" id="{C71F8201-180D-7425-7CCE-530882148FEF}"/>
                </a:ext>
              </a:extLst>
            </p:cNvPr>
            <p:cNvSpPr/>
            <p:nvPr/>
          </p:nvSpPr>
          <p:spPr>
            <a:xfrm>
              <a:off x="9173298" y="414006"/>
              <a:ext cx="297180" cy="393065"/>
            </a:xfrm>
            <a:custGeom>
              <a:avLst/>
              <a:gdLst/>
              <a:ahLst/>
              <a:cxnLst/>
              <a:rect l="l" t="t" r="r" b="b"/>
              <a:pathLst>
                <a:path w="297179" h="393065">
                  <a:moveTo>
                    <a:pt x="296633" y="253098"/>
                  </a:moveTo>
                  <a:lnTo>
                    <a:pt x="294246" y="249999"/>
                  </a:lnTo>
                  <a:lnTo>
                    <a:pt x="160134" y="249999"/>
                  </a:lnTo>
                  <a:lnTo>
                    <a:pt x="158242" y="249999"/>
                  </a:lnTo>
                  <a:lnTo>
                    <a:pt x="156540" y="251053"/>
                  </a:lnTo>
                  <a:lnTo>
                    <a:pt x="129184" y="295503"/>
                  </a:lnTo>
                  <a:lnTo>
                    <a:pt x="95338" y="329057"/>
                  </a:lnTo>
                  <a:lnTo>
                    <a:pt x="54102" y="353402"/>
                  </a:lnTo>
                  <a:lnTo>
                    <a:pt x="5397" y="368554"/>
                  </a:lnTo>
                  <a:lnTo>
                    <a:pt x="749" y="369468"/>
                  </a:lnTo>
                  <a:lnTo>
                    <a:pt x="0" y="375615"/>
                  </a:lnTo>
                  <a:lnTo>
                    <a:pt x="4406" y="377367"/>
                  </a:lnTo>
                  <a:lnTo>
                    <a:pt x="48628" y="389864"/>
                  </a:lnTo>
                  <a:lnTo>
                    <a:pt x="93459" y="393001"/>
                  </a:lnTo>
                  <a:lnTo>
                    <a:pt x="137477" y="387502"/>
                  </a:lnTo>
                  <a:lnTo>
                    <a:pt x="179260" y="374103"/>
                  </a:lnTo>
                  <a:lnTo>
                    <a:pt x="217398" y="353529"/>
                  </a:lnTo>
                  <a:lnTo>
                    <a:pt x="250444" y="326517"/>
                  </a:lnTo>
                  <a:lnTo>
                    <a:pt x="276974" y="293789"/>
                  </a:lnTo>
                  <a:lnTo>
                    <a:pt x="295592" y="256082"/>
                  </a:lnTo>
                  <a:lnTo>
                    <a:pt x="296633" y="253098"/>
                  </a:lnTo>
                  <a:close/>
                </a:path>
                <a:path w="297179" h="393065">
                  <a:moveTo>
                    <a:pt x="296786" y="139852"/>
                  </a:moveTo>
                  <a:lnTo>
                    <a:pt x="273456" y="95097"/>
                  </a:lnTo>
                  <a:lnTo>
                    <a:pt x="243979" y="61023"/>
                  </a:lnTo>
                  <a:lnTo>
                    <a:pt x="208775" y="34417"/>
                  </a:lnTo>
                  <a:lnTo>
                    <a:pt x="169506" y="15328"/>
                  </a:lnTo>
                  <a:lnTo>
                    <a:pt x="127863" y="3835"/>
                  </a:lnTo>
                  <a:lnTo>
                    <a:pt x="85534" y="0"/>
                  </a:lnTo>
                  <a:lnTo>
                    <a:pt x="44183" y="3873"/>
                  </a:lnTo>
                  <a:lnTo>
                    <a:pt x="5511" y="15544"/>
                  </a:lnTo>
                  <a:lnTo>
                    <a:pt x="774" y="17526"/>
                  </a:lnTo>
                  <a:lnTo>
                    <a:pt x="1524" y="24104"/>
                  </a:lnTo>
                  <a:lnTo>
                    <a:pt x="6565" y="25146"/>
                  </a:lnTo>
                  <a:lnTo>
                    <a:pt x="54737" y="40233"/>
                  </a:lnTo>
                  <a:lnTo>
                    <a:pt x="95567" y="64528"/>
                  </a:lnTo>
                  <a:lnTo>
                    <a:pt x="129120" y="97955"/>
                  </a:lnTo>
                  <a:lnTo>
                    <a:pt x="156324" y="142201"/>
                  </a:lnTo>
                  <a:lnTo>
                    <a:pt x="158178" y="143357"/>
                  </a:lnTo>
                  <a:lnTo>
                    <a:pt x="290525" y="143357"/>
                  </a:lnTo>
                  <a:lnTo>
                    <a:pt x="294170" y="143357"/>
                  </a:lnTo>
                  <a:lnTo>
                    <a:pt x="296786" y="139852"/>
                  </a:lnTo>
                  <a:close/>
                </a:path>
              </a:pathLst>
            </a:custGeom>
            <a:solidFill>
              <a:srgbClr val="FFFFFF"/>
            </a:solidFill>
          </p:spPr>
          <p:txBody>
            <a:bodyPr wrap="square" lIns="0" tIns="0" rIns="0" bIns="0" rtlCol="0"/>
            <a:lstStyle/>
            <a:p>
              <a:endParaRPr/>
            </a:p>
          </p:txBody>
        </p:sp>
      </p:grpSp>
    </p:spTree>
    <p:extLst>
      <p:ext uri="{BB962C8B-B14F-4D97-AF65-F5344CB8AC3E}">
        <p14:creationId xmlns:p14="http://schemas.microsoft.com/office/powerpoint/2010/main" val="3055626266"/>
      </p:ext>
    </p:extLst>
  </p:cSld>
  <p:clrMap bg1="lt1" tx1="dk1" bg2="lt2" tx2="dk2" accent1="accent1" accent2="accent2" accent3="accent3" accent4="accent4" accent5="accent5" accent6="accent6" hlink="hlink" folHlink="folHlink"/>
  <p:sldLayoutIdLst>
    <p:sldLayoutId id="2147483743" r:id="rId1"/>
    <p:sldLayoutId id="2147483741" r:id="rId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accent2">
            <a:alpha val="0"/>
          </a:schemeClr>
        </a:solidFill>
        <a:effectLst/>
      </p:bgPr>
    </p:bg>
    <p:spTree>
      <p:nvGrpSpPr>
        <p:cNvPr id="1" name=""/>
        <p:cNvGrpSpPr/>
        <p:nvPr/>
      </p:nvGrpSpPr>
      <p:grpSpPr>
        <a:xfrm>
          <a:off x="0" y="0"/>
          <a:ext cx="0" cy="0"/>
          <a:chOff x="0" y="0"/>
          <a:chExt cx="0" cy="0"/>
        </a:xfrm>
      </p:grpSpPr>
      <p:sp>
        <p:nvSpPr>
          <p:cNvPr id="28" name="object 4">
            <a:extLst>
              <a:ext uri="{FF2B5EF4-FFF2-40B4-BE49-F238E27FC236}">
                <a16:creationId xmlns:a16="http://schemas.microsoft.com/office/drawing/2014/main" id="{247B5B13-AD23-E115-EFA5-ADF63B1184E8}"/>
              </a:ext>
            </a:extLst>
          </p:cNvPr>
          <p:cNvSpPr/>
          <p:nvPr userDrawn="1"/>
        </p:nvSpPr>
        <p:spPr>
          <a:xfrm>
            <a:off x="0" y="1877872"/>
            <a:ext cx="2731135" cy="3100070"/>
          </a:xfrm>
          <a:custGeom>
            <a:avLst/>
            <a:gdLst/>
            <a:ahLst/>
            <a:cxnLst/>
            <a:rect l="l" t="t" r="r" b="b"/>
            <a:pathLst>
              <a:path w="2731135" h="3100070">
                <a:moveTo>
                  <a:pt x="2731046" y="2892133"/>
                </a:moveTo>
                <a:lnTo>
                  <a:pt x="1815706" y="2892133"/>
                </a:lnTo>
                <a:lnTo>
                  <a:pt x="1815706" y="2894774"/>
                </a:lnTo>
                <a:lnTo>
                  <a:pt x="910082" y="2894774"/>
                </a:lnTo>
                <a:lnTo>
                  <a:pt x="0" y="2894761"/>
                </a:lnTo>
                <a:lnTo>
                  <a:pt x="0" y="3099612"/>
                </a:lnTo>
                <a:lnTo>
                  <a:pt x="910031" y="3099612"/>
                </a:lnTo>
                <a:lnTo>
                  <a:pt x="1820164" y="3099612"/>
                </a:lnTo>
                <a:lnTo>
                  <a:pt x="1820164" y="3096971"/>
                </a:lnTo>
                <a:lnTo>
                  <a:pt x="2731046" y="3096971"/>
                </a:lnTo>
                <a:lnTo>
                  <a:pt x="2731046" y="2892133"/>
                </a:lnTo>
                <a:close/>
              </a:path>
              <a:path w="2731135" h="3100070">
                <a:moveTo>
                  <a:pt x="2731046" y="1448714"/>
                </a:moveTo>
                <a:lnTo>
                  <a:pt x="1815706" y="1448714"/>
                </a:lnTo>
                <a:lnTo>
                  <a:pt x="1815706" y="1653552"/>
                </a:lnTo>
                <a:lnTo>
                  <a:pt x="2731046" y="1653552"/>
                </a:lnTo>
                <a:lnTo>
                  <a:pt x="2731046" y="1448714"/>
                </a:lnTo>
                <a:close/>
              </a:path>
              <a:path w="2731135" h="3100070">
                <a:moveTo>
                  <a:pt x="2731046" y="0"/>
                </a:moveTo>
                <a:lnTo>
                  <a:pt x="1815706" y="0"/>
                </a:lnTo>
                <a:lnTo>
                  <a:pt x="1815706" y="2641"/>
                </a:lnTo>
                <a:lnTo>
                  <a:pt x="910031" y="2641"/>
                </a:lnTo>
                <a:lnTo>
                  <a:pt x="910031" y="207479"/>
                </a:lnTo>
                <a:lnTo>
                  <a:pt x="1820164" y="207479"/>
                </a:lnTo>
                <a:lnTo>
                  <a:pt x="1820164" y="204838"/>
                </a:lnTo>
                <a:lnTo>
                  <a:pt x="2731046" y="204838"/>
                </a:lnTo>
                <a:lnTo>
                  <a:pt x="2731046" y="0"/>
                </a:lnTo>
                <a:close/>
              </a:path>
            </a:pathLst>
          </a:custGeom>
          <a:solidFill>
            <a:srgbClr val="005399"/>
          </a:solidFill>
        </p:spPr>
        <p:txBody>
          <a:bodyPr wrap="square" lIns="0" tIns="0" rIns="0" bIns="0" rtlCol="0"/>
          <a:lstStyle/>
          <a:p>
            <a:endParaRPr/>
          </a:p>
        </p:txBody>
      </p:sp>
      <p:grpSp>
        <p:nvGrpSpPr>
          <p:cNvPr id="29" name="Groupe 28">
            <a:extLst>
              <a:ext uri="{FF2B5EF4-FFF2-40B4-BE49-F238E27FC236}">
                <a16:creationId xmlns:a16="http://schemas.microsoft.com/office/drawing/2014/main" id="{5094E90D-6DE5-46FB-29FC-EDFEA7824F7B}"/>
              </a:ext>
            </a:extLst>
          </p:cNvPr>
          <p:cNvGrpSpPr/>
          <p:nvPr userDrawn="1"/>
        </p:nvGrpSpPr>
        <p:grpSpPr>
          <a:xfrm>
            <a:off x="7841485" y="5944127"/>
            <a:ext cx="1652177" cy="501605"/>
            <a:chOff x="7841485" y="5944127"/>
            <a:chExt cx="1652177" cy="501605"/>
          </a:xfrm>
        </p:grpSpPr>
        <p:pic>
          <p:nvPicPr>
            <p:cNvPr id="30" name="bg object 22">
              <a:extLst>
                <a:ext uri="{FF2B5EF4-FFF2-40B4-BE49-F238E27FC236}">
                  <a16:creationId xmlns:a16="http://schemas.microsoft.com/office/drawing/2014/main" id="{476DB5EB-0A37-A141-1DF6-58AF704F3812}"/>
                </a:ext>
              </a:extLst>
            </p:cNvPr>
            <p:cNvPicPr/>
            <p:nvPr/>
          </p:nvPicPr>
          <p:blipFill>
            <a:blip r:embed="rId3" cstate="print"/>
            <a:stretch>
              <a:fillRect/>
            </a:stretch>
          </p:blipFill>
          <p:spPr>
            <a:xfrm>
              <a:off x="9252289" y="6071177"/>
              <a:ext cx="95709" cy="100940"/>
            </a:xfrm>
            <a:prstGeom prst="rect">
              <a:avLst/>
            </a:prstGeom>
          </p:spPr>
        </p:pic>
        <p:grpSp>
          <p:nvGrpSpPr>
            <p:cNvPr id="31" name="Groupe 30">
              <a:extLst>
                <a:ext uri="{FF2B5EF4-FFF2-40B4-BE49-F238E27FC236}">
                  <a16:creationId xmlns:a16="http://schemas.microsoft.com/office/drawing/2014/main" id="{24F7025A-1C5D-943C-35B6-98C1E30906D0}"/>
                </a:ext>
              </a:extLst>
            </p:cNvPr>
            <p:cNvGrpSpPr/>
            <p:nvPr userDrawn="1"/>
          </p:nvGrpSpPr>
          <p:grpSpPr>
            <a:xfrm>
              <a:off x="7841485" y="5944127"/>
              <a:ext cx="1652177" cy="501605"/>
              <a:chOff x="7841485" y="5944127"/>
              <a:chExt cx="1652177" cy="501605"/>
            </a:xfrm>
          </p:grpSpPr>
          <p:pic>
            <p:nvPicPr>
              <p:cNvPr id="32" name="bg object 19">
                <a:extLst>
                  <a:ext uri="{FF2B5EF4-FFF2-40B4-BE49-F238E27FC236}">
                    <a16:creationId xmlns:a16="http://schemas.microsoft.com/office/drawing/2014/main" id="{45EB0264-E027-CBB8-7959-A93AC513B93D}"/>
                  </a:ext>
                </a:extLst>
              </p:cNvPr>
              <p:cNvPicPr/>
              <p:nvPr/>
            </p:nvPicPr>
            <p:blipFill>
              <a:blip r:embed="rId4" cstate="print"/>
              <a:stretch>
                <a:fillRect/>
              </a:stretch>
            </p:blipFill>
            <p:spPr>
              <a:xfrm>
                <a:off x="8306570" y="5964197"/>
                <a:ext cx="79577" cy="76317"/>
              </a:xfrm>
              <a:prstGeom prst="rect">
                <a:avLst/>
              </a:prstGeom>
            </p:spPr>
          </p:pic>
          <p:grpSp>
            <p:nvGrpSpPr>
              <p:cNvPr id="33" name="Groupe 32">
                <a:extLst>
                  <a:ext uri="{FF2B5EF4-FFF2-40B4-BE49-F238E27FC236}">
                    <a16:creationId xmlns:a16="http://schemas.microsoft.com/office/drawing/2014/main" id="{E09BC4F2-9A94-207D-D22C-DAD68D3A00D4}"/>
                  </a:ext>
                </a:extLst>
              </p:cNvPr>
              <p:cNvGrpSpPr/>
              <p:nvPr userDrawn="1"/>
            </p:nvGrpSpPr>
            <p:grpSpPr>
              <a:xfrm>
                <a:off x="7841485" y="5944127"/>
                <a:ext cx="1652177" cy="501605"/>
                <a:chOff x="7841485" y="5944127"/>
                <a:chExt cx="1652177" cy="501605"/>
              </a:xfrm>
            </p:grpSpPr>
            <p:sp>
              <p:nvSpPr>
                <p:cNvPr id="34" name="bg object 20">
                  <a:extLst>
                    <a:ext uri="{FF2B5EF4-FFF2-40B4-BE49-F238E27FC236}">
                      <a16:creationId xmlns:a16="http://schemas.microsoft.com/office/drawing/2014/main" id="{99C94A07-1AF5-A14A-B8B1-49EBE73BFDC3}"/>
                    </a:ext>
                  </a:extLst>
                </p:cNvPr>
                <p:cNvSpPr/>
                <p:nvPr/>
              </p:nvSpPr>
              <p:spPr>
                <a:xfrm>
                  <a:off x="8426939" y="6078061"/>
                  <a:ext cx="175895" cy="255904"/>
                </a:xfrm>
                <a:custGeom>
                  <a:avLst/>
                  <a:gdLst/>
                  <a:ahLst/>
                  <a:cxnLst/>
                  <a:rect l="l" t="t" r="r" b="b"/>
                  <a:pathLst>
                    <a:path w="175895" h="255904">
                      <a:moveTo>
                        <a:pt x="133018" y="255672"/>
                      </a:moveTo>
                      <a:lnTo>
                        <a:pt x="96670" y="249898"/>
                      </a:lnTo>
                      <a:lnTo>
                        <a:pt x="69337" y="233463"/>
                      </a:lnTo>
                      <a:lnTo>
                        <a:pt x="52126" y="207692"/>
                      </a:lnTo>
                      <a:lnTo>
                        <a:pt x="46144" y="173915"/>
                      </a:lnTo>
                      <a:lnTo>
                        <a:pt x="46144" y="68553"/>
                      </a:lnTo>
                      <a:lnTo>
                        <a:pt x="44390" y="66850"/>
                      </a:lnTo>
                      <a:lnTo>
                        <a:pt x="1753" y="66850"/>
                      </a:lnTo>
                      <a:lnTo>
                        <a:pt x="0" y="65168"/>
                      </a:lnTo>
                      <a:lnTo>
                        <a:pt x="0" y="1702"/>
                      </a:lnTo>
                      <a:lnTo>
                        <a:pt x="1775" y="0"/>
                      </a:lnTo>
                      <a:lnTo>
                        <a:pt x="173900" y="0"/>
                      </a:lnTo>
                      <a:lnTo>
                        <a:pt x="175654" y="1681"/>
                      </a:lnTo>
                      <a:lnTo>
                        <a:pt x="175654" y="62096"/>
                      </a:lnTo>
                      <a:lnTo>
                        <a:pt x="175654" y="64732"/>
                      </a:lnTo>
                      <a:lnTo>
                        <a:pt x="173424" y="66850"/>
                      </a:lnTo>
                      <a:lnTo>
                        <a:pt x="126565" y="66850"/>
                      </a:lnTo>
                      <a:lnTo>
                        <a:pt x="124790" y="68553"/>
                      </a:lnTo>
                      <a:lnTo>
                        <a:pt x="124790" y="160358"/>
                      </a:lnTo>
                      <a:lnTo>
                        <a:pt x="126863" y="173139"/>
                      </a:lnTo>
                      <a:lnTo>
                        <a:pt x="132723" y="181158"/>
                      </a:lnTo>
                      <a:lnTo>
                        <a:pt x="141827" y="185311"/>
                      </a:lnTo>
                      <a:lnTo>
                        <a:pt x="153633" y="186496"/>
                      </a:lnTo>
                      <a:lnTo>
                        <a:pt x="165455" y="186185"/>
                      </a:lnTo>
                      <a:lnTo>
                        <a:pt x="172818" y="184939"/>
                      </a:lnTo>
                      <a:lnTo>
                        <a:pt x="175611" y="187160"/>
                      </a:lnTo>
                      <a:lnTo>
                        <a:pt x="175633" y="245291"/>
                      </a:lnTo>
                      <a:lnTo>
                        <a:pt x="146795" y="254856"/>
                      </a:lnTo>
                      <a:lnTo>
                        <a:pt x="133018" y="255672"/>
                      </a:lnTo>
                      <a:close/>
                    </a:path>
                  </a:pathLst>
                </a:custGeom>
                <a:solidFill>
                  <a:srgbClr val="FFFFFF"/>
                </a:solidFill>
              </p:spPr>
              <p:txBody>
                <a:bodyPr wrap="square" lIns="0" tIns="0" rIns="0" bIns="0" rtlCol="0"/>
                <a:lstStyle/>
                <a:p>
                  <a:endParaRPr/>
                </a:p>
              </p:txBody>
            </p:sp>
            <p:pic>
              <p:nvPicPr>
                <p:cNvPr id="35" name="bg object 21">
                  <a:extLst>
                    <a:ext uri="{FF2B5EF4-FFF2-40B4-BE49-F238E27FC236}">
                      <a16:creationId xmlns:a16="http://schemas.microsoft.com/office/drawing/2014/main" id="{465BA17F-7CC6-D379-7E26-6226E03BF61D}"/>
                    </a:ext>
                  </a:extLst>
                </p:cNvPr>
                <p:cNvPicPr/>
                <p:nvPr/>
              </p:nvPicPr>
              <p:blipFill>
                <a:blip r:embed="rId5" cstate="print"/>
                <a:stretch>
                  <a:fillRect/>
                </a:stretch>
              </p:blipFill>
              <p:spPr>
                <a:xfrm>
                  <a:off x="8473065" y="5944127"/>
                  <a:ext cx="78689" cy="94815"/>
                </a:xfrm>
                <a:prstGeom prst="rect">
                  <a:avLst/>
                </a:prstGeom>
              </p:spPr>
            </p:pic>
            <p:grpSp>
              <p:nvGrpSpPr>
                <p:cNvPr id="36" name="Groupe 35">
                  <a:extLst>
                    <a:ext uri="{FF2B5EF4-FFF2-40B4-BE49-F238E27FC236}">
                      <a16:creationId xmlns:a16="http://schemas.microsoft.com/office/drawing/2014/main" id="{EBF32EB2-73C6-9D27-2D10-F0CD7C917CF0}"/>
                    </a:ext>
                  </a:extLst>
                </p:cNvPr>
                <p:cNvGrpSpPr/>
                <p:nvPr userDrawn="1"/>
              </p:nvGrpSpPr>
              <p:grpSpPr>
                <a:xfrm>
                  <a:off x="7841485" y="5947257"/>
                  <a:ext cx="1652177" cy="498475"/>
                  <a:chOff x="7841485" y="5947257"/>
                  <a:chExt cx="1652177" cy="498475"/>
                </a:xfrm>
              </p:grpSpPr>
              <p:pic>
                <p:nvPicPr>
                  <p:cNvPr id="37" name="bg object 17">
                    <a:extLst>
                      <a:ext uri="{FF2B5EF4-FFF2-40B4-BE49-F238E27FC236}">
                        <a16:creationId xmlns:a16="http://schemas.microsoft.com/office/drawing/2014/main" id="{A34F4081-FF11-E9AE-B4FF-8E9BB1D58754}"/>
                      </a:ext>
                    </a:extLst>
                  </p:cNvPr>
                  <p:cNvPicPr/>
                  <p:nvPr/>
                </p:nvPicPr>
                <p:blipFill>
                  <a:blip r:embed="rId6" cstate="print"/>
                  <a:stretch>
                    <a:fillRect/>
                  </a:stretch>
                </p:blipFill>
                <p:spPr>
                  <a:xfrm>
                    <a:off x="7841485" y="6052577"/>
                    <a:ext cx="162630" cy="203292"/>
                  </a:xfrm>
                  <a:prstGeom prst="rect">
                    <a:avLst/>
                  </a:prstGeom>
                </p:spPr>
              </p:pic>
              <p:sp>
                <p:nvSpPr>
                  <p:cNvPr id="38" name="bg object 18">
                    <a:extLst>
                      <a:ext uri="{FF2B5EF4-FFF2-40B4-BE49-F238E27FC236}">
                        <a16:creationId xmlns:a16="http://schemas.microsoft.com/office/drawing/2014/main" id="{B3E03369-C7E4-DB14-ADB9-0CD455D8D9BC}"/>
                      </a:ext>
                    </a:extLst>
                  </p:cNvPr>
                  <p:cNvSpPr/>
                  <p:nvPr/>
                </p:nvSpPr>
                <p:spPr>
                  <a:xfrm>
                    <a:off x="7954276" y="5947257"/>
                    <a:ext cx="1256665" cy="498475"/>
                  </a:xfrm>
                  <a:custGeom>
                    <a:avLst/>
                    <a:gdLst/>
                    <a:ahLst/>
                    <a:cxnLst/>
                    <a:rect l="l" t="t" r="r" b="b"/>
                    <a:pathLst>
                      <a:path w="1256665" h="498475">
                        <a:moveTo>
                          <a:pt x="312331" y="266496"/>
                        </a:moveTo>
                        <a:lnTo>
                          <a:pt x="309803" y="263245"/>
                        </a:lnTo>
                        <a:lnTo>
                          <a:pt x="168592" y="263245"/>
                        </a:lnTo>
                        <a:lnTo>
                          <a:pt x="166624" y="263245"/>
                        </a:lnTo>
                        <a:lnTo>
                          <a:pt x="164833" y="264363"/>
                        </a:lnTo>
                        <a:lnTo>
                          <a:pt x="136004" y="311162"/>
                        </a:lnTo>
                        <a:lnTo>
                          <a:pt x="100368" y="346494"/>
                        </a:lnTo>
                        <a:lnTo>
                          <a:pt x="56959" y="372122"/>
                        </a:lnTo>
                        <a:lnTo>
                          <a:pt x="5676" y="388073"/>
                        </a:lnTo>
                        <a:lnTo>
                          <a:pt x="774" y="389051"/>
                        </a:lnTo>
                        <a:lnTo>
                          <a:pt x="0" y="395503"/>
                        </a:lnTo>
                        <a:lnTo>
                          <a:pt x="4610" y="397383"/>
                        </a:lnTo>
                        <a:lnTo>
                          <a:pt x="51181" y="410540"/>
                        </a:lnTo>
                        <a:lnTo>
                          <a:pt x="98386" y="413829"/>
                        </a:lnTo>
                        <a:lnTo>
                          <a:pt x="144741" y="408038"/>
                        </a:lnTo>
                        <a:lnTo>
                          <a:pt x="188747" y="393928"/>
                        </a:lnTo>
                        <a:lnTo>
                          <a:pt x="228892" y="372262"/>
                        </a:lnTo>
                        <a:lnTo>
                          <a:pt x="263677" y="343814"/>
                        </a:lnTo>
                        <a:lnTo>
                          <a:pt x="291617" y="309359"/>
                        </a:lnTo>
                        <a:lnTo>
                          <a:pt x="311213" y="269659"/>
                        </a:lnTo>
                        <a:lnTo>
                          <a:pt x="312331" y="266496"/>
                        </a:lnTo>
                        <a:close/>
                      </a:path>
                      <a:path w="1256665" h="498475">
                        <a:moveTo>
                          <a:pt x="312496" y="147256"/>
                        </a:moveTo>
                        <a:lnTo>
                          <a:pt x="287921" y="100126"/>
                        </a:lnTo>
                        <a:lnTo>
                          <a:pt x="256895" y="64249"/>
                        </a:lnTo>
                        <a:lnTo>
                          <a:pt x="219824" y="36233"/>
                        </a:lnTo>
                        <a:lnTo>
                          <a:pt x="178473" y="16141"/>
                        </a:lnTo>
                        <a:lnTo>
                          <a:pt x="134632" y="4038"/>
                        </a:lnTo>
                        <a:lnTo>
                          <a:pt x="90055" y="0"/>
                        </a:lnTo>
                        <a:lnTo>
                          <a:pt x="46520" y="4089"/>
                        </a:lnTo>
                        <a:lnTo>
                          <a:pt x="5791" y="16383"/>
                        </a:lnTo>
                        <a:lnTo>
                          <a:pt x="812" y="18478"/>
                        </a:lnTo>
                        <a:lnTo>
                          <a:pt x="1587" y="25387"/>
                        </a:lnTo>
                        <a:lnTo>
                          <a:pt x="6921" y="26466"/>
                        </a:lnTo>
                        <a:lnTo>
                          <a:pt x="57632" y="42367"/>
                        </a:lnTo>
                        <a:lnTo>
                          <a:pt x="100622" y="67957"/>
                        </a:lnTo>
                        <a:lnTo>
                          <a:pt x="135953" y="103149"/>
                        </a:lnTo>
                        <a:lnTo>
                          <a:pt x="164604" y="149733"/>
                        </a:lnTo>
                        <a:lnTo>
                          <a:pt x="166535" y="150952"/>
                        </a:lnTo>
                        <a:lnTo>
                          <a:pt x="305892" y="150952"/>
                        </a:lnTo>
                        <a:lnTo>
                          <a:pt x="309753" y="150952"/>
                        </a:lnTo>
                        <a:lnTo>
                          <a:pt x="312496" y="147256"/>
                        </a:lnTo>
                        <a:close/>
                      </a:path>
                      <a:path w="1256665" h="498475">
                        <a:moveTo>
                          <a:pt x="431876" y="132930"/>
                        </a:moveTo>
                        <a:lnTo>
                          <a:pt x="429641" y="130771"/>
                        </a:lnTo>
                        <a:lnTo>
                          <a:pt x="357238" y="130771"/>
                        </a:lnTo>
                        <a:lnTo>
                          <a:pt x="354507" y="130771"/>
                        </a:lnTo>
                        <a:lnTo>
                          <a:pt x="352272" y="132930"/>
                        </a:lnTo>
                        <a:lnTo>
                          <a:pt x="352272" y="383209"/>
                        </a:lnTo>
                        <a:lnTo>
                          <a:pt x="353796" y="384683"/>
                        </a:lnTo>
                        <a:lnTo>
                          <a:pt x="430364" y="384683"/>
                        </a:lnTo>
                        <a:lnTo>
                          <a:pt x="431876" y="383209"/>
                        </a:lnTo>
                        <a:lnTo>
                          <a:pt x="431876" y="132930"/>
                        </a:lnTo>
                        <a:close/>
                      </a:path>
                      <a:path w="1256665" h="498475">
                        <a:moveTo>
                          <a:pt x="940701" y="250583"/>
                        </a:moveTo>
                        <a:lnTo>
                          <a:pt x="931760" y="197332"/>
                        </a:lnTo>
                        <a:lnTo>
                          <a:pt x="922858" y="183540"/>
                        </a:lnTo>
                        <a:lnTo>
                          <a:pt x="906094" y="157568"/>
                        </a:lnTo>
                        <a:lnTo>
                          <a:pt x="865505" y="132689"/>
                        </a:lnTo>
                        <a:lnTo>
                          <a:pt x="811758" y="124079"/>
                        </a:lnTo>
                        <a:lnTo>
                          <a:pt x="763511" y="133223"/>
                        </a:lnTo>
                        <a:lnTo>
                          <a:pt x="722464" y="159308"/>
                        </a:lnTo>
                        <a:lnTo>
                          <a:pt x="693953" y="200304"/>
                        </a:lnTo>
                        <a:lnTo>
                          <a:pt x="683260" y="254165"/>
                        </a:lnTo>
                        <a:lnTo>
                          <a:pt x="690410" y="299643"/>
                        </a:lnTo>
                        <a:lnTo>
                          <a:pt x="710057" y="336219"/>
                        </a:lnTo>
                        <a:lnTo>
                          <a:pt x="739546" y="363232"/>
                        </a:lnTo>
                        <a:lnTo>
                          <a:pt x="776224" y="379945"/>
                        </a:lnTo>
                        <a:lnTo>
                          <a:pt x="817435" y="385673"/>
                        </a:lnTo>
                        <a:lnTo>
                          <a:pt x="860234" y="379857"/>
                        </a:lnTo>
                        <a:lnTo>
                          <a:pt x="919111" y="340550"/>
                        </a:lnTo>
                        <a:lnTo>
                          <a:pt x="935316" y="309295"/>
                        </a:lnTo>
                        <a:lnTo>
                          <a:pt x="933716" y="306565"/>
                        </a:lnTo>
                        <a:lnTo>
                          <a:pt x="872147" y="289941"/>
                        </a:lnTo>
                        <a:lnTo>
                          <a:pt x="869619" y="290995"/>
                        </a:lnTo>
                        <a:lnTo>
                          <a:pt x="868667" y="293116"/>
                        </a:lnTo>
                        <a:lnTo>
                          <a:pt x="861250" y="304850"/>
                        </a:lnTo>
                        <a:lnTo>
                          <a:pt x="850595" y="313855"/>
                        </a:lnTo>
                        <a:lnTo>
                          <a:pt x="836422" y="319608"/>
                        </a:lnTo>
                        <a:lnTo>
                          <a:pt x="818489" y="321640"/>
                        </a:lnTo>
                        <a:lnTo>
                          <a:pt x="796886" y="318757"/>
                        </a:lnTo>
                        <a:lnTo>
                          <a:pt x="778865" y="310057"/>
                        </a:lnTo>
                        <a:lnTo>
                          <a:pt x="766406" y="295478"/>
                        </a:lnTo>
                        <a:lnTo>
                          <a:pt x="761517" y="274955"/>
                        </a:lnTo>
                        <a:lnTo>
                          <a:pt x="761415" y="225183"/>
                        </a:lnTo>
                        <a:lnTo>
                          <a:pt x="765556" y="210896"/>
                        </a:lnTo>
                        <a:lnTo>
                          <a:pt x="775411" y="197446"/>
                        </a:lnTo>
                        <a:lnTo>
                          <a:pt x="791108" y="187452"/>
                        </a:lnTo>
                        <a:lnTo>
                          <a:pt x="812812" y="183540"/>
                        </a:lnTo>
                        <a:lnTo>
                          <a:pt x="834542" y="186740"/>
                        </a:lnTo>
                        <a:lnTo>
                          <a:pt x="849757" y="195110"/>
                        </a:lnTo>
                        <a:lnTo>
                          <a:pt x="859269" y="206781"/>
                        </a:lnTo>
                        <a:lnTo>
                          <a:pt x="863854" y="219875"/>
                        </a:lnTo>
                        <a:lnTo>
                          <a:pt x="864374" y="222758"/>
                        </a:lnTo>
                        <a:lnTo>
                          <a:pt x="861974" y="225374"/>
                        </a:lnTo>
                        <a:lnTo>
                          <a:pt x="804418" y="225374"/>
                        </a:lnTo>
                        <a:lnTo>
                          <a:pt x="802208" y="227495"/>
                        </a:lnTo>
                        <a:lnTo>
                          <a:pt x="802208" y="271818"/>
                        </a:lnTo>
                        <a:lnTo>
                          <a:pt x="804418" y="273939"/>
                        </a:lnTo>
                        <a:lnTo>
                          <a:pt x="937348" y="273939"/>
                        </a:lnTo>
                        <a:lnTo>
                          <a:pt x="939495" y="272122"/>
                        </a:lnTo>
                        <a:lnTo>
                          <a:pt x="940231" y="265112"/>
                        </a:lnTo>
                        <a:lnTo>
                          <a:pt x="940701" y="257619"/>
                        </a:lnTo>
                        <a:lnTo>
                          <a:pt x="940701" y="250583"/>
                        </a:lnTo>
                        <a:close/>
                      </a:path>
                      <a:path w="1256665" h="498475">
                        <a:moveTo>
                          <a:pt x="1059053" y="132854"/>
                        </a:moveTo>
                        <a:lnTo>
                          <a:pt x="1056843" y="130822"/>
                        </a:lnTo>
                        <a:lnTo>
                          <a:pt x="983729" y="130822"/>
                        </a:lnTo>
                        <a:lnTo>
                          <a:pt x="981494" y="132943"/>
                        </a:lnTo>
                        <a:lnTo>
                          <a:pt x="981494" y="467626"/>
                        </a:lnTo>
                        <a:lnTo>
                          <a:pt x="983272" y="469531"/>
                        </a:lnTo>
                        <a:lnTo>
                          <a:pt x="1002842" y="473468"/>
                        </a:lnTo>
                        <a:lnTo>
                          <a:pt x="1019644" y="478967"/>
                        </a:lnTo>
                        <a:lnTo>
                          <a:pt x="1035812" y="486410"/>
                        </a:lnTo>
                        <a:lnTo>
                          <a:pt x="1051064" y="495757"/>
                        </a:lnTo>
                        <a:lnTo>
                          <a:pt x="1054404" y="498106"/>
                        </a:lnTo>
                        <a:lnTo>
                          <a:pt x="1059053" y="496074"/>
                        </a:lnTo>
                        <a:lnTo>
                          <a:pt x="1059053" y="132854"/>
                        </a:lnTo>
                        <a:close/>
                      </a:path>
                      <a:path w="1256665" h="498475">
                        <a:moveTo>
                          <a:pt x="1256665" y="254495"/>
                        </a:moveTo>
                        <a:lnTo>
                          <a:pt x="1248371" y="202488"/>
                        </a:lnTo>
                        <a:lnTo>
                          <a:pt x="1224470" y="161239"/>
                        </a:lnTo>
                        <a:lnTo>
                          <a:pt x="1186408" y="134035"/>
                        </a:lnTo>
                        <a:lnTo>
                          <a:pt x="1135659" y="124231"/>
                        </a:lnTo>
                        <a:lnTo>
                          <a:pt x="1126845" y="124523"/>
                        </a:lnTo>
                        <a:lnTo>
                          <a:pt x="1118425" y="125374"/>
                        </a:lnTo>
                        <a:lnTo>
                          <a:pt x="1110424" y="126707"/>
                        </a:lnTo>
                        <a:lnTo>
                          <a:pt x="1100747" y="129108"/>
                        </a:lnTo>
                        <a:lnTo>
                          <a:pt x="1099781" y="130695"/>
                        </a:lnTo>
                        <a:lnTo>
                          <a:pt x="1099781" y="193052"/>
                        </a:lnTo>
                        <a:lnTo>
                          <a:pt x="1102283" y="195211"/>
                        </a:lnTo>
                        <a:lnTo>
                          <a:pt x="1109891" y="193573"/>
                        </a:lnTo>
                        <a:lnTo>
                          <a:pt x="1114526" y="193103"/>
                        </a:lnTo>
                        <a:lnTo>
                          <a:pt x="1119289" y="193103"/>
                        </a:lnTo>
                        <a:lnTo>
                          <a:pt x="1141844" y="196888"/>
                        </a:lnTo>
                        <a:lnTo>
                          <a:pt x="1160754" y="208343"/>
                        </a:lnTo>
                        <a:lnTo>
                          <a:pt x="1173772" y="227647"/>
                        </a:lnTo>
                        <a:lnTo>
                          <a:pt x="1178623" y="254927"/>
                        </a:lnTo>
                        <a:lnTo>
                          <a:pt x="1173772" y="282295"/>
                        </a:lnTo>
                        <a:lnTo>
                          <a:pt x="1160754" y="301764"/>
                        </a:lnTo>
                        <a:lnTo>
                          <a:pt x="1141844" y="313397"/>
                        </a:lnTo>
                        <a:lnTo>
                          <a:pt x="1119289" y="317271"/>
                        </a:lnTo>
                        <a:lnTo>
                          <a:pt x="1114552" y="317271"/>
                        </a:lnTo>
                        <a:lnTo>
                          <a:pt x="1109929" y="316814"/>
                        </a:lnTo>
                        <a:lnTo>
                          <a:pt x="1102334" y="315087"/>
                        </a:lnTo>
                        <a:lnTo>
                          <a:pt x="1099781" y="317411"/>
                        </a:lnTo>
                        <a:lnTo>
                          <a:pt x="1099781" y="380174"/>
                        </a:lnTo>
                        <a:lnTo>
                          <a:pt x="1100378" y="381812"/>
                        </a:lnTo>
                        <a:lnTo>
                          <a:pt x="1109002" y="383616"/>
                        </a:lnTo>
                        <a:lnTo>
                          <a:pt x="1116431" y="384695"/>
                        </a:lnTo>
                        <a:lnTo>
                          <a:pt x="1124254" y="385356"/>
                        </a:lnTo>
                        <a:lnTo>
                          <a:pt x="1132459" y="385572"/>
                        </a:lnTo>
                        <a:lnTo>
                          <a:pt x="1182624" y="375818"/>
                        </a:lnTo>
                        <a:lnTo>
                          <a:pt x="1221905" y="348627"/>
                        </a:lnTo>
                        <a:lnTo>
                          <a:pt x="1247508" y="307136"/>
                        </a:lnTo>
                        <a:lnTo>
                          <a:pt x="1256665" y="254495"/>
                        </a:lnTo>
                        <a:close/>
                      </a:path>
                    </a:pathLst>
                  </a:custGeom>
                  <a:solidFill>
                    <a:srgbClr val="FFFFFF"/>
                  </a:solidFill>
                </p:spPr>
                <p:txBody>
                  <a:bodyPr wrap="square" lIns="0" tIns="0" rIns="0" bIns="0" rtlCol="0"/>
                  <a:lstStyle/>
                  <a:p>
                    <a:endParaRPr/>
                  </a:p>
                </p:txBody>
              </p:sp>
              <p:sp>
                <p:nvSpPr>
                  <p:cNvPr id="39" name="bg object 23">
                    <a:extLst>
                      <a:ext uri="{FF2B5EF4-FFF2-40B4-BE49-F238E27FC236}">
                        <a16:creationId xmlns:a16="http://schemas.microsoft.com/office/drawing/2014/main" id="{8EBCEC5D-C73F-1F7E-8799-795C0AB0C39E}"/>
                      </a:ext>
                    </a:extLst>
                  </p:cNvPr>
                  <p:cNvSpPr/>
                  <p:nvPr/>
                </p:nvSpPr>
                <p:spPr>
                  <a:xfrm>
                    <a:off x="9251727" y="6071297"/>
                    <a:ext cx="241935" cy="266700"/>
                  </a:xfrm>
                  <a:custGeom>
                    <a:avLst/>
                    <a:gdLst/>
                    <a:ahLst/>
                    <a:cxnLst/>
                    <a:rect l="l" t="t" r="r" b="b"/>
                    <a:pathLst>
                      <a:path w="241934" h="266700">
                        <a:moveTo>
                          <a:pt x="92158" y="266426"/>
                        </a:moveTo>
                        <a:lnTo>
                          <a:pt x="53212" y="260355"/>
                        </a:lnTo>
                        <a:lnTo>
                          <a:pt x="24260" y="243965"/>
                        </a:lnTo>
                        <a:lnTo>
                          <a:pt x="6217" y="219997"/>
                        </a:lnTo>
                        <a:lnTo>
                          <a:pt x="0" y="191188"/>
                        </a:lnTo>
                        <a:lnTo>
                          <a:pt x="6103" y="161062"/>
                        </a:lnTo>
                        <a:lnTo>
                          <a:pt x="22814" y="138229"/>
                        </a:lnTo>
                        <a:lnTo>
                          <a:pt x="47731" y="122687"/>
                        </a:lnTo>
                        <a:lnTo>
                          <a:pt x="78451" y="114434"/>
                        </a:lnTo>
                        <a:lnTo>
                          <a:pt x="140900" y="105237"/>
                        </a:lnTo>
                        <a:lnTo>
                          <a:pt x="149976" y="102872"/>
                        </a:lnTo>
                        <a:lnTo>
                          <a:pt x="155903" y="99022"/>
                        </a:lnTo>
                        <a:lnTo>
                          <a:pt x="159131" y="93930"/>
                        </a:lnTo>
                        <a:lnTo>
                          <a:pt x="160107" y="87840"/>
                        </a:lnTo>
                        <a:lnTo>
                          <a:pt x="158836" y="80176"/>
                        </a:lnTo>
                        <a:lnTo>
                          <a:pt x="155051" y="73273"/>
                        </a:lnTo>
                        <a:lnTo>
                          <a:pt x="148798" y="67488"/>
                        </a:lnTo>
                        <a:lnTo>
                          <a:pt x="140121" y="63175"/>
                        </a:lnTo>
                        <a:lnTo>
                          <a:pt x="138193" y="62511"/>
                        </a:lnTo>
                        <a:lnTo>
                          <a:pt x="136981" y="60663"/>
                        </a:lnTo>
                        <a:lnTo>
                          <a:pt x="136981" y="2304"/>
                        </a:lnTo>
                        <a:lnTo>
                          <a:pt x="139558" y="0"/>
                        </a:lnTo>
                        <a:lnTo>
                          <a:pt x="187239" y="11701"/>
                        </a:lnTo>
                        <a:lnTo>
                          <a:pt x="233885" y="63197"/>
                        </a:lnTo>
                        <a:lnTo>
                          <a:pt x="239100" y="97556"/>
                        </a:lnTo>
                        <a:lnTo>
                          <a:pt x="239100" y="150683"/>
                        </a:lnTo>
                        <a:lnTo>
                          <a:pt x="157335" y="150683"/>
                        </a:lnTo>
                        <a:lnTo>
                          <a:pt x="109935" y="157929"/>
                        </a:lnTo>
                        <a:lnTo>
                          <a:pt x="98068" y="160885"/>
                        </a:lnTo>
                        <a:lnTo>
                          <a:pt x="88596" y="166244"/>
                        </a:lnTo>
                        <a:lnTo>
                          <a:pt x="82323" y="174483"/>
                        </a:lnTo>
                        <a:lnTo>
                          <a:pt x="80053" y="186081"/>
                        </a:lnTo>
                        <a:lnTo>
                          <a:pt x="81821" y="195773"/>
                        </a:lnTo>
                        <a:lnTo>
                          <a:pt x="87391" y="204120"/>
                        </a:lnTo>
                        <a:lnTo>
                          <a:pt x="97163" y="209971"/>
                        </a:lnTo>
                        <a:lnTo>
                          <a:pt x="111538" y="212178"/>
                        </a:lnTo>
                        <a:lnTo>
                          <a:pt x="239100" y="212178"/>
                        </a:lnTo>
                        <a:lnTo>
                          <a:pt x="239100" y="221894"/>
                        </a:lnTo>
                        <a:lnTo>
                          <a:pt x="239328" y="232106"/>
                        </a:lnTo>
                        <a:lnTo>
                          <a:pt x="239829" y="240039"/>
                        </a:lnTo>
                        <a:lnTo>
                          <a:pt x="161211" y="240039"/>
                        </a:lnTo>
                        <a:lnTo>
                          <a:pt x="158180" y="243215"/>
                        </a:lnTo>
                        <a:lnTo>
                          <a:pt x="145723" y="253376"/>
                        </a:lnTo>
                        <a:lnTo>
                          <a:pt x="130536" y="260629"/>
                        </a:lnTo>
                        <a:lnTo>
                          <a:pt x="112665" y="264977"/>
                        </a:lnTo>
                        <a:lnTo>
                          <a:pt x="92158" y="266426"/>
                        </a:lnTo>
                        <a:close/>
                      </a:path>
                      <a:path w="241934" h="266700">
                        <a:moveTo>
                          <a:pt x="239100" y="212178"/>
                        </a:moveTo>
                        <a:lnTo>
                          <a:pt x="111538" y="212178"/>
                        </a:lnTo>
                        <a:lnTo>
                          <a:pt x="129258" y="209804"/>
                        </a:lnTo>
                        <a:lnTo>
                          <a:pt x="144828" y="201626"/>
                        </a:lnTo>
                        <a:lnTo>
                          <a:pt x="155895" y="186059"/>
                        </a:lnTo>
                        <a:lnTo>
                          <a:pt x="160107" y="161521"/>
                        </a:lnTo>
                        <a:lnTo>
                          <a:pt x="160107" y="152967"/>
                        </a:lnTo>
                        <a:lnTo>
                          <a:pt x="157335" y="150683"/>
                        </a:lnTo>
                        <a:lnTo>
                          <a:pt x="239100" y="150683"/>
                        </a:lnTo>
                        <a:lnTo>
                          <a:pt x="239100" y="212178"/>
                        </a:lnTo>
                        <a:close/>
                      </a:path>
                      <a:path w="241934" h="266700">
                        <a:moveTo>
                          <a:pt x="239468" y="260572"/>
                        </a:moveTo>
                        <a:lnTo>
                          <a:pt x="170869" y="260572"/>
                        </a:lnTo>
                        <a:lnTo>
                          <a:pt x="168747" y="259637"/>
                        </a:lnTo>
                        <a:lnTo>
                          <a:pt x="167881" y="254738"/>
                        </a:lnTo>
                        <a:lnTo>
                          <a:pt x="167361" y="251021"/>
                        </a:lnTo>
                        <a:lnTo>
                          <a:pt x="166668" y="241804"/>
                        </a:lnTo>
                        <a:lnTo>
                          <a:pt x="161211" y="240039"/>
                        </a:lnTo>
                        <a:lnTo>
                          <a:pt x="239829" y="240039"/>
                        </a:lnTo>
                        <a:lnTo>
                          <a:pt x="239904" y="241214"/>
                        </a:lnTo>
                        <a:lnTo>
                          <a:pt x="240662" y="248972"/>
                        </a:lnTo>
                        <a:lnTo>
                          <a:pt x="241438" y="255132"/>
                        </a:lnTo>
                        <a:lnTo>
                          <a:pt x="241828" y="258039"/>
                        </a:lnTo>
                        <a:lnTo>
                          <a:pt x="239468" y="260572"/>
                        </a:lnTo>
                        <a:close/>
                      </a:path>
                    </a:pathLst>
                  </a:custGeom>
                  <a:solidFill>
                    <a:srgbClr val="FFFFFF"/>
                  </a:solidFill>
                </p:spPr>
                <p:txBody>
                  <a:bodyPr wrap="square" lIns="0" tIns="0" rIns="0" bIns="0" rtlCol="0"/>
                  <a:lstStyle/>
                  <a:p>
                    <a:endParaRPr/>
                  </a:p>
                </p:txBody>
              </p:sp>
            </p:grpSp>
          </p:grpSp>
        </p:grpSp>
      </p:grpSp>
      <p:pic>
        <p:nvPicPr>
          <p:cNvPr id="6" name="Image 5" descr="Une image contenant Visage humain, habits, personne, intérieur&#10;&#10;Description générée automatiquement">
            <a:extLst>
              <a:ext uri="{FF2B5EF4-FFF2-40B4-BE49-F238E27FC236}">
                <a16:creationId xmlns:a16="http://schemas.microsoft.com/office/drawing/2014/main" id="{7E36A98F-A6D7-E0B3-5F31-92324B499481}"/>
              </a:ext>
            </a:extLst>
          </p:cNvPr>
          <p:cNvPicPr>
            <a:picLocks noChangeAspect="1"/>
          </p:cNvPicPr>
          <p:nvPr userDrawn="1"/>
        </p:nvPicPr>
        <p:blipFill rotWithShape="1">
          <a:blip r:embed="rId7" cstate="print">
            <a:extLst>
              <a:ext uri="{28A0092B-C50C-407E-A947-70E740481C1C}">
                <a14:useLocalDpi xmlns:a14="http://schemas.microsoft.com/office/drawing/2010/main" val="0"/>
              </a:ext>
            </a:extLst>
          </a:blip>
          <a:srcRect l="25784" r="2638"/>
          <a:stretch/>
        </p:blipFill>
        <p:spPr>
          <a:xfrm>
            <a:off x="2731135" y="-1093"/>
            <a:ext cx="7370394" cy="6858000"/>
          </a:xfrm>
          <a:prstGeom prst="rect">
            <a:avLst/>
          </a:prstGeom>
        </p:spPr>
      </p:pic>
    </p:spTree>
    <p:extLst>
      <p:ext uri="{BB962C8B-B14F-4D97-AF65-F5344CB8AC3E}">
        <p14:creationId xmlns:p14="http://schemas.microsoft.com/office/powerpoint/2010/main" val="2390871307"/>
      </p:ext>
    </p:extLst>
  </p:cSld>
  <p:clrMap bg1="lt1" tx1="dk1" bg2="lt2" tx2="dk2" accent1="accent1" accent2="accent2" accent3="accent3" accent4="accent4" accent5="accent5" accent6="accent6" hlink="hlink" folHlink="folHlink"/>
  <p:sldLayoutIdLst>
    <p:sldLayoutId id="2147483746"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16.xml"/><Relationship Id="rId4" Type="http://schemas.openxmlformats.org/officeDocument/2006/relationships/image" Target="../media/image2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6.xml"/><Relationship Id="rId4" Type="http://schemas.openxmlformats.org/officeDocument/2006/relationships/image" Target="../media/image22.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image" Target="../media/image22.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6.xml"/><Relationship Id="rId4" Type="http://schemas.openxmlformats.org/officeDocument/2006/relationships/image" Target="../media/image22.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6.xml"/><Relationship Id="rId4" Type="http://schemas.openxmlformats.org/officeDocument/2006/relationships/image" Target="../media/image22.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6.xml"/><Relationship Id="rId4" Type="http://schemas.openxmlformats.org/officeDocument/2006/relationships/image" Target="../media/image22.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64FD8F-91CB-95A5-3015-2C9B7960CC28}"/>
              </a:ext>
            </a:extLst>
          </p:cNvPr>
          <p:cNvSpPr>
            <a:spLocks noGrp="1"/>
          </p:cNvSpPr>
          <p:nvPr>
            <p:ph type="title"/>
          </p:nvPr>
        </p:nvSpPr>
        <p:spPr>
          <a:xfrm>
            <a:off x="4876800" y="2422358"/>
            <a:ext cx="4876800" cy="765163"/>
          </a:xfrm>
        </p:spPr>
        <p:txBody>
          <a:bodyPr/>
          <a:lstStyle/>
          <a:p>
            <a:r>
              <a:rPr lang="en-US" noProof="0" dirty="0"/>
              <a:t>The proxy inventory</a:t>
            </a:r>
            <a:br>
              <a:rPr lang="en-US" noProof="0" dirty="0"/>
            </a:br>
            <a:r>
              <a:rPr lang="en-US" noProof="0" dirty="0" err="1"/>
              <a:t>Quizz</a:t>
            </a:r>
            <a:r>
              <a:rPr lang="en-US" dirty="0"/>
              <a:t> exercises</a:t>
            </a:r>
            <a:endParaRPr lang="en-US" noProof="0" dirty="0"/>
          </a:p>
        </p:txBody>
      </p:sp>
      <p:pic>
        <p:nvPicPr>
          <p:cNvPr id="4" name="Image 3">
            <a:extLst>
              <a:ext uri="{FF2B5EF4-FFF2-40B4-BE49-F238E27FC236}">
                <a16:creationId xmlns:a16="http://schemas.microsoft.com/office/drawing/2014/main" id="{B9A5F599-11C5-5A85-36D3-B83798820BC1}"/>
              </a:ext>
            </a:extLst>
          </p:cNvPr>
          <p:cNvPicPr>
            <a:picLocks noChangeAspect="1"/>
          </p:cNvPicPr>
          <p:nvPr/>
        </p:nvPicPr>
        <p:blipFill>
          <a:blip r:embed="rId2"/>
          <a:stretch>
            <a:fillRect/>
          </a:stretch>
        </p:blipFill>
        <p:spPr>
          <a:xfrm>
            <a:off x="2896792" y="5705341"/>
            <a:ext cx="4612121" cy="955142"/>
          </a:xfrm>
          <a:prstGeom prst="rect">
            <a:avLst/>
          </a:prstGeom>
        </p:spPr>
      </p:pic>
    </p:spTree>
    <p:extLst>
      <p:ext uri="{BB962C8B-B14F-4D97-AF65-F5344CB8AC3E}">
        <p14:creationId xmlns:p14="http://schemas.microsoft.com/office/powerpoint/2010/main" val="31346248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D05FC-AB1E-C428-3865-E92D54EDA6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91A469-43E1-7365-E295-26256765B17E}"/>
              </a:ext>
            </a:extLst>
          </p:cNvPr>
          <p:cNvSpPr>
            <a:spLocks noGrp="1"/>
          </p:cNvSpPr>
          <p:nvPr>
            <p:ph type="title"/>
          </p:nvPr>
        </p:nvSpPr>
        <p:spPr>
          <a:xfrm>
            <a:off x="381000" y="384247"/>
            <a:ext cx="9403079" cy="457200"/>
          </a:xfrm>
        </p:spPr>
        <p:txBody>
          <a:bodyPr/>
          <a:lstStyle/>
          <a:p>
            <a:r>
              <a:rPr lang="en-US" sz="3200" noProof="0" dirty="0"/>
              <a:t>1/6 What is the proxy submission deadline?</a:t>
            </a:r>
          </a:p>
        </p:txBody>
      </p:sp>
      <p:sp>
        <p:nvSpPr>
          <p:cNvPr id="5" name="Slide Number Placeholder 4">
            <a:extLst>
              <a:ext uri="{FF2B5EF4-FFF2-40B4-BE49-F238E27FC236}">
                <a16:creationId xmlns:a16="http://schemas.microsoft.com/office/drawing/2014/main" id="{AC676EB6-BEA2-9B59-0F4A-578651158F04}"/>
              </a:ext>
            </a:extLst>
          </p:cNvPr>
          <p:cNvSpPr>
            <a:spLocks noGrp="1"/>
          </p:cNvSpPr>
          <p:nvPr>
            <p:ph type="sldNum" sz="quarter" idx="4"/>
          </p:nvPr>
        </p:nvSpPr>
        <p:spPr/>
        <p:txBody>
          <a:bodyPr/>
          <a:lstStyle/>
          <a:p>
            <a:fld id="{909D9AA9-2800-6742-B3AC-1FC34B18C60A}" type="slidenum">
              <a:rPr lang="en-US" noProof="0" smtClean="0"/>
              <a:pPr/>
              <a:t>2</a:t>
            </a:fld>
            <a:endParaRPr lang="en-US" noProof="0" dirty="0"/>
          </a:p>
        </p:txBody>
      </p:sp>
      <p:sp>
        <p:nvSpPr>
          <p:cNvPr id="8" name="Espace réservé du texte 3">
            <a:extLst>
              <a:ext uri="{FF2B5EF4-FFF2-40B4-BE49-F238E27FC236}">
                <a16:creationId xmlns:a16="http://schemas.microsoft.com/office/drawing/2014/main" id="{D921C8F0-B817-5864-8EE9-E4F19D12CF5C}"/>
              </a:ext>
            </a:extLst>
          </p:cNvPr>
          <p:cNvSpPr>
            <a:spLocks noGrp="1"/>
          </p:cNvSpPr>
          <p:nvPr>
            <p:ph type="body" idx="1"/>
          </p:nvPr>
        </p:nvSpPr>
        <p:spPr>
          <a:xfrm>
            <a:off x="381001" y="1596895"/>
            <a:ext cx="5094766" cy="2037845"/>
          </a:xfrm>
        </p:spPr>
        <p:txBody>
          <a:bodyPr/>
          <a:lstStyle/>
          <a:p>
            <a:pPr marL="285750" indent="-285750" algn="l" fontAlgn="b">
              <a:spcAft>
                <a:spcPts val="600"/>
              </a:spcAft>
              <a:buClr>
                <a:schemeClr val="accent2"/>
              </a:buClr>
              <a:buSzPct val="130000"/>
              <a:buFont typeface="Wingdings" panose="05000000000000000000" pitchFamily="2" charset="2"/>
              <a:buChar char="q"/>
            </a:pPr>
            <a:r>
              <a:rPr lang="en-US" sz="1600" noProof="0" dirty="0"/>
              <a:t>15th January </a:t>
            </a:r>
          </a:p>
          <a:p>
            <a:pPr marL="285750" indent="-285750" algn="l" fontAlgn="b">
              <a:spcAft>
                <a:spcPts val="600"/>
              </a:spcAft>
              <a:buClr>
                <a:schemeClr val="accent2"/>
              </a:buClr>
              <a:buSzPct val="130000"/>
              <a:buFont typeface="Wingdings" panose="05000000000000000000" pitchFamily="2" charset="2"/>
              <a:buChar char="q"/>
            </a:pPr>
            <a:r>
              <a:rPr lang="en-US" sz="1600" noProof="0" dirty="0"/>
              <a:t>15th March</a:t>
            </a:r>
          </a:p>
          <a:p>
            <a:pPr marL="285750" indent="-285750" algn="l" fontAlgn="b">
              <a:spcAft>
                <a:spcPts val="600"/>
              </a:spcAft>
              <a:buClr>
                <a:schemeClr val="accent2"/>
              </a:buClr>
              <a:buSzPct val="130000"/>
              <a:buFont typeface="Wingdings" panose="05000000000000000000" pitchFamily="2" charset="2"/>
              <a:buChar char="q"/>
            </a:pPr>
            <a:r>
              <a:rPr lang="en-US" sz="1600" noProof="0" dirty="0"/>
              <a:t>15th April</a:t>
            </a:r>
          </a:p>
          <a:p>
            <a:pPr marL="285750" indent="-285750" algn="l" fontAlgn="b">
              <a:spcAft>
                <a:spcPts val="600"/>
              </a:spcAft>
              <a:buClr>
                <a:schemeClr val="accent2"/>
              </a:buClr>
              <a:buSzPct val="130000"/>
              <a:buFont typeface="Wingdings" panose="05000000000000000000" pitchFamily="2" charset="2"/>
              <a:buChar char="q"/>
            </a:pPr>
            <a:r>
              <a:rPr lang="en-US" sz="1600" noProof="0" dirty="0"/>
              <a:t>31st July</a:t>
            </a:r>
          </a:p>
          <a:p>
            <a:pPr marL="285750" indent="-285750" algn="l" fontAlgn="b">
              <a:spcAft>
                <a:spcPts val="600"/>
              </a:spcAft>
              <a:buClr>
                <a:schemeClr val="accent2"/>
              </a:buClr>
              <a:buSzPct val="130000"/>
              <a:buFont typeface="Wingdings" panose="05000000000000000000" pitchFamily="2" charset="2"/>
              <a:buChar char="q"/>
            </a:pPr>
            <a:r>
              <a:rPr lang="en-US" sz="1600" noProof="0" dirty="0"/>
              <a:t>31st December</a:t>
            </a:r>
          </a:p>
        </p:txBody>
      </p:sp>
      <p:pic>
        <p:nvPicPr>
          <p:cNvPr id="4" name="Graphique 3" descr="Questions contour">
            <a:extLst>
              <a:ext uri="{FF2B5EF4-FFF2-40B4-BE49-F238E27FC236}">
                <a16:creationId xmlns:a16="http://schemas.microsoft.com/office/drawing/2014/main" id="{1E68A59B-ADC2-3183-CEC3-9DD56645BCD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20293" y="1596895"/>
            <a:ext cx="914400" cy="914400"/>
          </a:xfrm>
          <a:prstGeom prst="rect">
            <a:avLst/>
          </a:prstGeom>
        </p:spPr>
      </p:pic>
    </p:spTree>
    <p:extLst>
      <p:ext uri="{BB962C8B-B14F-4D97-AF65-F5344CB8AC3E}">
        <p14:creationId xmlns:p14="http://schemas.microsoft.com/office/powerpoint/2010/main" val="1548782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964A0-8139-DF07-2229-488A47F476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7AB148-124F-442B-D700-5ADD45CFBC82}"/>
              </a:ext>
            </a:extLst>
          </p:cNvPr>
          <p:cNvSpPr>
            <a:spLocks noGrp="1"/>
          </p:cNvSpPr>
          <p:nvPr>
            <p:ph type="title"/>
          </p:nvPr>
        </p:nvSpPr>
        <p:spPr>
          <a:xfrm>
            <a:off x="381000" y="384247"/>
            <a:ext cx="9403079" cy="457200"/>
          </a:xfrm>
        </p:spPr>
        <p:txBody>
          <a:bodyPr/>
          <a:lstStyle/>
          <a:p>
            <a:r>
              <a:rPr lang="en-US" sz="3200" noProof="0" dirty="0"/>
              <a:t>1/6 What is the proxy submission deadline?</a:t>
            </a:r>
          </a:p>
        </p:txBody>
      </p:sp>
      <p:sp>
        <p:nvSpPr>
          <p:cNvPr id="5" name="Slide Number Placeholder 4">
            <a:extLst>
              <a:ext uri="{FF2B5EF4-FFF2-40B4-BE49-F238E27FC236}">
                <a16:creationId xmlns:a16="http://schemas.microsoft.com/office/drawing/2014/main" id="{0D4D6F86-E47E-FB74-B8DE-C4D6487E2C32}"/>
              </a:ext>
            </a:extLst>
          </p:cNvPr>
          <p:cNvSpPr>
            <a:spLocks noGrp="1"/>
          </p:cNvSpPr>
          <p:nvPr>
            <p:ph type="sldNum" sz="quarter" idx="4"/>
          </p:nvPr>
        </p:nvSpPr>
        <p:spPr/>
        <p:txBody>
          <a:bodyPr/>
          <a:lstStyle/>
          <a:p>
            <a:fld id="{909D9AA9-2800-6742-B3AC-1FC34B18C60A}" type="slidenum">
              <a:rPr lang="en-US" noProof="0" smtClean="0"/>
              <a:pPr/>
              <a:t>3</a:t>
            </a:fld>
            <a:endParaRPr lang="en-US" noProof="0" dirty="0"/>
          </a:p>
        </p:txBody>
      </p:sp>
      <p:sp>
        <p:nvSpPr>
          <p:cNvPr id="8" name="Espace réservé du texte 3">
            <a:extLst>
              <a:ext uri="{FF2B5EF4-FFF2-40B4-BE49-F238E27FC236}">
                <a16:creationId xmlns:a16="http://schemas.microsoft.com/office/drawing/2014/main" id="{7971755F-073F-5A3A-7390-A018D19FC152}"/>
              </a:ext>
            </a:extLst>
          </p:cNvPr>
          <p:cNvSpPr>
            <a:spLocks noGrp="1"/>
          </p:cNvSpPr>
          <p:nvPr>
            <p:ph type="body" idx="1"/>
          </p:nvPr>
        </p:nvSpPr>
        <p:spPr>
          <a:xfrm>
            <a:off x="381001" y="1596895"/>
            <a:ext cx="5094766" cy="2037845"/>
          </a:xfrm>
        </p:spPr>
        <p:txBody>
          <a:bodyPr/>
          <a:lstStyle/>
          <a:p>
            <a:pPr marL="285750" indent="-285750" algn="l" fontAlgn="b">
              <a:spcAft>
                <a:spcPts val="600"/>
              </a:spcAft>
              <a:buClr>
                <a:schemeClr val="bg2"/>
              </a:buClr>
              <a:buSzPct val="130000"/>
              <a:buFont typeface="Wingdings" panose="05000000000000000000" pitchFamily="2" charset="2"/>
              <a:buChar char="q"/>
            </a:pPr>
            <a:r>
              <a:rPr lang="en-US" sz="1600" noProof="0" dirty="0">
                <a:solidFill>
                  <a:schemeClr val="bg2"/>
                </a:solidFill>
              </a:rPr>
              <a:t>15th January </a:t>
            </a:r>
          </a:p>
          <a:p>
            <a:pPr marL="285750" indent="-285750" algn="l" fontAlgn="b">
              <a:spcAft>
                <a:spcPts val="600"/>
              </a:spcAft>
              <a:buClr>
                <a:schemeClr val="bg2"/>
              </a:buClr>
              <a:buSzPct val="130000"/>
              <a:buFont typeface="Wingdings" panose="05000000000000000000" pitchFamily="2" charset="2"/>
              <a:buChar char="q"/>
            </a:pPr>
            <a:r>
              <a:rPr lang="en-US" sz="1600" noProof="0" dirty="0">
                <a:solidFill>
                  <a:schemeClr val="bg2"/>
                </a:solidFill>
              </a:rPr>
              <a:t>15th March</a:t>
            </a:r>
          </a:p>
          <a:p>
            <a:pPr marL="285750" indent="-285750" algn="l" fontAlgn="b">
              <a:spcAft>
                <a:spcPts val="600"/>
              </a:spcAft>
              <a:buClr>
                <a:schemeClr val="bg2"/>
              </a:buClr>
              <a:buSzPct val="130000"/>
              <a:buFont typeface="Wingdings" panose="05000000000000000000" pitchFamily="2" charset="2"/>
              <a:buChar char="q"/>
            </a:pPr>
            <a:r>
              <a:rPr lang="en-US" sz="1600" noProof="0" dirty="0">
                <a:solidFill>
                  <a:schemeClr val="bg2"/>
                </a:solidFill>
              </a:rPr>
              <a:t>15th April</a:t>
            </a:r>
          </a:p>
          <a:p>
            <a:pPr algn="l" fontAlgn="b">
              <a:spcAft>
                <a:spcPts val="600"/>
              </a:spcAft>
              <a:buClr>
                <a:schemeClr val="accent2"/>
              </a:buClr>
              <a:buSzPct val="130000"/>
              <a:buFont typeface="Wingdings" panose="05000000000000000000" pitchFamily="2" charset="2"/>
              <a:buChar char="ü"/>
            </a:pPr>
            <a:r>
              <a:rPr lang="en-US" sz="1600" noProof="0" dirty="0"/>
              <a:t>31st July</a:t>
            </a:r>
          </a:p>
          <a:p>
            <a:pPr marL="285750" indent="-285750" algn="l" fontAlgn="b">
              <a:spcAft>
                <a:spcPts val="600"/>
              </a:spcAft>
              <a:buClr>
                <a:schemeClr val="bg2"/>
              </a:buClr>
              <a:buSzPct val="130000"/>
              <a:buFont typeface="Wingdings" panose="05000000000000000000" pitchFamily="2" charset="2"/>
              <a:buChar char="q"/>
            </a:pPr>
            <a:r>
              <a:rPr lang="en-US" sz="1600" noProof="0" dirty="0">
                <a:solidFill>
                  <a:schemeClr val="bg2"/>
                </a:solidFill>
              </a:rPr>
              <a:t>31st December</a:t>
            </a:r>
          </a:p>
        </p:txBody>
      </p:sp>
    </p:spTree>
    <p:extLst>
      <p:ext uri="{BB962C8B-B14F-4D97-AF65-F5344CB8AC3E}">
        <p14:creationId xmlns:p14="http://schemas.microsoft.com/office/powerpoint/2010/main" val="2611436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2F0ED-2FE5-0085-DF25-9B15826F30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95D2E1-3E57-772D-19B8-6C2B52DEC442}"/>
              </a:ext>
            </a:extLst>
          </p:cNvPr>
          <p:cNvSpPr>
            <a:spLocks noGrp="1"/>
          </p:cNvSpPr>
          <p:nvPr>
            <p:ph type="title"/>
          </p:nvPr>
        </p:nvSpPr>
        <p:spPr>
          <a:xfrm>
            <a:off x="381000" y="384247"/>
            <a:ext cx="9403079" cy="457200"/>
          </a:xfrm>
        </p:spPr>
        <p:txBody>
          <a:bodyPr/>
          <a:lstStyle/>
          <a:p>
            <a:r>
              <a:rPr lang="en-US" sz="3200" noProof="0" dirty="0"/>
              <a:t>2/6 Which table is to be </a:t>
            </a:r>
            <a:r>
              <a:rPr lang="en-US" sz="3200" noProof="0" dirty="0" err="1"/>
              <a:t>submited</a:t>
            </a:r>
            <a:r>
              <a:rPr lang="en-US" sz="3200" noProof="0" dirty="0"/>
              <a:t> for the proxy?</a:t>
            </a:r>
          </a:p>
        </p:txBody>
      </p:sp>
      <p:sp>
        <p:nvSpPr>
          <p:cNvPr id="5" name="Slide Number Placeholder 4">
            <a:extLst>
              <a:ext uri="{FF2B5EF4-FFF2-40B4-BE49-F238E27FC236}">
                <a16:creationId xmlns:a16="http://schemas.microsoft.com/office/drawing/2014/main" id="{2F287211-C15A-8A18-0982-F23B3080FBBC}"/>
              </a:ext>
            </a:extLst>
          </p:cNvPr>
          <p:cNvSpPr>
            <a:spLocks noGrp="1"/>
          </p:cNvSpPr>
          <p:nvPr>
            <p:ph type="sldNum" sz="quarter" idx="4"/>
          </p:nvPr>
        </p:nvSpPr>
        <p:spPr/>
        <p:txBody>
          <a:bodyPr/>
          <a:lstStyle/>
          <a:p>
            <a:fld id="{909D9AA9-2800-6742-B3AC-1FC34B18C60A}" type="slidenum">
              <a:rPr lang="en-US" noProof="0" smtClean="0"/>
              <a:pPr/>
              <a:t>4</a:t>
            </a:fld>
            <a:endParaRPr lang="en-US" noProof="0" dirty="0"/>
          </a:p>
        </p:txBody>
      </p:sp>
      <p:sp>
        <p:nvSpPr>
          <p:cNvPr id="8" name="Espace réservé du texte 3">
            <a:extLst>
              <a:ext uri="{FF2B5EF4-FFF2-40B4-BE49-F238E27FC236}">
                <a16:creationId xmlns:a16="http://schemas.microsoft.com/office/drawing/2014/main" id="{69175673-21A8-DA3E-84B4-ABB660C6A40E}"/>
              </a:ext>
            </a:extLst>
          </p:cNvPr>
          <p:cNvSpPr>
            <a:spLocks noGrp="1"/>
          </p:cNvSpPr>
          <p:nvPr>
            <p:ph type="body" idx="1"/>
          </p:nvPr>
        </p:nvSpPr>
        <p:spPr>
          <a:xfrm>
            <a:off x="381001" y="1596895"/>
            <a:ext cx="5094766" cy="2037845"/>
          </a:xfrm>
        </p:spPr>
        <p:txBody>
          <a:bodyPr/>
          <a:lstStyle/>
          <a:p>
            <a:pPr marL="285750" indent="-285750" algn="l" fontAlgn="b">
              <a:spcAft>
                <a:spcPts val="600"/>
              </a:spcAft>
              <a:buClr>
                <a:schemeClr val="accent2"/>
              </a:buClr>
              <a:buSzPct val="130000"/>
              <a:buFont typeface="Wingdings" panose="05000000000000000000" pitchFamily="2" charset="2"/>
              <a:buChar char="q"/>
            </a:pPr>
            <a:r>
              <a:rPr lang="en-US" sz="1600" noProof="0" dirty="0"/>
              <a:t>Summary2 only</a:t>
            </a:r>
          </a:p>
          <a:p>
            <a:pPr marL="285750" indent="-285750" algn="l" fontAlgn="b">
              <a:spcAft>
                <a:spcPts val="600"/>
              </a:spcAft>
              <a:buClr>
                <a:schemeClr val="accent2"/>
              </a:buClr>
              <a:buSzPct val="130000"/>
              <a:buFont typeface="Wingdings" panose="05000000000000000000" pitchFamily="2" charset="2"/>
              <a:buChar char="q"/>
            </a:pPr>
            <a:r>
              <a:rPr lang="en-US" sz="1600" noProof="0" dirty="0"/>
              <a:t>All the CRT tables</a:t>
            </a:r>
          </a:p>
          <a:p>
            <a:pPr marL="285750" indent="-285750" algn="l" fontAlgn="b">
              <a:spcAft>
                <a:spcPts val="600"/>
              </a:spcAft>
              <a:buClr>
                <a:schemeClr val="accent2"/>
              </a:buClr>
              <a:buSzPct val="130000"/>
              <a:buFont typeface="Wingdings" panose="05000000000000000000" pitchFamily="2" charset="2"/>
              <a:buChar char="q"/>
            </a:pPr>
            <a:r>
              <a:rPr lang="en-US" sz="1600" noProof="0" dirty="0"/>
              <a:t>Tables relative to sector 1 (energy)</a:t>
            </a:r>
          </a:p>
          <a:p>
            <a:pPr marL="285750" indent="-285750" algn="l" fontAlgn="b">
              <a:spcAft>
                <a:spcPts val="600"/>
              </a:spcAft>
              <a:buClr>
                <a:schemeClr val="accent2"/>
              </a:buClr>
              <a:buSzPct val="130000"/>
              <a:buFont typeface="Wingdings" panose="05000000000000000000" pitchFamily="2" charset="2"/>
              <a:buChar char="q"/>
            </a:pPr>
            <a:r>
              <a:rPr lang="en-US" sz="1600" noProof="0" dirty="0"/>
              <a:t>All the summary tables</a:t>
            </a:r>
          </a:p>
        </p:txBody>
      </p:sp>
      <p:pic>
        <p:nvPicPr>
          <p:cNvPr id="4" name="Graphique 3" descr="Questions contour">
            <a:extLst>
              <a:ext uri="{FF2B5EF4-FFF2-40B4-BE49-F238E27FC236}">
                <a16:creationId xmlns:a16="http://schemas.microsoft.com/office/drawing/2014/main" id="{259610B2-036B-B5D4-F81F-2AB4531536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20293" y="1596895"/>
            <a:ext cx="914400" cy="914400"/>
          </a:xfrm>
          <a:prstGeom prst="rect">
            <a:avLst/>
          </a:prstGeom>
        </p:spPr>
      </p:pic>
    </p:spTree>
    <p:extLst>
      <p:ext uri="{BB962C8B-B14F-4D97-AF65-F5344CB8AC3E}">
        <p14:creationId xmlns:p14="http://schemas.microsoft.com/office/powerpoint/2010/main" val="3596040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AAE15-CEF6-1CF1-8D7A-B308D4151D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1D0750-6241-6690-323E-E3A76A5D348C}"/>
              </a:ext>
            </a:extLst>
          </p:cNvPr>
          <p:cNvSpPr>
            <a:spLocks noGrp="1"/>
          </p:cNvSpPr>
          <p:nvPr>
            <p:ph type="title"/>
          </p:nvPr>
        </p:nvSpPr>
        <p:spPr>
          <a:xfrm>
            <a:off x="381000" y="384247"/>
            <a:ext cx="9403079" cy="457200"/>
          </a:xfrm>
        </p:spPr>
        <p:txBody>
          <a:bodyPr/>
          <a:lstStyle/>
          <a:p>
            <a:r>
              <a:rPr lang="en-US" sz="3200" noProof="0" dirty="0"/>
              <a:t>2/6 Which table is to be </a:t>
            </a:r>
            <a:r>
              <a:rPr lang="en-US" sz="3200" noProof="0" dirty="0" err="1"/>
              <a:t>submited</a:t>
            </a:r>
            <a:r>
              <a:rPr lang="en-US" sz="3200" noProof="0" dirty="0"/>
              <a:t> for the proxy?</a:t>
            </a:r>
          </a:p>
        </p:txBody>
      </p:sp>
      <p:sp>
        <p:nvSpPr>
          <p:cNvPr id="5" name="Slide Number Placeholder 4">
            <a:extLst>
              <a:ext uri="{FF2B5EF4-FFF2-40B4-BE49-F238E27FC236}">
                <a16:creationId xmlns:a16="http://schemas.microsoft.com/office/drawing/2014/main" id="{25568BD1-C2A6-2AE6-B841-1DB306E0AB10}"/>
              </a:ext>
            </a:extLst>
          </p:cNvPr>
          <p:cNvSpPr>
            <a:spLocks noGrp="1"/>
          </p:cNvSpPr>
          <p:nvPr>
            <p:ph type="sldNum" sz="quarter" idx="4"/>
          </p:nvPr>
        </p:nvSpPr>
        <p:spPr/>
        <p:txBody>
          <a:bodyPr/>
          <a:lstStyle/>
          <a:p>
            <a:fld id="{909D9AA9-2800-6742-B3AC-1FC34B18C60A}" type="slidenum">
              <a:rPr lang="en-US" noProof="0" smtClean="0"/>
              <a:pPr/>
              <a:t>5</a:t>
            </a:fld>
            <a:endParaRPr lang="en-US" noProof="0" dirty="0"/>
          </a:p>
        </p:txBody>
      </p:sp>
      <p:sp>
        <p:nvSpPr>
          <p:cNvPr id="8" name="Espace réservé du texte 3">
            <a:extLst>
              <a:ext uri="{FF2B5EF4-FFF2-40B4-BE49-F238E27FC236}">
                <a16:creationId xmlns:a16="http://schemas.microsoft.com/office/drawing/2014/main" id="{57105225-5296-BEAE-0071-AEE5C7216889}"/>
              </a:ext>
            </a:extLst>
          </p:cNvPr>
          <p:cNvSpPr>
            <a:spLocks noGrp="1"/>
          </p:cNvSpPr>
          <p:nvPr>
            <p:ph type="body" idx="1"/>
          </p:nvPr>
        </p:nvSpPr>
        <p:spPr>
          <a:xfrm>
            <a:off x="381001" y="1596895"/>
            <a:ext cx="5094766" cy="2037845"/>
          </a:xfrm>
        </p:spPr>
        <p:txBody>
          <a:bodyPr/>
          <a:lstStyle/>
          <a:p>
            <a:pPr algn="l" fontAlgn="b">
              <a:spcAft>
                <a:spcPts val="600"/>
              </a:spcAft>
              <a:buClr>
                <a:schemeClr val="accent2"/>
              </a:buClr>
              <a:buSzPct val="130000"/>
              <a:buFont typeface="Wingdings" panose="05000000000000000000" pitchFamily="2" charset="2"/>
              <a:buChar char="ü"/>
            </a:pPr>
            <a:r>
              <a:rPr lang="en-US" sz="1600" noProof="0" dirty="0"/>
              <a:t>Summary2 only</a:t>
            </a:r>
          </a:p>
          <a:p>
            <a:pPr marL="285750" indent="-285750" algn="l" fontAlgn="b">
              <a:spcAft>
                <a:spcPts val="600"/>
              </a:spcAft>
              <a:buClr>
                <a:schemeClr val="bg2"/>
              </a:buClr>
              <a:buSzPct val="130000"/>
              <a:buFont typeface="Wingdings" panose="05000000000000000000" pitchFamily="2" charset="2"/>
              <a:buChar char="q"/>
            </a:pPr>
            <a:r>
              <a:rPr lang="en-US" sz="1600" noProof="0" dirty="0">
                <a:solidFill>
                  <a:schemeClr val="bg2"/>
                </a:solidFill>
              </a:rPr>
              <a:t>All the CRT tables</a:t>
            </a:r>
          </a:p>
          <a:p>
            <a:pPr marL="285750" indent="-285750" algn="l" fontAlgn="b">
              <a:spcAft>
                <a:spcPts val="600"/>
              </a:spcAft>
              <a:buClr>
                <a:schemeClr val="bg2"/>
              </a:buClr>
              <a:buSzPct val="130000"/>
              <a:buFont typeface="Wingdings" panose="05000000000000000000" pitchFamily="2" charset="2"/>
              <a:buChar char="q"/>
            </a:pPr>
            <a:r>
              <a:rPr lang="en-US" sz="1600" noProof="0" dirty="0">
                <a:solidFill>
                  <a:schemeClr val="bg2"/>
                </a:solidFill>
              </a:rPr>
              <a:t>Tables relative to sector 1 (energy)</a:t>
            </a:r>
          </a:p>
          <a:p>
            <a:pPr marL="285750" indent="-285750" algn="l" fontAlgn="b">
              <a:spcAft>
                <a:spcPts val="600"/>
              </a:spcAft>
              <a:buClr>
                <a:schemeClr val="bg2"/>
              </a:buClr>
              <a:buSzPct val="130000"/>
              <a:buFont typeface="Wingdings" panose="05000000000000000000" pitchFamily="2" charset="2"/>
              <a:buChar char="q"/>
            </a:pPr>
            <a:r>
              <a:rPr lang="en-US" sz="1600" noProof="0" dirty="0">
                <a:solidFill>
                  <a:schemeClr val="bg2"/>
                </a:solidFill>
              </a:rPr>
              <a:t>All the summary tables</a:t>
            </a:r>
          </a:p>
        </p:txBody>
      </p:sp>
    </p:spTree>
    <p:extLst>
      <p:ext uri="{BB962C8B-B14F-4D97-AF65-F5344CB8AC3E}">
        <p14:creationId xmlns:p14="http://schemas.microsoft.com/office/powerpoint/2010/main" val="150158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9A90D-9DB9-178D-66EF-4F11E34915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C5D720-C812-2C37-8C19-414D02B72A3B}"/>
              </a:ext>
            </a:extLst>
          </p:cNvPr>
          <p:cNvSpPr>
            <a:spLocks noGrp="1"/>
          </p:cNvSpPr>
          <p:nvPr>
            <p:ph type="title"/>
          </p:nvPr>
        </p:nvSpPr>
        <p:spPr>
          <a:xfrm>
            <a:off x="381000" y="384246"/>
            <a:ext cx="9403079" cy="914399"/>
          </a:xfrm>
        </p:spPr>
        <p:txBody>
          <a:bodyPr/>
          <a:lstStyle/>
          <a:p>
            <a:r>
              <a:rPr lang="en-US" sz="3200" noProof="0" dirty="0"/>
              <a:t>3/6 I haven’t all the months of an indicator, what can I do?</a:t>
            </a:r>
          </a:p>
        </p:txBody>
      </p:sp>
      <p:sp>
        <p:nvSpPr>
          <p:cNvPr id="5" name="Slide Number Placeholder 4">
            <a:extLst>
              <a:ext uri="{FF2B5EF4-FFF2-40B4-BE49-F238E27FC236}">
                <a16:creationId xmlns:a16="http://schemas.microsoft.com/office/drawing/2014/main" id="{BF12CBDC-F804-1303-52C8-BECEB6DC495F}"/>
              </a:ext>
            </a:extLst>
          </p:cNvPr>
          <p:cNvSpPr>
            <a:spLocks noGrp="1"/>
          </p:cNvSpPr>
          <p:nvPr>
            <p:ph type="sldNum" sz="quarter" idx="4"/>
          </p:nvPr>
        </p:nvSpPr>
        <p:spPr/>
        <p:txBody>
          <a:bodyPr/>
          <a:lstStyle/>
          <a:p>
            <a:fld id="{909D9AA9-2800-6742-B3AC-1FC34B18C60A}" type="slidenum">
              <a:rPr lang="en-US" noProof="0" smtClean="0"/>
              <a:pPr/>
              <a:t>6</a:t>
            </a:fld>
            <a:endParaRPr lang="en-US" noProof="0" dirty="0"/>
          </a:p>
        </p:txBody>
      </p:sp>
      <p:sp>
        <p:nvSpPr>
          <p:cNvPr id="8" name="Espace réservé du texte 3">
            <a:extLst>
              <a:ext uri="{FF2B5EF4-FFF2-40B4-BE49-F238E27FC236}">
                <a16:creationId xmlns:a16="http://schemas.microsoft.com/office/drawing/2014/main" id="{7A889E74-32D3-130B-AB1D-AE2ABD551301}"/>
              </a:ext>
            </a:extLst>
          </p:cNvPr>
          <p:cNvSpPr>
            <a:spLocks noGrp="1"/>
          </p:cNvSpPr>
          <p:nvPr>
            <p:ph type="body" idx="1"/>
          </p:nvPr>
        </p:nvSpPr>
        <p:spPr>
          <a:xfrm>
            <a:off x="381001" y="1596895"/>
            <a:ext cx="5094766" cy="1214885"/>
          </a:xfrm>
        </p:spPr>
        <p:txBody>
          <a:bodyPr/>
          <a:lstStyle/>
          <a:p>
            <a:pPr marL="285750" indent="-285750" algn="l" fontAlgn="b">
              <a:spcAft>
                <a:spcPts val="600"/>
              </a:spcAft>
              <a:buClr>
                <a:schemeClr val="accent2"/>
              </a:buClr>
              <a:buSzPct val="130000"/>
              <a:buFont typeface="Wingdings" panose="05000000000000000000" pitchFamily="2" charset="2"/>
              <a:buChar char="q"/>
            </a:pPr>
            <a:r>
              <a:rPr lang="en-US" sz="1600" noProof="0" dirty="0"/>
              <a:t>Extrapolate in accordance with previous months ?</a:t>
            </a:r>
          </a:p>
          <a:p>
            <a:pPr marL="285750" indent="-285750" algn="l" fontAlgn="b">
              <a:spcAft>
                <a:spcPts val="600"/>
              </a:spcAft>
              <a:buClr>
                <a:schemeClr val="accent2"/>
              </a:buClr>
              <a:buSzPct val="130000"/>
              <a:buFont typeface="Wingdings" panose="05000000000000000000" pitchFamily="2" charset="2"/>
              <a:buChar char="q"/>
            </a:pPr>
            <a:r>
              <a:rPr lang="en-US" sz="1600" noProof="0" dirty="0"/>
              <a:t>Replace with same (X-2) months, (X-1) same months ?</a:t>
            </a:r>
          </a:p>
          <a:p>
            <a:pPr marL="285750" indent="-285750" fontAlgn="b">
              <a:spcAft>
                <a:spcPts val="600"/>
              </a:spcAft>
              <a:buClr>
                <a:schemeClr val="accent2"/>
              </a:buClr>
              <a:buSzPct val="130000"/>
              <a:buFont typeface="Wingdings" panose="05000000000000000000" pitchFamily="2" charset="2"/>
              <a:buChar char="q"/>
            </a:pPr>
            <a:r>
              <a:rPr lang="en-US" sz="1600" dirty="0"/>
              <a:t>Interpolation with the available months ?</a:t>
            </a:r>
            <a:endParaRPr lang="en-US" sz="1600" noProof="0" dirty="0"/>
          </a:p>
        </p:txBody>
      </p:sp>
      <p:pic>
        <p:nvPicPr>
          <p:cNvPr id="4" name="Graphique 3" descr="Questions contour">
            <a:extLst>
              <a:ext uri="{FF2B5EF4-FFF2-40B4-BE49-F238E27FC236}">
                <a16:creationId xmlns:a16="http://schemas.microsoft.com/office/drawing/2014/main" id="{E0868FD6-2782-2735-DBFF-C026D55D36A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20293" y="1596895"/>
            <a:ext cx="914400" cy="914400"/>
          </a:xfrm>
          <a:prstGeom prst="rect">
            <a:avLst/>
          </a:prstGeom>
        </p:spPr>
      </p:pic>
    </p:spTree>
    <p:extLst>
      <p:ext uri="{BB962C8B-B14F-4D97-AF65-F5344CB8AC3E}">
        <p14:creationId xmlns:p14="http://schemas.microsoft.com/office/powerpoint/2010/main" val="3513503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FF68C-32A4-C537-55B8-BC69BB5289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BF8C16-C209-21D2-0BD2-8B623708BD1D}"/>
              </a:ext>
            </a:extLst>
          </p:cNvPr>
          <p:cNvSpPr>
            <a:spLocks noGrp="1"/>
          </p:cNvSpPr>
          <p:nvPr>
            <p:ph type="title"/>
          </p:nvPr>
        </p:nvSpPr>
        <p:spPr>
          <a:xfrm>
            <a:off x="381000" y="384247"/>
            <a:ext cx="9403079" cy="457200"/>
          </a:xfrm>
        </p:spPr>
        <p:txBody>
          <a:bodyPr/>
          <a:lstStyle/>
          <a:p>
            <a:r>
              <a:rPr lang="en-US" sz="3200" noProof="0" dirty="0"/>
              <a:t>3/6 I haven’t got all the months of the indicator, what can I do?</a:t>
            </a:r>
          </a:p>
        </p:txBody>
      </p:sp>
      <p:sp>
        <p:nvSpPr>
          <p:cNvPr id="5" name="Slide Number Placeholder 4">
            <a:extLst>
              <a:ext uri="{FF2B5EF4-FFF2-40B4-BE49-F238E27FC236}">
                <a16:creationId xmlns:a16="http://schemas.microsoft.com/office/drawing/2014/main" id="{A6D781A7-87DF-114F-88C0-0074E19D9406}"/>
              </a:ext>
            </a:extLst>
          </p:cNvPr>
          <p:cNvSpPr>
            <a:spLocks noGrp="1"/>
          </p:cNvSpPr>
          <p:nvPr>
            <p:ph type="sldNum" sz="quarter" idx="4"/>
          </p:nvPr>
        </p:nvSpPr>
        <p:spPr/>
        <p:txBody>
          <a:bodyPr/>
          <a:lstStyle/>
          <a:p>
            <a:fld id="{909D9AA9-2800-6742-B3AC-1FC34B18C60A}" type="slidenum">
              <a:rPr lang="en-US" noProof="0" smtClean="0"/>
              <a:pPr/>
              <a:t>7</a:t>
            </a:fld>
            <a:endParaRPr lang="en-US" noProof="0" dirty="0"/>
          </a:p>
        </p:txBody>
      </p:sp>
      <p:sp>
        <p:nvSpPr>
          <p:cNvPr id="8" name="Espace réservé du texte 3">
            <a:extLst>
              <a:ext uri="{FF2B5EF4-FFF2-40B4-BE49-F238E27FC236}">
                <a16:creationId xmlns:a16="http://schemas.microsoft.com/office/drawing/2014/main" id="{25AEBB3E-3F68-5E2B-BC63-CF38D7D50332}"/>
              </a:ext>
            </a:extLst>
          </p:cNvPr>
          <p:cNvSpPr>
            <a:spLocks noGrp="1"/>
          </p:cNvSpPr>
          <p:nvPr>
            <p:ph type="body" idx="1"/>
          </p:nvPr>
        </p:nvSpPr>
        <p:spPr>
          <a:xfrm>
            <a:off x="381001" y="1596895"/>
            <a:ext cx="5094766" cy="1214885"/>
          </a:xfrm>
        </p:spPr>
        <p:txBody>
          <a:bodyPr/>
          <a:lstStyle/>
          <a:p>
            <a:pPr marL="285750" indent="-285750" algn="l" fontAlgn="b">
              <a:spcAft>
                <a:spcPts val="600"/>
              </a:spcAft>
              <a:buClr>
                <a:schemeClr val="bg2"/>
              </a:buClr>
              <a:buSzPct val="130000"/>
              <a:buFont typeface="Wingdings" panose="05000000000000000000" pitchFamily="2" charset="2"/>
              <a:buChar char="q"/>
            </a:pPr>
            <a:r>
              <a:rPr lang="en-US" sz="1600" noProof="0" dirty="0">
                <a:solidFill>
                  <a:schemeClr val="bg2"/>
                </a:solidFill>
              </a:rPr>
              <a:t>Extrapolate in accordance with previous months ?</a:t>
            </a:r>
          </a:p>
          <a:p>
            <a:pPr algn="l" fontAlgn="b">
              <a:spcAft>
                <a:spcPts val="600"/>
              </a:spcAft>
              <a:buClr>
                <a:schemeClr val="accent2"/>
              </a:buClr>
              <a:buSzPct val="130000"/>
              <a:buFont typeface="Wingdings" panose="05000000000000000000" pitchFamily="2" charset="2"/>
              <a:buChar char="ü"/>
            </a:pPr>
            <a:r>
              <a:rPr lang="en-US" sz="1600" noProof="0" dirty="0"/>
              <a:t>Replace with same (X-2) months, (X-1) same months ? (best recommendation)</a:t>
            </a:r>
          </a:p>
          <a:p>
            <a:pPr marL="285750" indent="-285750" fontAlgn="b">
              <a:spcAft>
                <a:spcPts val="600"/>
              </a:spcAft>
              <a:buClr>
                <a:schemeClr val="bg2"/>
              </a:buClr>
              <a:buSzPct val="130000"/>
              <a:buFont typeface="Wingdings" panose="05000000000000000000" pitchFamily="2" charset="2"/>
              <a:buChar char="q"/>
            </a:pPr>
            <a:r>
              <a:rPr lang="en-US" sz="1600" noProof="0" dirty="0">
                <a:solidFill>
                  <a:schemeClr val="bg2"/>
                </a:solidFill>
              </a:rPr>
              <a:t>Interpolation with </a:t>
            </a:r>
            <a:r>
              <a:rPr lang="en-US" sz="1600" dirty="0">
                <a:solidFill>
                  <a:schemeClr val="bg2"/>
                </a:solidFill>
              </a:rPr>
              <a:t>the available months ?</a:t>
            </a:r>
            <a:endParaRPr lang="en-US" sz="1600" noProof="0" dirty="0">
              <a:solidFill>
                <a:schemeClr val="bg2"/>
              </a:solidFill>
            </a:endParaRPr>
          </a:p>
        </p:txBody>
      </p:sp>
    </p:spTree>
    <p:extLst>
      <p:ext uri="{BB962C8B-B14F-4D97-AF65-F5344CB8AC3E}">
        <p14:creationId xmlns:p14="http://schemas.microsoft.com/office/powerpoint/2010/main" val="222365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173B8-713B-6809-4B91-CB637E42A8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34E9C1-79E6-6048-32DF-BA23A70875E2}"/>
              </a:ext>
            </a:extLst>
          </p:cNvPr>
          <p:cNvSpPr>
            <a:spLocks noGrp="1"/>
          </p:cNvSpPr>
          <p:nvPr>
            <p:ph type="title"/>
          </p:nvPr>
        </p:nvSpPr>
        <p:spPr>
          <a:xfrm>
            <a:off x="381000" y="384247"/>
            <a:ext cx="9403079" cy="457200"/>
          </a:xfrm>
        </p:spPr>
        <p:txBody>
          <a:bodyPr/>
          <a:lstStyle/>
          <a:p>
            <a:r>
              <a:rPr lang="en-US" sz="3200" noProof="0" dirty="0"/>
              <a:t>4/6 I have already some inventory data for year X-1</a:t>
            </a:r>
          </a:p>
        </p:txBody>
      </p:sp>
      <p:sp>
        <p:nvSpPr>
          <p:cNvPr id="5" name="Slide Number Placeholder 4">
            <a:extLst>
              <a:ext uri="{FF2B5EF4-FFF2-40B4-BE49-F238E27FC236}">
                <a16:creationId xmlns:a16="http://schemas.microsoft.com/office/drawing/2014/main" id="{18CE63B4-D5DA-2F9E-74EA-2AF813F26F4F}"/>
              </a:ext>
            </a:extLst>
          </p:cNvPr>
          <p:cNvSpPr>
            <a:spLocks noGrp="1"/>
          </p:cNvSpPr>
          <p:nvPr>
            <p:ph type="sldNum" sz="quarter" idx="4"/>
          </p:nvPr>
        </p:nvSpPr>
        <p:spPr/>
        <p:txBody>
          <a:bodyPr/>
          <a:lstStyle/>
          <a:p>
            <a:fld id="{909D9AA9-2800-6742-B3AC-1FC34B18C60A}" type="slidenum">
              <a:rPr lang="en-US" noProof="0" smtClean="0"/>
              <a:pPr/>
              <a:t>8</a:t>
            </a:fld>
            <a:endParaRPr lang="en-US" noProof="0" dirty="0"/>
          </a:p>
        </p:txBody>
      </p:sp>
      <p:sp>
        <p:nvSpPr>
          <p:cNvPr id="8" name="Espace réservé du texte 3">
            <a:extLst>
              <a:ext uri="{FF2B5EF4-FFF2-40B4-BE49-F238E27FC236}">
                <a16:creationId xmlns:a16="http://schemas.microsoft.com/office/drawing/2014/main" id="{991FCB48-4F25-CDCA-9541-C046E13CC574}"/>
              </a:ext>
            </a:extLst>
          </p:cNvPr>
          <p:cNvSpPr>
            <a:spLocks noGrp="1"/>
          </p:cNvSpPr>
          <p:nvPr>
            <p:ph type="body" idx="1"/>
          </p:nvPr>
        </p:nvSpPr>
        <p:spPr>
          <a:xfrm>
            <a:off x="381001" y="1596895"/>
            <a:ext cx="5094766" cy="1214885"/>
          </a:xfrm>
        </p:spPr>
        <p:txBody>
          <a:bodyPr/>
          <a:lstStyle/>
          <a:p>
            <a:pPr marL="285750" indent="-285750" algn="l" fontAlgn="b">
              <a:spcAft>
                <a:spcPts val="600"/>
              </a:spcAft>
              <a:buClr>
                <a:schemeClr val="accent2"/>
              </a:buClr>
              <a:buSzPct val="130000"/>
              <a:buFont typeface="Wingdings" panose="05000000000000000000" pitchFamily="2" charset="2"/>
              <a:buChar char="q"/>
            </a:pPr>
            <a:r>
              <a:rPr lang="en-US" sz="1600" noProof="0" dirty="0"/>
              <a:t>I simply use them</a:t>
            </a:r>
          </a:p>
          <a:p>
            <a:pPr marL="285750" indent="-285750" algn="l" fontAlgn="b">
              <a:spcAft>
                <a:spcPts val="600"/>
              </a:spcAft>
              <a:buClr>
                <a:schemeClr val="accent2"/>
              </a:buClr>
              <a:buSzPct val="130000"/>
              <a:buFont typeface="Wingdings" panose="05000000000000000000" pitchFamily="2" charset="2"/>
              <a:buChar char="q"/>
            </a:pPr>
            <a:r>
              <a:rPr lang="en-US" sz="1600" noProof="0" dirty="0"/>
              <a:t>I keep them to verify the indicator </a:t>
            </a:r>
            <a:r>
              <a:rPr lang="en-US" sz="1600" noProof="0" dirty="0" err="1"/>
              <a:t>tendancy</a:t>
            </a:r>
            <a:endParaRPr lang="en-US" sz="1600" noProof="0" dirty="0"/>
          </a:p>
          <a:p>
            <a:pPr marL="285750" indent="-285750" algn="l" fontAlgn="b">
              <a:spcAft>
                <a:spcPts val="600"/>
              </a:spcAft>
              <a:buClr>
                <a:schemeClr val="accent2"/>
              </a:buClr>
              <a:buSzPct val="130000"/>
              <a:buFont typeface="Wingdings" panose="05000000000000000000" pitchFamily="2" charset="2"/>
              <a:buChar char="q"/>
            </a:pPr>
            <a:r>
              <a:rPr lang="en-US" sz="1600" noProof="0" dirty="0"/>
              <a:t>I keep them for the next inventory</a:t>
            </a:r>
          </a:p>
        </p:txBody>
      </p:sp>
      <p:pic>
        <p:nvPicPr>
          <p:cNvPr id="4" name="Graphique 3" descr="Questions contour">
            <a:extLst>
              <a:ext uri="{FF2B5EF4-FFF2-40B4-BE49-F238E27FC236}">
                <a16:creationId xmlns:a16="http://schemas.microsoft.com/office/drawing/2014/main" id="{79A2E531-6766-53DA-3143-6EC77EFB16C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20293" y="1596895"/>
            <a:ext cx="914400" cy="914400"/>
          </a:xfrm>
          <a:prstGeom prst="rect">
            <a:avLst/>
          </a:prstGeom>
        </p:spPr>
      </p:pic>
    </p:spTree>
    <p:extLst>
      <p:ext uri="{BB962C8B-B14F-4D97-AF65-F5344CB8AC3E}">
        <p14:creationId xmlns:p14="http://schemas.microsoft.com/office/powerpoint/2010/main" val="459440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FD573-3EC2-1CB0-8EBE-D950093A8B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BD7671-8BBB-50AC-2083-13B763F9CA94}"/>
              </a:ext>
            </a:extLst>
          </p:cNvPr>
          <p:cNvSpPr>
            <a:spLocks noGrp="1"/>
          </p:cNvSpPr>
          <p:nvPr>
            <p:ph type="title"/>
          </p:nvPr>
        </p:nvSpPr>
        <p:spPr>
          <a:xfrm>
            <a:off x="381000" y="384247"/>
            <a:ext cx="9403079" cy="457200"/>
          </a:xfrm>
        </p:spPr>
        <p:txBody>
          <a:bodyPr/>
          <a:lstStyle/>
          <a:p>
            <a:r>
              <a:rPr lang="en-US" sz="3200" noProof="0" dirty="0"/>
              <a:t>4/6 </a:t>
            </a:r>
            <a:r>
              <a:rPr lang="en-US" sz="3200" dirty="0"/>
              <a:t>I have already some inventory data for year X-1</a:t>
            </a:r>
            <a:endParaRPr lang="en-US" sz="3200" noProof="0" dirty="0"/>
          </a:p>
        </p:txBody>
      </p:sp>
      <p:sp>
        <p:nvSpPr>
          <p:cNvPr id="5" name="Slide Number Placeholder 4">
            <a:extLst>
              <a:ext uri="{FF2B5EF4-FFF2-40B4-BE49-F238E27FC236}">
                <a16:creationId xmlns:a16="http://schemas.microsoft.com/office/drawing/2014/main" id="{94C2B5BF-5E8B-46EA-DF5A-3540202FAC03}"/>
              </a:ext>
            </a:extLst>
          </p:cNvPr>
          <p:cNvSpPr>
            <a:spLocks noGrp="1"/>
          </p:cNvSpPr>
          <p:nvPr>
            <p:ph type="sldNum" sz="quarter" idx="4"/>
          </p:nvPr>
        </p:nvSpPr>
        <p:spPr/>
        <p:txBody>
          <a:bodyPr/>
          <a:lstStyle/>
          <a:p>
            <a:fld id="{909D9AA9-2800-6742-B3AC-1FC34B18C60A}" type="slidenum">
              <a:rPr lang="en-US" noProof="0" smtClean="0"/>
              <a:pPr/>
              <a:t>9</a:t>
            </a:fld>
            <a:endParaRPr lang="en-US" noProof="0" dirty="0"/>
          </a:p>
        </p:txBody>
      </p:sp>
      <p:sp>
        <p:nvSpPr>
          <p:cNvPr id="8" name="Espace réservé du texte 3">
            <a:extLst>
              <a:ext uri="{FF2B5EF4-FFF2-40B4-BE49-F238E27FC236}">
                <a16:creationId xmlns:a16="http://schemas.microsoft.com/office/drawing/2014/main" id="{B6F2E468-95E4-B57C-EEDD-A30545A40234}"/>
              </a:ext>
            </a:extLst>
          </p:cNvPr>
          <p:cNvSpPr>
            <a:spLocks noGrp="1"/>
          </p:cNvSpPr>
          <p:nvPr>
            <p:ph type="body" idx="1"/>
          </p:nvPr>
        </p:nvSpPr>
        <p:spPr>
          <a:xfrm>
            <a:off x="381001" y="1596895"/>
            <a:ext cx="5094766" cy="1214885"/>
          </a:xfrm>
        </p:spPr>
        <p:txBody>
          <a:bodyPr/>
          <a:lstStyle/>
          <a:p>
            <a:pPr algn="l" fontAlgn="b">
              <a:spcAft>
                <a:spcPts val="600"/>
              </a:spcAft>
              <a:buClr>
                <a:schemeClr val="accent2"/>
              </a:buClr>
              <a:buSzPct val="130000"/>
              <a:buFont typeface="Wingdings" panose="05000000000000000000" pitchFamily="2" charset="2"/>
              <a:buChar char="ü"/>
            </a:pPr>
            <a:r>
              <a:rPr lang="en-US" sz="1600" noProof="0" dirty="0"/>
              <a:t>I simply use them</a:t>
            </a:r>
          </a:p>
          <a:p>
            <a:pPr marL="285750" indent="-285750" algn="l" fontAlgn="b">
              <a:spcAft>
                <a:spcPts val="600"/>
              </a:spcAft>
              <a:buClr>
                <a:schemeClr val="bg2"/>
              </a:buClr>
              <a:buSzPct val="130000"/>
              <a:buFont typeface="Wingdings" panose="05000000000000000000" pitchFamily="2" charset="2"/>
              <a:buChar char="q"/>
            </a:pPr>
            <a:r>
              <a:rPr lang="en-US" sz="1600" noProof="0" dirty="0">
                <a:solidFill>
                  <a:schemeClr val="bg2"/>
                </a:solidFill>
              </a:rPr>
              <a:t>I keep them to verify the indicator </a:t>
            </a:r>
            <a:r>
              <a:rPr lang="en-US" sz="1600" noProof="0" dirty="0" err="1">
                <a:solidFill>
                  <a:schemeClr val="bg2"/>
                </a:solidFill>
              </a:rPr>
              <a:t>tendancy</a:t>
            </a:r>
            <a:endParaRPr lang="en-US" sz="1600" noProof="0" dirty="0">
              <a:solidFill>
                <a:schemeClr val="bg2"/>
              </a:solidFill>
            </a:endParaRPr>
          </a:p>
          <a:p>
            <a:pPr marL="285750" indent="-285750" algn="l" fontAlgn="b">
              <a:spcAft>
                <a:spcPts val="600"/>
              </a:spcAft>
              <a:buClr>
                <a:schemeClr val="bg2"/>
              </a:buClr>
              <a:buSzPct val="130000"/>
              <a:buFont typeface="Wingdings" panose="05000000000000000000" pitchFamily="2" charset="2"/>
              <a:buChar char="q"/>
            </a:pPr>
            <a:r>
              <a:rPr lang="en-US" sz="1600" noProof="0" dirty="0">
                <a:solidFill>
                  <a:schemeClr val="bg2"/>
                </a:solidFill>
              </a:rPr>
              <a:t>I keep them for the next inventory</a:t>
            </a:r>
          </a:p>
        </p:txBody>
      </p:sp>
    </p:spTree>
    <p:extLst>
      <p:ext uri="{BB962C8B-B14F-4D97-AF65-F5344CB8AC3E}">
        <p14:creationId xmlns:p14="http://schemas.microsoft.com/office/powerpoint/2010/main" val="4192951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17FE0-A9CA-AF41-BA38-8F102F42A3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AD9C2E-6ADB-31A0-F530-FD204A4A70DF}"/>
              </a:ext>
            </a:extLst>
          </p:cNvPr>
          <p:cNvSpPr>
            <a:spLocks noGrp="1"/>
          </p:cNvSpPr>
          <p:nvPr>
            <p:ph type="title"/>
          </p:nvPr>
        </p:nvSpPr>
        <p:spPr>
          <a:xfrm>
            <a:off x="381000" y="384247"/>
            <a:ext cx="9403079" cy="457200"/>
          </a:xfrm>
        </p:spPr>
        <p:txBody>
          <a:bodyPr/>
          <a:lstStyle/>
          <a:p>
            <a:r>
              <a:rPr lang="en-US" sz="3200" noProof="0" dirty="0"/>
              <a:t>5/6 I have no available data (no X-1, no indicator)</a:t>
            </a:r>
          </a:p>
        </p:txBody>
      </p:sp>
      <p:sp>
        <p:nvSpPr>
          <p:cNvPr id="5" name="Slide Number Placeholder 4">
            <a:extLst>
              <a:ext uri="{FF2B5EF4-FFF2-40B4-BE49-F238E27FC236}">
                <a16:creationId xmlns:a16="http://schemas.microsoft.com/office/drawing/2014/main" id="{768FA8E0-58DC-73BA-3E09-A991B21E9D40}"/>
              </a:ext>
            </a:extLst>
          </p:cNvPr>
          <p:cNvSpPr>
            <a:spLocks noGrp="1"/>
          </p:cNvSpPr>
          <p:nvPr>
            <p:ph type="sldNum" sz="quarter" idx="4"/>
          </p:nvPr>
        </p:nvSpPr>
        <p:spPr/>
        <p:txBody>
          <a:bodyPr/>
          <a:lstStyle/>
          <a:p>
            <a:fld id="{909D9AA9-2800-6742-B3AC-1FC34B18C60A}" type="slidenum">
              <a:rPr lang="en-US" noProof="0" smtClean="0"/>
              <a:pPr/>
              <a:t>10</a:t>
            </a:fld>
            <a:endParaRPr lang="en-US" noProof="0" dirty="0"/>
          </a:p>
        </p:txBody>
      </p:sp>
      <p:sp>
        <p:nvSpPr>
          <p:cNvPr id="8" name="Espace réservé du texte 3">
            <a:extLst>
              <a:ext uri="{FF2B5EF4-FFF2-40B4-BE49-F238E27FC236}">
                <a16:creationId xmlns:a16="http://schemas.microsoft.com/office/drawing/2014/main" id="{40AA38E1-4FF6-34C7-2BD4-E01B0DCFCC4C}"/>
              </a:ext>
            </a:extLst>
          </p:cNvPr>
          <p:cNvSpPr>
            <a:spLocks noGrp="1"/>
          </p:cNvSpPr>
          <p:nvPr>
            <p:ph type="body" idx="1"/>
          </p:nvPr>
        </p:nvSpPr>
        <p:spPr>
          <a:xfrm>
            <a:off x="381001" y="1596895"/>
            <a:ext cx="5094766" cy="1214885"/>
          </a:xfrm>
        </p:spPr>
        <p:txBody>
          <a:bodyPr/>
          <a:lstStyle/>
          <a:p>
            <a:pPr marL="285750" indent="-285750" algn="l" fontAlgn="b">
              <a:spcAft>
                <a:spcPts val="600"/>
              </a:spcAft>
              <a:buClr>
                <a:schemeClr val="accent2"/>
              </a:buClr>
              <a:buSzPct val="130000"/>
              <a:buFont typeface="Wingdings" panose="05000000000000000000" pitchFamily="2" charset="2"/>
              <a:buChar char="q"/>
            </a:pPr>
            <a:r>
              <a:rPr lang="en-US" sz="1600" noProof="0" dirty="0"/>
              <a:t>I extrapolate according to previous years</a:t>
            </a:r>
          </a:p>
          <a:p>
            <a:pPr marL="285750" indent="-285750" algn="l" fontAlgn="b">
              <a:spcAft>
                <a:spcPts val="600"/>
              </a:spcAft>
              <a:buClr>
                <a:schemeClr val="accent2"/>
              </a:buClr>
              <a:buSzPct val="130000"/>
              <a:buFont typeface="Wingdings" panose="05000000000000000000" pitchFamily="2" charset="2"/>
              <a:buChar char="q"/>
            </a:pPr>
            <a:r>
              <a:rPr lang="en-US" sz="1600" noProof="0" dirty="0"/>
              <a:t>I just report X-2 data for X-1</a:t>
            </a:r>
          </a:p>
          <a:p>
            <a:pPr marL="285750" indent="-285750" algn="l" fontAlgn="b">
              <a:spcAft>
                <a:spcPts val="600"/>
              </a:spcAft>
              <a:buClr>
                <a:schemeClr val="accent2"/>
              </a:buClr>
              <a:buSzPct val="130000"/>
              <a:buFont typeface="Wingdings" panose="05000000000000000000" pitchFamily="2" charset="2"/>
              <a:buChar char="q"/>
            </a:pPr>
            <a:r>
              <a:rPr lang="en-US" sz="1600" noProof="0" dirty="0"/>
              <a:t>I use projections</a:t>
            </a:r>
          </a:p>
        </p:txBody>
      </p:sp>
      <p:pic>
        <p:nvPicPr>
          <p:cNvPr id="4" name="Graphique 3" descr="Questions contour">
            <a:extLst>
              <a:ext uri="{FF2B5EF4-FFF2-40B4-BE49-F238E27FC236}">
                <a16:creationId xmlns:a16="http://schemas.microsoft.com/office/drawing/2014/main" id="{B611F9DF-BEC0-7084-9D72-92260224A3D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20293" y="1596895"/>
            <a:ext cx="914400" cy="914400"/>
          </a:xfrm>
          <a:prstGeom prst="rect">
            <a:avLst/>
          </a:prstGeom>
        </p:spPr>
      </p:pic>
    </p:spTree>
    <p:extLst>
      <p:ext uri="{BB962C8B-B14F-4D97-AF65-F5344CB8AC3E}">
        <p14:creationId xmlns:p14="http://schemas.microsoft.com/office/powerpoint/2010/main" val="3724719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A4CED-AB2C-0DC2-21B1-0913219B05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A0B11C-4D58-5714-E54E-C92895152A6A}"/>
              </a:ext>
            </a:extLst>
          </p:cNvPr>
          <p:cNvSpPr>
            <a:spLocks noGrp="1"/>
          </p:cNvSpPr>
          <p:nvPr>
            <p:ph type="title"/>
          </p:nvPr>
        </p:nvSpPr>
        <p:spPr>
          <a:xfrm>
            <a:off x="381000" y="384247"/>
            <a:ext cx="9403079" cy="457200"/>
          </a:xfrm>
        </p:spPr>
        <p:txBody>
          <a:bodyPr/>
          <a:lstStyle/>
          <a:p>
            <a:r>
              <a:rPr lang="en-US" sz="3200" noProof="0" dirty="0"/>
              <a:t>5/6 I have no available data (no X-1, no indicator)</a:t>
            </a:r>
          </a:p>
        </p:txBody>
      </p:sp>
      <p:sp>
        <p:nvSpPr>
          <p:cNvPr id="5" name="Slide Number Placeholder 4">
            <a:extLst>
              <a:ext uri="{FF2B5EF4-FFF2-40B4-BE49-F238E27FC236}">
                <a16:creationId xmlns:a16="http://schemas.microsoft.com/office/drawing/2014/main" id="{598825D2-E846-43A9-8811-07CD7218F746}"/>
              </a:ext>
            </a:extLst>
          </p:cNvPr>
          <p:cNvSpPr>
            <a:spLocks noGrp="1"/>
          </p:cNvSpPr>
          <p:nvPr>
            <p:ph type="sldNum" sz="quarter" idx="4"/>
          </p:nvPr>
        </p:nvSpPr>
        <p:spPr/>
        <p:txBody>
          <a:bodyPr/>
          <a:lstStyle/>
          <a:p>
            <a:fld id="{909D9AA9-2800-6742-B3AC-1FC34B18C60A}" type="slidenum">
              <a:rPr lang="en-US" noProof="0" smtClean="0"/>
              <a:pPr/>
              <a:t>11</a:t>
            </a:fld>
            <a:endParaRPr lang="en-US" noProof="0" dirty="0"/>
          </a:p>
        </p:txBody>
      </p:sp>
      <p:sp>
        <p:nvSpPr>
          <p:cNvPr id="8" name="Espace réservé du texte 3">
            <a:extLst>
              <a:ext uri="{FF2B5EF4-FFF2-40B4-BE49-F238E27FC236}">
                <a16:creationId xmlns:a16="http://schemas.microsoft.com/office/drawing/2014/main" id="{314D82DC-FF59-7E82-4085-17CF3D05CBFA}"/>
              </a:ext>
            </a:extLst>
          </p:cNvPr>
          <p:cNvSpPr>
            <a:spLocks noGrp="1"/>
          </p:cNvSpPr>
          <p:nvPr>
            <p:ph type="body" idx="1"/>
          </p:nvPr>
        </p:nvSpPr>
        <p:spPr>
          <a:xfrm>
            <a:off x="381001" y="1596895"/>
            <a:ext cx="5094766" cy="1214885"/>
          </a:xfrm>
        </p:spPr>
        <p:txBody>
          <a:bodyPr/>
          <a:lstStyle/>
          <a:p>
            <a:pPr algn="l" fontAlgn="b">
              <a:spcAft>
                <a:spcPts val="600"/>
              </a:spcAft>
              <a:buClr>
                <a:schemeClr val="bg2"/>
              </a:buClr>
              <a:buSzPct val="130000"/>
              <a:buFont typeface="Wingdings" panose="05000000000000000000" pitchFamily="2" charset="2"/>
              <a:buChar char="ü"/>
            </a:pPr>
            <a:r>
              <a:rPr lang="en-US" sz="1600" noProof="0" dirty="0"/>
              <a:t>I extrapolate according to previous years</a:t>
            </a:r>
          </a:p>
          <a:p>
            <a:pPr fontAlgn="b">
              <a:spcAft>
                <a:spcPts val="600"/>
              </a:spcAft>
              <a:buClr>
                <a:schemeClr val="accent2"/>
              </a:buClr>
              <a:buSzPct val="130000"/>
              <a:buFont typeface="Wingdings" panose="05000000000000000000" pitchFamily="2" charset="2"/>
              <a:buChar char="ü"/>
            </a:pPr>
            <a:r>
              <a:rPr lang="en-US" sz="1600" noProof="0" dirty="0"/>
              <a:t>I just report X-2 data</a:t>
            </a:r>
            <a:r>
              <a:rPr lang="en-US" sz="1600" dirty="0"/>
              <a:t> for X-1</a:t>
            </a:r>
            <a:endParaRPr lang="en-US" sz="1600" noProof="0" dirty="0"/>
          </a:p>
          <a:p>
            <a:pPr algn="l" fontAlgn="b">
              <a:spcAft>
                <a:spcPts val="600"/>
              </a:spcAft>
              <a:buClr>
                <a:schemeClr val="bg2"/>
              </a:buClr>
              <a:buSzPct val="130000"/>
              <a:buFont typeface="Wingdings" panose="05000000000000000000" pitchFamily="2" charset="2"/>
              <a:buChar char="ü"/>
            </a:pPr>
            <a:r>
              <a:rPr lang="en-US" sz="1600" noProof="0" dirty="0"/>
              <a:t>I use projections</a:t>
            </a:r>
          </a:p>
        </p:txBody>
      </p:sp>
    </p:spTree>
    <p:extLst>
      <p:ext uri="{BB962C8B-B14F-4D97-AF65-F5344CB8AC3E}">
        <p14:creationId xmlns:p14="http://schemas.microsoft.com/office/powerpoint/2010/main" val="1474150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AE3E2-9A2E-C464-51E6-7CE1B94782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C41533-0528-379F-8383-A510F5C0929F}"/>
              </a:ext>
            </a:extLst>
          </p:cNvPr>
          <p:cNvSpPr>
            <a:spLocks noGrp="1"/>
          </p:cNvSpPr>
          <p:nvPr>
            <p:ph type="title"/>
          </p:nvPr>
        </p:nvSpPr>
        <p:spPr>
          <a:xfrm>
            <a:off x="381000" y="384247"/>
            <a:ext cx="9403079" cy="457200"/>
          </a:xfrm>
        </p:spPr>
        <p:txBody>
          <a:bodyPr/>
          <a:lstStyle/>
          <a:p>
            <a:r>
              <a:rPr lang="en-US" sz="3200" noProof="0" dirty="0"/>
              <a:t>6/6 I have energy consumption of one fuel but not by sub-sector</a:t>
            </a:r>
          </a:p>
        </p:txBody>
      </p:sp>
      <p:sp>
        <p:nvSpPr>
          <p:cNvPr id="5" name="Slide Number Placeholder 4">
            <a:extLst>
              <a:ext uri="{FF2B5EF4-FFF2-40B4-BE49-F238E27FC236}">
                <a16:creationId xmlns:a16="http://schemas.microsoft.com/office/drawing/2014/main" id="{C1C9E832-4748-15E8-BBFC-09BCA185A1D0}"/>
              </a:ext>
            </a:extLst>
          </p:cNvPr>
          <p:cNvSpPr>
            <a:spLocks noGrp="1"/>
          </p:cNvSpPr>
          <p:nvPr>
            <p:ph type="sldNum" sz="quarter" idx="4"/>
          </p:nvPr>
        </p:nvSpPr>
        <p:spPr/>
        <p:txBody>
          <a:bodyPr/>
          <a:lstStyle/>
          <a:p>
            <a:fld id="{909D9AA9-2800-6742-B3AC-1FC34B18C60A}" type="slidenum">
              <a:rPr lang="en-US" noProof="0" smtClean="0"/>
              <a:pPr/>
              <a:t>12</a:t>
            </a:fld>
            <a:endParaRPr lang="en-US" noProof="0" dirty="0"/>
          </a:p>
        </p:txBody>
      </p:sp>
      <p:sp>
        <p:nvSpPr>
          <p:cNvPr id="8" name="Espace réservé du texte 3">
            <a:extLst>
              <a:ext uri="{FF2B5EF4-FFF2-40B4-BE49-F238E27FC236}">
                <a16:creationId xmlns:a16="http://schemas.microsoft.com/office/drawing/2014/main" id="{812652CF-BBED-0A39-D2B6-E3E70F410560}"/>
              </a:ext>
            </a:extLst>
          </p:cNvPr>
          <p:cNvSpPr>
            <a:spLocks noGrp="1"/>
          </p:cNvSpPr>
          <p:nvPr>
            <p:ph type="body" idx="1"/>
          </p:nvPr>
        </p:nvSpPr>
        <p:spPr>
          <a:xfrm>
            <a:off x="381000" y="1596895"/>
            <a:ext cx="5978236" cy="1214885"/>
          </a:xfrm>
        </p:spPr>
        <p:txBody>
          <a:bodyPr/>
          <a:lstStyle/>
          <a:p>
            <a:pPr marL="285750" indent="-285750" algn="l" fontAlgn="b">
              <a:spcAft>
                <a:spcPts val="600"/>
              </a:spcAft>
              <a:buClr>
                <a:schemeClr val="accent2"/>
              </a:buClr>
              <a:buSzPct val="130000"/>
              <a:buFont typeface="Wingdings" panose="05000000000000000000" pitchFamily="2" charset="2"/>
              <a:buChar char="q"/>
            </a:pPr>
            <a:r>
              <a:rPr lang="en-US" sz="1600" noProof="0" dirty="0"/>
              <a:t>I calculate a pro-rata consumption by sub-sector of the year X-2</a:t>
            </a:r>
          </a:p>
          <a:p>
            <a:pPr marL="285750" indent="-285750" algn="l" fontAlgn="b">
              <a:spcAft>
                <a:spcPts val="600"/>
              </a:spcAft>
              <a:buClr>
                <a:schemeClr val="accent2"/>
              </a:buClr>
              <a:buSzPct val="130000"/>
              <a:buFont typeface="Wingdings" panose="05000000000000000000" pitchFamily="2" charset="2"/>
              <a:buChar char="q"/>
            </a:pPr>
            <a:r>
              <a:rPr lang="en-US" sz="1600" noProof="0" dirty="0"/>
              <a:t>I just report X-2 data</a:t>
            </a:r>
          </a:p>
          <a:p>
            <a:pPr marL="285750" indent="-285750" algn="l" fontAlgn="b">
              <a:spcAft>
                <a:spcPts val="600"/>
              </a:spcAft>
              <a:buClr>
                <a:schemeClr val="accent2"/>
              </a:buClr>
              <a:buSzPct val="130000"/>
              <a:buFont typeface="Wingdings" panose="05000000000000000000" pitchFamily="2" charset="2"/>
              <a:buChar char="q"/>
            </a:pPr>
            <a:r>
              <a:rPr lang="en-US" sz="1600" noProof="0" dirty="0"/>
              <a:t>I use it for different sub</a:t>
            </a:r>
            <a:r>
              <a:rPr lang="en-US" sz="1600" dirty="0"/>
              <a:t>-</a:t>
            </a:r>
            <a:r>
              <a:rPr lang="en-US" sz="1600" noProof="0" dirty="0"/>
              <a:t>sectors for the same fuel</a:t>
            </a:r>
          </a:p>
        </p:txBody>
      </p:sp>
      <p:pic>
        <p:nvPicPr>
          <p:cNvPr id="4" name="Graphique 3" descr="Questions contour">
            <a:extLst>
              <a:ext uri="{FF2B5EF4-FFF2-40B4-BE49-F238E27FC236}">
                <a16:creationId xmlns:a16="http://schemas.microsoft.com/office/drawing/2014/main" id="{AEA4950B-69C1-C908-3157-EE689055B70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74623" y="1562605"/>
            <a:ext cx="914400" cy="914400"/>
          </a:xfrm>
          <a:prstGeom prst="rect">
            <a:avLst/>
          </a:prstGeom>
        </p:spPr>
      </p:pic>
    </p:spTree>
    <p:extLst>
      <p:ext uri="{BB962C8B-B14F-4D97-AF65-F5344CB8AC3E}">
        <p14:creationId xmlns:p14="http://schemas.microsoft.com/office/powerpoint/2010/main" val="2363390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2CCFE-69C5-0C79-1174-0F38ABC1A2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25F4B2-560C-AF89-2151-01D0BFEA24A8}"/>
              </a:ext>
            </a:extLst>
          </p:cNvPr>
          <p:cNvSpPr>
            <a:spLocks noGrp="1"/>
          </p:cNvSpPr>
          <p:nvPr>
            <p:ph type="title"/>
          </p:nvPr>
        </p:nvSpPr>
        <p:spPr>
          <a:xfrm>
            <a:off x="381000" y="384247"/>
            <a:ext cx="9403079" cy="457200"/>
          </a:xfrm>
        </p:spPr>
        <p:txBody>
          <a:bodyPr/>
          <a:lstStyle/>
          <a:p>
            <a:r>
              <a:rPr lang="en-US" sz="3200" noProof="0" dirty="0"/>
              <a:t>6/6 I have energy consumption of one fuel but not by sector</a:t>
            </a:r>
          </a:p>
        </p:txBody>
      </p:sp>
      <p:sp>
        <p:nvSpPr>
          <p:cNvPr id="5" name="Slide Number Placeholder 4">
            <a:extLst>
              <a:ext uri="{FF2B5EF4-FFF2-40B4-BE49-F238E27FC236}">
                <a16:creationId xmlns:a16="http://schemas.microsoft.com/office/drawing/2014/main" id="{B701EF4A-631D-AB88-6474-3ABD19E5A2E5}"/>
              </a:ext>
            </a:extLst>
          </p:cNvPr>
          <p:cNvSpPr>
            <a:spLocks noGrp="1"/>
          </p:cNvSpPr>
          <p:nvPr>
            <p:ph type="sldNum" sz="quarter" idx="4"/>
          </p:nvPr>
        </p:nvSpPr>
        <p:spPr/>
        <p:txBody>
          <a:bodyPr/>
          <a:lstStyle/>
          <a:p>
            <a:fld id="{909D9AA9-2800-6742-B3AC-1FC34B18C60A}" type="slidenum">
              <a:rPr lang="en-US" noProof="0" smtClean="0"/>
              <a:pPr/>
              <a:t>13</a:t>
            </a:fld>
            <a:endParaRPr lang="en-US" noProof="0" dirty="0"/>
          </a:p>
        </p:txBody>
      </p:sp>
      <p:sp>
        <p:nvSpPr>
          <p:cNvPr id="8" name="Espace réservé du texte 3">
            <a:extLst>
              <a:ext uri="{FF2B5EF4-FFF2-40B4-BE49-F238E27FC236}">
                <a16:creationId xmlns:a16="http://schemas.microsoft.com/office/drawing/2014/main" id="{E42F39B8-D92A-08BC-5630-AE34C38A6D29}"/>
              </a:ext>
            </a:extLst>
          </p:cNvPr>
          <p:cNvSpPr>
            <a:spLocks noGrp="1"/>
          </p:cNvSpPr>
          <p:nvPr>
            <p:ph type="body" idx="1"/>
          </p:nvPr>
        </p:nvSpPr>
        <p:spPr>
          <a:xfrm>
            <a:off x="381000" y="1596895"/>
            <a:ext cx="6177742" cy="1214885"/>
          </a:xfrm>
        </p:spPr>
        <p:txBody>
          <a:bodyPr/>
          <a:lstStyle/>
          <a:p>
            <a:pPr marL="285750" indent="-285750" algn="l" fontAlgn="b">
              <a:spcAft>
                <a:spcPts val="600"/>
              </a:spcAft>
              <a:buClr>
                <a:schemeClr val="bg2"/>
              </a:buClr>
              <a:buSzPct val="130000"/>
              <a:buFont typeface="Wingdings" panose="05000000000000000000" pitchFamily="2" charset="2"/>
              <a:buChar char="q"/>
            </a:pPr>
            <a:r>
              <a:rPr lang="en-US" sz="1600" noProof="0" dirty="0">
                <a:solidFill>
                  <a:schemeClr val="bg2"/>
                </a:solidFill>
              </a:rPr>
              <a:t>I calculate a pro-rata consumption by sub-sector of the year X-2</a:t>
            </a:r>
          </a:p>
          <a:p>
            <a:pPr marL="285750" indent="-285750" algn="l" fontAlgn="b">
              <a:spcAft>
                <a:spcPts val="600"/>
              </a:spcAft>
              <a:buClr>
                <a:schemeClr val="bg2"/>
              </a:buClr>
              <a:buSzPct val="130000"/>
              <a:buFont typeface="Wingdings" panose="05000000000000000000" pitchFamily="2" charset="2"/>
              <a:buChar char="q"/>
            </a:pPr>
            <a:r>
              <a:rPr lang="en-US" sz="1600" noProof="0" dirty="0">
                <a:solidFill>
                  <a:schemeClr val="bg2"/>
                </a:solidFill>
              </a:rPr>
              <a:t>I just report X-2 data</a:t>
            </a:r>
          </a:p>
          <a:p>
            <a:pPr algn="l" fontAlgn="b">
              <a:spcAft>
                <a:spcPts val="600"/>
              </a:spcAft>
              <a:buClr>
                <a:schemeClr val="accent2"/>
              </a:buClr>
              <a:buSzPct val="130000"/>
              <a:buFont typeface="Wingdings" panose="05000000000000000000" pitchFamily="2" charset="2"/>
              <a:buChar char="ü"/>
            </a:pPr>
            <a:r>
              <a:rPr lang="en-US" sz="1600" noProof="0" dirty="0"/>
              <a:t>I use it for different sub-sectors for the same fuel</a:t>
            </a:r>
          </a:p>
        </p:txBody>
      </p:sp>
    </p:spTree>
    <p:extLst>
      <p:ext uri="{BB962C8B-B14F-4D97-AF65-F5344CB8AC3E}">
        <p14:creationId xmlns:p14="http://schemas.microsoft.com/office/powerpoint/2010/main" val="2988444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6">
            <a:extLst>
              <a:ext uri="{FF2B5EF4-FFF2-40B4-BE49-F238E27FC236}">
                <a16:creationId xmlns:a16="http://schemas.microsoft.com/office/drawing/2014/main" id="{B4556FEA-D65A-2646-A854-BEEAB30BFFBF}"/>
              </a:ext>
            </a:extLst>
          </p:cNvPr>
          <p:cNvSpPr txBox="1"/>
          <p:nvPr/>
        </p:nvSpPr>
        <p:spPr>
          <a:xfrm>
            <a:off x="6221996" y="377948"/>
            <a:ext cx="3193415" cy="1449115"/>
          </a:xfrm>
          <a:prstGeom prst="rect">
            <a:avLst/>
          </a:prstGeom>
        </p:spPr>
        <p:txBody>
          <a:bodyPr vert="horz" wrap="square" lIns="0" tIns="12700" rIns="0" bIns="0" rtlCol="0">
            <a:spAutoFit/>
          </a:bodyPr>
          <a:lstStyle/>
          <a:p>
            <a:pPr>
              <a:lnSpc>
                <a:spcPct val="107000"/>
              </a:lnSpc>
              <a:spcAft>
                <a:spcPts val="800"/>
              </a:spcAft>
            </a:pPr>
            <a:r>
              <a:rPr lang="en-US" sz="950" b="1" spc="-10" noProof="0" dirty="0">
                <a:solidFill>
                  <a:srgbClr val="005399"/>
                </a:solidFill>
                <a:latin typeface="Aptos" panose="020B0004020202020204" pitchFamily="34" charset="0"/>
              </a:rPr>
              <a:t>Citepa is an association that guides players in the ecological transition in France and around the world.</a:t>
            </a:r>
          </a:p>
          <a:p>
            <a:pPr>
              <a:lnSpc>
                <a:spcPct val="107000"/>
              </a:lnSpc>
              <a:spcAft>
                <a:spcPts val="800"/>
              </a:spcAft>
            </a:pPr>
            <a:r>
              <a:rPr lang="en-US" sz="950" noProof="0" dirty="0">
                <a:solidFill>
                  <a:srgbClr val="005399"/>
                </a:solidFill>
                <a:latin typeface="Aptos" panose="020B0004020202020204" pitchFamily="34" charset="0"/>
              </a:rPr>
              <a:t>It assesses the impact of human activities on climate and air pollution. It produces reference data and develops solutions to encourage action to reduce emissions, improve air quality and adapt to climate change.</a:t>
            </a:r>
          </a:p>
          <a:p>
            <a:r>
              <a:rPr lang="en-US" sz="950" noProof="0" dirty="0">
                <a:solidFill>
                  <a:srgbClr val="005399"/>
                </a:solidFill>
                <a:latin typeface="Aptos" panose="020B0004020202020204" pitchFamily="34" charset="0"/>
              </a:rPr>
              <a:t>Our multidisciplinary team contributes to building a sustainable world.</a:t>
            </a:r>
            <a:endParaRPr lang="en-US" sz="950" noProof="0" dirty="0">
              <a:latin typeface="Aptos" panose="020B0004020202020204" pitchFamily="34" charset="0"/>
              <a:cs typeface="Circular Std Bold Italic"/>
            </a:endParaRPr>
          </a:p>
        </p:txBody>
      </p:sp>
      <p:sp>
        <p:nvSpPr>
          <p:cNvPr id="11" name="object 5">
            <a:extLst>
              <a:ext uri="{FF2B5EF4-FFF2-40B4-BE49-F238E27FC236}">
                <a16:creationId xmlns:a16="http://schemas.microsoft.com/office/drawing/2014/main" id="{D8E9EFD9-6574-3086-6675-204A5091F758}"/>
              </a:ext>
            </a:extLst>
          </p:cNvPr>
          <p:cNvSpPr/>
          <p:nvPr/>
        </p:nvSpPr>
        <p:spPr>
          <a:xfrm>
            <a:off x="6518658" y="6248467"/>
            <a:ext cx="63500" cy="184785"/>
          </a:xfrm>
          <a:custGeom>
            <a:avLst/>
            <a:gdLst/>
            <a:ahLst/>
            <a:cxnLst/>
            <a:rect l="l" t="t" r="r" b="b"/>
            <a:pathLst>
              <a:path w="63500" h="184785">
                <a:moveTo>
                  <a:pt x="63004" y="0"/>
                </a:moveTo>
                <a:lnTo>
                  <a:pt x="0" y="0"/>
                </a:lnTo>
                <a:lnTo>
                  <a:pt x="0" y="184277"/>
                </a:lnTo>
                <a:lnTo>
                  <a:pt x="63004" y="184277"/>
                </a:lnTo>
                <a:lnTo>
                  <a:pt x="63004" y="0"/>
                </a:lnTo>
                <a:close/>
              </a:path>
            </a:pathLst>
          </a:custGeom>
          <a:solidFill>
            <a:srgbClr val="005399"/>
          </a:solidFill>
        </p:spPr>
        <p:txBody>
          <a:bodyPr wrap="square" lIns="0" tIns="0" rIns="0" bIns="0" rtlCol="0"/>
          <a:lstStyle/>
          <a:p>
            <a:endParaRPr lang="en-US" noProof="0" dirty="0"/>
          </a:p>
        </p:txBody>
      </p:sp>
      <p:sp>
        <p:nvSpPr>
          <p:cNvPr id="12" name="object 3">
            <a:extLst>
              <a:ext uri="{FF2B5EF4-FFF2-40B4-BE49-F238E27FC236}">
                <a16:creationId xmlns:a16="http://schemas.microsoft.com/office/drawing/2014/main" id="{4EE7E82E-52DF-7074-E97F-14E886412530}"/>
              </a:ext>
            </a:extLst>
          </p:cNvPr>
          <p:cNvSpPr txBox="1"/>
          <p:nvPr/>
        </p:nvSpPr>
        <p:spPr>
          <a:xfrm>
            <a:off x="8018009" y="6208044"/>
            <a:ext cx="836215" cy="256480"/>
          </a:xfrm>
          <a:prstGeom prst="rect">
            <a:avLst/>
          </a:prstGeom>
        </p:spPr>
        <p:txBody>
          <a:bodyPr vert="horz" wrap="square" lIns="0" tIns="12700" rIns="0" bIns="0" rtlCol="0">
            <a:spAutoFit/>
          </a:bodyPr>
          <a:lstStyle/>
          <a:p>
            <a:pPr marL="12700">
              <a:lnSpc>
                <a:spcPts val="850"/>
              </a:lnSpc>
              <a:spcBef>
                <a:spcPts val="100"/>
              </a:spcBef>
            </a:pPr>
            <a:r>
              <a:rPr lang="en-US" sz="750" noProof="0" dirty="0">
                <a:solidFill>
                  <a:srgbClr val="005399"/>
                </a:solidFill>
                <a:latin typeface="Aptos"/>
                <a:cs typeface="Aptos"/>
              </a:rPr>
              <a:t>0033 144</a:t>
            </a:r>
            <a:r>
              <a:rPr lang="en-US" sz="750" spc="-10" noProof="0" dirty="0">
                <a:solidFill>
                  <a:srgbClr val="005399"/>
                </a:solidFill>
                <a:latin typeface="Aptos"/>
                <a:cs typeface="Aptos"/>
              </a:rPr>
              <a:t> </a:t>
            </a:r>
            <a:r>
              <a:rPr lang="en-US" sz="750" noProof="0" dirty="0">
                <a:solidFill>
                  <a:srgbClr val="005399"/>
                </a:solidFill>
                <a:latin typeface="Aptos"/>
                <a:cs typeface="Aptos"/>
              </a:rPr>
              <a:t>836 8</a:t>
            </a:r>
            <a:r>
              <a:rPr lang="en-US" sz="750" spc="-25" noProof="0" dirty="0">
                <a:solidFill>
                  <a:srgbClr val="005399"/>
                </a:solidFill>
                <a:latin typeface="Aptos"/>
                <a:cs typeface="Aptos"/>
              </a:rPr>
              <a:t>83</a:t>
            </a:r>
          </a:p>
          <a:p>
            <a:pPr marL="12700">
              <a:lnSpc>
                <a:spcPts val="850"/>
              </a:lnSpc>
              <a:spcBef>
                <a:spcPts val="100"/>
              </a:spcBef>
            </a:pPr>
            <a:r>
              <a:rPr lang="en-US" sz="750" u="none" spc="-25" noProof="0" dirty="0">
                <a:ln>
                  <a:noFill/>
                </a:ln>
                <a:solidFill>
                  <a:srgbClr val="005399"/>
                </a:solidFill>
                <a:latin typeface="Aptos"/>
                <a:cs typeface="Aptos"/>
              </a:rPr>
              <a:t>infos@citepa.org</a:t>
            </a:r>
            <a:endParaRPr lang="en-US" sz="750" u="none" noProof="0" dirty="0">
              <a:ln>
                <a:noFill/>
              </a:ln>
              <a:solidFill>
                <a:srgbClr val="000000"/>
              </a:solidFill>
              <a:latin typeface="Aptos"/>
              <a:cs typeface="Aptos"/>
            </a:endParaRPr>
          </a:p>
        </p:txBody>
      </p:sp>
      <p:sp>
        <p:nvSpPr>
          <p:cNvPr id="13" name="object 4">
            <a:extLst>
              <a:ext uri="{FF2B5EF4-FFF2-40B4-BE49-F238E27FC236}">
                <a16:creationId xmlns:a16="http://schemas.microsoft.com/office/drawing/2014/main" id="{95A74085-4D43-2011-5446-22B0BC5D3417}"/>
              </a:ext>
            </a:extLst>
          </p:cNvPr>
          <p:cNvSpPr txBox="1"/>
          <p:nvPr/>
        </p:nvSpPr>
        <p:spPr>
          <a:xfrm>
            <a:off x="9076523" y="6335076"/>
            <a:ext cx="461645" cy="139700"/>
          </a:xfrm>
          <a:prstGeom prst="rect">
            <a:avLst/>
          </a:prstGeom>
        </p:spPr>
        <p:txBody>
          <a:bodyPr vert="horz" wrap="square" lIns="0" tIns="12700" rIns="0" bIns="0" rtlCol="0">
            <a:spAutoFit/>
          </a:bodyPr>
          <a:lstStyle/>
          <a:p>
            <a:pPr marL="12700">
              <a:lnSpc>
                <a:spcPct val="100000"/>
              </a:lnSpc>
              <a:spcBef>
                <a:spcPts val="100"/>
              </a:spcBef>
            </a:pPr>
            <a:r>
              <a:rPr lang="en-US" sz="750" b="1" spc="-10" noProof="0" dirty="0">
                <a:solidFill>
                  <a:srgbClr val="29A457"/>
                </a:solidFill>
                <a:latin typeface="Aptos"/>
                <a:cs typeface="Aptos"/>
              </a:rPr>
              <a:t>citepa.org</a:t>
            </a:r>
            <a:endParaRPr lang="en-US" sz="750" noProof="0" dirty="0">
              <a:latin typeface="Aptos"/>
              <a:cs typeface="Aptos"/>
            </a:endParaRPr>
          </a:p>
        </p:txBody>
      </p:sp>
      <p:sp>
        <p:nvSpPr>
          <p:cNvPr id="14" name="object 2">
            <a:extLst>
              <a:ext uri="{FF2B5EF4-FFF2-40B4-BE49-F238E27FC236}">
                <a16:creationId xmlns:a16="http://schemas.microsoft.com/office/drawing/2014/main" id="{29CD6A1D-77BC-4282-675C-6C9ECAB37325}"/>
              </a:ext>
            </a:extLst>
          </p:cNvPr>
          <p:cNvSpPr txBox="1"/>
          <p:nvPr/>
        </p:nvSpPr>
        <p:spPr>
          <a:xfrm>
            <a:off x="6883963" y="6233444"/>
            <a:ext cx="728345" cy="241935"/>
          </a:xfrm>
          <a:prstGeom prst="rect">
            <a:avLst/>
          </a:prstGeom>
        </p:spPr>
        <p:txBody>
          <a:bodyPr vert="horz" wrap="square" lIns="0" tIns="26670" rIns="0" bIns="0" rtlCol="0">
            <a:spAutoFit/>
          </a:bodyPr>
          <a:lstStyle/>
          <a:p>
            <a:pPr marL="12700" marR="5080">
              <a:lnSpc>
                <a:spcPts val="800"/>
              </a:lnSpc>
              <a:spcBef>
                <a:spcPts val="210"/>
              </a:spcBef>
            </a:pPr>
            <a:r>
              <a:rPr lang="en-US" sz="750" noProof="0" dirty="0">
                <a:solidFill>
                  <a:srgbClr val="005399"/>
                </a:solidFill>
                <a:latin typeface="Aptos"/>
                <a:cs typeface="Aptos"/>
              </a:rPr>
              <a:t>42</a:t>
            </a:r>
            <a:r>
              <a:rPr lang="en-US" sz="750" spc="-20" noProof="0" dirty="0">
                <a:solidFill>
                  <a:srgbClr val="005399"/>
                </a:solidFill>
                <a:latin typeface="Aptos"/>
                <a:cs typeface="Aptos"/>
              </a:rPr>
              <a:t> </a:t>
            </a:r>
            <a:r>
              <a:rPr lang="en-US" sz="750" noProof="0" dirty="0">
                <a:solidFill>
                  <a:srgbClr val="005399"/>
                </a:solidFill>
                <a:latin typeface="Aptos"/>
                <a:cs typeface="Aptos"/>
              </a:rPr>
              <a:t>rue</a:t>
            </a:r>
            <a:r>
              <a:rPr lang="en-US" sz="750" spc="-15" noProof="0" dirty="0">
                <a:solidFill>
                  <a:srgbClr val="005399"/>
                </a:solidFill>
                <a:latin typeface="Aptos"/>
                <a:cs typeface="Aptos"/>
              </a:rPr>
              <a:t> </a:t>
            </a:r>
            <a:r>
              <a:rPr lang="en-US" sz="750" noProof="0" dirty="0">
                <a:solidFill>
                  <a:srgbClr val="005399"/>
                </a:solidFill>
                <a:latin typeface="Aptos"/>
                <a:cs typeface="Aptos"/>
              </a:rPr>
              <a:t>de</a:t>
            </a:r>
            <a:r>
              <a:rPr lang="en-US" sz="750" spc="-15" noProof="0" dirty="0">
                <a:solidFill>
                  <a:srgbClr val="005399"/>
                </a:solidFill>
                <a:latin typeface="Aptos"/>
                <a:cs typeface="Aptos"/>
              </a:rPr>
              <a:t> </a:t>
            </a:r>
            <a:r>
              <a:rPr lang="en-US" sz="750" spc="-10" noProof="0" dirty="0">
                <a:solidFill>
                  <a:srgbClr val="005399"/>
                </a:solidFill>
                <a:latin typeface="Aptos"/>
                <a:cs typeface="Aptos"/>
              </a:rPr>
              <a:t>Paradis</a:t>
            </a:r>
            <a:r>
              <a:rPr lang="en-US" sz="750" spc="500" noProof="0" dirty="0">
                <a:solidFill>
                  <a:srgbClr val="005399"/>
                </a:solidFill>
                <a:latin typeface="Aptos"/>
                <a:cs typeface="Aptos"/>
              </a:rPr>
              <a:t> </a:t>
            </a:r>
            <a:r>
              <a:rPr lang="en-US" sz="750" noProof="0" dirty="0">
                <a:solidFill>
                  <a:srgbClr val="005399"/>
                </a:solidFill>
                <a:latin typeface="Aptos"/>
                <a:cs typeface="Aptos"/>
              </a:rPr>
              <a:t>75010</a:t>
            </a:r>
            <a:r>
              <a:rPr lang="en-US" sz="750" spc="-25" noProof="0" dirty="0">
                <a:solidFill>
                  <a:srgbClr val="005399"/>
                </a:solidFill>
                <a:latin typeface="Aptos"/>
                <a:cs typeface="Aptos"/>
              </a:rPr>
              <a:t> </a:t>
            </a:r>
            <a:r>
              <a:rPr lang="en-US" sz="750" spc="-10" noProof="0" dirty="0">
                <a:solidFill>
                  <a:srgbClr val="005399"/>
                </a:solidFill>
                <a:latin typeface="Aptos"/>
                <a:cs typeface="Aptos"/>
              </a:rPr>
              <a:t>Paris</a:t>
            </a:r>
            <a:endParaRPr lang="en-US" sz="750" noProof="0" dirty="0">
              <a:latin typeface="Aptos"/>
              <a:cs typeface="Aptos"/>
            </a:endParaRPr>
          </a:p>
        </p:txBody>
      </p:sp>
      <p:sp>
        <p:nvSpPr>
          <p:cNvPr id="3" name="Rectangle 2">
            <a:extLst>
              <a:ext uri="{FF2B5EF4-FFF2-40B4-BE49-F238E27FC236}">
                <a16:creationId xmlns:a16="http://schemas.microsoft.com/office/drawing/2014/main" id="{E0F770EB-449B-0A6F-A341-5007C2AEA25B}"/>
              </a:ext>
            </a:extLst>
          </p:cNvPr>
          <p:cNvSpPr/>
          <p:nvPr/>
        </p:nvSpPr>
        <p:spPr>
          <a:xfrm>
            <a:off x="0" y="-14448"/>
            <a:ext cx="5028073" cy="6891783"/>
          </a:xfrm>
          <a:prstGeom prst="rect">
            <a:avLst/>
          </a:prstGeom>
          <a:solidFill>
            <a:srgbClr val="00488B"/>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kern="0"/>
            </a:defPPr>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en-US" noProof="0" dirty="0"/>
          </a:p>
        </p:txBody>
      </p:sp>
      <p:sp>
        <p:nvSpPr>
          <p:cNvPr id="5" name="ZoneTexte 4">
            <a:extLst>
              <a:ext uri="{FF2B5EF4-FFF2-40B4-BE49-F238E27FC236}">
                <a16:creationId xmlns:a16="http://schemas.microsoft.com/office/drawing/2014/main" id="{BA5121D3-973F-824E-9D4E-1C96E8D35047}"/>
              </a:ext>
            </a:extLst>
          </p:cNvPr>
          <p:cNvSpPr txBox="1"/>
          <p:nvPr/>
        </p:nvSpPr>
        <p:spPr>
          <a:xfrm>
            <a:off x="827676" y="2165403"/>
            <a:ext cx="329272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000" noProof="0" dirty="0">
                <a:solidFill>
                  <a:schemeClr val="bg1"/>
                </a:solidFill>
                <a:latin typeface="Aptos Display"/>
              </a:rPr>
              <a:t>Thank you for your attention</a:t>
            </a:r>
          </a:p>
        </p:txBody>
      </p:sp>
      <p:pic>
        <p:nvPicPr>
          <p:cNvPr id="2" name="Graphique 1">
            <a:extLst>
              <a:ext uri="{FF2B5EF4-FFF2-40B4-BE49-F238E27FC236}">
                <a16:creationId xmlns:a16="http://schemas.microsoft.com/office/drawing/2014/main" id="{F4E29529-4EDF-E88A-3F0F-781EC72E02F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72486" y="2165403"/>
            <a:ext cx="2404037" cy="722854"/>
          </a:xfrm>
          <a:prstGeom prst="rect">
            <a:avLst/>
          </a:prstGeom>
        </p:spPr>
      </p:pic>
    </p:spTree>
    <p:extLst>
      <p:ext uri="{BB962C8B-B14F-4D97-AF65-F5344CB8AC3E}">
        <p14:creationId xmlns:p14="http://schemas.microsoft.com/office/powerpoint/2010/main" val="2070119259"/>
      </p:ext>
    </p:extLst>
  </p:cSld>
  <p:clrMapOvr>
    <a:masterClrMapping/>
  </p:clrMapOvr>
</p:sld>
</file>

<file path=ppt/theme/theme1.xml><?xml version="1.0" encoding="utf-8"?>
<a:theme xmlns:a="http://schemas.openxmlformats.org/drawingml/2006/main" name="Conception personnalisé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Conception personnalisé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1_Office Them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onception personnalisé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1_Conception personnalisé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1_Office Them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3_Conception personnalisé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1_Office Them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_Conception personnalisé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0.xml><?xml version="1.0" encoding="utf-8"?>
<a:theme xmlns:a="http://schemas.openxmlformats.org/drawingml/2006/main" name="Conception personnalisé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A9E40BF7383784999BA1B34A435B410" ma:contentTypeVersion="0" ma:contentTypeDescription="Create a new document." ma:contentTypeScope="" ma:versionID="a4651880fff225387c0ad42ddaada4a2">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689F675-3E38-49BD-8E71-035DDB14BA7E}">
  <ds:schemaRefs>
    <ds:schemaRef ds:uri="http://schemas.microsoft.com/sharepoint/v3/contenttype/forms"/>
  </ds:schemaRefs>
</ds:datastoreItem>
</file>

<file path=customXml/itemProps2.xml><?xml version="1.0" encoding="utf-8"?>
<ds:datastoreItem xmlns:ds="http://schemas.openxmlformats.org/officeDocument/2006/customXml" ds:itemID="{030EB9CA-DC5A-4856-B828-4724E8AC1968}">
  <ds:schemaRefs>
    <ds:schemaRef ds:uri="6a719482-6e7f-454f-a5d4-f03a406291ce"/>
    <ds:schemaRef ds:uri="http://purl.org/dc/elements/1.1/"/>
    <ds:schemaRef ds:uri="http://schemas.openxmlformats.org/package/2006/metadata/core-properties"/>
    <ds:schemaRef ds:uri="http://schemas.microsoft.com/office/infopath/2007/PartnerControls"/>
    <ds:schemaRef ds:uri="http://schemas.microsoft.com/office/2006/metadata/properties"/>
    <ds:schemaRef ds:uri="http://purl.org/dc/terms/"/>
    <ds:schemaRef ds:uri="3331daee-1646-4c3a-8c45-78356b5a9d77"/>
    <ds:schemaRef ds:uri="e7ea681a-bbea-4e4a-abe1-e1ae1a52e2ef"/>
    <ds:schemaRef ds:uri="http://schemas.microsoft.com/office/2006/documentManagement/types"/>
    <ds:schemaRef ds:uri="aa63012a-dca0-4847-9039-1b3f0d0527af"/>
    <ds:schemaRef ds:uri="http://www.w3.org/XML/1998/namespace"/>
    <ds:schemaRef ds:uri="http://purl.org/dc/dcmitype/"/>
  </ds:schemaRefs>
</ds:datastoreItem>
</file>

<file path=customXml/itemProps3.xml><?xml version="1.0" encoding="utf-8"?>
<ds:datastoreItem xmlns:ds="http://schemas.openxmlformats.org/officeDocument/2006/customXml" ds:itemID="{816BD5C3-4050-4532-B10B-091E58E64780}"/>
</file>

<file path=docProps/app.xml><?xml version="1.0" encoding="utf-8"?>
<Properties xmlns="http://schemas.openxmlformats.org/officeDocument/2006/extended-properties" xmlns:vt="http://schemas.openxmlformats.org/officeDocument/2006/docPropsVTypes">
  <Template/>
  <TotalTime>2348</TotalTime>
  <Words>498</Words>
  <Application>Microsoft Office PowerPoint</Application>
  <PresentationFormat>Format A4 (210 x 297 mm)</PresentationFormat>
  <Paragraphs>89</Paragraphs>
  <Slides>14</Slides>
  <Notes>12</Notes>
  <HiddenSlides>0</HiddenSlides>
  <MMClips>0</MMClips>
  <ScaleCrop>false</ScaleCrop>
  <HeadingPairs>
    <vt:vector size="6" baseType="variant">
      <vt:variant>
        <vt:lpstr>Polices utilisées</vt:lpstr>
      </vt:variant>
      <vt:variant>
        <vt:i4>6</vt:i4>
      </vt:variant>
      <vt:variant>
        <vt:lpstr>Thème</vt:lpstr>
      </vt:variant>
      <vt:variant>
        <vt:i4>10</vt:i4>
      </vt:variant>
      <vt:variant>
        <vt:lpstr>Titres des diapositives</vt:lpstr>
      </vt:variant>
      <vt:variant>
        <vt:i4>14</vt:i4>
      </vt:variant>
    </vt:vector>
  </HeadingPairs>
  <TitlesOfParts>
    <vt:vector size="30" baseType="lpstr">
      <vt:lpstr>Aptos</vt:lpstr>
      <vt:lpstr>Aptos Black</vt:lpstr>
      <vt:lpstr>Aptos Display</vt:lpstr>
      <vt:lpstr>Aptos Light</vt:lpstr>
      <vt:lpstr>Arial</vt:lpstr>
      <vt:lpstr>Wingdings</vt:lpstr>
      <vt:lpstr>Conception personnalisée</vt:lpstr>
      <vt:lpstr>1_Conception personnalisée</vt:lpstr>
      <vt:lpstr>1_Office Theme</vt:lpstr>
      <vt:lpstr>3_Conception personnalisée</vt:lpstr>
      <vt:lpstr>1_Conception personnalisée</vt:lpstr>
      <vt:lpstr>1_Office Theme</vt:lpstr>
      <vt:lpstr>3_Conception personnalisée</vt:lpstr>
      <vt:lpstr>1_Office Theme</vt:lpstr>
      <vt:lpstr>1_Conception personnalisée</vt:lpstr>
      <vt:lpstr>Conception personnalisée</vt:lpstr>
      <vt:lpstr>The proxy inventory Quizz exercises</vt:lpstr>
      <vt:lpstr>1/6 What is the proxy submission deadline?</vt:lpstr>
      <vt:lpstr>1/6 What is the proxy submission deadline?</vt:lpstr>
      <vt:lpstr>2/6 Which table is to be submited for the proxy?</vt:lpstr>
      <vt:lpstr>2/6 Which table is to be submited for the proxy?</vt:lpstr>
      <vt:lpstr>3/6 I haven’t all the months of an indicator, what can I do?</vt:lpstr>
      <vt:lpstr>3/6 I haven’t got all the months of the indicator, what can I do?</vt:lpstr>
      <vt:lpstr>4/6 I have already some inventory data for year X-1</vt:lpstr>
      <vt:lpstr>4/6 I have already some inventory data for year X-1</vt:lpstr>
      <vt:lpstr>5/6 I have no available data (no X-1, no indicator)</vt:lpstr>
      <vt:lpstr>5/6 I have no available data (no X-1, no indicator)</vt:lpstr>
      <vt:lpstr>6/6 I have energy consumption of one fuel but not by sub-sector</vt:lpstr>
      <vt:lpstr>6/6 I have energy consumption of one fuel but not by sector</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Alexia</dc:creator>
  <cp:lastModifiedBy>Jean-Pierre Chang</cp:lastModifiedBy>
  <cp:revision>7</cp:revision>
  <dcterms:created xsi:type="dcterms:W3CDTF">2024-06-06T06:17:41Z</dcterms:created>
  <dcterms:modified xsi:type="dcterms:W3CDTF">2025-10-07T17:56:38Z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2024-04-29T00:00:00Z</vt:filetime>
  </property>
  <property fmtid="{D5CDD505-2E9C-101B-9397-08002B2CF9AE}" pid="3" name="Creator">
    <vt:lpwstr>Adobe InDesign 19.3 (Macintosh)</vt:lpwstr>
  </property>
  <property fmtid="{D5CDD505-2E9C-101B-9397-08002B2CF9AE}" pid="4" name="LastSaved">
    <vt:filetime>2024-06-06T00:00:00Z</vt:filetime>
  </property>
  <property fmtid="{D5CDD505-2E9C-101B-9397-08002B2CF9AE}" pid="5" name="Producer">
    <vt:lpwstr>Adobe PDF Library 17.0</vt:lpwstr>
  </property>
  <property fmtid="{D5CDD505-2E9C-101B-9397-08002B2CF9AE}" pid="6" name="ContentTypeId">
    <vt:lpwstr>0x010100CA9E40BF7383784999BA1B34A435B410</vt:lpwstr>
  </property>
  <property fmtid="{D5CDD505-2E9C-101B-9397-08002B2CF9AE}" pid="7" name="MediaServiceImageTags">
    <vt:lpwstr/>
  </property>
  <property fmtid="{D5CDD505-2E9C-101B-9397-08002B2CF9AE}" pid="8" name="Order">
    <vt:r8>185900</vt:r8>
  </property>
  <property fmtid="{D5CDD505-2E9C-101B-9397-08002B2CF9AE}" pid="9" name="xd_Signature">
    <vt:bool>false</vt:bool>
  </property>
  <property fmtid="{D5CDD505-2E9C-101B-9397-08002B2CF9AE}" pid="10" name="xd_ProgID">
    <vt:lpwstr/>
  </property>
  <property fmtid="{D5CDD505-2E9C-101B-9397-08002B2CF9AE}" pid="11" name="_SourceUrl">
    <vt:lpwstr/>
  </property>
  <property fmtid="{D5CDD505-2E9C-101B-9397-08002B2CF9AE}" pid="12" name="_SharedFileIndex">
    <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ies>
</file>