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16"/>
  </p:notesMasterIdLst>
  <p:sldIdLst>
    <p:sldId id="258" r:id="rId6"/>
    <p:sldId id="288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9" r:id="rId15"/>
  </p:sldIdLst>
  <p:sldSz cx="10688638" cy="7562850"/>
  <p:notesSz cx="6858000" cy="9296400"/>
  <p:defaultTextStyle>
    <a:defPPr>
      <a:defRPr lang="en-US"/>
    </a:defPPr>
    <a:lvl1pPr marL="0" algn="l" defTabSz="49719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190" algn="l" defTabSz="49719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4377" algn="l" defTabSz="49719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1566" algn="l" defTabSz="49719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88756" algn="l" defTabSz="49719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5943" algn="l" defTabSz="49719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3133" algn="l" defTabSz="49719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0322" algn="l" defTabSz="49719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77510" algn="l" defTabSz="49719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367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E2881AB-4AEB-4A94-223B-DA781C3D1FF4}" name="Raduska Cupac" initials="RC" userId="S::Raduska.Cupac@undp.org::91d42637-4f45-4e47-9c78-edcacbb2eb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99FF"/>
    <a:srgbClr val="00CC00"/>
    <a:srgbClr val="FBC22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452" y="76"/>
      </p:cViewPr>
      <p:guideLst>
        <p:guide orient="horz" pos="2382"/>
        <p:guide pos="33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22" Type="http://schemas.microsoft.com/office/2018/10/relationships/authors" Target="authors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din Medjedovic" userId="d45847d5-cc05-4355-b693-c62298b0130d" providerId="ADAL" clId="{4185EDE9-3074-4015-8811-53F166F73B20}"/>
    <pc:docChg chg="undo redo custSel addSld delSld modSld sldOrd">
      <pc:chgData name="Aldin Medjedovic" userId="d45847d5-cc05-4355-b693-c62298b0130d" providerId="ADAL" clId="{4185EDE9-3074-4015-8811-53F166F73B20}" dt="2025-10-06T14:39:17.491" v="372"/>
      <pc:docMkLst>
        <pc:docMk/>
      </pc:docMkLst>
      <pc:sldChg chg="addSp delSp modSp mod">
        <pc:chgData name="Aldin Medjedovic" userId="d45847d5-cc05-4355-b693-c62298b0130d" providerId="ADAL" clId="{4185EDE9-3074-4015-8811-53F166F73B20}" dt="2025-10-06T14:18:29.712" v="61" actId="1076"/>
        <pc:sldMkLst>
          <pc:docMk/>
          <pc:sldMk cId="0" sldId="258"/>
        </pc:sldMkLst>
        <pc:spChg chg="add mod">
          <ac:chgData name="Aldin Medjedovic" userId="d45847d5-cc05-4355-b693-c62298b0130d" providerId="ADAL" clId="{4185EDE9-3074-4015-8811-53F166F73B20}" dt="2025-10-06T14:18:03.758" v="57" actId="255"/>
          <ac:spMkLst>
            <pc:docMk/>
            <pc:sldMk cId="0" sldId="258"/>
            <ac:spMk id="3" creationId="{6B577E19-6E0A-AA15-F99B-592CEFA617FB}"/>
          </ac:spMkLst>
        </pc:spChg>
        <pc:spChg chg="del mod">
          <ac:chgData name="Aldin Medjedovic" userId="d45847d5-cc05-4355-b693-c62298b0130d" providerId="ADAL" clId="{4185EDE9-3074-4015-8811-53F166F73B20}" dt="2025-10-06T14:17:33.428" v="54" actId="21"/>
          <ac:spMkLst>
            <pc:docMk/>
            <pc:sldMk cId="0" sldId="258"/>
            <ac:spMk id="7" creationId="{00000000-0000-0000-0000-000000000000}"/>
          </ac:spMkLst>
        </pc:spChg>
        <pc:spChg chg="mod">
          <ac:chgData name="Aldin Medjedovic" userId="d45847d5-cc05-4355-b693-c62298b0130d" providerId="ADAL" clId="{4185EDE9-3074-4015-8811-53F166F73B20}" dt="2025-10-06T14:18:29.712" v="61" actId="1076"/>
          <ac:spMkLst>
            <pc:docMk/>
            <pc:sldMk cId="0" sldId="258"/>
            <ac:spMk id="8" creationId="{00000000-0000-0000-0000-000000000000}"/>
          </ac:spMkLst>
        </pc:spChg>
      </pc:sldChg>
      <pc:sldChg chg="del">
        <pc:chgData name="Aldin Medjedovic" userId="d45847d5-cc05-4355-b693-c62298b0130d" providerId="ADAL" clId="{4185EDE9-3074-4015-8811-53F166F73B20}" dt="2025-10-06T14:20:40.232" v="81" actId="47"/>
        <pc:sldMkLst>
          <pc:docMk/>
          <pc:sldMk cId="3923499807" sldId="260"/>
        </pc:sldMkLst>
      </pc:sldChg>
      <pc:sldChg chg="del">
        <pc:chgData name="Aldin Medjedovic" userId="d45847d5-cc05-4355-b693-c62298b0130d" providerId="ADAL" clId="{4185EDE9-3074-4015-8811-53F166F73B20}" dt="2025-10-06T14:20:41" v="82" actId="47"/>
        <pc:sldMkLst>
          <pc:docMk/>
          <pc:sldMk cId="1259233291" sldId="261"/>
        </pc:sldMkLst>
      </pc:sldChg>
      <pc:sldChg chg="modSp mod">
        <pc:chgData name="Aldin Medjedovic" userId="d45847d5-cc05-4355-b693-c62298b0130d" providerId="ADAL" clId="{4185EDE9-3074-4015-8811-53F166F73B20}" dt="2025-10-06T14:20:32.025" v="80" actId="20577"/>
        <pc:sldMkLst>
          <pc:docMk/>
          <pc:sldMk cId="609313330" sldId="281"/>
        </pc:sldMkLst>
        <pc:spChg chg="mod">
          <ac:chgData name="Aldin Medjedovic" userId="d45847d5-cc05-4355-b693-c62298b0130d" providerId="ADAL" clId="{4185EDE9-3074-4015-8811-53F166F73B20}" dt="2025-10-06T14:20:32.025" v="80" actId="20577"/>
          <ac:spMkLst>
            <pc:docMk/>
            <pc:sldMk cId="609313330" sldId="281"/>
            <ac:spMk id="2" creationId="{3FDEA2E4-131E-3E46-0E89-DF9C035B1109}"/>
          </ac:spMkLst>
        </pc:spChg>
        <pc:spChg chg="mod">
          <ac:chgData name="Aldin Medjedovic" userId="d45847d5-cc05-4355-b693-c62298b0130d" providerId="ADAL" clId="{4185EDE9-3074-4015-8811-53F166F73B20}" dt="2025-10-06T14:20:22.313" v="78" actId="20577"/>
          <ac:spMkLst>
            <pc:docMk/>
            <pc:sldMk cId="609313330" sldId="281"/>
            <ac:spMk id="3" creationId="{29960B53-C181-D27D-5A61-BB60FC2D0943}"/>
          </ac:spMkLst>
        </pc:spChg>
      </pc:sldChg>
      <pc:sldChg chg="modSp add mod">
        <pc:chgData name="Aldin Medjedovic" userId="d45847d5-cc05-4355-b693-c62298b0130d" providerId="ADAL" clId="{4185EDE9-3074-4015-8811-53F166F73B20}" dt="2025-10-06T14:22:27.695" v="103" actId="20577"/>
        <pc:sldMkLst>
          <pc:docMk/>
          <pc:sldMk cId="3229917355" sldId="282"/>
        </pc:sldMkLst>
        <pc:spChg chg="mod">
          <ac:chgData name="Aldin Medjedovic" userId="d45847d5-cc05-4355-b693-c62298b0130d" providerId="ADAL" clId="{4185EDE9-3074-4015-8811-53F166F73B20}" dt="2025-10-06T14:22:05.348" v="97"/>
          <ac:spMkLst>
            <pc:docMk/>
            <pc:sldMk cId="3229917355" sldId="282"/>
            <ac:spMk id="2" creationId="{3FDEA2E4-131E-3E46-0E89-DF9C035B1109}"/>
          </ac:spMkLst>
        </pc:spChg>
        <pc:spChg chg="mod">
          <ac:chgData name="Aldin Medjedovic" userId="d45847d5-cc05-4355-b693-c62298b0130d" providerId="ADAL" clId="{4185EDE9-3074-4015-8811-53F166F73B20}" dt="2025-10-06T14:22:27.695" v="103" actId="20577"/>
          <ac:spMkLst>
            <pc:docMk/>
            <pc:sldMk cId="3229917355" sldId="282"/>
            <ac:spMk id="3" creationId="{29960B53-C181-D27D-5A61-BB60FC2D0943}"/>
          </ac:spMkLst>
        </pc:spChg>
      </pc:sldChg>
      <pc:sldChg chg="modSp add mod">
        <pc:chgData name="Aldin Medjedovic" userId="d45847d5-cc05-4355-b693-c62298b0130d" providerId="ADAL" clId="{4185EDE9-3074-4015-8811-53F166F73B20}" dt="2025-10-06T14:24:52.747" v="142" actId="6549"/>
        <pc:sldMkLst>
          <pc:docMk/>
          <pc:sldMk cId="1169363066" sldId="283"/>
        </pc:sldMkLst>
        <pc:spChg chg="mod">
          <ac:chgData name="Aldin Medjedovic" userId="d45847d5-cc05-4355-b693-c62298b0130d" providerId="ADAL" clId="{4185EDE9-3074-4015-8811-53F166F73B20}" dt="2025-10-06T14:23:44.511" v="112"/>
          <ac:spMkLst>
            <pc:docMk/>
            <pc:sldMk cId="1169363066" sldId="283"/>
            <ac:spMk id="2" creationId="{3FDEA2E4-131E-3E46-0E89-DF9C035B1109}"/>
          </ac:spMkLst>
        </pc:spChg>
        <pc:spChg chg="mod">
          <ac:chgData name="Aldin Medjedovic" userId="d45847d5-cc05-4355-b693-c62298b0130d" providerId="ADAL" clId="{4185EDE9-3074-4015-8811-53F166F73B20}" dt="2025-10-06T14:24:52.747" v="142" actId="6549"/>
          <ac:spMkLst>
            <pc:docMk/>
            <pc:sldMk cId="1169363066" sldId="283"/>
            <ac:spMk id="3" creationId="{29960B53-C181-D27D-5A61-BB60FC2D0943}"/>
          </ac:spMkLst>
        </pc:spChg>
      </pc:sldChg>
      <pc:sldChg chg="modSp add mod">
        <pc:chgData name="Aldin Medjedovic" userId="d45847d5-cc05-4355-b693-c62298b0130d" providerId="ADAL" clId="{4185EDE9-3074-4015-8811-53F166F73B20}" dt="2025-10-06T14:25:32.906" v="163" actId="20577"/>
        <pc:sldMkLst>
          <pc:docMk/>
          <pc:sldMk cId="2703630987" sldId="284"/>
        </pc:sldMkLst>
        <pc:spChg chg="mod">
          <ac:chgData name="Aldin Medjedovic" userId="d45847d5-cc05-4355-b693-c62298b0130d" providerId="ADAL" clId="{4185EDE9-3074-4015-8811-53F166F73B20}" dt="2025-10-06T14:25:32.906" v="163" actId="20577"/>
          <ac:spMkLst>
            <pc:docMk/>
            <pc:sldMk cId="2703630987" sldId="284"/>
            <ac:spMk id="3" creationId="{29960B53-C181-D27D-5A61-BB60FC2D0943}"/>
          </ac:spMkLst>
        </pc:spChg>
      </pc:sldChg>
      <pc:sldChg chg="modSp add del mod">
        <pc:chgData name="Aldin Medjedovic" userId="d45847d5-cc05-4355-b693-c62298b0130d" providerId="ADAL" clId="{4185EDE9-3074-4015-8811-53F166F73B20}" dt="2025-10-06T14:31:21.498" v="265" actId="47"/>
        <pc:sldMkLst>
          <pc:docMk/>
          <pc:sldMk cId="3192358158" sldId="285"/>
        </pc:sldMkLst>
        <pc:spChg chg="mod">
          <ac:chgData name="Aldin Medjedovic" userId="d45847d5-cc05-4355-b693-c62298b0130d" providerId="ADAL" clId="{4185EDE9-3074-4015-8811-53F166F73B20}" dt="2025-10-06T14:26:35.112" v="185" actId="20577"/>
          <ac:spMkLst>
            <pc:docMk/>
            <pc:sldMk cId="3192358158" sldId="285"/>
            <ac:spMk id="2" creationId="{3FDEA2E4-131E-3E46-0E89-DF9C035B1109}"/>
          </ac:spMkLst>
        </pc:spChg>
        <pc:spChg chg="mod">
          <ac:chgData name="Aldin Medjedovic" userId="d45847d5-cc05-4355-b693-c62298b0130d" providerId="ADAL" clId="{4185EDE9-3074-4015-8811-53F166F73B20}" dt="2025-10-06T14:30:53.827" v="264" actId="20577"/>
          <ac:spMkLst>
            <pc:docMk/>
            <pc:sldMk cId="3192358158" sldId="285"/>
            <ac:spMk id="3" creationId="{29960B53-C181-D27D-5A61-BB60FC2D0943}"/>
          </ac:spMkLst>
        </pc:spChg>
      </pc:sldChg>
      <pc:sldChg chg="modSp add mod ord">
        <pc:chgData name="Aldin Medjedovic" userId="d45847d5-cc05-4355-b693-c62298b0130d" providerId="ADAL" clId="{4185EDE9-3074-4015-8811-53F166F73B20}" dt="2025-10-06T14:32:42.381" v="311" actId="20577"/>
        <pc:sldMkLst>
          <pc:docMk/>
          <pc:sldMk cId="4279313032" sldId="285"/>
        </pc:sldMkLst>
        <pc:spChg chg="mod">
          <ac:chgData name="Aldin Medjedovic" userId="d45847d5-cc05-4355-b693-c62298b0130d" providerId="ADAL" clId="{4185EDE9-3074-4015-8811-53F166F73B20}" dt="2025-10-06T14:31:49.212" v="289" actId="20577"/>
          <ac:spMkLst>
            <pc:docMk/>
            <pc:sldMk cId="4279313032" sldId="285"/>
            <ac:spMk id="2" creationId="{3FDEA2E4-131E-3E46-0E89-DF9C035B1109}"/>
          </ac:spMkLst>
        </pc:spChg>
        <pc:spChg chg="mod">
          <ac:chgData name="Aldin Medjedovic" userId="d45847d5-cc05-4355-b693-c62298b0130d" providerId="ADAL" clId="{4185EDE9-3074-4015-8811-53F166F73B20}" dt="2025-10-06T14:32:42.381" v="311" actId="20577"/>
          <ac:spMkLst>
            <pc:docMk/>
            <pc:sldMk cId="4279313032" sldId="285"/>
            <ac:spMk id="3" creationId="{29960B53-C181-D27D-5A61-BB60FC2D0943}"/>
          </ac:spMkLst>
        </pc:spChg>
      </pc:sldChg>
      <pc:sldChg chg="modSp add mod">
        <pc:chgData name="Aldin Medjedovic" userId="d45847d5-cc05-4355-b693-c62298b0130d" providerId="ADAL" clId="{4185EDE9-3074-4015-8811-53F166F73B20}" dt="2025-10-06T14:33:15.394" v="319" actId="20577"/>
        <pc:sldMkLst>
          <pc:docMk/>
          <pc:sldMk cId="52572529" sldId="286"/>
        </pc:sldMkLst>
        <pc:spChg chg="mod">
          <ac:chgData name="Aldin Medjedovic" userId="d45847d5-cc05-4355-b693-c62298b0130d" providerId="ADAL" clId="{4185EDE9-3074-4015-8811-53F166F73B20}" dt="2025-10-06T14:33:15.394" v="319" actId="20577"/>
          <ac:spMkLst>
            <pc:docMk/>
            <pc:sldMk cId="52572529" sldId="286"/>
            <ac:spMk id="3" creationId="{29960B53-C181-D27D-5A61-BB60FC2D0943}"/>
          </ac:spMkLst>
        </pc:spChg>
      </pc:sldChg>
      <pc:sldChg chg="modSp add mod">
        <pc:chgData name="Aldin Medjedovic" userId="d45847d5-cc05-4355-b693-c62298b0130d" providerId="ADAL" clId="{4185EDE9-3074-4015-8811-53F166F73B20}" dt="2025-10-06T14:34:55.685" v="333" actId="20577"/>
        <pc:sldMkLst>
          <pc:docMk/>
          <pc:sldMk cId="758830101" sldId="287"/>
        </pc:sldMkLst>
        <pc:spChg chg="mod">
          <ac:chgData name="Aldin Medjedovic" userId="d45847d5-cc05-4355-b693-c62298b0130d" providerId="ADAL" clId="{4185EDE9-3074-4015-8811-53F166F73B20}" dt="2025-10-06T14:34:55.685" v="333" actId="20577"/>
          <ac:spMkLst>
            <pc:docMk/>
            <pc:sldMk cId="758830101" sldId="287"/>
            <ac:spMk id="2" creationId="{3FDEA2E4-131E-3E46-0E89-DF9C035B1109}"/>
          </ac:spMkLst>
        </pc:spChg>
        <pc:spChg chg="mod">
          <ac:chgData name="Aldin Medjedovic" userId="d45847d5-cc05-4355-b693-c62298b0130d" providerId="ADAL" clId="{4185EDE9-3074-4015-8811-53F166F73B20}" dt="2025-10-06T14:34:02.283" v="327" actId="20577"/>
          <ac:spMkLst>
            <pc:docMk/>
            <pc:sldMk cId="758830101" sldId="287"/>
            <ac:spMk id="3" creationId="{29960B53-C181-D27D-5A61-BB60FC2D0943}"/>
          </ac:spMkLst>
        </pc:spChg>
      </pc:sldChg>
      <pc:sldChg chg="modSp add mod ord">
        <pc:chgData name="Aldin Medjedovic" userId="d45847d5-cc05-4355-b693-c62298b0130d" providerId="ADAL" clId="{4185EDE9-3074-4015-8811-53F166F73B20}" dt="2025-10-06T14:39:17.491" v="372"/>
        <pc:sldMkLst>
          <pc:docMk/>
          <pc:sldMk cId="211153341" sldId="288"/>
        </pc:sldMkLst>
        <pc:spChg chg="mod">
          <ac:chgData name="Aldin Medjedovic" userId="d45847d5-cc05-4355-b693-c62298b0130d" providerId="ADAL" clId="{4185EDE9-3074-4015-8811-53F166F73B20}" dt="2025-10-06T14:36:04.212" v="336"/>
          <ac:spMkLst>
            <pc:docMk/>
            <pc:sldMk cId="211153341" sldId="288"/>
            <ac:spMk id="2" creationId="{3FDEA2E4-131E-3E46-0E89-DF9C035B1109}"/>
          </ac:spMkLst>
        </pc:spChg>
        <pc:spChg chg="mod">
          <ac:chgData name="Aldin Medjedovic" userId="d45847d5-cc05-4355-b693-c62298b0130d" providerId="ADAL" clId="{4185EDE9-3074-4015-8811-53F166F73B20}" dt="2025-10-06T14:36:20.768" v="347" actId="20577"/>
          <ac:spMkLst>
            <pc:docMk/>
            <pc:sldMk cId="211153341" sldId="288"/>
            <ac:spMk id="3" creationId="{29960B53-C181-D27D-5A61-BB60FC2D0943}"/>
          </ac:spMkLst>
        </pc:spChg>
      </pc:sldChg>
      <pc:sldChg chg="modSp add mod">
        <pc:chgData name="Aldin Medjedovic" userId="d45847d5-cc05-4355-b693-c62298b0130d" providerId="ADAL" clId="{4185EDE9-3074-4015-8811-53F166F73B20}" dt="2025-10-06T14:39:03.403" v="370" actId="1076"/>
        <pc:sldMkLst>
          <pc:docMk/>
          <pc:sldMk cId="2887690913" sldId="289"/>
        </pc:sldMkLst>
        <pc:spChg chg="mod">
          <ac:chgData name="Aldin Medjedovic" userId="d45847d5-cc05-4355-b693-c62298b0130d" providerId="ADAL" clId="{4185EDE9-3074-4015-8811-53F166F73B20}" dt="2025-10-06T14:38:15.323" v="350"/>
          <ac:spMkLst>
            <pc:docMk/>
            <pc:sldMk cId="2887690913" sldId="289"/>
            <ac:spMk id="2" creationId="{3FDEA2E4-131E-3E46-0E89-DF9C035B1109}"/>
          </ac:spMkLst>
        </pc:spChg>
        <pc:spChg chg="mod">
          <ac:chgData name="Aldin Medjedovic" userId="d45847d5-cc05-4355-b693-c62298b0130d" providerId="ADAL" clId="{4185EDE9-3074-4015-8811-53F166F73B20}" dt="2025-10-06T14:39:03.403" v="370" actId="1076"/>
          <ac:spMkLst>
            <pc:docMk/>
            <pc:sldMk cId="2887690913" sldId="289"/>
            <ac:spMk id="3" creationId="{29960B53-C181-D27D-5A61-BB60FC2D0943}"/>
          </ac:spMkLst>
        </pc:spChg>
      </pc:sldChg>
      <pc:sldChg chg="del">
        <pc:chgData name="Aldin Medjedovic" userId="d45847d5-cc05-4355-b693-c62298b0130d" providerId="ADAL" clId="{4185EDE9-3074-4015-8811-53F166F73B20}" dt="2025-10-06T14:20:41.994" v="84" actId="47"/>
        <pc:sldMkLst>
          <pc:docMk/>
          <pc:sldMk cId="3917231068" sldId="292"/>
        </pc:sldMkLst>
      </pc:sldChg>
      <pc:sldChg chg="del">
        <pc:chgData name="Aldin Medjedovic" userId="d45847d5-cc05-4355-b693-c62298b0130d" providerId="ADAL" clId="{4185EDE9-3074-4015-8811-53F166F73B20}" dt="2025-10-06T14:20:41.607" v="83" actId="47"/>
        <pc:sldMkLst>
          <pc:docMk/>
          <pc:sldMk cId="3391947644" sldId="295"/>
        </pc:sldMkLst>
      </pc:sldChg>
      <pc:sldChg chg="del">
        <pc:chgData name="Aldin Medjedovic" userId="d45847d5-cc05-4355-b693-c62298b0130d" providerId="ADAL" clId="{4185EDE9-3074-4015-8811-53F166F73B20}" dt="2025-10-06T14:20:42.658" v="85" actId="47"/>
        <pc:sldMkLst>
          <pc:docMk/>
          <pc:sldMk cId="3737336128" sldId="296"/>
        </pc:sldMkLst>
      </pc:sldChg>
      <pc:sldChg chg="del">
        <pc:chgData name="Aldin Medjedovic" userId="d45847d5-cc05-4355-b693-c62298b0130d" providerId="ADAL" clId="{4185EDE9-3074-4015-8811-53F166F73B20}" dt="2025-10-06T14:20:42.894" v="86" actId="47"/>
        <pc:sldMkLst>
          <pc:docMk/>
          <pc:sldMk cId="983323409" sldId="297"/>
        </pc:sldMkLst>
      </pc:sldChg>
      <pc:sldChg chg="del">
        <pc:chgData name="Aldin Medjedovic" userId="d45847d5-cc05-4355-b693-c62298b0130d" providerId="ADAL" clId="{4185EDE9-3074-4015-8811-53F166F73B20}" dt="2025-10-06T14:20:43.153" v="87" actId="47"/>
        <pc:sldMkLst>
          <pc:docMk/>
          <pc:sldMk cId="4289030313" sldId="298"/>
        </pc:sldMkLst>
      </pc:sldChg>
      <pc:sldChg chg="del">
        <pc:chgData name="Aldin Medjedovic" userId="d45847d5-cc05-4355-b693-c62298b0130d" providerId="ADAL" clId="{4185EDE9-3074-4015-8811-53F166F73B20}" dt="2025-10-06T14:20:43.500" v="88" actId="47"/>
        <pc:sldMkLst>
          <pc:docMk/>
          <pc:sldMk cId="1568346478" sldId="29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805A38-A006-4EF9-AB20-7524CC9B7FC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12850" y="1162050"/>
            <a:ext cx="4432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73892"/>
            <a:ext cx="5486400" cy="366045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B1DE7-3373-45E1-9D6F-3FB552922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847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jp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50" y="0"/>
            <a:ext cx="10702088" cy="756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648" y="2349389"/>
            <a:ext cx="9085342" cy="1621111"/>
          </a:xfrm>
          <a:prstGeom prst="rect">
            <a:avLst/>
          </a:prstGeom>
        </p:spPr>
        <p:txBody>
          <a:bodyPr lIns="99438" tIns="49719" rIns="99438" bIns="49719"/>
          <a:lstStyle/>
          <a:p>
            <a:r>
              <a:rPr lang="ta-IN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3296" y="4285615"/>
            <a:ext cx="7482047" cy="1932728"/>
          </a:xfrm>
          <a:prstGeom prst="rect">
            <a:avLst/>
          </a:prstGeom>
        </p:spPr>
        <p:txBody>
          <a:bodyPr lIns="99438" tIns="49719" rIns="99438" bIns="49719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87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3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03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775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a-IN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4432" y="7160198"/>
            <a:ext cx="2494016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fld id="{ADD83F7A-4B0B-E248-B1D5-6B6921301346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51952" y="7009645"/>
            <a:ext cx="3384735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0190" y="7009645"/>
            <a:ext cx="2494016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fld id="{3AD2871C-5A1F-7E48-958E-1420BDA97A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6568060"/>
            <a:ext cx="2273300" cy="592138"/>
          </a:xfrm>
          <a:prstGeom prst="rect">
            <a:avLst/>
          </a:prstGeom>
        </p:spPr>
        <p:txBody>
          <a:bodyPr/>
          <a:lstStyle>
            <a:lvl1pPr algn="l">
              <a:buNone/>
              <a:defRPr sz="1800" b="1" baseline="0">
                <a:solidFill>
                  <a:schemeClr val="bg1"/>
                </a:solidFill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hr-HR"/>
              <a:t>Communications Unit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055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432" y="302865"/>
            <a:ext cx="9619774" cy="1260475"/>
          </a:xfrm>
          <a:prstGeom prst="rect">
            <a:avLst/>
          </a:prstGeom>
        </p:spPr>
        <p:txBody>
          <a:bodyPr lIns="99438" tIns="49719" rIns="99438" bIns="49719"/>
          <a:lstStyle/>
          <a:p>
            <a:r>
              <a:rPr lang="ta-I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432" y="1764669"/>
            <a:ext cx="9619774" cy="4991131"/>
          </a:xfrm>
          <a:prstGeom prst="rect">
            <a:avLst/>
          </a:prstGeom>
        </p:spPr>
        <p:txBody>
          <a:bodyPr lIns="99438" tIns="49719" rIns="99438" bIns="49719"/>
          <a:lstStyle/>
          <a:p>
            <a:pPr lvl="0"/>
            <a:r>
              <a:rPr lang="ta-IN"/>
              <a:t>Click to edit Master text styles</a:t>
            </a:r>
          </a:p>
          <a:p>
            <a:pPr lvl="1"/>
            <a:r>
              <a:rPr lang="ta-IN"/>
              <a:t>Second level</a:t>
            </a:r>
          </a:p>
          <a:p>
            <a:pPr lvl="2"/>
            <a:r>
              <a:rPr lang="ta-IN"/>
              <a:t>Third level</a:t>
            </a:r>
          </a:p>
          <a:p>
            <a:pPr lvl="3"/>
            <a:r>
              <a:rPr lang="ta-IN"/>
              <a:t>Fourth level</a:t>
            </a:r>
          </a:p>
          <a:p>
            <a:pPr lvl="4"/>
            <a:r>
              <a:rPr lang="ta-I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4432" y="7009645"/>
            <a:ext cx="2494016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fld id="{ADD83F7A-4B0B-E248-B1D5-6B6921301346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51952" y="7009645"/>
            <a:ext cx="3384735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0190" y="7009645"/>
            <a:ext cx="2494016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fld id="{3AD2871C-5A1F-7E48-958E-1420BDA97A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07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329" y="4859835"/>
            <a:ext cx="9085342" cy="1502066"/>
          </a:xfrm>
          <a:prstGeom prst="rect">
            <a:avLst/>
          </a:prstGeom>
        </p:spPr>
        <p:txBody>
          <a:bodyPr lIns="99438" tIns="49719" rIns="99438" bIns="49719" anchor="t"/>
          <a:lstStyle>
            <a:lvl1pPr algn="l">
              <a:defRPr sz="4400" b="1" cap="all"/>
            </a:lvl1pPr>
          </a:lstStyle>
          <a:p>
            <a:r>
              <a:rPr lang="ta-I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329" y="3205460"/>
            <a:ext cx="9085342" cy="1654373"/>
          </a:xfrm>
          <a:prstGeom prst="rect">
            <a:avLst/>
          </a:prstGeom>
        </p:spPr>
        <p:txBody>
          <a:bodyPr lIns="99438" tIns="49719" rIns="99438" bIns="49719"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19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4377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156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8875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594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313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032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7751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a-I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4432" y="7009645"/>
            <a:ext cx="2494016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fld id="{ADD83F7A-4B0B-E248-B1D5-6B6921301346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51952" y="7009645"/>
            <a:ext cx="3384735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0190" y="7009645"/>
            <a:ext cx="2494016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fld id="{3AD2871C-5A1F-7E48-958E-1420BDA97A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155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432" y="302865"/>
            <a:ext cx="9619774" cy="1260475"/>
          </a:xfrm>
          <a:prstGeom prst="rect">
            <a:avLst/>
          </a:prstGeom>
        </p:spPr>
        <p:txBody>
          <a:bodyPr lIns="99438" tIns="49719" rIns="99438" bIns="49719"/>
          <a:lstStyle/>
          <a:p>
            <a:r>
              <a:rPr lang="ta-I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432" y="1764669"/>
            <a:ext cx="4720815" cy="4991131"/>
          </a:xfrm>
          <a:prstGeom prst="rect">
            <a:avLst/>
          </a:prstGeom>
        </p:spPr>
        <p:txBody>
          <a:bodyPr lIns="99438" tIns="49719" rIns="99438" bIns="49719"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a-IN"/>
              <a:t>Click to edit Master text styles</a:t>
            </a:r>
          </a:p>
          <a:p>
            <a:pPr lvl="1"/>
            <a:r>
              <a:rPr lang="ta-IN"/>
              <a:t>Second level</a:t>
            </a:r>
          </a:p>
          <a:p>
            <a:pPr lvl="2"/>
            <a:r>
              <a:rPr lang="ta-IN"/>
              <a:t>Third level</a:t>
            </a:r>
          </a:p>
          <a:p>
            <a:pPr lvl="3"/>
            <a:r>
              <a:rPr lang="ta-IN"/>
              <a:t>Fourth level</a:t>
            </a:r>
          </a:p>
          <a:p>
            <a:pPr lvl="4"/>
            <a:r>
              <a:rPr lang="ta-IN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3391" y="1764669"/>
            <a:ext cx="4720815" cy="4991131"/>
          </a:xfrm>
          <a:prstGeom prst="rect">
            <a:avLst/>
          </a:prstGeom>
        </p:spPr>
        <p:txBody>
          <a:bodyPr lIns="99438" tIns="49719" rIns="99438" bIns="49719"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a-IN"/>
              <a:t>Click to edit Master text styles</a:t>
            </a:r>
          </a:p>
          <a:p>
            <a:pPr lvl="1"/>
            <a:r>
              <a:rPr lang="ta-IN"/>
              <a:t>Second level</a:t>
            </a:r>
          </a:p>
          <a:p>
            <a:pPr lvl="2"/>
            <a:r>
              <a:rPr lang="ta-IN"/>
              <a:t>Third level</a:t>
            </a:r>
          </a:p>
          <a:p>
            <a:pPr lvl="3"/>
            <a:r>
              <a:rPr lang="ta-IN"/>
              <a:t>Fourth level</a:t>
            </a:r>
          </a:p>
          <a:p>
            <a:pPr lvl="4"/>
            <a:r>
              <a:rPr lang="ta-IN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34432" y="7009645"/>
            <a:ext cx="2494016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fld id="{ADD83F7A-4B0B-E248-B1D5-6B6921301346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51952" y="7009645"/>
            <a:ext cx="3384735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60190" y="7009645"/>
            <a:ext cx="2494016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fld id="{3AD2871C-5A1F-7E48-958E-1420BDA97A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139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432" y="302865"/>
            <a:ext cx="9619774" cy="1260475"/>
          </a:xfrm>
          <a:prstGeom prst="rect">
            <a:avLst/>
          </a:prstGeom>
        </p:spPr>
        <p:txBody>
          <a:bodyPr lIns="99438" tIns="49719" rIns="99438" bIns="49719"/>
          <a:lstStyle>
            <a:lvl1pPr>
              <a:defRPr/>
            </a:lvl1pPr>
          </a:lstStyle>
          <a:p>
            <a:r>
              <a:rPr lang="ta-I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432" y="1692889"/>
            <a:ext cx="4722671" cy="705515"/>
          </a:xfrm>
          <a:prstGeom prst="rect">
            <a:avLst/>
          </a:prstGeom>
        </p:spPr>
        <p:txBody>
          <a:bodyPr lIns="99438" tIns="49719" rIns="99438" bIns="49719" anchor="b"/>
          <a:lstStyle>
            <a:lvl1pPr marL="0" indent="0">
              <a:buNone/>
              <a:defRPr sz="2600" b="1"/>
            </a:lvl1pPr>
            <a:lvl2pPr marL="497190" indent="0">
              <a:buNone/>
              <a:defRPr sz="2200" b="1"/>
            </a:lvl2pPr>
            <a:lvl3pPr marL="994377" indent="0">
              <a:buNone/>
              <a:defRPr sz="2000" b="1"/>
            </a:lvl3pPr>
            <a:lvl4pPr marL="1491566" indent="0">
              <a:buNone/>
              <a:defRPr sz="1700" b="1"/>
            </a:lvl4pPr>
            <a:lvl5pPr marL="1988756" indent="0">
              <a:buNone/>
              <a:defRPr sz="1700" b="1"/>
            </a:lvl5pPr>
            <a:lvl6pPr marL="2485943" indent="0">
              <a:buNone/>
              <a:defRPr sz="1700" b="1"/>
            </a:lvl6pPr>
            <a:lvl7pPr marL="2983133" indent="0">
              <a:buNone/>
              <a:defRPr sz="1700" b="1"/>
            </a:lvl7pPr>
            <a:lvl8pPr marL="3480322" indent="0">
              <a:buNone/>
              <a:defRPr sz="1700" b="1"/>
            </a:lvl8pPr>
            <a:lvl9pPr marL="3977510" indent="0">
              <a:buNone/>
              <a:defRPr sz="1700" b="1"/>
            </a:lvl9pPr>
          </a:lstStyle>
          <a:p>
            <a:pPr lvl="0"/>
            <a:r>
              <a:rPr lang="ta-I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432" y="2398404"/>
            <a:ext cx="4722671" cy="4357393"/>
          </a:xfrm>
          <a:prstGeom prst="rect">
            <a:avLst/>
          </a:prstGeom>
        </p:spPr>
        <p:txBody>
          <a:bodyPr lIns="99438" tIns="49719" rIns="99438" bIns="49719"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ta-IN"/>
              <a:t>Click to edit Master text styles</a:t>
            </a:r>
          </a:p>
          <a:p>
            <a:pPr lvl="1"/>
            <a:r>
              <a:rPr lang="ta-IN"/>
              <a:t>Second level</a:t>
            </a:r>
          </a:p>
          <a:p>
            <a:pPr lvl="2"/>
            <a:r>
              <a:rPr lang="ta-IN"/>
              <a:t>Third level</a:t>
            </a:r>
          </a:p>
          <a:p>
            <a:pPr lvl="3"/>
            <a:r>
              <a:rPr lang="ta-IN"/>
              <a:t>Fourth level</a:t>
            </a:r>
          </a:p>
          <a:p>
            <a:pPr lvl="4"/>
            <a:r>
              <a:rPr lang="ta-IN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29680" y="1692889"/>
            <a:ext cx="4724527" cy="705515"/>
          </a:xfrm>
          <a:prstGeom prst="rect">
            <a:avLst/>
          </a:prstGeom>
        </p:spPr>
        <p:txBody>
          <a:bodyPr lIns="99438" tIns="49719" rIns="99438" bIns="49719" anchor="b"/>
          <a:lstStyle>
            <a:lvl1pPr marL="0" indent="0">
              <a:buNone/>
              <a:defRPr sz="2600" b="1"/>
            </a:lvl1pPr>
            <a:lvl2pPr marL="497190" indent="0">
              <a:buNone/>
              <a:defRPr sz="2200" b="1"/>
            </a:lvl2pPr>
            <a:lvl3pPr marL="994377" indent="0">
              <a:buNone/>
              <a:defRPr sz="2000" b="1"/>
            </a:lvl3pPr>
            <a:lvl4pPr marL="1491566" indent="0">
              <a:buNone/>
              <a:defRPr sz="1700" b="1"/>
            </a:lvl4pPr>
            <a:lvl5pPr marL="1988756" indent="0">
              <a:buNone/>
              <a:defRPr sz="1700" b="1"/>
            </a:lvl5pPr>
            <a:lvl6pPr marL="2485943" indent="0">
              <a:buNone/>
              <a:defRPr sz="1700" b="1"/>
            </a:lvl6pPr>
            <a:lvl7pPr marL="2983133" indent="0">
              <a:buNone/>
              <a:defRPr sz="1700" b="1"/>
            </a:lvl7pPr>
            <a:lvl8pPr marL="3480322" indent="0">
              <a:buNone/>
              <a:defRPr sz="1700" b="1"/>
            </a:lvl8pPr>
            <a:lvl9pPr marL="3977510" indent="0">
              <a:buNone/>
              <a:defRPr sz="1700" b="1"/>
            </a:lvl9pPr>
          </a:lstStyle>
          <a:p>
            <a:pPr lvl="0"/>
            <a:r>
              <a:rPr lang="ta-I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29680" y="2398404"/>
            <a:ext cx="4724527" cy="4357393"/>
          </a:xfrm>
          <a:prstGeom prst="rect">
            <a:avLst/>
          </a:prstGeom>
        </p:spPr>
        <p:txBody>
          <a:bodyPr lIns="99438" tIns="49719" rIns="99438" bIns="49719"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ta-IN"/>
              <a:t>Click to edit Master text styles</a:t>
            </a:r>
          </a:p>
          <a:p>
            <a:pPr lvl="1"/>
            <a:r>
              <a:rPr lang="ta-IN"/>
              <a:t>Second level</a:t>
            </a:r>
          </a:p>
          <a:p>
            <a:pPr lvl="2"/>
            <a:r>
              <a:rPr lang="ta-IN"/>
              <a:t>Third level</a:t>
            </a:r>
          </a:p>
          <a:p>
            <a:pPr lvl="3"/>
            <a:r>
              <a:rPr lang="ta-IN"/>
              <a:t>Fourth level</a:t>
            </a:r>
          </a:p>
          <a:p>
            <a:pPr lvl="4"/>
            <a:r>
              <a:rPr lang="ta-IN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534432" y="7009645"/>
            <a:ext cx="2494016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fld id="{ADD83F7A-4B0B-E248-B1D5-6B6921301346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51952" y="7009645"/>
            <a:ext cx="3384735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60190" y="7009645"/>
            <a:ext cx="2494016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fld id="{3AD2871C-5A1F-7E48-958E-1420BDA97A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672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432" y="302865"/>
            <a:ext cx="9619774" cy="1260475"/>
          </a:xfrm>
          <a:prstGeom prst="rect">
            <a:avLst/>
          </a:prstGeom>
        </p:spPr>
        <p:txBody>
          <a:bodyPr lIns="99438" tIns="49719" rIns="99438" bIns="49719"/>
          <a:lstStyle/>
          <a:p>
            <a:r>
              <a:rPr lang="ta-IN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34432" y="7009645"/>
            <a:ext cx="2494016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fld id="{ADD83F7A-4B0B-E248-B1D5-6B6921301346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51952" y="7009645"/>
            <a:ext cx="3384735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60190" y="7009645"/>
            <a:ext cx="2494016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fld id="{3AD2871C-5A1F-7E48-958E-1420BDA97A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652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34432" y="7009645"/>
            <a:ext cx="2494016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fld id="{ADD83F7A-4B0B-E248-B1D5-6B6921301346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51952" y="7009645"/>
            <a:ext cx="3384735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60190" y="7009645"/>
            <a:ext cx="2494016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fld id="{3AD2871C-5A1F-7E48-958E-1420BDA97A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292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432" y="301113"/>
            <a:ext cx="3516489" cy="1281483"/>
          </a:xfrm>
          <a:prstGeom prst="rect">
            <a:avLst/>
          </a:prstGeom>
        </p:spPr>
        <p:txBody>
          <a:bodyPr lIns="99438" tIns="49719" rIns="99438" bIns="49719" anchor="b"/>
          <a:lstStyle>
            <a:lvl1pPr algn="l">
              <a:defRPr sz="2200" b="1"/>
            </a:lvl1pPr>
          </a:lstStyle>
          <a:p>
            <a:r>
              <a:rPr lang="ta-I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8964" y="301115"/>
            <a:ext cx="5975245" cy="6454683"/>
          </a:xfrm>
          <a:prstGeom prst="rect">
            <a:avLst/>
          </a:prstGeom>
        </p:spPr>
        <p:txBody>
          <a:bodyPr lIns="99438" tIns="49719" rIns="99438" bIns="49719"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ta-IN"/>
              <a:t>Click to edit Master text styles</a:t>
            </a:r>
          </a:p>
          <a:p>
            <a:pPr lvl="1"/>
            <a:r>
              <a:rPr lang="ta-IN"/>
              <a:t>Second level</a:t>
            </a:r>
          </a:p>
          <a:p>
            <a:pPr lvl="2"/>
            <a:r>
              <a:rPr lang="ta-IN"/>
              <a:t>Third level</a:t>
            </a:r>
          </a:p>
          <a:p>
            <a:pPr lvl="3"/>
            <a:r>
              <a:rPr lang="ta-IN"/>
              <a:t>Fourth level</a:t>
            </a:r>
          </a:p>
          <a:p>
            <a:pPr lvl="4"/>
            <a:r>
              <a:rPr lang="ta-IN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432" y="1582598"/>
            <a:ext cx="3516489" cy="5173200"/>
          </a:xfrm>
          <a:prstGeom prst="rect">
            <a:avLst/>
          </a:prstGeom>
        </p:spPr>
        <p:txBody>
          <a:bodyPr lIns="99438" tIns="49719" rIns="99438" bIns="49719"/>
          <a:lstStyle>
            <a:lvl1pPr marL="0" indent="0">
              <a:buNone/>
              <a:defRPr sz="1500"/>
            </a:lvl1pPr>
            <a:lvl2pPr marL="497190" indent="0">
              <a:buNone/>
              <a:defRPr sz="1300"/>
            </a:lvl2pPr>
            <a:lvl3pPr marL="994377" indent="0">
              <a:buNone/>
              <a:defRPr sz="1100"/>
            </a:lvl3pPr>
            <a:lvl4pPr marL="1491566" indent="0">
              <a:buNone/>
              <a:defRPr sz="1000"/>
            </a:lvl4pPr>
            <a:lvl5pPr marL="1988756" indent="0">
              <a:buNone/>
              <a:defRPr sz="1000"/>
            </a:lvl5pPr>
            <a:lvl6pPr marL="2485943" indent="0">
              <a:buNone/>
              <a:defRPr sz="1000"/>
            </a:lvl6pPr>
            <a:lvl7pPr marL="2983133" indent="0">
              <a:buNone/>
              <a:defRPr sz="1000"/>
            </a:lvl7pPr>
            <a:lvl8pPr marL="3480322" indent="0">
              <a:buNone/>
              <a:defRPr sz="1000"/>
            </a:lvl8pPr>
            <a:lvl9pPr marL="3977510" indent="0">
              <a:buNone/>
              <a:defRPr sz="1000"/>
            </a:lvl9pPr>
          </a:lstStyle>
          <a:p>
            <a:pPr lvl="0"/>
            <a:r>
              <a:rPr lang="ta-I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34432" y="7009645"/>
            <a:ext cx="2494016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fld id="{ADD83F7A-4B0B-E248-B1D5-6B6921301346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51952" y="7009645"/>
            <a:ext cx="3384735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60190" y="7009645"/>
            <a:ext cx="2494016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fld id="{3AD2871C-5A1F-7E48-958E-1420BDA97A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234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047" y="5293995"/>
            <a:ext cx="6413183" cy="624986"/>
          </a:xfrm>
          <a:prstGeom prst="rect">
            <a:avLst/>
          </a:prstGeom>
        </p:spPr>
        <p:txBody>
          <a:bodyPr lIns="99438" tIns="49719" rIns="99438" bIns="49719" anchor="b"/>
          <a:lstStyle>
            <a:lvl1pPr algn="l">
              <a:defRPr sz="2200" b="1"/>
            </a:lvl1pPr>
          </a:lstStyle>
          <a:p>
            <a:r>
              <a:rPr lang="ta-IN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5047" y="675755"/>
            <a:ext cx="6413183" cy="4537710"/>
          </a:xfrm>
          <a:prstGeom prst="rect">
            <a:avLst/>
          </a:prstGeom>
        </p:spPr>
        <p:txBody>
          <a:bodyPr lIns="99438" tIns="49719" rIns="99438" bIns="49719"/>
          <a:lstStyle>
            <a:lvl1pPr marL="0" indent="0">
              <a:buNone/>
              <a:defRPr sz="3500"/>
            </a:lvl1pPr>
            <a:lvl2pPr marL="497190" indent="0">
              <a:buNone/>
              <a:defRPr sz="3000"/>
            </a:lvl2pPr>
            <a:lvl3pPr marL="994377" indent="0">
              <a:buNone/>
              <a:defRPr sz="2600"/>
            </a:lvl3pPr>
            <a:lvl4pPr marL="1491566" indent="0">
              <a:buNone/>
              <a:defRPr sz="2200"/>
            </a:lvl4pPr>
            <a:lvl5pPr marL="1988756" indent="0">
              <a:buNone/>
              <a:defRPr sz="2200"/>
            </a:lvl5pPr>
            <a:lvl6pPr marL="2485943" indent="0">
              <a:buNone/>
              <a:defRPr sz="2200"/>
            </a:lvl6pPr>
            <a:lvl7pPr marL="2983133" indent="0">
              <a:buNone/>
              <a:defRPr sz="2200"/>
            </a:lvl7pPr>
            <a:lvl8pPr marL="3480322" indent="0">
              <a:buNone/>
              <a:defRPr sz="2200"/>
            </a:lvl8pPr>
            <a:lvl9pPr marL="3977510" indent="0">
              <a:buNone/>
              <a:defRPr sz="22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5047" y="5918981"/>
            <a:ext cx="6413183" cy="887584"/>
          </a:xfrm>
          <a:prstGeom prst="rect">
            <a:avLst/>
          </a:prstGeom>
        </p:spPr>
        <p:txBody>
          <a:bodyPr lIns="99438" tIns="49719" rIns="99438" bIns="49719"/>
          <a:lstStyle>
            <a:lvl1pPr marL="0" indent="0">
              <a:buNone/>
              <a:defRPr sz="1500"/>
            </a:lvl1pPr>
            <a:lvl2pPr marL="497190" indent="0">
              <a:buNone/>
              <a:defRPr sz="1300"/>
            </a:lvl2pPr>
            <a:lvl3pPr marL="994377" indent="0">
              <a:buNone/>
              <a:defRPr sz="1100"/>
            </a:lvl3pPr>
            <a:lvl4pPr marL="1491566" indent="0">
              <a:buNone/>
              <a:defRPr sz="1000"/>
            </a:lvl4pPr>
            <a:lvl5pPr marL="1988756" indent="0">
              <a:buNone/>
              <a:defRPr sz="1000"/>
            </a:lvl5pPr>
            <a:lvl6pPr marL="2485943" indent="0">
              <a:buNone/>
              <a:defRPr sz="1000"/>
            </a:lvl6pPr>
            <a:lvl7pPr marL="2983133" indent="0">
              <a:buNone/>
              <a:defRPr sz="1000"/>
            </a:lvl7pPr>
            <a:lvl8pPr marL="3480322" indent="0">
              <a:buNone/>
              <a:defRPr sz="1000"/>
            </a:lvl8pPr>
            <a:lvl9pPr marL="3977510" indent="0">
              <a:buNone/>
              <a:defRPr sz="1000"/>
            </a:lvl9pPr>
          </a:lstStyle>
          <a:p>
            <a:pPr lvl="0"/>
            <a:r>
              <a:rPr lang="ta-I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34432" y="7009645"/>
            <a:ext cx="2494016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fld id="{ADD83F7A-4B0B-E248-B1D5-6B6921301346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51952" y="7009645"/>
            <a:ext cx="3384735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60190" y="7009645"/>
            <a:ext cx="2494016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fld id="{3AD2871C-5A1F-7E48-958E-1420BDA97A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634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432" y="302865"/>
            <a:ext cx="9619774" cy="1260475"/>
          </a:xfrm>
          <a:prstGeom prst="rect">
            <a:avLst/>
          </a:prstGeom>
        </p:spPr>
        <p:txBody>
          <a:bodyPr lIns="99438" tIns="49719" rIns="99438" bIns="49719"/>
          <a:lstStyle/>
          <a:p>
            <a:r>
              <a:rPr lang="ta-I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432" y="1764669"/>
            <a:ext cx="9619774" cy="4991131"/>
          </a:xfrm>
          <a:prstGeom prst="rect">
            <a:avLst/>
          </a:prstGeom>
        </p:spPr>
        <p:txBody>
          <a:bodyPr vert="eaVert" lIns="99438" tIns="49719" rIns="99438" bIns="49719"/>
          <a:lstStyle/>
          <a:p>
            <a:pPr lvl="0"/>
            <a:r>
              <a:rPr lang="ta-IN"/>
              <a:t>Click to edit Master text styles</a:t>
            </a:r>
          </a:p>
          <a:p>
            <a:pPr lvl="1"/>
            <a:r>
              <a:rPr lang="ta-IN"/>
              <a:t>Second level</a:t>
            </a:r>
          </a:p>
          <a:p>
            <a:pPr lvl="2"/>
            <a:r>
              <a:rPr lang="ta-IN"/>
              <a:t>Third level</a:t>
            </a:r>
          </a:p>
          <a:p>
            <a:pPr lvl="3"/>
            <a:r>
              <a:rPr lang="ta-IN"/>
              <a:t>Fourth level</a:t>
            </a:r>
          </a:p>
          <a:p>
            <a:pPr lvl="4"/>
            <a:r>
              <a:rPr lang="ta-I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4432" y="7009645"/>
            <a:ext cx="2494016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fld id="{ADD83F7A-4B0B-E248-B1D5-6B6921301346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51952" y="7009645"/>
            <a:ext cx="3384735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0190" y="7009645"/>
            <a:ext cx="2494016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fld id="{3AD2871C-5A1F-7E48-958E-1420BDA97A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195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49262" y="302868"/>
            <a:ext cx="2404944" cy="6452932"/>
          </a:xfrm>
          <a:prstGeom prst="rect">
            <a:avLst/>
          </a:prstGeom>
        </p:spPr>
        <p:txBody>
          <a:bodyPr vert="eaVert" lIns="99438" tIns="49719" rIns="99438" bIns="49719"/>
          <a:lstStyle/>
          <a:p>
            <a:r>
              <a:rPr lang="ta-I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432" y="302868"/>
            <a:ext cx="7036687" cy="6452932"/>
          </a:xfrm>
          <a:prstGeom prst="rect">
            <a:avLst/>
          </a:prstGeom>
        </p:spPr>
        <p:txBody>
          <a:bodyPr vert="eaVert" lIns="99438" tIns="49719" rIns="99438" bIns="49719"/>
          <a:lstStyle/>
          <a:p>
            <a:pPr lvl="0"/>
            <a:r>
              <a:rPr lang="ta-IN"/>
              <a:t>Click to edit Master text styles</a:t>
            </a:r>
          </a:p>
          <a:p>
            <a:pPr lvl="1"/>
            <a:r>
              <a:rPr lang="ta-IN"/>
              <a:t>Second level</a:t>
            </a:r>
          </a:p>
          <a:p>
            <a:pPr lvl="2"/>
            <a:r>
              <a:rPr lang="ta-IN"/>
              <a:t>Third level</a:t>
            </a:r>
          </a:p>
          <a:p>
            <a:pPr lvl="3"/>
            <a:r>
              <a:rPr lang="ta-IN"/>
              <a:t>Fourth level</a:t>
            </a:r>
          </a:p>
          <a:p>
            <a:pPr lvl="4"/>
            <a:r>
              <a:rPr lang="ta-I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4432" y="7009645"/>
            <a:ext cx="2494016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fld id="{ADD83F7A-4B0B-E248-B1D5-6B6921301346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51952" y="7009645"/>
            <a:ext cx="3384735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0190" y="7009645"/>
            <a:ext cx="2494016" cy="402652"/>
          </a:xfrm>
          <a:prstGeom prst="rect">
            <a:avLst/>
          </a:prstGeom>
        </p:spPr>
        <p:txBody>
          <a:bodyPr lIns="99438" tIns="49719" rIns="99438" bIns="49719"/>
          <a:lstStyle/>
          <a:p>
            <a:fld id="{3AD2871C-5A1F-7E48-958E-1420BDA97A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23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Documents and Settings\pbanjac\Desktop\memo templates\general_bckg.png"/>
          <p:cNvPicPr>
            <a:picLocks noChangeAspect="1" noChangeArrowheads="1"/>
          </p:cNvPicPr>
          <p:nvPr userDrawn="1"/>
        </p:nvPicPr>
        <p:blipFill>
          <a:blip r:embed="rId13" cstate="screen"/>
          <a:srcRect/>
          <a:stretch>
            <a:fillRect/>
          </a:stretch>
        </p:blipFill>
        <p:spPr bwMode="auto">
          <a:xfrm>
            <a:off x="-2738" y="0"/>
            <a:ext cx="10704077" cy="75646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48353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97190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2892" indent="-372892" algn="l" defTabSz="497190" rtl="0" eaLnBrk="1" latinLnBrk="0" hangingPunct="1">
        <a:spcBef>
          <a:spcPct val="20000"/>
        </a:spcBef>
        <a:buFont typeface="Arial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7932" indent="-310743" algn="l" defTabSz="497190" rtl="0" eaLnBrk="1" latinLnBrk="0" hangingPunct="1">
        <a:spcBef>
          <a:spcPct val="20000"/>
        </a:spcBef>
        <a:buFont typeface="Arial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2972" indent="-248594" algn="l" defTabSz="497190" rtl="0" eaLnBrk="1" latinLnBrk="0" hangingPunct="1">
        <a:spcBef>
          <a:spcPct val="20000"/>
        </a:spcBef>
        <a:buFont typeface="Arial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0161" indent="-248594" algn="l" defTabSz="497190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37349" indent="-248594" algn="l" defTabSz="497190" rtl="0" eaLnBrk="1" latinLnBrk="0" hangingPunct="1">
        <a:spcBef>
          <a:spcPct val="20000"/>
        </a:spcBef>
        <a:buFont typeface="Arial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4539" indent="-248594" algn="l" defTabSz="49719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1726" indent="-248594" algn="l" defTabSz="49719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28916" indent="-248594" algn="l" defTabSz="49719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26104" indent="-248594" algn="l" defTabSz="49719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71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190" algn="l" defTabSz="4971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4377" algn="l" defTabSz="4971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1566" algn="l" defTabSz="4971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88756" algn="l" defTabSz="4971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5943" algn="l" defTabSz="4971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3133" algn="l" defTabSz="4971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0322" algn="l" defTabSz="4971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77510" algn="l" defTabSz="4971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1603295" y="6142981"/>
            <a:ext cx="7482047" cy="562620"/>
          </a:xfrm>
        </p:spPr>
        <p:txBody>
          <a:bodyPr/>
          <a:lstStyle/>
          <a:p>
            <a:r>
              <a:rPr lang="bs-Latn-BA" sz="2400" b="1" i="1" dirty="0">
                <a:solidFill>
                  <a:schemeClr val="bg1"/>
                </a:solidFill>
              </a:rPr>
              <a:t>Sarajevo,</a:t>
            </a:r>
            <a:r>
              <a:rPr lang="en-US" sz="2400" b="1" i="1" dirty="0">
                <a:solidFill>
                  <a:schemeClr val="bg1"/>
                </a:solidFill>
              </a:rPr>
              <a:t> </a:t>
            </a:r>
            <a:r>
              <a:rPr lang="bs-Latn-BA" sz="2400" b="1" i="1" dirty="0">
                <a:solidFill>
                  <a:schemeClr val="bg1"/>
                </a:solidFill>
              </a:rPr>
              <a:t> </a:t>
            </a:r>
            <a:r>
              <a:rPr lang="bs-Latn-BA" sz="2400" b="1" i="1" dirty="0" err="1">
                <a:solidFill>
                  <a:schemeClr val="bg1"/>
                </a:solidFill>
              </a:rPr>
              <a:t>October</a:t>
            </a:r>
            <a:r>
              <a:rPr lang="bs-Latn-BA" sz="2400" b="1" i="1" dirty="0">
                <a:solidFill>
                  <a:schemeClr val="bg1"/>
                </a:solidFill>
              </a:rPr>
              <a:t> 7, </a:t>
            </a:r>
            <a:r>
              <a:rPr lang="en-US" sz="2400" b="1" i="1" dirty="0">
                <a:solidFill>
                  <a:schemeClr val="bg1"/>
                </a:solidFill>
              </a:rPr>
              <a:t>202</a:t>
            </a:r>
            <a:r>
              <a:rPr lang="bs-Latn-BA" sz="2400" b="1" i="1" dirty="0">
                <a:solidFill>
                  <a:schemeClr val="bg1"/>
                </a:solidFill>
              </a:rPr>
              <a:t>5</a:t>
            </a:r>
            <a:endParaRPr lang="en-US" sz="2400" b="1" i="1" dirty="0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577E19-6E0A-AA15-F99B-592CEFA617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s-Cyrl-BA" sz="4400" b="1" kern="1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Enabling Activities Programme </a:t>
            </a:r>
            <a:br>
              <a:rPr lang="en-US" sz="1800" b="1" kern="100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EA2E4-131E-3E46-0E89-DF9C035B1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solidFill>
                  <a:schemeClr val="bg1"/>
                </a:solidFill>
              </a:rPr>
              <a:t>Key Barriers Addressed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60B53-C181-D27D-5A61-BB60FC2D0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Weak operationalization of adaptation M&amp;E Framework.</a:t>
            </a:r>
          </a:p>
          <a:p>
            <a:r>
              <a:rPr lang="en-US" sz="2800" dirty="0">
                <a:solidFill>
                  <a:schemeClr val="bg1"/>
                </a:solidFill>
              </a:rPr>
              <a:t>Capacity constraints for climate data management and reporting.</a:t>
            </a:r>
          </a:p>
          <a:p>
            <a:r>
              <a:rPr lang="en-US" sz="2800" dirty="0">
                <a:solidFill>
                  <a:schemeClr val="bg1"/>
                </a:solidFill>
              </a:rPr>
              <a:t>Limited stakeholder engagement in climate action planning.</a:t>
            </a:r>
          </a:p>
          <a:p>
            <a:r>
              <a:rPr lang="en-US" sz="2800" dirty="0">
                <a:solidFill>
                  <a:schemeClr val="bg1"/>
                </a:solidFill>
              </a:rPr>
              <a:t>Inadequate institutional capacity to update NDCs and integrate mitigation/adaptation targets.</a:t>
            </a:r>
          </a:p>
          <a:p>
            <a:r>
              <a:rPr lang="en-US" sz="2800" dirty="0">
                <a:solidFill>
                  <a:schemeClr val="bg1"/>
                </a:solidFill>
              </a:rPr>
              <a:t>Limited horizontal and vertical coordination across governance levels.</a:t>
            </a:r>
          </a:p>
        </p:txBody>
      </p:sp>
    </p:spTree>
    <p:extLst>
      <p:ext uri="{BB962C8B-B14F-4D97-AF65-F5344CB8AC3E}">
        <p14:creationId xmlns:p14="http://schemas.microsoft.com/office/powerpoint/2010/main" val="211153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EA2E4-131E-3E46-0E89-DF9C035B1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solidFill>
                  <a:schemeClr val="bg1"/>
                </a:solidFill>
              </a:rPr>
              <a:t>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60B53-C181-D27D-5A61-BB60FC2D0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Development of the First Biennial Transparency Report (BTR1) and Fifth National Communication &amp; Second Biennial Transparency Report (NC5/BTR2)</a:t>
            </a:r>
            <a:endParaRPr lang="bs-Latn-BA" sz="2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Strengthening Bosnia and Herzegovina Climate Action through NDC 3.0 and Operationalization of the Environmental Information System (EIS)</a:t>
            </a:r>
          </a:p>
        </p:txBody>
      </p:sp>
    </p:spTree>
    <p:extLst>
      <p:ext uri="{BB962C8B-B14F-4D97-AF65-F5344CB8AC3E}">
        <p14:creationId xmlns:p14="http://schemas.microsoft.com/office/powerpoint/2010/main" val="609313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EA2E4-131E-3E46-0E89-DF9C035B1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solidFill>
                  <a:schemeClr val="bg1"/>
                </a:solidFill>
              </a:rPr>
              <a:t>Strategic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60B53-C181-D27D-5A61-BB60FC2D0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Both projects support Bosnia and Herzegovina’s compliance with UNFCCC and Paris Agreement obligations.</a:t>
            </a:r>
          </a:p>
          <a:p>
            <a:r>
              <a:rPr lang="en-US" sz="2800" dirty="0">
                <a:solidFill>
                  <a:schemeClr val="bg1"/>
                </a:solidFill>
              </a:rPr>
              <a:t>Strengthen technical and institutional capacity across national and entity-level institutions.</a:t>
            </a:r>
          </a:p>
          <a:p>
            <a:r>
              <a:rPr lang="en-US" sz="2800" dirty="0">
                <a:solidFill>
                  <a:schemeClr val="bg1"/>
                </a:solidFill>
              </a:rPr>
              <a:t>Target gaps in data management, reporting and climate governance to enable evidence-based policymaking.</a:t>
            </a:r>
          </a:p>
        </p:txBody>
      </p:sp>
    </p:spTree>
    <p:extLst>
      <p:ext uri="{BB962C8B-B14F-4D97-AF65-F5344CB8AC3E}">
        <p14:creationId xmlns:p14="http://schemas.microsoft.com/office/powerpoint/2010/main" val="3229917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EA2E4-131E-3E46-0E89-DF9C035B1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solidFill>
                  <a:schemeClr val="bg1"/>
                </a:solidFill>
              </a:rPr>
              <a:t>Climate and Policy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60B53-C181-D27D-5A61-BB60FC2D0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BiH faces climate change impacts: extreme events, fluctuating precipitation, rising temperatures.</a:t>
            </a:r>
          </a:p>
          <a:p>
            <a:r>
              <a:rPr lang="en-US" sz="2800" dirty="0">
                <a:solidFill>
                  <a:schemeClr val="bg1"/>
                </a:solidFill>
              </a:rPr>
              <a:t>Critical sectors affected: water, agriculture, energy, tourism, health.</a:t>
            </a:r>
          </a:p>
          <a:p>
            <a:r>
              <a:rPr lang="en-US" sz="2800" dirty="0">
                <a:solidFill>
                  <a:schemeClr val="bg1"/>
                </a:solidFill>
              </a:rPr>
              <a:t>Current climate frameworks:</a:t>
            </a:r>
          </a:p>
          <a:p>
            <a:pPr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Climate Change Adaptation and Low Emission Development</a:t>
            </a:r>
            <a:r>
              <a:rPr lang="bs-Latn-BA" sz="2800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Strategy 2020–2030</a:t>
            </a:r>
            <a:endParaRPr lang="bs-Latn-BA" sz="2800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Nationally Determined Contributions (NDC)</a:t>
            </a:r>
            <a:endParaRPr lang="bs-Latn-BA" sz="2800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National Adaptation Plan (NAP)</a:t>
            </a:r>
          </a:p>
        </p:txBody>
      </p:sp>
    </p:spTree>
    <p:extLst>
      <p:ext uri="{BB962C8B-B14F-4D97-AF65-F5344CB8AC3E}">
        <p14:creationId xmlns:p14="http://schemas.microsoft.com/office/powerpoint/2010/main" val="1169363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EA2E4-131E-3E46-0E89-DF9C035B1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solidFill>
                  <a:schemeClr val="bg1"/>
                </a:solidFill>
              </a:rPr>
              <a:t>Climate and Policy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60B53-C181-D27D-5A61-BB60FC2D0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•	Institutional structure:</a:t>
            </a:r>
          </a:p>
          <a:p>
            <a:pPr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MOFTER (state-level): policy, coordination, harmonization</a:t>
            </a:r>
            <a:endParaRPr lang="bs-Latn-BA" sz="2800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RS MSPCE &amp; FMET: entity-level environmental authorities</a:t>
            </a:r>
            <a:endParaRPr lang="bs-Latn-BA" sz="2800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Brčko District: local coordination</a:t>
            </a:r>
            <a:endParaRPr lang="bs-Latn-BA" sz="2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•	Key challenges: weak coordination, inactive M&amp;E Framework, limited technical capacity, reliance on fossil fuels and insufficient resilience to climate hazards.</a:t>
            </a:r>
          </a:p>
        </p:txBody>
      </p:sp>
    </p:spTree>
    <p:extLst>
      <p:ext uri="{BB962C8B-B14F-4D97-AF65-F5344CB8AC3E}">
        <p14:creationId xmlns:p14="http://schemas.microsoft.com/office/powerpoint/2010/main" val="2703630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EA2E4-131E-3E46-0E89-DF9C035B1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 sz="4800" dirty="0" err="1">
                <a:solidFill>
                  <a:schemeClr val="bg1"/>
                </a:solidFill>
              </a:rPr>
              <a:t>Programme</a:t>
            </a:r>
            <a:r>
              <a:rPr lang="bs-Latn-BA" sz="4800" dirty="0">
                <a:solidFill>
                  <a:schemeClr val="bg1"/>
                </a:solidFill>
              </a:rPr>
              <a:t> </a:t>
            </a:r>
            <a:r>
              <a:rPr lang="bs-Latn-BA" sz="4800" dirty="0" err="1">
                <a:solidFill>
                  <a:schemeClr val="bg1"/>
                </a:solidFill>
              </a:rPr>
              <a:t>Objectives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60B53-C181-D27D-5A61-BB60FC2D0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Strengthen capacity to mainstream climate concerns into sectoral and national priorities.</a:t>
            </a:r>
          </a:p>
          <a:p>
            <a:r>
              <a:rPr lang="en-US" sz="2800" dirty="0">
                <a:solidFill>
                  <a:schemeClr val="bg1"/>
                </a:solidFill>
              </a:rPr>
              <a:t>Enable preparation and submission of:</a:t>
            </a:r>
          </a:p>
          <a:p>
            <a:pPr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BTR1 (stand-alone)</a:t>
            </a:r>
            <a:endParaRPr lang="bs-Latn-BA" sz="2800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en-US" sz="2800" dirty="0">
                <a:solidFill>
                  <a:schemeClr val="bg1"/>
                </a:solidFill>
              </a:rPr>
              <a:t>NC5/BTR2 (combined report)</a:t>
            </a:r>
          </a:p>
          <a:p>
            <a:r>
              <a:rPr lang="en-US" sz="2800" dirty="0">
                <a:solidFill>
                  <a:schemeClr val="bg1"/>
                </a:solidFill>
              </a:rPr>
              <a:t>Comply with UNFCCC/Paris Agreement transparency requirements (Article 13, Decision 18/CMA.1, Decision 5/CMA.3).</a:t>
            </a:r>
          </a:p>
        </p:txBody>
      </p:sp>
    </p:spTree>
    <p:extLst>
      <p:ext uri="{BB962C8B-B14F-4D97-AF65-F5344CB8AC3E}">
        <p14:creationId xmlns:p14="http://schemas.microsoft.com/office/powerpoint/2010/main" val="4279313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EA2E4-131E-3E46-0E89-DF9C035B1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 sz="4800" dirty="0" err="1">
                <a:solidFill>
                  <a:schemeClr val="bg1"/>
                </a:solidFill>
              </a:rPr>
              <a:t>Programme</a:t>
            </a:r>
            <a:r>
              <a:rPr lang="bs-Latn-BA" sz="4800" dirty="0">
                <a:solidFill>
                  <a:schemeClr val="bg1"/>
                </a:solidFill>
              </a:rPr>
              <a:t> </a:t>
            </a:r>
            <a:r>
              <a:rPr lang="bs-Latn-BA" sz="4800" dirty="0" err="1">
                <a:solidFill>
                  <a:schemeClr val="bg1"/>
                </a:solidFill>
              </a:rPr>
              <a:t>Objectives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60B53-C181-D27D-5A61-BB60FC2D0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Operationalize Conceptual Framework for M&amp;E of Adaptation Indicators within EIS, including loss &amp; damage data.</a:t>
            </a:r>
          </a:p>
          <a:p>
            <a:r>
              <a:rPr lang="en-US" sz="2800" dirty="0">
                <a:solidFill>
                  <a:schemeClr val="bg1"/>
                </a:solidFill>
              </a:rPr>
              <a:t>Update NDC 3.0 with ambitious adaptation and mitigation targets.</a:t>
            </a:r>
          </a:p>
          <a:p>
            <a:r>
              <a:rPr lang="en-US" sz="2800" dirty="0">
                <a:solidFill>
                  <a:schemeClr val="bg1"/>
                </a:solidFill>
              </a:rPr>
              <a:t>Develop Action Plan, Financial, Investment, and Implementation Strategy for NDC 3.0.</a:t>
            </a:r>
          </a:p>
        </p:txBody>
      </p:sp>
    </p:spTree>
    <p:extLst>
      <p:ext uri="{BB962C8B-B14F-4D97-AF65-F5344CB8AC3E}">
        <p14:creationId xmlns:p14="http://schemas.microsoft.com/office/powerpoint/2010/main" val="52572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EA2E4-131E-3E46-0E89-DF9C035B1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 dirty="0">
                <a:solidFill>
                  <a:schemeClr val="bg1"/>
                </a:solidFill>
              </a:rPr>
              <a:t>T</a:t>
            </a:r>
            <a:r>
              <a:rPr lang="en-US" sz="4800" dirty="0">
                <a:solidFill>
                  <a:schemeClr val="bg1"/>
                </a:solidFill>
              </a:rPr>
              <a:t>he </a:t>
            </a:r>
            <a:r>
              <a:rPr lang="en-US" sz="4800" dirty="0" err="1">
                <a:solidFill>
                  <a:schemeClr val="bg1"/>
                </a:solidFill>
              </a:rPr>
              <a:t>programme</a:t>
            </a:r>
            <a:r>
              <a:rPr lang="en-US" sz="4800" dirty="0">
                <a:solidFill>
                  <a:schemeClr val="bg1"/>
                </a:solidFill>
              </a:rPr>
              <a:t> broadly aims to</a:t>
            </a:r>
            <a:r>
              <a:rPr lang="bs-Latn-BA" sz="4800" dirty="0">
                <a:solidFill>
                  <a:schemeClr val="bg1"/>
                </a:solidFill>
              </a:rPr>
              <a:t>...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60B53-C181-D27D-5A61-BB60FC2D0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Strengthen climate governance and reporting capacity.</a:t>
            </a:r>
          </a:p>
          <a:p>
            <a:r>
              <a:rPr lang="en-US" sz="2800" dirty="0">
                <a:solidFill>
                  <a:schemeClr val="bg1"/>
                </a:solidFill>
              </a:rPr>
              <a:t>Enhance evidence-based decision-making through robust data management.</a:t>
            </a:r>
          </a:p>
          <a:p>
            <a:r>
              <a:rPr lang="en-US" sz="2800" dirty="0">
                <a:solidFill>
                  <a:schemeClr val="bg1"/>
                </a:solidFill>
              </a:rPr>
              <a:t>Promote forward-looking, ambitious climate action aligned with sustainable development.</a:t>
            </a:r>
          </a:p>
        </p:txBody>
      </p:sp>
    </p:spTree>
    <p:extLst>
      <p:ext uri="{BB962C8B-B14F-4D97-AF65-F5344CB8AC3E}">
        <p14:creationId xmlns:p14="http://schemas.microsoft.com/office/powerpoint/2010/main" val="758830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EA2E4-131E-3E46-0E89-DF9C035B1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solidFill>
                  <a:schemeClr val="bg1"/>
                </a:solidFill>
              </a:rPr>
              <a:t>Beneficiaries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60B53-C181-D27D-5A61-BB60FC2D0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432" y="1170309"/>
            <a:ext cx="9619774" cy="4991131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Direct beneficiaries:</a:t>
            </a:r>
          </a:p>
          <a:p>
            <a:r>
              <a:rPr lang="en-US" sz="2800" dirty="0">
                <a:solidFill>
                  <a:schemeClr val="bg1"/>
                </a:solidFill>
              </a:rPr>
              <a:t>MOFTER, FMET, RS MSPCE, Brčko District authorities</a:t>
            </a:r>
          </a:p>
          <a:p>
            <a:r>
              <a:rPr lang="en-US" sz="2800" dirty="0">
                <a:solidFill>
                  <a:schemeClr val="bg1"/>
                </a:solidFill>
              </a:rPr>
              <a:t>Environmental funds and hydrometeorological institutes</a:t>
            </a:r>
          </a:p>
          <a:p>
            <a:r>
              <a:rPr lang="en-US" sz="2800" dirty="0">
                <a:solidFill>
                  <a:schemeClr val="bg1"/>
                </a:solidFill>
              </a:rPr>
              <a:t>Research and academic institutions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Indirect beneficiaries:</a:t>
            </a:r>
          </a:p>
          <a:p>
            <a:r>
              <a:rPr lang="en-US" sz="2800" dirty="0">
                <a:solidFill>
                  <a:schemeClr val="bg1"/>
                </a:solidFill>
              </a:rPr>
              <a:t>Broader population: youth, women, rural communities, elderly</a:t>
            </a:r>
          </a:p>
          <a:p>
            <a:r>
              <a:rPr lang="en-US" sz="2800" dirty="0">
                <a:solidFill>
                  <a:schemeClr val="bg1"/>
                </a:solidFill>
              </a:rPr>
              <a:t>Public health, economic stability, environmental sustainability</a:t>
            </a:r>
          </a:p>
          <a:p>
            <a:r>
              <a:rPr lang="en-US" sz="2800" dirty="0">
                <a:solidFill>
                  <a:schemeClr val="bg1"/>
                </a:solidFill>
              </a:rPr>
              <a:t>Private sector (agriculture, tourism) using actionable climate data</a:t>
            </a:r>
          </a:p>
          <a:p>
            <a:r>
              <a:rPr lang="en-US" sz="2800" dirty="0">
                <a:solidFill>
                  <a:schemeClr val="bg1"/>
                </a:solidFill>
              </a:rPr>
              <a:t>International financial institutions benefiting from enhanced transparency and accountability</a:t>
            </a:r>
          </a:p>
        </p:txBody>
      </p:sp>
    </p:spTree>
    <p:extLst>
      <p:ext uri="{BB962C8B-B14F-4D97-AF65-F5344CB8AC3E}">
        <p14:creationId xmlns:p14="http://schemas.microsoft.com/office/powerpoint/2010/main" val="2887690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9E40BF7383784999BA1B34A435B410" ma:contentTypeVersion="0" ma:contentTypeDescription="Create a new document." ma:contentTypeScope="" ma:versionID="a4651880fff225387c0ad42ddaada4a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B76BC8A629994A94CD06055D816E6F" ma:contentTypeVersion="4" ma:contentTypeDescription="Create a new document." ma:contentTypeScope="" ma:versionID="54e23fc6d9d59c22ecf591fc27fd1472">
  <xsd:schema xmlns:xsd="http://www.w3.org/2001/XMLSchema" xmlns:xs="http://www.w3.org/2001/XMLSchema" xmlns:p="http://schemas.microsoft.com/office/2006/metadata/properties" xmlns:ns2="de777af5-75c5-4059-8842-b3ca2d118c77" xmlns:ns3="035a9701-ba2f-476b-9a66-4e2a04bae297" targetNamespace="http://schemas.microsoft.com/office/2006/metadata/properties" ma:root="true" ma:fieldsID="0cb14b975d53ab8d24d46470c05bfefd" ns2:_="" ns3:_="">
    <xsd:import namespace="de777af5-75c5-4059-8842-b3ca2d118c77"/>
    <xsd:import namespace="035a9701-ba2f-476b-9a66-4e2a04bae297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777af5-75c5-4059-8842-b3ca2d118c77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5a9701-ba2f-476b-9a66-4e2a04bae2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74E122-D031-4788-A50B-1B79E6A9855F}"/>
</file>

<file path=customXml/itemProps2.xml><?xml version="1.0" encoding="utf-8"?>
<ds:datastoreItem xmlns:ds="http://schemas.openxmlformats.org/officeDocument/2006/customXml" ds:itemID="{F45331B3-98AE-49A4-B7AB-77D4DA58BCF7}">
  <ds:schemaRefs>
    <ds:schemaRef ds:uri="http://schemas.microsoft.com/office/2006/metadata/properties"/>
    <ds:schemaRef ds:uri="de777af5-75c5-4059-8842-b3ca2d118c77"/>
    <ds:schemaRef ds:uri="http://schemas.microsoft.com/office/2006/documentManagement/types"/>
    <ds:schemaRef ds:uri="http://purl.org/dc/dcmitype/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035a9701-ba2f-476b-9a66-4e2a04bae297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65395A07-0761-4751-BA8C-8805881870D5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2399C10-8625-4B58-BE75-0C1F55C8C24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777af5-75c5-4059-8842-b3ca2d118c77"/>
    <ds:schemaRef ds:uri="035a9701-ba2f-476b-9a66-4e2a04bae2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3150</TotalTime>
  <Words>467</Words>
  <Application>Microsoft Office PowerPoint</Application>
  <PresentationFormat>Custom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Enabling Activities Programme  </vt:lpstr>
      <vt:lpstr>Key Barriers Addressed</vt:lpstr>
      <vt:lpstr>Projects</vt:lpstr>
      <vt:lpstr>Strategic Context</vt:lpstr>
      <vt:lpstr>Climate and Policy Background</vt:lpstr>
      <vt:lpstr>Climate and Policy Background</vt:lpstr>
      <vt:lpstr>Programme Objectives</vt:lpstr>
      <vt:lpstr>Programme Objectives</vt:lpstr>
      <vt:lpstr>The programme broadly aims to...</vt:lpstr>
      <vt:lpstr>Beneficiaries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Kudos1</dc:creator>
  <cp:lastModifiedBy>Aldin Medjedovic</cp:lastModifiedBy>
  <cp:revision>5</cp:revision>
  <cp:lastPrinted>2018-10-17T13:07:20Z</cp:lastPrinted>
  <dcterms:created xsi:type="dcterms:W3CDTF">2012-03-08T13:11:03Z</dcterms:created>
  <dcterms:modified xsi:type="dcterms:W3CDTF">2025-10-06T14:39:26Z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0x010100CA9E40BF7383784999BA1B34A435B410</vt:lpwstr>
  </property>
  <property fmtid="{D5CDD505-2E9C-101B-9397-08002B2CF9AE}" pid="3" name="_dlc_DocIdItemGuid">
    <vt:lpwstr>649bad8c-eea6-4931-aedb-721a2eae8a69</vt:lpwstr>
  </property>
  <property fmtid="{D5CDD505-2E9C-101B-9397-08002B2CF9AE}" pid="4" name="MediaServiceImageTags">
    <vt:lpwstr/>
  </property>
  <property fmtid="{D5CDD505-2E9C-101B-9397-08002B2CF9AE}" pid="5" name="Order">
    <vt:r8>184800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