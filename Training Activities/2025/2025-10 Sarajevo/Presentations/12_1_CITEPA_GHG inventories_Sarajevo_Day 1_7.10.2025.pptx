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6.xml" ContentType="application/vnd.openxmlformats-officedocument.theme+xml"/>
  <Override PartName="/ppt/slideLayouts/slideLayout41.xml" ContentType="application/vnd.openxmlformats-officedocument.presentationml.slideLayout+xml"/>
  <Override PartName="/ppt/theme/theme7.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8.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9.xml" ContentType="application/vnd.openxmlformats-officedocument.theme+xml"/>
  <Override PartName="/ppt/slideLayouts/slideLayout4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 id="2147483687" r:id="rId5"/>
    <p:sldMasterId id="2147483672" r:id="rId6"/>
    <p:sldMasterId id="2147483695" r:id="rId7"/>
    <p:sldMasterId id="2147483706" r:id="rId8"/>
    <p:sldMasterId id="2147483699" r:id="rId9"/>
    <p:sldMasterId id="2147483708" r:id="rId10"/>
    <p:sldMasterId id="2147483738" r:id="rId11"/>
    <p:sldMasterId id="2147483740" r:id="rId12"/>
    <p:sldMasterId id="2147483745" r:id="rId13"/>
  </p:sldMasterIdLst>
  <p:notesMasterIdLst>
    <p:notesMasterId r:id="rId73"/>
  </p:notesMasterIdLst>
  <p:handoutMasterIdLst>
    <p:handoutMasterId r:id="rId74"/>
  </p:handoutMasterIdLst>
  <p:sldIdLst>
    <p:sldId id="433" r:id="rId14"/>
    <p:sldId id="418" r:id="rId15"/>
    <p:sldId id="668" r:id="rId16"/>
    <p:sldId id="2856" r:id="rId17"/>
    <p:sldId id="2857" r:id="rId18"/>
    <p:sldId id="2858" r:id="rId19"/>
    <p:sldId id="2859" r:id="rId20"/>
    <p:sldId id="726" r:id="rId21"/>
    <p:sldId id="2860" r:id="rId22"/>
    <p:sldId id="2889" r:id="rId23"/>
    <p:sldId id="2877" r:id="rId24"/>
    <p:sldId id="792" r:id="rId25"/>
    <p:sldId id="803" r:id="rId26"/>
    <p:sldId id="804" r:id="rId27"/>
    <p:sldId id="805" r:id="rId28"/>
    <p:sldId id="696" r:id="rId29"/>
    <p:sldId id="714" r:id="rId30"/>
    <p:sldId id="719" r:id="rId31"/>
    <p:sldId id="715" r:id="rId32"/>
    <p:sldId id="819" r:id="rId33"/>
    <p:sldId id="711" r:id="rId34"/>
    <p:sldId id="812" r:id="rId35"/>
    <p:sldId id="752" r:id="rId36"/>
    <p:sldId id="720" r:id="rId37"/>
    <p:sldId id="748" r:id="rId38"/>
    <p:sldId id="2886" r:id="rId39"/>
    <p:sldId id="2888" r:id="rId40"/>
    <p:sldId id="2861" r:id="rId41"/>
    <p:sldId id="799" r:id="rId42"/>
    <p:sldId id="821" r:id="rId43"/>
    <p:sldId id="829" r:id="rId44"/>
    <p:sldId id="830" r:id="rId45"/>
    <p:sldId id="831" r:id="rId46"/>
    <p:sldId id="832" r:id="rId47"/>
    <p:sldId id="835" r:id="rId48"/>
    <p:sldId id="837" r:id="rId49"/>
    <p:sldId id="822" r:id="rId50"/>
    <p:sldId id="839" r:id="rId51"/>
    <p:sldId id="846" r:id="rId52"/>
    <p:sldId id="811" r:id="rId53"/>
    <p:sldId id="2837" r:id="rId54"/>
    <p:sldId id="2838" r:id="rId55"/>
    <p:sldId id="2839" r:id="rId56"/>
    <p:sldId id="2840" r:id="rId57"/>
    <p:sldId id="2841" r:id="rId58"/>
    <p:sldId id="2842" r:id="rId59"/>
    <p:sldId id="840" r:id="rId60"/>
    <p:sldId id="2843" r:id="rId61"/>
    <p:sldId id="2844" r:id="rId62"/>
    <p:sldId id="2845" r:id="rId63"/>
    <p:sldId id="2846" r:id="rId64"/>
    <p:sldId id="2847" r:id="rId65"/>
    <p:sldId id="2848" r:id="rId66"/>
    <p:sldId id="849" r:id="rId67"/>
    <p:sldId id="850" r:id="rId68"/>
    <p:sldId id="851" r:id="rId69"/>
    <p:sldId id="852" r:id="rId70"/>
    <p:sldId id="854" r:id="rId71"/>
    <p:sldId id="436" r:id="rId72"/>
  </p:sldIdLst>
  <p:sldSz cx="9906000" cy="6858000" type="A4"/>
  <p:notesSz cx="6792913" cy="99250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EE89D-D65A-115B-7498-7D78B813E0F2}" name="Houssem Belhouane" initials="HB" userId="S::houssem.belhouane@citepa.org::f3633ff8-f50b-4874-8b2b-812d5a73f593" providerId="AD"/>
  <p188:author id="{2EAE55D3-9E79-06CE-7195-650730E9383E}" name="Fanny Joubert" initials="FJ" userId="S::fanny.joubert@citepa.org::8a2d29c6-c461-45fe-99a5-641ef86e074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3F7"/>
    <a:srgbClr val="005399"/>
    <a:srgbClr val="00488B"/>
    <a:srgbClr val="00643D"/>
    <a:srgbClr val="CDE7FF"/>
    <a:srgbClr val="DBEDDF"/>
    <a:srgbClr val="F7E2CE"/>
    <a:srgbClr val="9DAAC2"/>
    <a:srgbClr val="858789"/>
    <a:srgbClr val="009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73677-1682-4319-ACEE-154715495BB5}" v="6" dt="2025-10-07T08:26:46.692"/>
  </p1510:revLst>
</p1510:revInfo>
</file>

<file path=ppt/tableStyles.xml><?xml version="1.0" encoding="utf-8"?>
<a:tblStyleLst xmlns:a="http://schemas.openxmlformats.org/drawingml/2006/main" def="{72833802-FEF1-4C79-8D5D-14CF1EAF98D9}">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15" autoAdjust="0"/>
    <p:restoredTop sz="94404" autoAdjust="0"/>
  </p:normalViewPr>
  <p:slideViewPr>
    <p:cSldViewPr snapToGrid="0">
      <p:cViewPr varScale="1">
        <p:scale>
          <a:sx n="94" d="100"/>
          <a:sy n="94" d="100"/>
        </p:scale>
        <p:origin x="436" y="6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2160" y="508"/>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slide" Target="slides/slide50.xml"/><Relationship Id="rId68" Type="http://schemas.openxmlformats.org/officeDocument/2006/relationships/slide" Target="slides/slide55.xml"/><Relationship Id="rId76"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58.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slide" Target="slides/slide53.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48.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slide" Target="slides/slide56.xml"/><Relationship Id="rId77"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ierre Chang" userId="7a5d3a12-f981-4a01-99aa-2e45acc807ae" providerId="ADAL" clId="{DEFEF7C5-38CB-4D06-8F80-9935D232FD48}"/>
    <pc:docChg chg="undo redo custSel addSld delSld modSld">
      <pc:chgData name="Jean-Pierre Chang" userId="7a5d3a12-f981-4a01-99aa-2e45acc807ae" providerId="ADAL" clId="{DEFEF7C5-38CB-4D06-8F80-9935D232FD48}" dt="2025-09-29T09:19:20.466" v="50" actId="13926"/>
      <pc:docMkLst>
        <pc:docMk/>
      </pc:docMkLst>
      <pc:sldChg chg="modSp mod">
        <pc:chgData name="Jean-Pierre Chang" userId="7a5d3a12-f981-4a01-99aa-2e45acc807ae" providerId="ADAL" clId="{DEFEF7C5-38CB-4D06-8F80-9935D232FD48}" dt="2025-09-29T09:16:47.258" v="33" actId="1036"/>
        <pc:sldMkLst>
          <pc:docMk/>
          <pc:sldMk cId="1853391616" sldId="2879"/>
        </pc:sldMkLst>
      </pc:sldChg>
      <pc:sldChg chg="modSp mod">
        <pc:chgData name="Jean-Pierre Chang" userId="7a5d3a12-f981-4a01-99aa-2e45acc807ae" providerId="ADAL" clId="{DEFEF7C5-38CB-4D06-8F80-9935D232FD48}" dt="2025-09-29T09:18:31.074" v="49" actId="13926"/>
        <pc:sldMkLst>
          <pc:docMk/>
          <pc:sldMk cId="2942338510" sldId="2880"/>
        </pc:sldMkLst>
      </pc:sldChg>
      <pc:sldChg chg="modSp mod">
        <pc:chgData name="Jean-Pierre Chang" userId="7a5d3a12-f981-4a01-99aa-2e45acc807ae" providerId="ADAL" clId="{DEFEF7C5-38CB-4D06-8F80-9935D232FD48}" dt="2025-09-29T09:17:28.058" v="42" actId="13926"/>
        <pc:sldMkLst>
          <pc:docMk/>
          <pc:sldMk cId="1248023128" sldId="2881"/>
        </pc:sldMkLst>
      </pc:sldChg>
      <pc:sldChg chg="modSp mod">
        <pc:chgData name="Jean-Pierre Chang" userId="7a5d3a12-f981-4a01-99aa-2e45acc807ae" providerId="ADAL" clId="{DEFEF7C5-38CB-4D06-8F80-9935D232FD48}" dt="2025-09-29T09:17:36.724" v="44" actId="13926"/>
        <pc:sldMkLst>
          <pc:docMk/>
          <pc:sldMk cId="2210296365" sldId="2882"/>
        </pc:sldMkLst>
      </pc:sldChg>
      <pc:sldChg chg="modSp mod">
        <pc:chgData name="Jean-Pierre Chang" userId="7a5d3a12-f981-4a01-99aa-2e45acc807ae" providerId="ADAL" clId="{DEFEF7C5-38CB-4D06-8F80-9935D232FD48}" dt="2025-09-29T09:17:33.058" v="43" actId="13926"/>
        <pc:sldMkLst>
          <pc:docMk/>
          <pc:sldMk cId="2102204041" sldId="2883"/>
        </pc:sldMkLst>
      </pc:sldChg>
      <pc:sldChg chg="modSp mod">
        <pc:chgData name="Jean-Pierre Chang" userId="7a5d3a12-f981-4a01-99aa-2e45acc807ae" providerId="ADAL" clId="{DEFEF7C5-38CB-4D06-8F80-9935D232FD48}" dt="2025-09-29T09:17:39.458" v="45" actId="13926"/>
        <pc:sldMkLst>
          <pc:docMk/>
          <pc:sldMk cId="386823261" sldId="2884"/>
        </pc:sldMkLst>
      </pc:sldChg>
      <pc:sldChg chg="modSp mod">
        <pc:chgData name="Jean-Pierre Chang" userId="7a5d3a12-f981-4a01-99aa-2e45acc807ae" providerId="ADAL" clId="{DEFEF7C5-38CB-4D06-8F80-9935D232FD48}" dt="2025-09-29T09:17:47.275" v="46" actId="13926"/>
        <pc:sldMkLst>
          <pc:docMk/>
          <pc:sldMk cId="2358127017" sldId="2885"/>
        </pc:sldMkLst>
      </pc:sldChg>
      <pc:sldChg chg="modSp mod">
        <pc:chgData name="Jean-Pierre Chang" userId="7a5d3a12-f981-4a01-99aa-2e45acc807ae" providerId="ADAL" clId="{DEFEF7C5-38CB-4D06-8F80-9935D232FD48}" dt="2025-09-29T09:18:17.424" v="48" actId="13926"/>
        <pc:sldMkLst>
          <pc:docMk/>
          <pc:sldMk cId="2033659786" sldId="2886"/>
        </pc:sldMkLst>
      </pc:sldChg>
      <pc:sldChg chg="modSp mod">
        <pc:chgData name="Jean-Pierre Chang" userId="7a5d3a12-f981-4a01-99aa-2e45acc807ae" providerId="ADAL" clId="{DEFEF7C5-38CB-4D06-8F80-9935D232FD48}" dt="2025-09-29T09:17:19.958" v="41" actId="13926"/>
        <pc:sldMkLst>
          <pc:docMk/>
          <pc:sldMk cId="3399369432" sldId="2887"/>
        </pc:sldMkLst>
      </pc:sldChg>
      <pc:sldChg chg="modSp mod">
        <pc:chgData name="Jean-Pierre Chang" userId="7a5d3a12-f981-4a01-99aa-2e45acc807ae" providerId="ADAL" clId="{DEFEF7C5-38CB-4D06-8F80-9935D232FD48}" dt="2025-09-29T09:16:52.376" v="34" actId="13926"/>
        <pc:sldMkLst>
          <pc:docMk/>
          <pc:sldMk cId="484258760" sldId="2888"/>
        </pc:sldMkLst>
      </pc:sldChg>
      <pc:sldChg chg="modSp mod">
        <pc:chgData name="Jean-Pierre Chang" userId="7a5d3a12-f981-4a01-99aa-2e45acc807ae" providerId="ADAL" clId="{DEFEF7C5-38CB-4D06-8F80-9935D232FD48}" dt="2025-09-29T09:16:59.137" v="37" actId="1036"/>
        <pc:sldMkLst>
          <pc:docMk/>
          <pc:sldMk cId="314026471" sldId="2889"/>
        </pc:sldMkLst>
      </pc:sldChg>
      <pc:sldChg chg="modSp mod">
        <pc:chgData name="Jean-Pierre Chang" userId="7a5d3a12-f981-4a01-99aa-2e45acc807ae" providerId="ADAL" clId="{DEFEF7C5-38CB-4D06-8F80-9935D232FD48}" dt="2025-09-29T09:17:03.775" v="38" actId="13926"/>
        <pc:sldMkLst>
          <pc:docMk/>
          <pc:sldMk cId="4079426006" sldId="2890"/>
        </pc:sldMkLst>
      </pc:sldChg>
      <pc:sldChg chg="modSp mod">
        <pc:chgData name="Jean-Pierre Chang" userId="7a5d3a12-f981-4a01-99aa-2e45acc807ae" providerId="ADAL" clId="{DEFEF7C5-38CB-4D06-8F80-9935D232FD48}" dt="2025-09-29T09:17:06.999" v="39" actId="13926"/>
        <pc:sldMkLst>
          <pc:docMk/>
          <pc:sldMk cId="1407198957" sldId="2891"/>
        </pc:sldMkLst>
      </pc:sldChg>
      <pc:sldChg chg="modSp mod">
        <pc:chgData name="Jean-Pierre Chang" userId="7a5d3a12-f981-4a01-99aa-2e45acc807ae" providerId="ADAL" clId="{DEFEF7C5-38CB-4D06-8F80-9935D232FD48}" dt="2025-09-29T09:17:11.474" v="40" actId="13926"/>
        <pc:sldMkLst>
          <pc:docMk/>
          <pc:sldMk cId="2943285397" sldId="2892"/>
        </pc:sldMkLst>
      </pc:sldChg>
      <pc:sldChg chg="modSp mod">
        <pc:chgData name="Jean-Pierre Chang" userId="7a5d3a12-f981-4a01-99aa-2e45acc807ae" providerId="ADAL" clId="{DEFEF7C5-38CB-4D06-8F80-9935D232FD48}" dt="2025-09-29T09:17:55.660" v="47" actId="13926"/>
        <pc:sldMkLst>
          <pc:docMk/>
          <pc:sldMk cId="3572578747" sldId="2893"/>
        </pc:sldMkLst>
      </pc:sldChg>
      <pc:sldChg chg="modSp mod">
        <pc:chgData name="Jean-Pierre Chang" userId="7a5d3a12-f981-4a01-99aa-2e45acc807ae" providerId="ADAL" clId="{DEFEF7C5-38CB-4D06-8F80-9935D232FD48}" dt="2025-09-29T09:19:20.466" v="50" actId="13926"/>
        <pc:sldMkLst>
          <pc:docMk/>
          <pc:sldMk cId="703349793" sldId="2894"/>
        </pc:sldMkLst>
      </pc:sldChg>
      <pc:sldChg chg="modSp add del mod">
        <pc:chgData name="Jean-Pierre Chang" userId="7a5d3a12-f981-4a01-99aa-2e45acc807ae" providerId="ADAL" clId="{DEFEF7C5-38CB-4D06-8F80-9935D232FD48}" dt="2025-09-29T09:15:36.574" v="25" actId="207"/>
        <pc:sldMkLst>
          <pc:docMk/>
          <pc:sldMk cId="3337347766" sldId="2895"/>
        </pc:sldMkLst>
      </pc:sldChg>
    </pc:docChg>
  </pc:docChgLst>
  <pc:docChgLst>
    <pc:chgData name="Julien Vincent" userId="4c01ad34-1ed2-46d8-8f42-ed5efb2381b2" providerId="ADAL" clId="{38E9E6D3-E1E8-40A4-9626-A43E32C2CA49}"/>
    <pc:docChg chg="undo custSel addSld delSld modSld sldOrd">
      <pc:chgData name="Julien Vincent" userId="4c01ad34-1ed2-46d8-8f42-ed5efb2381b2" providerId="ADAL" clId="{38E9E6D3-E1E8-40A4-9626-A43E32C2CA49}" dt="2025-02-24T10:47:04.658" v="87" actId="478"/>
      <pc:docMkLst>
        <pc:docMk/>
      </pc:docMkLst>
      <pc:sldChg chg="del">
        <pc:chgData name="Julien Vincent" userId="4c01ad34-1ed2-46d8-8f42-ed5efb2381b2" providerId="ADAL" clId="{38E9E6D3-E1E8-40A4-9626-A43E32C2CA49}" dt="2025-02-23T17:04:20.882" v="36" actId="47"/>
        <pc:sldMkLst>
          <pc:docMk/>
          <pc:sldMk cId="511274029" sldId="259"/>
        </pc:sldMkLst>
      </pc:sldChg>
      <pc:sldChg chg="modSp mod">
        <pc:chgData name="Julien Vincent" userId="4c01ad34-1ed2-46d8-8f42-ed5efb2381b2" providerId="ADAL" clId="{38E9E6D3-E1E8-40A4-9626-A43E32C2CA49}" dt="2025-02-23T17:05:42.053" v="81" actId="20577"/>
        <pc:sldMkLst>
          <pc:docMk/>
          <pc:sldMk cId="3134624895" sldId="438"/>
        </pc:sldMkLst>
      </pc:sldChg>
      <pc:sldChg chg="del">
        <pc:chgData name="Julien Vincent" userId="4c01ad34-1ed2-46d8-8f42-ed5efb2381b2" providerId="ADAL" clId="{38E9E6D3-E1E8-40A4-9626-A43E32C2CA49}" dt="2025-02-23T16:59:54.413" v="26" actId="2696"/>
        <pc:sldMkLst>
          <pc:docMk/>
          <pc:sldMk cId="0" sldId="541"/>
        </pc:sldMkLst>
      </pc:sldChg>
      <pc:sldChg chg="modSp mod">
        <pc:chgData name="Julien Vincent" userId="4c01ad34-1ed2-46d8-8f42-ed5efb2381b2" providerId="ADAL" clId="{38E9E6D3-E1E8-40A4-9626-A43E32C2CA49}" dt="2025-02-23T16:56:24.183" v="2" actId="2711"/>
        <pc:sldMkLst>
          <pc:docMk/>
          <pc:sldMk cId="4004982667" sldId="726"/>
        </pc:sldMkLst>
      </pc:sldChg>
      <pc:sldChg chg="delSp mod delAnim">
        <pc:chgData name="Julien Vincent" userId="4c01ad34-1ed2-46d8-8f42-ed5efb2381b2" providerId="ADAL" clId="{38E9E6D3-E1E8-40A4-9626-A43E32C2CA49}" dt="2025-02-23T21:54:33.496" v="82" actId="478"/>
        <pc:sldMkLst>
          <pc:docMk/>
          <pc:sldMk cId="675884965" sldId="748"/>
        </pc:sldMkLst>
      </pc:sldChg>
      <pc:sldChg chg="del">
        <pc:chgData name="Julien Vincent" userId="4c01ad34-1ed2-46d8-8f42-ed5efb2381b2" providerId="ADAL" clId="{38E9E6D3-E1E8-40A4-9626-A43E32C2CA49}" dt="2025-02-23T16:59:54.413" v="26" actId="2696"/>
        <pc:sldMkLst>
          <pc:docMk/>
          <pc:sldMk cId="2996911408" sldId="807"/>
        </pc:sldMkLst>
      </pc:sldChg>
      <pc:sldChg chg="del">
        <pc:chgData name="Julien Vincent" userId="4c01ad34-1ed2-46d8-8f42-ed5efb2381b2" providerId="ADAL" clId="{38E9E6D3-E1E8-40A4-9626-A43E32C2CA49}" dt="2025-02-23T16:59:54.413" v="26" actId="2696"/>
        <pc:sldMkLst>
          <pc:docMk/>
          <pc:sldMk cId="4268879381" sldId="808"/>
        </pc:sldMkLst>
      </pc:sldChg>
      <pc:sldChg chg="del">
        <pc:chgData name="Julien Vincent" userId="4c01ad34-1ed2-46d8-8f42-ed5efb2381b2" providerId="ADAL" clId="{38E9E6D3-E1E8-40A4-9626-A43E32C2CA49}" dt="2025-02-23T16:59:54.413" v="26" actId="2696"/>
        <pc:sldMkLst>
          <pc:docMk/>
          <pc:sldMk cId="1265850634" sldId="809"/>
        </pc:sldMkLst>
      </pc:sldChg>
      <pc:sldChg chg="modSp mod">
        <pc:chgData name="Julien Vincent" userId="4c01ad34-1ed2-46d8-8f42-ed5efb2381b2" providerId="ADAL" clId="{38E9E6D3-E1E8-40A4-9626-A43E32C2CA49}" dt="2025-02-23T21:57:49.704" v="84" actId="6549"/>
        <pc:sldMkLst>
          <pc:docMk/>
          <pc:sldMk cId="119256543" sldId="811"/>
        </pc:sldMkLst>
      </pc:sldChg>
      <pc:sldChg chg="del">
        <pc:chgData name="Julien Vincent" userId="4c01ad34-1ed2-46d8-8f42-ed5efb2381b2" providerId="ADAL" clId="{38E9E6D3-E1E8-40A4-9626-A43E32C2CA49}" dt="2025-02-23T17:02:34.793" v="27" actId="47"/>
        <pc:sldMkLst>
          <pc:docMk/>
          <pc:sldMk cId="751950344" sldId="822"/>
        </pc:sldMkLst>
      </pc:sldChg>
      <pc:sldChg chg="del">
        <pc:chgData name="Julien Vincent" userId="4c01ad34-1ed2-46d8-8f42-ed5efb2381b2" providerId="ADAL" clId="{38E9E6D3-E1E8-40A4-9626-A43E32C2CA49}" dt="2025-02-23T17:02:38.907" v="29" actId="47"/>
        <pc:sldMkLst>
          <pc:docMk/>
          <pc:sldMk cId="1514111725" sldId="834"/>
        </pc:sldMkLst>
      </pc:sldChg>
      <pc:sldChg chg="del">
        <pc:chgData name="Julien Vincent" userId="4c01ad34-1ed2-46d8-8f42-ed5efb2381b2" providerId="ADAL" clId="{38E9E6D3-E1E8-40A4-9626-A43E32C2CA49}" dt="2025-02-23T17:03:41.463" v="35" actId="47"/>
        <pc:sldMkLst>
          <pc:docMk/>
          <pc:sldMk cId="605008259" sldId="838"/>
        </pc:sldMkLst>
      </pc:sldChg>
      <pc:sldChg chg="del">
        <pc:chgData name="Julien Vincent" userId="4c01ad34-1ed2-46d8-8f42-ed5efb2381b2" providerId="ADAL" clId="{38E9E6D3-E1E8-40A4-9626-A43E32C2CA49}" dt="2025-02-23T17:02:38.257" v="28" actId="47"/>
        <pc:sldMkLst>
          <pc:docMk/>
          <pc:sldMk cId="3872651498" sldId="839"/>
        </pc:sldMkLst>
      </pc:sldChg>
      <pc:sldChg chg="del">
        <pc:chgData name="Julien Vincent" userId="4c01ad34-1ed2-46d8-8f42-ed5efb2381b2" providerId="ADAL" clId="{38E9E6D3-E1E8-40A4-9626-A43E32C2CA49}" dt="2025-02-23T17:02:44.283" v="30" actId="47"/>
        <pc:sldMkLst>
          <pc:docMk/>
          <pc:sldMk cId="2562036479" sldId="841"/>
        </pc:sldMkLst>
      </pc:sldChg>
      <pc:sldChg chg="del">
        <pc:chgData name="Julien Vincent" userId="4c01ad34-1ed2-46d8-8f42-ed5efb2381b2" providerId="ADAL" clId="{38E9E6D3-E1E8-40A4-9626-A43E32C2CA49}" dt="2025-02-23T17:02:45.153" v="31" actId="47"/>
        <pc:sldMkLst>
          <pc:docMk/>
          <pc:sldMk cId="1049465969" sldId="844"/>
        </pc:sldMkLst>
      </pc:sldChg>
      <pc:sldChg chg="add del">
        <pc:chgData name="Julien Vincent" userId="4c01ad34-1ed2-46d8-8f42-ed5efb2381b2" providerId="ADAL" clId="{38E9E6D3-E1E8-40A4-9626-A43E32C2CA49}" dt="2025-02-23T17:03:25.389" v="34" actId="2696"/>
        <pc:sldMkLst>
          <pc:docMk/>
          <pc:sldMk cId="540166140" sldId="846"/>
        </pc:sldMkLst>
      </pc:sldChg>
      <pc:sldChg chg="del">
        <pc:chgData name="Julien Vincent" userId="4c01ad34-1ed2-46d8-8f42-ed5efb2381b2" providerId="ADAL" clId="{38E9E6D3-E1E8-40A4-9626-A43E32C2CA49}" dt="2025-02-23T17:03:25.389" v="34" actId="2696"/>
        <pc:sldMkLst>
          <pc:docMk/>
          <pc:sldMk cId="2790530057" sldId="847"/>
        </pc:sldMkLst>
      </pc:sldChg>
      <pc:sldChg chg="modSp mod ord">
        <pc:chgData name="Julien Vincent" userId="4c01ad34-1ed2-46d8-8f42-ed5efb2381b2" providerId="ADAL" clId="{38E9E6D3-E1E8-40A4-9626-A43E32C2CA49}" dt="2025-02-23T17:05:09.018" v="74" actId="20577"/>
        <pc:sldMkLst>
          <pc:docMk/>
          <pc:sldMk cId="3845766662" sldId="2830"/>
        </pc:sldMkLst>
      </pc:sldChg>
      <pc:sldChg chg="modSp mod ord">
        <pc:chgData name="Julien Vincent" userId="4c01ad34-1ed2-46d8-8f42-ed5efb2381b2" providerId="ADAL" clId="{38E9E6D3-E1E8-40A4-9626-A43E32C2CA49}" dt="2025-02-23T17:05:14.261" v="75"/>
        <pc:sldMkLst>
          <pc:docMk/>
          <pc:sldMk cId="2136583893" sldId="2836"/>
        </pc:sldMkLst>
      </pc:sldChg>
      <pc:sldChg chg="modSp mod">
        <pc:chgData name="Julien Vincent" userId="4c01ad34-1ed2-46d8-8f42-ed5efb2381b2" providerId="ADAL" clId="{38E9E6D3-E1E8-40A4-9626-A43E32C2CA49}" dt="2025-02-23T21:57:54.683" v="86" actId="6549"/>
        <pc:sldMkLst>
          <pc:docMk/>
          <pc:sldMk cId="2052045363" sldId="2837"/>
        </pc:sldMkLst>
      </pc:sldChg>
      <pc:sldChg chg="modSp modAnim">
        <pc:chgData name="Julien Vincent" userId="4c01ad34-1ed2-46d8-8f42-ed5efb2381b2" providerId="ADAL" clId="{38E9E6D3-E1E8-40A4-9626-A43E32C2CA49}" dt="2025-02-23T16:56:06.715" v="1" actId="2711"/>
        <pc:sldMkLst>
          <pc:docMk/>
          <pc:sldMk cId="637030891" sldId="2859"/>
        </pc:sldMkLst>
      </pc:sldChg>
      <pc:sldChg chg="modSp mod">
        <pc:chgData name="Julien Vincent" userId="4c01ad34-1ed2-46d8-8f42-ed5efb2381b2" providerId="ADAL" clId="{38E9E6D3-E1E8-40A4-9626-A43E32C2CA49}" dt="2025-02-23T16:56:33.782" v="3" actId="2711"/>
        <pc:sldMkLst>
          <pc:docMk/>
          <pc:sldMk cId="1291360836" sldId="2860"/>
        </pc:sldMkLst>
      </pc:sldChg>
      <pc:sldChg chg="delSp mod">
        <pc:chgData name="Julien Vincent" userId="4c01ad34-1ed2-46d8-8f42-ed5efb2381b2" providerId="ADAL" clId="{38E9E6D3-E1E8-40A4-9626-A43E32C2CA49}" dt="2025-02-24T10:47:04.658" v="87" actId="478"/>
        <pc:sldMkLst>
          <pc:docMk/>
          <pc:sldMk cId="186730053" sldId="2875"/>
        </pc:sldMkLst>
      </pc:sldChg>
      <pc:sldChg chg="addSp modSp add mod ord">
        <pc:chgData name="Julien Vincent" userId="4c01ad34-1ed2-46d8-8f42-ed5efb2381b2" providerId="ADAL" clId="{38E9E6D3-E1E8-40A4-9626-A43E32C2CA49}" dt="2025-02-23T16:58:13.906" v="25" actId="2085"/>
        <pc:sldMkLst>
          <pc:docMk/>
          <pc:sldMk cId="1412064541" sldId="2877"/>
        </pc:sldMkLst>
      </pc:sldChg>
      <pc:sldChg chg="add del">
        <pc:chgData name="Julien Vincent" userId="4c01ad34-1ed2-46d8-8f42-ed5efb2381b2" providerId="ADAL" clId="{38E9E6D3-E1E8-40A4-9626-A43E32C2CA49}" dt="2025-02-23T16:57:33.928" v="5"/>
        <pc:sldMkLst>
          <pc:docMk/>
          <pc:sldMk cId="4095315147" sldId="2877"/>
        </pc:sldMkLst>
      </pc:sldChg>
      <pc:sldMasterChg chg="delSldLayout">
        <pc:chgData name="Julien Vincent" userId="4c01ad34-1ed2-46d8-8f42-ed5efb2381b2" providerId="ADAL" clId="{38E9E6D3-E1E8-40A4-9626-A43E32C2CA49}" dt="2025-02-23T17:04:20.882" v="36" actId="47"/>
        <pc:sldMasterMkLst>
          <pc:docMk/>
          <pc:sldMasterMk cId="2172062484" sldId="2147483699"/>
        </pc:sldMasterMkLst>
        <pc:sldLayoutChg chg="del">
          <pc:chgData name="Julien Vincent" userId="4c01ad34-1ed2-46d8-8f42-ed5efb2381b2" providerId="ADAL" clId="{38E9E6D3-E1E8-40A4-9626-A43E32C2CA49}" dt="2025-02-23T17:04:20.882" v="36" actId="47"/>
          <pc:sldLayoutMkLst>
            <pc:docMk/>
            <pc:sldMasterMk cId="2172062484" sldId="2147483699"/>
            <pc:sldLayoutMk cId="459198236" sldId="2147483798"/>
          </pc:sldLayoutMkLst>
        </pc:sldLayoutChg>
      </pc:sldMasterChg>
    </pc:docChg>
  </pc:docChgLst>
  <pc:docChgLst>
    <pc:chgData name="Julien Vincent" userId="4c01ad34-1ed2-46d8-8f42-ed5efb2381b2" providerId="ADAL" clId="{DE16BB65-386A-4F73-99F1-88156609F2B3}"/>
    <pc:docChg chg="undo redo custSel addSld delSld modSld sldOrd modMainMaster">
      <pc:chgData name="Julien Vincent" userId="4c01ad34-1ed2-46d8-8f42-ed5efb2381b2" providerId="ADAL" clId="{DE16BB65-386A-4F73-99F1-88156609F2B3}" dt="2025-02-23T15:21:25.588" v="475" actId="1076"/>
      <pc:docMkLst>
        <pc:docMk/>
      </pc:docMkLst>
      <pc:sldChg chg="modSp mod ord">
        <pc:chgData name="Julien Vincent" userId="4c01ad34-1ed2-46d8-8f42-ed5efb2381b2" providerId="ADAL" clId="{DE16BB65-386A-4F73-99F1-88156609F2B3}" dt="2025-02-23T12:37:28.082" v="432" actId="20577"/>
        <pc:sldMkLst>
          <pc:docMk/>
          <pc:sldMk cId="511274029" sldId="259"/>
        </pc:sldMkLst>
      </pc:sldChg>
      <pc:sldChg chg="del">
        <pc:chgData name="Julien Vincent" userId="4c01ad34-1ed2-46d8-8f42-ed5efb2381b2" providerId="ADAL" clId="{DE16BB65-386A-4F73-99F1-88156609F2B3}" dt="2025-02-23T12:33:40.444" v="399" actId="47"/>
        <pc:sldMkLst>
          <pc:docMk/>
          <pc:sldMk cId="2411037551" sldId="296"/>
        </pc:sldMkLst>
      </pc:sldChg>
      <pc:sldChg chg="del">
        <pc:chgData name="Julien Vincent" userId="4c01ad34-1ed2-46d8-8f42-ed5efb2381b2" providerId="ADAL" clId="{DE16BB65-386A-4F73-99F1-88156609F2B3}" dt="2025-02-23T12:33:40.444" v="399" actId="47"/>
        <pc:sldMkLst>
          <pc:docMk/>
          <pc:sldMk cId="3680157046" sldId="300"/>
        </pc:sldMkLst>
      </pc:sldChg>
      <pc:sldChg chg="del">
        <pc:chgData name="Julien Vincent" userId="4c01ad34-1ed2-46d8-8f42-ed5efb2381b2" providerId="ADAL" clId="{DE16BB65-386A-4F73-99F1-88156609F2B3}" dt="2025-02-23T12:33:40.444" v="399" actId="47"/>
        <pc:sldMkLst>
          <pc:docMk/>
          <pc:sldMk cId="2991853630" sldId="310"/>
        </pc:sldMkLst>
      </pc:sldChg>
      <pc:sldChg chg="del">
        <pc:chgData name="Julien Vincent" userId="4c01ad34-1ed2-46d8-8f42-ed5efb2381b2" providerId="ADAL" clId="{DE16BB65-386A-4F73-99F1-88156609F2B3}" dt="2025-02-23T12:33:40.444" v="399" actId="47"/>
        <pc:sldMkLst>
          <pc:docMk/>
          <pc:sldMk cId="1135209335" sldId="311"/>
        </pc:sldMkLst>
      </pc:sldChg>
      <pc:sldChg chg="del">
        <pc:chgData name="Julien Vincent" userId="4c01ad34-1ed2-46d8-8f42-ed5efb2381b2" providerId="ADAL" clId="{DE16BB65-386A-4F73-99F1-88156609F2B3}" dt="2025-02-23T12:33:40.444" v="399" actId="47"/>
        <pc:sldMkLst>
          <pc:docMk/>
          <pc:sldMk cId="852959044" sldId="312"/>
        </pc:sldMkLst>
      </pc:sldChg>
      <pc:sldChg chg="del">
        <pc:chgData name="Julien Vincent" userId="4c01ad34-1ed2-46d8-8f42-ed5efb2381b2" providerId="ADAL" clId="{DE16BB65-386A-4F73-99F1-88156609F2B3}" dt="2025-02-23T12:33:40.444" v="399" actId="47"/>
        <pc:sldMkLst>
          <pc:docMk/>
          <pc:sldMk cId="979647908" sldId="314"/>
        </pc:sldMkLst>
      </pc:sldChg>
      <pc:sldChg chg="del">
        <pc:chgData name="Julien Vincent" userId="4c01ad34-1ed2-46d8-8f42-ed5efb2381b2" providerId="ADAL" clId="{DE16BB65-386A-4F73-99F1-88156609F2B3}" dt="2025-02-23T12:33:40.444" v="399" actId="47"/>
        <pc:sldMkLst>
          <pc:docMk/>
          <pc:sldMk cId="4032169198" sldId="315"/>
        </pc:sldMkLst>
      </pc:sldChg>
      <pc:sldChg chg="del">
        <pc:chgData name="Julien Vincent" userId="4c01ad34-1ed2-46d8-8f42-ed5efb2381b2" providerId="ADAL" clId="{DE16BB65-386A-4F73-99F1-88156609F2B3}" dt="2025-02-23T12:33:40.444" v="399" actId="47"/>
        <pc:sldMkLst>
          <pc:docMk/>
          <pc:sldMk cId="2486874776" sldId="322"/>
        </pc:sldMkLst>
      </pc:sldChg>
      <pc:sldChg chg="del">
        <pc:chgData name="Julien Vincent" userId="4c01ad34-1ed2-46d8-8f42-ed5efb2381b2" providerId="ADAL" clId="{DE16BB65-386A-4F73-99F1-88156609F2B3}" dt="2025-02-23T12:33:40.444" v="399" actId="47"/>
        <pc:sldMkLst>
          <pc:docMk/>
          <pc:sldMk cId="3827106544" sldId="324"/>
        </pc:sldMkLst>
      </pc:sldChg>
      <pc:sldChg chg="del">
        <pc:chgData name="Julien Vincent" userId="4c01ad34-1ed2-46d8-8f42-ed5efb2381b2" providerId="ADAL" clId="{DE16BB65-386A-4F73-99F1-88156609F2B3}" dt="2025-02-23T12:33:40.444" v="399" actId="47"/>
        <pc:sldMkLst>
          <pc:docMk/>
          <pc:sldMk cId="2070119259" sldId="436"/>
        </pc:sldMkLst>
      </pc:sldChg>
      <pc:sldChg chg="addSp modSp mod">
        <pc:chgData name="Julien Vincent" userId="4c01ad34-1ed2-46d8-8f42-ed5efb2381b2" providerId="ADAL" clId="{DE16BB65-386A-4F73-99F1-88156609F2B3}" dt="2025-02-23T15:21:25.588" v="475" actId="1076"/>
        <pc:sldMkLst>
          <pc:docMk/>
          <pc:sldMk cId="3134624895" sldId="438"/>
        </pc:sldMkLst>
      </pc:sldChg>
      <pc:sldChg chg="ord">
        <pc:chgData name="Julien Vincent" userId="4c01ad34-1ed2-46d8-8f42-ed5efb2381b2" providerId="ADAL" clId="{DE16BB65-386A-4F73-99F1-88156609F2B3}" dt="2025-02-23T12:37:02.827" v="429"/>
        <pc:sldMkLst>
          <pc:docMk/>
          <pc:sldMk cId="0" sldId="541"/>
        </pc:sldMkLst>
      </pc:sldChg>
      <pc:sldChg chg="del">
        <pc:chgData name="Julien Vincent" userId="4c01ad34-1ed2-46d8-8f42-ed5efb2381b2" providerId="ADAL" clId="{DE16BB65-386A-4F73-99F1-88156609F2B3}" dt="2025-02-23T10:14:59.551" v="55" actId="47"/>
        <pc:sldMkLst>
          <pc:docMk/>
          <pc:sldMk cId="833405316" sldId="661"/>
        </pc:sldMkLst>
      </pc:sldChg>
      <pc:sldChg chg="del">
        <pc:chgData name="Julien Vincent" userId="4c01ad34-1ed2-46d8-8f42-ed5efb2381b2" providerId="ADAL" clId="{DE16BB65-386A-4F73-99F1-88156609F2B3}" dt="2025-02-23T10:14:57.005" v="50" actId="47"/>
        <pc:sldMkLst>
          <pc:docMk/>
          <pc:sldMk cId="3505358676" sldId="667"/>
        </pc:sldMkLst>
      </pc:sldChg>
      <pc:sldChg chg="ord">
        <pc:chgData name="Julien Vincent" userId="4c01ad34-1ed2-46d8-8f42-ed5efb2381b2" providerId="ADAL" clId="{DE16BB65-386A-4F73-99F1-88156609F2B3}" dt="2025-02-23T12:37:02.827" v="429"/>
        <pc:sldMkLst>
          <pc:docMk/>
          <pc:sldMk cId="3349322669" sldId="696"/>
        </pc:sldMkLst>
      </pc:sldChg>
      <pc:sldChg chg="del">
        <pc:chgData name="Julien Vincent" userId="4c01ad34-1ed2-46d8-8f42-ed5efb2381b2" providerId="ADAL" clId="{DE16BB65-386A-4F73-99F1-88156609F2B3}" dt="2025-02-23T12:33:40.444" v="399" actId="47"/>
        <pc:sldMkLst>
          <pc:docMk/>
          <pc:sldMk cId="2838215314" sldId="701"/>
        </pc:sldMkLst>
      </pc:sldChg>
      <pc:sldChg chg="ord">
        <pc:chgData name="Julien Vincent" userId="4c01ad34-1ed2-46d8-8f42-ed5efb2381b2" providerId="ADAL" clId="{DE16BB65-386A-4F73-99F1-88156609F2B3}" dt="2025-02-23T12:37:02.827" v="429"/>
        <pc:sldMkLst>
          <pc:docMk/>
          <pc:sldMk cId="4234325194" sldId="711"/>
        </pc:sldMkLst>
      </pc:sldChg>
      <pc:sldChg chg="ord">
        <pc:chgData name="Julien Vincent" userId="4c01ad34-1ed2-46d8-8f42-ed5efb2381b2" providerId="ADAL" clId="{DE16BB65-386A-4F73-99F1-88156609F2B3}" dt="2025-02-23T12:37:02.827" v="429"/>
        <pc:sldMkLst>
          <pc:docMk/>
          <pc:sldMk cId="2984841159" sldId="714"/>
        </pc:sldMkLst>
      </pc:sldChg>
      <pc:sldChg chg="ord">
        <pc:chgData name="Julien Vincent" userId="4c01ad34-1ed2-46d8-8f42-ed5efb2381b2" providerId="ADAL" clId="{DE16BB65-386A-4F73-99F1-88156609F2B3}" dt="2025-02-23T12:37:02.827" v="429"/>
        <pc:sldMkLst>
          <pc:docMk/>
          <pc:sldMk cId="3080708009" sldId="715"/>
        </pc:sldMkLst>
      </pc:sldChg>
      <pc:sldChg chg="ord">
        <pc:chgData name="Julien Vincent" userId="4c01ad34-1ed2-46d8-8f42-ed5efb2381b2" providerId="ADAL" clId="{DE16BB65-386A-4F73-99F1-88156609F2B3}" dt="2025-02-23T12:37:02.827" v="429"/>
        <pc:sldMkLst>
          <pc:docMk/>
          <pc:sldMk cId="3231802076" sldId="719"/>
        </pc:sldMkLst>
      </pc:sldChg>
      <pc:sldChg chg="ord">
        <pc:chgData name="Julien Vincent" userId="4c01ad34-1ed2-46d8-8f42-ed5efb2381b2" providerId="ADAL" clId="{DE16BB65-386A-4F73-99F1-88156609F2B3}" dt="2025-02-23T12:37:02.827" v="429"/>
        <pc:sldMkLst>
          <pc:docMk/>
          <pc:sldMk cId="1621984534" sldId="720"/>
        </pc:sldMkLst>
      </pc:sldChg>
      <pc:sldChg chg="del">
        <pc:chgData name="Julien Vincent" userId="4c01ad34-1ed2-46d8-8f42-ed5efb2381b2" providerId="ADAL" clId="{DE16BB65-386A-4F73-99F1-88156609F2B3}" dt="2025-02-23T12:33:58.122" v="407" actId="47"/>
        <pc:sldMkLst>
          <pc:docMk/>
          <pc:sldMk cId="394236635" sldId="724"/>
        </pc:sldMkLst>
      </pc:sldChg>
      <pc:sldChg chg="del">
        <pc:chgData name="Julien Vincent" userId="4c01ad34-1ed2-46d8-8f42-ed5efb2381b2" providerId="ADAL" clId="{DE16BB65-386A-4F73-99F1-88156609F2B3}" dt="2025-02-23T12:33:59.898" v="409" actId="47"/>
        <pc:sldMkLst>
          <pc:docMk/>
          <pc:sldMk cId="4105739422" sldId="725"/>
        </pc:sldMkLst>
      </pc:sldChg>
      <pc:sldChg chg="del">
        <pc:chgData name="Julien Vincent" userId="4c01ad34-1ed2-46d8-8f42-ed5efb2381b2" providerId="ADAL" clId="{DE16BB65-386A-4F73-99F1-88156609F2B3}" dt="2025-02-23T12:33:40.444" v="399" actId="47"/>
        <pc:sldMkLst>
          <pc:docMk/>
          <pc:sldMk cId="3632948198" sldId="729"/>
        </pc:sldMkLst>
      </pc:sldChg>
      <pc:sldChg chg="del">
        <pc:chgData name="Julien Vincent" userId="4c01ad34-1ed2-46d8-8f42-ed5efb2381b2" providerId="ADAL" clId="{DE16BB65-386A-4F73-99F1-88156609F2B3}" dt="2025-02-23T10:15:12.422" v="65" actId="47"/>
        <pc:sldMkLst>
          <pc:docMk/>
          <pc:sldMk cId="3823834625" sldId="733"/>
        </pc:sldMkLst>
      </pc:sldChg>
      <pc:sldChg chg="del">
        <pc:chgData name="Julien Vincent" userId="4c01ad34-1ed2-46d8-8f42-ed5efb2381b2" providerId="ADAL" clId="{DE16BB65-386A-4F73-99F1-88156609F2B3}" dt="2025-02-23T12:33:40.444" v="399" actId="47"/>
        <pc:sldMkLst>
          <pc:docMk/>
          <pc:sldMk cId="3032203158" sldId="734"/>
        </pc:sldMkLst>
      </pc:sldChg>
      <pc:sldChg chg="ord">
        <pc:chgData name="Julien Vincent" userId="4c01ad34-1ed2-46d8-8f42-ed5efb2381b2" providerId="ADAL" clId="{DE16BB65-386A-4F73-99F1-88156609F2B3}" dt="2025-02-23T12:37:02.827" v="429"/>
        <pc:sldMkLst>
          <pc:docMk/>
          <pc:sldMk cId="804704715" sldId="740"/>
        </pc:sldMkLst>
      </pc:sldChg>
      <pc:sldChg chg="ord">
        <pc:chgData name="Julien Vincent" userId="4c01ad34-1ed2-46d8-8f42-ed5efb2381b2" providerId="ADAL" clId="{DE16BB65-386A-4F73-99F1-88156609F2B3}" dt="2025-02-23T12:37:02.827" v="429"/>
        <pc:sldMkLst>
          <pc:docMk/>
          <pc:sldMk cId="675884965" sldId="748"/>
        </pc:sldMkLst>
      </pc:sldChg>
      <pc:sldChg chg="ord">
        <pc:chgData name="Julien Vincent" userId="4c01ad34-1ed2-46d8-8f42-ed5efb2381b2" providerId="ADAL" clId="{DE16BB65-386A-4F73-99F1-88156609F2B3}" dt="2025-02-23T12:37:02.827" v="429"/>
        <pc:sldMkLst>
          <pc:docMk/>
          <pc:sldMk cId="3658847808" sldId="752"/>
        </pc:sldMkLst>
      </pc:sldChg>
      <pc:sldChg chg="ord">
        <pc:chgData name="Julien Vincent" userId="4c01ad34-1ed2-46d8-8f42-ed5efb2381b2" providerId="ADAL" clId="{DE16BB65-386A-4F73-99F1-88156609F2B3}" dt="2025-02-23T12:37:02.827" v="429"/>
        <pc:sldMkLst>
          <pc:docMk/>
          <pc:sldMk cId="559124659" sldId="760"/>
        </pc:sldMkLst>
      </pc:sldChg>
      <pc:sldChg chg="del">
        <pc:chgData name="Julien Vincent" userId="4c01ad34-1ed2-46d8-8f42-ed5efb2381b2" providerId="ADAL" clId="{DE16BB65-386A-4F73-99F1-88156609F2B3}" dt="2025-02-23T10:15:00.277" v="57" actId="47"/>
        <pc:sldMkLst>
          <pc:docMk/>
          <pc:sldMk cId="305214010" sldId="765"/>
        </pc:sldMkLst>
      </pc:sldChg>
      <pc:sldChg chg="del">
        <pc:chgData name="Julien Vincent" userId="4c01ad34-1ed2-46d8-8f42-ed5efb2381b2" providerId="ADAL" clId="{DE16BB65-386A-4F73-99F1-88156609F2B3}" dt="2025-02-23T12:33:40.444" v="399" actId="47"/>
        <pc:sldMkLst>
          <pc:docMk/>
          <pc:sldMk cId="2860153797" sldId="783"/>
        </pc:sldMkLst>
      </pc:sldChg>
      <pc:sldChg chg="ord">
        <pc:chgData name="Julien Vincent" userId="4c01ad34-1ed2-46d8-8f42-ed5efb2381b2" providerId="ADAL" clId="{DE16BB65-386A-4F73-99F1-88156609F2B3}" dt="2025-02-23T12:37:02.827" v="429"/>
        <pc:sldMkLst>
          <pc:docMk/>
          <pc:sldMk cId="2909541513" sldId="792"/>
        </pc:sldMkLst>
      </pc:sldChg>
      <pc:sldChg chg="del">
        <pc:chgData name="Julien Vincent" userId="4c01ad34-1ed2-46d8-8f42-ed5efb2381b2" providerId="ADAL" clId="{DE16BB65-386A-4F73-99F1-88156609F2B3}" dt="2025-02-23T10:15:00.626" v="58" actId="47"/>
        <pc:sldMkLst>
          <pc:docMk/>
          <pc:sldMk cId="2455133206" sldId="793"/>
        </pc:sldMkLst>
      </pc:sldChg>
      <pc:sldChg chg="del">
        <pc:chgData name="Julien Vincent" userId="4c01ad34-1ed2-46d8-8f42-ed5efb2381b2" providerId="ADAL" clId="{DE16BB65-386A-4F73-99F1-88156609F2B3}" dt="2025-02-23T10:15:02.255" v="62" actId="47"/>
        <pc:sldMkLst>
          <pc:docMk/>
          <pc:sldMk cId="2319351701" sldId="794"/>
        </pc:sldMkLst>
      </pc:sldChg>
      <pc:sldChg chg="del">
        <pc:chgData name="Julien Vincent" userId="4c01ad34-1ed2-46d8-8f42-ed5efb2381b2" providerId="ADAL" clId="{DE16BB65-386A-4F73-99F1-88156609F2B3}" dt="2025-02-23T10:14:58.643" v="54" actId="47"/>
        <pc:sldMkLst>
          <pc:docMk/>
          <pc:sldMk cId="2321057879" sldId="801"/>
        </pc:sldMkLst>
      </pc:sldChg>
      <pc:sldChg chg="ord">
        <pc:chgData name="Julien Vincent" userId="4c01ad34-1ed2-46d8-8f42-ed5efb2381b2" providerId="ADAL" clId="{DE16BB65-386A-4F73-99F1-88156609F2B3}" dt="2025-02-23T12:37:02.827" v="429"/>
        <pc:sldMkLst>
          <pc:docMk/>
          <pc:sldMk cId="2611690276" sldId="803"/>
        </pc:sldMkLst>
      </pc:sldChg>
      <pc:sldChg chg="ord">
        <pc:chgData name="Julien Vincent" userId="4c01ad34-1ed2-46d8-8f42-ed5efb2381b2" providerId="ADAL" clId="{DE16BB65-386A-4F73-99F1-88156609F2B3}" dt="2025-02-23T12:37:02.827" v="429"/>
        <pc:sldMkLst>
          <pc:docMk/>
          <pc:sldMk cId="2259324862" sldId="804"/>
        </pc:sldMkLst>
      </pc:sldChg>
      <pc:sldChg chg="ord">
        <pc:chgData name="Julien Vincent" userId="4c01ad34-1ed2-46d8-8f42-ed5efb2381b2" providerId="ADAL" clId="{DE16BB65-386A-4F73-99F1-88156609F2B3}" dt="2025-02-23T12:37:02.827" v="429"/>
        <pc:sldMkLst>
          <pc:docMk/>
          <pc:sldMk cId="2259498478" sldId="805"/>
        </pc:sldMkLst>
      </pc:sldChg>
      <pc:sldChg chg="del">
        <pc:chgData name="Julien Vincent" userId="4c01ad34-1ed2-46d8-8f42-ed5efb2381b2" providerId="ADAL" clId="{DE16BB65-386A-4F73-99F1-88156609F2B3}" dt="2025-02-23T12:33:40.444" v="399" actId="47"/>
        <pc:sldMkLst>
          <pc:docMk/>
          <pc:sldMk cId="3004202663" sldId="806"/>
        </pc:sldMkLst>
      </pc:sldChg>
      <pc:sldChg chg="ord">
        <pc:chgData name="Julien Vincent" userId="4c01ad34-1ed2-46d8-8f42-ed5efb2381b2" providerId="ADAL" clId="{DE16BB65-386A-4F73-99F1-88156609F2B3}" dt="2025-02-23T12:37:02.827" v="429"/>
        <pc:sldMkLst>
          <pc:docMk/>
          <pc:sldMk cId="2996911408" sldId="807"/>
        </pc:sldMkLst>
      </pc:sldChg>
      <pc:sldChg chg="ord">
        <pc:chgData name="Julien Vincent" userId="4c01ad34-1ed2-46d8-8f42-ed5efb2381b2" providerId="ADAL" clId="{DE16BB65-386A-4F73-99F1-88156609F2B3}" dt="2025-02-23T12:37:02.827" v="429"/>
        <pc:sldMkLst>
          <pc:docMk/>
          <pc:sldMk cId="4268879381" sldId="808"/>
        </pc:sldMkLst>
      </pc:sldChg>
      <pc:sldChg chg="ord">
        <pc:chgData name="Julien Vincent" userId="4c01ad34-1ed2-46d8-8f42-ed5efb2381b2" providerId="ADAL" clId="{DE16BB65-386A-4F73-99F1-88156609F2B3}" dt="2025-02-23T12:37:02.827" v="429"/>
        <pc:sldMkLst>
          <pc:docMk/>
          <pc:sldMk cId="1265850634" sldId="809"/>
        </pc:sldMkLst>
      </pc:sldChg>
      <pc:sldChg chg="ord">
        <pc:chgData name="Julien Vincent" userId="4c01ad34-1ed2-46d8-8f42-ed5efb2381b2" providerId="ADAL" clId="{DE16BB65-386A-4F73-99F1-88156609F2B3}" dt="2025-02-23T12:37:02.827" v="429"/>
        <pc:sldMkLst>
          <pc:docMk/>
          <pc:sldMk cId="1217815603" sldId="812"/>
        </pc:sldMkLst>
      </pc:sldChg>
      <pc:sldChg chg="del">
        <pc:chgData name="Julien Vincent" userId="4c01ad34-1ed2-46d8-8f42-ed5efb2381b2" providerId="ADAL" clId="{DE16BB65-386A-4F73-99F1-88156609F2B3}" dt="2025-02-23T12:33:40.444" v="399" actId="47"/>
        <pc:sldMkLst>
          <pc:docMk/>
          <pc:sldMk cId="887768139" sldId="818"/>
        </pc:sldMkLst>
      </pc:sldChg>
      <pc:sldChg chg="ord">
        <pc:chgData name="Julien Vincent" userId="4c01ad34-1ed2-46d8-8f42-ed5efb2381b2" providerId="ADAL" clId="{DE16BB65-386A-4F73-99F1-88156609F2B3}" dt="2025-02-23T12:37:02.827" v="429"/>
        <pc:sldMkLst>
          <pc:docMk/>
          <pc:sldMk cId="3271395789" sldId="819"/>
        </pc:sldMkLst>
      </pc:sldChg>
      <pc:sldChg chg="modSp mod">
        <pc:chgData name="Julien Vincent" userId="4c01ad34-1ed2-46d8-8f42-ed5efb2381b2" providerId="ADAL" clId="{DE16BB65-386A-4F73-99F1-88156609F2B3}" dt="2025-02-23T12:04:32.842" v="397" actId="6549"/>
        <pc:sldMkLst>
          <pc:docMk/>
          <pc:sldMk cId="910087322" sldId="831"/>
        </pc:sldMkLst>
      </pc:sldChg>
      <pc:sldChg chg="del">
        <pc:chgData name="Julien Vincent" userId="4c01ad34-1ed2-46d8-8f42-ed5efb2381b2" providerId="ADAL" clId="{DE16BB65-386A-4F73-99F1-88156609F2B3}" dt="2025-02-23T12:05:04.060" v="398" actId="47"/>
        <pc:sldMkLst>
          <pc:docMk/>
          <pc:sldMk cId="3014320575" sldId="833"/>
        </pc:sldMkLst>
      </pc:sldChg>
      <pc:sldChg chg="del">
        <pc:chgData name="Julien Vincent" userId="4c01ad34-1ed2-46d8-8f42-ed5efb2381b2" providerId="ADAL" clId="{DE16BB65-386A-4F73-99F1-88156609F2B3}" dt="2025-02-23T12:33:40.444" v="399" actId="47"/>
        <pc:sldMkLst>
          <pc:docMk/>
          <pc:sldMk cId="1979969508" sldId="910"/>
        </pc:sldMkLst>
      </pc:sldChg>
      <pc:sldChg chg="del">
        <pc:chgData name="Julien Vincent" userId="4c01ad34-1ed2-46d8-8f42-ed5efb2381b2" providerId="ADAL" clId="{DE16BB65-386A-4F73-99F1-88156609F2B3}" dt="2025-02-23T12:33:55.689" v="404" actId="47"/>
        <pc:sldMkLst>
          <pc:docMk/>
          <pc:sldMk cId="2479897010" sldId="914"/>
        </pc:sldMkLst>
      </pc:sldChg>
      <pc:sldChg chg="del">
        <pc:chgData name="Julien Vincent" userId="4c01ad34-1ed2-46d8-8f42-ed5efb2381b2" providerId="ADAL" clId="{DE16BB65-386A-4F73-99F1-88156609F2B3}" dt="2025-02-23T12:33:40.444" v="399" actId="47"/>
        <pc:sldMkLst>
          <pc:docMk/>
          <pc:sldMk cId="1614162952" sldId="917"/>
        </pc:sldMkLst>
      </pc:sldChg>
      <pc:sldChg chg="del">
        <pc:chgData name="Julien Vincent" userId="4c01ad34-1ed2-46d8-8f42-ed5efb2381b2" providerId="ADAL" clId="{DE16BB65-386A-4F73-99F1-88156609F2B3}" dt="2025-02-23T12:33:40.444" v="399" actId="47"/>
        <pc:sldMkLst>
          <pc:docMk/>
          <pc:sldMk cId="1685115897" sldId="918"/>
        </pc:sldMkLst>
      </pc:sldChg>
      <pc:sldChg chg="del">
        <pc:chgData name="Julien Vincent" userId="4c01ad34-1ed2-46d8-8f42-ed5efb2381b2" providerId="ADAL" clId="{DE16BB65-386A-4F73-99F1-88156609F2B3}" dt="2025-02-23T12:33:40.444" v="399" actId="47"/>
        <pc:sldMkLst>
          <pc:docMk/>
          <pc:sldMk cId="3665820243" sldId="933"/>
        </pc:sldMkLst>
      </pc:sldChg>
      <pc:sldChg chg="del ord">
        <pc:chgData name="Julien Vincent" userId="4c01ad34-1ed2-46d8-8f42-ed5efb2381b2" providerId="ADAL" clId="{DE16BB65-386A-4F73-99F1-88156609F2B3}" dt="2025-02-23T12:39:44.222" v="470" actId="47"/>
        <pc:sldMkLst>
          <pc:docMk/>
          <pc:sldMk cId="3024686116" sldId="935"/>
        </pc:sldMkLst>
      </pc:sldChg>
      <pc:sldChg chg="del">
        <pc:chgData name="Julien Vincent" userId="4c01ad34-1ed2-46d8-8f42-ed5efb2381b2" providerId="ADAL" clId="{DE16BB65-386A-4F73-99F1-88156609F2B3}" dt="2025-02-23T12:33:40.444" v="399" actId="47"/>
        <pc:sldMkLst>
          <pc:docMk/>
          <pc:sldMk cId="1005481009" sldId="936"/>
        </pc:sldMkLst>
      </pc:sldChg>
      <pc:sldChg chg="del">
        <pc:chgData name="Julien Vincent" userId="4c01ad34-1ed2-46d8-8f42-ed5efb2381b2" providerId="ADAL" clId="{DE16BB65-386A-4F73-99F1-88156609F2B3}" dt="2025-02-23T12:34:16.394" v="413" actId="47"/>
        <pc:sldMkLst>
          <pc:docMk/>
          <pc:sldMk cId="3964146983" sldId="1784"/>
        </pc:sldMkLst>
      </pc:sldChg>
      <pc:sldChg chg="del">
        <pc:chgData name="Julien Vincent" userId="4c01ad34-1ed2-46d8-8f42-ed5efb2381b2" providerId="ADAL" clId="{DE16BB65-386A-4F73-99F1-88156609F2B3}" dt="2025-02-23T12:33:40.444" v="399" actId="47"/>
        <pc:sldMkLst>
          <pc:docMk/>
          <pc:sldMk cId="3747532606" sldId="1786"/>
        </pc:sldMkLst>
      </pc:sldChg>
      <pc:sldChg chg="del">
        <pc:chgData name="Julien Vincent" userId="4c01ad34-1ed2-46d8-8f42-ed5efb2381b2" providerId="ADAL" clId="{DE16BB65-386A-4F73-99F1-88156609F2B3}" dt="2025-02-23T12:34:15.751" v="412" actId="47"/>
        <pc:sldMkLst>
          <pc:docMk/>
          <pc:sldMk cId="1908620628" sldId="1787"/>
        </pc:sldMkLst>
      </pc:sldChg>
      <pc:sldChg chg="del">
        <pc:chgData name="Julien Vincent" userId="4c01ad34-1ed2-46d8-8f42-ed5efb2381b2" providerId="ADAL" clId="{DE16BB65-386A-4F73-99F1-88156609F2B3}" dt="2025-02-23T10:14:57.729" v="51" actId="47"/>
        <pc:sldMkLst>
          <pc:docMk/>
          <pc:sldMk cId="380672957" sldId="1788"/>
        </pc:sldMkLst>
      </pc:sldChg>
      <pc:sldChg chg="del">
        <pc:chgData name="Julien Vincent" userId="4c01ad34-1ed2-46d8-8f42-ed5efb2381b2" providerId="ADAL" clId="{DE16BB65-386A-4F73-99F1-88156609F2B3}" dt="2025-02-23T12:33:40.444" v="399" actId="47"/>
        <pc:sldMkLst>
          <pc:docMk/>
          <pc:sldMk cId="1800806264" sldId="1791"/>
        </pc:sldMkLst>
      </pc:sldChg>
      <pc:sldChg chg="del">
        <pc:chgData name="Julien Vincent" userId="4c01ad34-1ed2-46d8-8f42-ed5efb2381b2" providerId="ADAL" clId="{DE16BB65-386A-4F73-99F1-88156609F2B3}" dt="2025-02-23T12:37:48.851" v="434" actId="47"/>
        <pc:sldMkLst>
          <pc:docMk/>
          <pc:sldMk cId="4290481610" sldId="1792"/>
        </pc:sldMkLst>
      </pc:sldChg>
      <pc:sldChg chg="del">
        <pc:chgData name="Julien Vincent" userId="4c01ad34-1ed2-46d8-8f42-ed5efb2381b2" providerId="ADAL" clId="{DE16BB65-386A-4F73-99F1-88156609F2B3}" dt="2025-02-23T12:34:23.805" v="419" actId="47"/>
        <pc:sldMkLst>
          <pc:docMk/>
          <pc:sldMk cId="2531948730" sldId="1799"/>
        </pc:sldMkLst>
      </pc:sldChg>
      <pc:sldChg chg="del">
        <pc:chgData name="Julien Vincent" userId="4c01ad34-1ed2-46d8-8f42-ed5efb2381b2" providerId="ADAL" clId="{DE16BB65-386A-4F73-99F1-88156609F2B3}" dt="2025-02-23T12:35:07.544" v="424" actId="2696"/>
        <pc:sldMkLst>
          <pc:docMk/>
          <pc:sldMk cId="3936735809" sldId="1807"/>
        </pc:sldMkLst>
      </pc:sldChg>
      <pc:sldChg chg="del">
        <pc:chgData name="Julien Vincent" userId="4c01ad34-1ed2-46d8-8f42-ed5efb2381b2" providerId="ADAL" clId="{DE16BB65-386A-4F73-99F1-88156609F2B3}" dt="2025-02-23T12:35:07.544" v="424" actId="2696"/>
        <pc:sldMkLst>
          <pc:docMk/>
          <pc:sldMk cId="2018477215" sldId="1808"/>
        </pc:sldMkLst>
      </pc:sldChg>
      <pc:sldChg chg="del">
        <pc:chgData name="Julien Vincent" userId="4c01ad34-1ed2-46d8-8f42-ed5efb2381b2" providerId="ADAL" clId="{DE16BB65-386A-4F73-99F1-88156609F2B3}" dt="2025-02-23T12:35:07.544" v="424" actId="2696"/>
        <pc:sldMkLst>
          <pc:docMk/>
          <pc:sldMk cId="99048423" sldId="1809"/>
        </pc:sldMkLst>
      </pc:sldChg>
      <pc:sldChg chg="del">
        <pc:chgData name="Julien Vincent" userId="4c01ad34-1ed2-46d8-8f42-ed5efb2381b2" providerId="ADAL" clId="{DE16BB65-386A-4F73-99F1-88156609F2B3}" dt="2025-02-23T12:35:07.544" v="424" actId="2696"/>
        <pc:sldMkLst>
          <pc:docMk/>
          <pc:sldMk cId="1128037199" sldId="1810"/>
        </pc:sldMkLst>
      </pc:sldChg>
      <pc:sldChg chg="del">
        <pc:chgData name="Julien Vincent" userId="4c01ad34-1ed2-46d8-8f42-ed5efb2381b2" providerId="ADAL" clId="{DE16BB65-386A-4F73-99F1-88156609F2B3}" dt="2025-02-23T12:34:15.220" v="411" actId="47"/>
        <pc:sldMkLst>
          <pc:docMk/>
          <pc:sldMk cId="3372060084" sldId="1811"/>
        </pc:sldMkLst>
      </pc:sldChg>
      <pc:sldChg chg="del">
        <pc:chgData name="Julien Vincent" userId="4c01ad34-1ed2-46d8-8f42-ed5efb2381b2" providerId="ADAL" clId="{DE16BB65-386A-4F73-99F1-88156609F2B3}" dt="2025-02-23T12:34:18.901" v="415" actId="47"/>
        <pc:sldMkLst>
          <pc:docMk/>
          <pc:sldMk cId="3991927362" sldId="1812"/>
        </pc:sldMkLst>
      </pc:sldChg>
      <pc:sldChg chg="del">
        <pc:chgData name="Julien Vincent" userId="4c01ad34-1ed2-46d8-8f42-ed5efb2381b2" providerId="ADAL" clId="{DE16BB65-386A-4F73-99F1-88156609F2B3}" dt="2025-02-23T12:34:19.188" v="416" actId="47"/>
        <pc:sldMkLst>
          <pc:docMk/>
          <pc:sldMk cId="1462699155" sldId="1814"/>
        </pc:sldMkLst>
      </pc:sldChg>
      <pc:sldChg chg="del">
        <pc:chgData name="Julien Vincent" userId="4c01ad34-1ed2-46d8-8f42-ed5efb2381b2" providerId="ADAL" clId="{DE16BB65-386A-4F73-99F1-88156609F2B3}" dt="2025-02-23T12:34:19.460" v="417" actId="47"/>
        <pc:sldMkLst>
          <pc:docMk/>
          <pc:sldMk cId="3582125681" sldId="1815"/>
        </pc:sldMkLst>
      </pc:sldChg>
      <pc:sldChg chg="del">
        <pc:chgData name="Julien Vincent" userId="4c01ad34-1ed2-46d8-8f42-ed5efb2381b2" providerId="ADAL" clId="{DE16BB65-386A-4F73-99F1-88156609F2B3}" dt="2025-02-23T12:34:19.779" v="418" actId="47"/>
        <pc:sldMkLst>
          <pc:docMk/>
          <pc:sldMk cId="3580430223" sldId="1816"/>
        </pc:sldMkLst>
      </pc:sldChg>
      <pc:sldChg chg="del">
        <pc:chgData name="Julien Vincent" userId="4c01ad34-1ed2-46d8-8f42-ed5efb2381b2" providerId="ADAL" clId="{DE16BB65-386A-4F73-99F1-88156609F2B3}" dt="2025-02-23T12:33:57.069" v="406" actId="47"/>
        <pc:sldMkLst>
          <pc:docMk/>
          <pc:sldMk cId="1297442190" sldId="1819"/>
        </pc:sldMkLst>
      </pc:sldChg>
      <pc:sldChg chg="add del">
        <pc:chgData name="Julien Vincent" userId="4c01ad34-1ed2-46d8-8f42-ed5efb2381b2" providerId="ADAL" clId="{DE16BB65-386A-4F73-99F1-88156609F2B3}" dt="2025-02-23T12:35:07.544" v="424" actId="2696"/>
        <pc:sldMkLst>
          <pc:docMk/>
          <pc:sldMk cId="3431892239" sldId="1820"/>
        </pc:sldMkLst>
      </pc:sldChg>
      <pc:sldChg chg="add del">
        <pc:chgData name="Julien Vincent" userId="4c01ad34-1ed2-46d8-8f42-ed5efb2381b2" providerId="ADAL" clId="{DE16BB65-386A-4F73-99F1-88156609F2B3}" dt="2025-02-23T12:35:07.544" v="424" actId="2696"/>
        <pc:sldMkLst>
          <pc:docMk/>
          <pc:sldMk cId="4250200002" sldId="1821"/>
        </pc:sldMkLst>
      </pc:sldChg>
      <pc:sldChg chg="del">
        <pc:chgData name="Julien Vincent" userId="4c01ad34-1ed2-46d8-8f42-ed5efb2381b2" providerId="ADAL" clId="{DE16BB65-386A-4F73-99F1-88156609F2B3}" dt="2025-02-23T12:35:07.544" v="424" actId="2696"/>
        <pc:sldMkLst>
          <pc:docMk/>
          <pc:sldMk cId="1086776199" sldId="1823"/>
        </pc:sldMkLst>
      </pc:sldChg>
      <pc:sldChg chg="del">
        <pc:chgData name="Julien Vincent" userId="4c01ad34-1ed2-46d8-8f42-ed5efb2381b2" providerId="ADAL" clId="{DE16BB65-386A-4F73-99F1-88156609F2B3}" dt="2025-02-23T12:33:59.141" v="408" actId="47"/>
        <pc:sldMkLst>
          <pc:docMk/>
          <pc:sldMk cId="2781588047" sldId="1824"/>
        </pc:sldMkLst>
      </pc:sldChg>
      <pc:sldChg chg="del">
        <pc:chgData name="Julien Vincent" userId="4c01ad34-1ed2-46d8-8f42-ed5efb2381b2" providerId="ADAL" clId="{DE16BB65-386A-4F73-99F1-88156609F2B3}" dt="2025-02-23T12:37:48.248" v="433" actId="47"/>
        <pc:sldMkLst>
          <pc:docMk/>
          <pc:sldMk cId="58438961" sldId="1828"/>
        </pc:sldMkLst>
      </pc:sldChg>
      <pc:sldChg chg="del">
        <pc:chgData name="Julien Vincent" userId="4c01ad34-1ed2-46d8-8f42-ed5efb2381b2" providerId="ADAL" clId="{DE16BB65-386A-4F73-99F1-88156609F2B3}" dt="2025-02-23T12:33:40.444" v="399" actId="47"/>
        <pc:sldMkLst>
          <pc:docMk/>
          <pc:sldMk cId="2890484552" sldId="1832"/>
        </pc:sldMkLst>
      </pc:sldChg>
      <pc:sldChg chg="ord">
        <pc:chgData name="Julien Vincent" userId="4c01ad34-1ed2-46d8-8f42-ed5efb2381b2" providerId="ADAL" clId="{DE16BB65-386A-4F73-99F1-88156609F2B3}" dt="2025-02-23T12:37:58.578" v="436"/>
        <pc:sldMkLst>
          <pc:docMk/>
          <pc:sldMk cId="1636223782" sldId="1835"/>
        </pc:sldMkLst>
      </pc:sldChg>
      <pc:sldChg chg="del">
        <pc:chgData name="Julien Vincent" userId="4c01ad34-1ed2-46d8-8f42-ed5efb2381b2" providerId="ADAL" clId="{DE16BB65-386A-4F73-99F1-88156609F2B3}" dt="2025-02-23T10:14:58.235" v="52" actId="47"/>
        <pc:sldMkLst>
          <pc:docMk/>
          <pc:sldMk cId="840740332" sldId="1836"/>
        </pc:sldMkLst>
      </pc:sldChg>
      <pc:sldChg chg="del">
        <pc:chgData name="Julien Vincent" userId="4c01ad34-1ed2-46d8-8f42-ed5efb2381b2" providerId="ADAL" clId="{DE16BB65-386A-4F73-99F1-88156609F2B3}" dt="2025-02-23T10:14:58.430" v="53" actId="47"/>
        <pc:sldMkLst>
          <pc:docMk/>
          <pc:sldMk cId="4109790729" sldId="1837"/>
        </pc:sldMkLst>
      </pc:sldChg>
      <pc:sldChg chg="del">
        <pc:chgData name="Julien Vincent" userId="4c01ad34-1ed2-46d8-8f42-ed5efb2381b2" providerId="ADAL" clId="{DE16BB65-386A-4F73-99F1-88156609F2B3}" dt="2025-02-23T10:15:01.379" v="60" actId="47"/>
        <pc:sldMkLst>
          <pc:docMk/>
          <pc:sldMk cId="1009558699" sldId="1840"/>
        </pc:sldMkLst>
      </pc:sldChg>
      <pc:sldChg chg="del">
        <pc:chgData name="Julien Vincent" userId="4c01ad34-1ed2-46d8-8f42-ed5efb2381b2" providerId="ADAL" clId="{DE16BB65-386A-4F73-99F1-88156609F2B3}" dt="2025-02-23T10:15:01.778" v="61" actId="47"/>
        <pc:sldMkLst>
          <pc:docMk/>
          <pc:sldMk cId="367760082" sldId="1841"/>
        </pc:sldMkLst>
      </pc:sldChg>
      <pc:sldChg chg="del">
        <pc:chgData name="Julien Vincent" userId="4c01ad34-1ed2-46d8-8f42-ed5efb2381b2" providerId="ADAL" clId="{DE16BB65-386A-4F73-99F1-88156609F2B3}" dt="2025-02-23T12:33:40.444" v="399" actId="47"/>
        <pc:sldMkLst>
          <pc:docMk/>
          <pc:sldMk cId="3216686735" sldId="1844"/>
        </pc:sldMkLst>
      </pc:sldChg>
      <pc:sldChg chg="ord">
        <pc:chgData name="Julien Vincent" userId="4c01ad34-1ed2-46d8-8f42-ed5efb2381b2" providerId="ADAL" clId="{DE16BB65-386A-4F73-99F1-88156609F2B3}" dt="2025-02-23T12:37:58.578" v="436"/>
        <pc:sldMkLst>
          <pc:docMk/>
          <pc:sldMk cId="350561610" sldId="1845"/>
        </pc:sldMkLst>
      </pc:sldChg>
      <pc:sldChg chg="del">
        <pc:chgData name="Julien Vincent" userId="4c01ad34-1ed2-46d8-8f42-ed5efb2381b2" providerId="ADAL" clId="{DE16BB65-386A-4F73-99F1-88156609F2B3}" dt="2025-02-23T12:36:05.481" v="427" actId="47"/>
        <pc:sldMkLst>
          <pc:docMk/>
          <pc:sldMk cId="114550554" sldId="1846"/>
        </pc:sldMkLst>
      </pc:sldChg>
      <pc:sldChg chg="del">
        <pc:chgData name="Julien Vincent" userId="4c01ad34-1ed2-46d8-8f42-ed5efb2381b2" providerId="ADAL" clId="{DE16BB65-386A-4F73-99F1-88156609F2B3}" dt="2025-02-23T12:33:49.580" v="400" actId="47"/>
        <pc:sldMkLst>
          <pc:docMk/>
          <pc:sldMk cId="1943091287" sldId="1847"/>
        </pc:sldMkLst>
      </pc:sldChg>
      <pc:sldChg chg="del">
        <pc:chgData name="Julien Vincent" userId="4c01ad34-1ed2-46d8-8f42-ed5efb2381b2" providerId="ADAL" clId="{DE16BB65-386A-4F73-99F1-88156609F2B3}" dt="2025-02-23T12:33:50.057" v="401" actId="47"/>
        <pc:sldMkLst>
          <pc:docMk/>
          <pc:sldMk cId="2672317701" sldId="1859"/>
        </pc:sldMkLst>
      </pc:sldChg>
      <pc:sldChg chg="del">
        <pc:chgData name="Julien Vincent" userId="4c01ad34-1ed2-46d8-8f42-ed5efb2381b2" providerId="ADAL" clId="{DE16BB65-386A-4F73-99F1-88156609F2B3}" dt="2025-02-23T12:33:53.048" v="402" actId="47"/>
        <pc:sldMkLst>
          <pc:docMk/>
          <pc:sldMk cId="182592239" sldId="1860"/>
        </pc:sldMkLst>
      </pc:sldChg>
      <pc:sldChg chg="del">
        <pc:chgData name="Julien Vincent" userId="4c01ad34-1ed2-46d8-8f42-ed5efb2381b2" providerId="ADAL" clId="{DE16BB65-386A-4F73-99F1-88156609F2B3}" dt="2025-02-23T12:33:54.416" v="403" actId="47"/>
        <pc:sldMkLst>
          <pc:docMk/>
          <pc:sldMk cId="2672702962" sldId="1861"/>
        </pc:sldMkLst>
      </pc:sldChg>
      <pc:sldChg chg="del">
        <pc:chgData name="Julien Vincent" userId="4c01ad34-1ed2-46d8-8f42-ed5efb2381b2" providerId="ADAL" clId="{DE16BB65-386A-4F73-99F1-88156609F2B3}" dt="2025-02-23T12:35:52.034" v="426" actId="47"/>
        <pc:sldMkLst>
          <pc:docMk/>
          <pc:sldMk cId="2943735580" sldId="2066"/>
        </pc:sldMkLst>
      </pc:sldChg>
      <pc:sldChg chg="del">
        <pc:chgData name="Julien Vincent" userId="4c01ad34-1ed2-46d8-8f42-ed5efb2381b2" providerId="ADAL" clId="{DE16BB65-386A-4F73-99F1-88156609F2B3}" dt="2025-02-23T12:33:40.444" v="399" actId="47"/>
        <pc:sldMkLst>
          <pc:docMk/>
          <pc:sldMk cId="1789892292" sldId="2503"/>
        </pc:sldMkLst>
      </pc:sldChg>
      <pc:sldChg chg="ord">
        <pc:chgData name="Julien Vincent" userId="4c01ad34-1ed2-46d8-8f42-ed5efb2381b2" providerId="ADAL" clId="{DE16BB65-386A-4F73-99F1-88156609F2B3}" dt="2025-02-23T12:37:02.827" v="429"/>
        <pc:sldMkLst>
          <pc:docMk/>
          <pc:sldMk cId="3845766662" sldId="2830"/>
        </pc:sldMkLst>
      </pc:sldChg>
      <pc:sldChg chg="del">
        <pc:chgData name="Julien Vincent" userId="4c01ad34-1ed2-46d8-8f42-ed5efb2381b2" providerId="ADAL" clId="{DE16BB65-386A-4F73-99F1-88156609F2B3}" dt="2025-02-23T12:35:40.375" v="425" actId="47"/>
        <pc:sldMkLst>
          <pc:docMk/>
          <pc:sldMk cId="642969770" sldId="2835"/>
        </pc:sldMkLst>
      </pc:sldChg>
      <pc:sldChg chg="ord">
        <pc:chgData name="Julien Vincent" userId="4c01ad34-1ed2-46d8-8f42-ed5efb2381b2" providerId="ADAL" clId="{DE16BB65-386A-4F73-99F1-88156609F2B3}" dt="2025-02-23T12:37:02.827" v="429"/>
        <pc:sldMkLst>
          <pc:docMk/>
          <pc:sldMk cId="2136583893" sldId="2836"/>
        </pc:sldMkLst>
      </pc:sldChg>
      <pc:sldChg chg="del">
        <pc:chgData name="Julien Vincent" userId="4c01ad34-1ed2-46d8-8f42-ed5efb2381b2" providerId="ADAL" clId="{DE16BB65-386A-4F73-99F1-88156609F2B3}" dt="2025-02-23T10:14:59.887" v="56" actId="47"/>
        <pc:sldMkLst>
          <pc:docMk/>
          <pc:sldMk cId="3990923049" sldId="2851"/>
        </pc:sldMkLst>
      </pc:sldChg>
      <pc:sldChg chg="del">
        <pc:chgData name="Julien Vincent" userId="4c01ad34-1ed2-46d8-8f42-ed5efb2381b2" providerId="ADAL" clId="{DE16BB65-386A-4F73-99F1-88156609F2B3}" dt="2025-02-23T10:15:01.026" v="59" actId="47"/>
        <pc:sldMkLst>
          <pc:docMk/>
          <pc:sldMk cId="3294037427" sldId="2852"/>
        </pc:sldMkLst>
      </pc:sldChg>
      <pc:sldChg chg="del">
        <pc:chgData name="Julien Vincent" userId="4c01ad34-1ed2-46d8-8f42-ed5efb2381b2" providerId="ADAL" clId="{DE16BB65-386A-4F73-99F1-88156609F2B3}" dt="2025-02-23T10:15:02.608" v="63" actId="47"/>
        <pc:sldMkLst>
          <pc:docMk/>
          <pc:sldMk cId="804386436" sldId="2853"/>
        </pc:sldMkLst>
      </pc:sldChg>
      <pc:sldChg chg="del">
        <pc:chgData name="Julien Vincent" userId="4c01ad34-1ed2-46d8-8f42-ed5efb2381b2" providerId="ADAL" clId="{DE16BB65-386A-4F73-99F1-88156609F2B3}" dt="2025-02-23T10:15:03.490" v="64" actId="47"/>
        <pc:sldMkLst>
          <pc:docMk/>
          <pc:sldMk cId="2390264515" sldId="2854"/>
        </pc:sldMkLst>
      </pc:sldChg>
      <pc:sldChg chg="modSp mod">
        <pc:chgData name="Julien Vincent" userId="4c01ad34-1ed2-46d8-8f42-ed5efb2381b2" providerId="ADAL" clId="{DE16BB65-386A-4F73-99F1-88156609F2B3}" dt="2025-02-23T10:15:36.516" v="66" actId="20577"/>
        <pc:sldMkLst>
          <pc:docMk/>
          <pc:sldMk cId="637030891" sldId="2859"/>
        </pc:sldMkLst>
      </pc:sldChg>
      <pc:sldChg chg="del">
        <pc:chgData name="Julien Vincent" userId="4c01ad34-1ed2-46d8-8f42-ed5efb2381b2" providerId="ADAL" clId="{DE16BB65-386A-4F73-99F1-88156609F2B3}" dt="2025-02-23T12:33:40.444" v="399" actId="47"/>
        <pc:sldMkLst>
          <pc:docMk/>
          <pc:sldMk cId="3585739385" sldId="2862"/>
        </pc:sldMkLst>
      </pc:sldChg>
      <pc:sldChg chg="del">
        <pc:chgData name="Julien Vincent" userId="4c01ad34-1ed2-46d8-8f42-ed5efb2381b2" providerId="ADAL" clId="{DE16BB65-386A-4F73-99F1-88156609F2B3}" dt="2025-02-23T12:33:40.444" v="399" actId="47"/>
        <pc:sldMkLst>
          <pc:docMk/>
          <pc:sldMk cId="3037615873" sldId="2863"/>
        </pc:sldMkLst>
      </pc:sldChg>
      <pc:sldChg chg="del">
        <pc:chgData name="Julien Vincent" userId="4c01ad34-1ed2-46d8-8f42-ed5efb2381b2" providerId="ADAL" clId="{DE16BB65-386A-4F73-99F1-88156609F2B3}" dt="2025-02-23T12:33:40.444" v="399" actId="47"/>
        <pc:sldMkLst>
          <pc:docMk/>
          <pc:sldMk cId="29965398" sldId="2866"/>
        </pc:sldMkLst>
      </pc:sldChg>
      <pc:sldChg chg="ord">
        <pc:chgData name="Julien Vincent" userId="4c01ad34-1ed2-46d8-8f42-ed5efb2381b2" providerId="ADAL" clId="{DE16BB65-386A-4F73-99F1-88156609F2B3}" dt="2025-02-23T12:37:58.578" v="436"/>
        <pc:sldMkLst>
          <pc:docMk/>
          <pc:sldMk cId="2676530260" sldId="2868"/>
        </pc:sldMkLst>
      </pc:sldChg>
      <pc:sldChg chg="del">
        <pc:chgData name="Julien Vincent" userId="4c01ad34-1ed2-46d8-8f42-ed5efb2381b2" providerId="ADAL" clId="{DE16BB65-386A-4F73-99F1-88156609F2B3}" dt="2025-02-23T12:33:56.514" v="405" actId="47"/>
        <pc:sldMkLst>
          <pc:docMk/>
          <pc:sldMk cId="2634155256" sldId="2869"/>
        </pc:sldMkLst>
      </pc:sldChg>
      <pc:sldChg chg="del">
        <pc:chgData name="Julien Vincent" userId="4c01ad34-1ed2-46d8-8f42-ed5efb2381b2" providerId="ADAL" clId="{DE16BB65-386A-4F73-99F1-88156609F2B3}" dt="2025-02-23T12:34:14.463" v="410" actId="47"/>
        <pc:sldMkLst>
          <pc:docMk/>
          <pc:sldMk cId="1975294913" sldId="2870"/>
        </pc:sldMkLst>
      </pc:sldChg>
      <pc:sldChg chg="del">
        <pc:chgData name="Julien Vincent" userId="4c01ad34-1ed2-46d8-8f42-ed5efb2381b2" providerId="ADAL" clId="{DE16BB65-386A-4F73-99F1-88156609F2B3}" dt="2025-02-23T12:34:18.141" v="414" actId="47"/>
        <pc:sldMkLst>
          <pc:docMk/>
          <pc:sldMk cId="2093211518" sldId="2871"/>
        </pc:sldMkLst>
      </pc:sldChg>
      <pc:sldChg chg="modSp mod modAnim">
        <pc:chgData name="Julien Vincent" userId="4c01ad34-1ed2-46d8-8f42-ed5efb2381b2" providerId="ADAL" clId="{DE16BB65-386A-4F73-99F1-88156609F2B3}" dt="2025-02-23T10:35:42.410" v="379" actId="179"/>
        <pc:sldMkLst>
          <pc:docMk/>
          <pc:sldMk cId="2432615992" sldId="2872"/>
        </pc:sldMkLst>
      </pc:sldChg>
      <pc:sldChg chg="del">
        <pc:chgData name="Julien Vincent" userId="4c01ad34-1ed2-46d8-8f42-ed5efb2381b2" providerId="ADAL" clId="{DE16BB65-386A-4F73-99F1-88156609F2B3}" dt="2025-02-23T10:38:06.038" v="387" actId="47"/>
        <pc:sldMkLst>
          <pc:docMk/>
          <pc:sldMk cId="731389632" sldId="2873"/>
        </pc:sldMkLst>
      </pc:sldChg>
      <pc:sldChg chg="addSp delSp modSp mod">
        <pc:chgData name="Julien Vincent" userId="4c01ad34-1ed2-46d8-8f42-ed5efb2381b2" providerId="ADAL" clId="{DE16BB65-386A-4F73-99F1-88156609F2B3}" dt="2025-02-23T10:36:16.211" v="385" actId="1076"/>
        <pc:sldMkLst>
          <pc:docMk/>
          <pc:sldMk cId="1030609910" sldId="2874"/>
        </pc:sldMkLst>
      </pc:sldChg>
      <pc:sldChg chg="addSp delSp modSp mod">
        <pc:chgData name="Julien Vincent" userId="4c01ad34-1ed2-46d8-8f42-ed5efb2381b2" providerId="ADAL" clId="{DE16BB65-386A-4F73-99F1-88156609F2B3}" dt="2025-02-23T11:58:36.982" v="392" actId="1076"/>
        <pc:sldMkLst>
          <pc:docMk/>
          <pc:sldMk cId="186730053" sldId="2875"/>
        </pc:sldMkLst>
      </pc:sldChg>
      <pc:sldChg chg="del">
        <pc:chgData name="Julien Vincent" userId="4c01ad34-1ed2-46d8-8f42-ed5efb2381b2" providerId="ADAL" clId="{DE16BB65-386A-4F73-99F1-88156609F2B3}" dt="2025-02-23T10:38:02.105" v="386" actId="47"/>
        <pc:sldMkLst>
          <pc:docMk/>
          <pc:sldMk cId="139240144" sldId="2876"/>
        </pc:sldMkLst>
      </pc:sldChg>
      <pc:sldChg chg="addSp modSp add mod ord">
        <pc:chgData name="Julien Vincent" userId="4c01ad34-1ed2-46d8-8f42-ed5efb2381b2" providerId="ADAL" clId="{DE16BB65-386A-4F73-99F1-88156609F2B3}" dt="2025-02-23T12:40:31.042" v="473" actId="2085"/>
        <pc:sldMkLst>
          <pc:docMk/>
          <pc:sldMk cId="2464145925" sldId="2876"/>
        </pc:sldMkLst>
      </pc:sldChg>
      <pc:sldChg chg="del">
        <pc:chgData name="Julien Vincent" userId="4c01ad34-1ed2-46d8-8f42-ed5efb2381b2" providerId="ADAL" clId="{DE16BB65-386A-4F73-99F1-88156609F2B3}" dt="2025-02-23T12:33:40.444" v="399" actId="47"/>
        <pc:sldMkLst>
          <pc:docMk/>
          <pc:sldMk cId="1324898872" sldId="2877"/>
        </pc:sldMkLst>
      </pc:sldChg>
      <pc:sldChg chg="del">
        <pc:chgData name="Julien Vincent" userId="4c01ad34-1ed2-46d8-8f42-ed5efb2381b2" providerId="ADAL" clId="{DE16BB65-386A-4F73-99F1-88156609F2B3}" dt="2025-02-23T12:33:40.444" v="399" actId="47"/>
        <pc:sldMkLst>
          <pc:docMk/>
          <pc:sldMk cId="3083042995" sldId="2878"/>
        </pc:sldMkLst>
      </pc:sldChg>
      <pc:sldChg chg="del">
        <pc:chgData name="Julien Vincent" userId="4c01ad34-1ed2-46d8-8f42-ed5efb2381b2" providerId="ADAL" clId="{DE16BB65-386A-4F73-99F1-88156609F2B3}" dt="2025-02-23T12:33:40.444" v="399" actId="47"/>
        <pc:sldMkLst>
          <pc:docMk/>
          <pc:sldMk cId="3223694280" sldId="2879"/>
        </pc:sldMkLst>
      </pc:sldChg>
      <pc:sldChg chg="del">
        <pc:chgData name="Julien Vincent" userId="4c01ad34-1ed2-46d8-8f42-ed5efb2381b2" providerId="ADAL" clId="{DE16BB65-386A-4F73-99F1-88156609F2B3}" dt="2025-02-23T12:33:40.444" v="399" actId="47"/>
        <pc:sldMkLst>
          <pc:docMk/>
          <pc:sldMk cId="2691916868" sldId="2880"/>
        </pc:sldMkLst>
      </pc:sldChg>
      <pc:sldMasterChg chg="modSp mod">
        <pc:chgData name="Julien Vincent" userId="4c01ad34-1ed2-46d8-8f42-ed5efb2381b2" providerId="ADAL" clId="{DE16BB65-386A-4F73-99F1-88156609F2B3}" dt="2025-02-23T10:14:02.822" v="45"/>
        <pc:sldMasterMkLst>
          <pc:docMk/>
          <pc:sldMasterMk cId="2172062484" sldId="2147483672"/>
        </pc:sldMasterMkLst>
      </pc:sldMasterChg>
      <pc:sldMasterChg chg="modSp mod modSldLayout">
        <pc:chgData name="Julien Vincent" userId="4c01ad34-1ed2-46d8-8f42-ed5efb2381b2" providerId="ADAL" clId="{DE16BB65-386A-4F73-99F1-88156609F2B3}" dt="2025-02-23T12:39:11.401" v="442" actId="1076"/>
        <pc:sldMasterMkLst>
          <pc:docMk/>
          <pc:sldMasterMk cId="3055626266" sldId="2147483687"/>
        </pc:sldMasterMkLst>
        <pc:sldLayoutChg chg="modSp mod">
          <pc:chgData name="Julien Vincent" userId="4c01ad34-1ed2-46d8-8f42-ed5efb2381b2" providerId="ADAL" clId="{DE16BB65-386A-4F73-99F1-88156609F2B3}" dt="2025-02-23T12:39:11.401" v="442" actId="1076"/>
          <pc:sldLayoutMkLst>
            <pc:docMk/>
            <pc:sldMasterMk cId="3055626266" sldId="2147483687"/>
            <pc:sldLayoutMk cId="4169376654" sldId="2147483689"/>
          </pc:sldLayoutMkLst>
        </pc:sldLayoutChg>
      </pc:sldMasterChg>
      <pc:sldMasterChg chg="modSp mod delSldLayout">
        <pc:chgData name="Julien Vincent" userId="4c01ad34-1ed2-46d8-8f42-ed5efb2381b2" providerId="ADAL" clId="{DE16BB65-386A-4F73-99F1-88156609F2B3}" dt="2025-02-23T12:33:40.444" v="399" actId="47"/>
        <pc:sldMasterMkLst>
          <pc:docMk/>
          <pc:sldMasterMk cId="2172062484" sldId="2147483699"/>
        </pc:sldMasterMkLst>
        <pc:sldLayoutChg chg="del">
          <pc:chgData name="Julien Vincent" userId="4c01ad34-1ed2-46d8-8f42-ed5efb2381b2" providerId="ADAL" clId="{DE16BB65-386A-4F73-99F1-88156609F2B3}" dt="2025-02-23T10:15:03.490" v="64" actId="47"/>
          <pc:sldLayoutMkLst>
            <pc:docMk/>
            <pc:sldMasterMk cId="2172062484" sldId="2147483699"/>
            <pc:sldLayoutMk cId="29114602" sldId="2147483795"/>
          </pc:sldLayoutMkLst>
        </pc:sldLayoutChg>
        <pc:sldLayoutChg chg="del">
          <pc:chgData name="Julien Vincent" userId="4c01ad34-1ed2-46d8-8f42-ed5efb2381b2" providerId="ADAL" clId="{DE16BB65-386A-4F73-99F1-88156609F2B3}" dt="2025-02-23T12:33:40.444" v="399" actId="47"/>
          <pc:sldLayoutMkLst>
            <pc:docMk/>
            <pc:sldMasterMk cId="2172062484" sldId="2147483699"/>
            <pc:sldLayoutMk cId="951588799" sldId="2147483797"/>
          </pc:sldLayoutMkLst>
        </pc:sldLayoutChg>
      </pc:sldMasterChg>
      <pc:sldMasterChg chg="modSp mod">
        <pc:chgData name="Julien Vincent" userId="4c01ad34-1ed2-46d8-8f42-ed5efb2381b2" providerId="ADAL" clId="{DE16BB65-386A-4F73-99F1-88156609F2B3}" dt="2025-02-23T10:14:07.971" v="46"/>
        <pc:sldMasterMkLst>
          <pc:docMk/>
          <pc:sldMasterMk cId="3055626266" sldId="2147483706"/>
        </pc:sldMasterMkLst>
      </pc:sldMasterChg>
      <pc:sldMasterChg chg="modSp mod">
        <pc:chgData name="Julien Vincent" userId="4c01ad34-1ed2-46d8-8f42-ed5efb2381b2" providerId="ADAL" clId="{DE16BB65-386A-4F73-99F1-88156609F2B3}" dt="2025-02-23T10:14:23.583" v="48"/>
        <pc:sldMasterMkLst>
          <pc:docMk/>
          <pc:sldMasterMk cId="2172062484" sldId="2147483738"/>
        </pc:sldMasterMkLst>
      </pc:sldMasterChg>
      <pc:sldMasterChg chg="modSp mod">
        <pc:chgData name="Julien Vincent" userId="4c01ad34-1ed2-46d8-8f42-ed5efb2381b2" providerId="ADAL" clId="{DE16BB65-386A-4F73-99F1-88156609F2B3}" dt="2025-02-23T10:14:29.416" v="49"/>
        <pc:sldMasterMkLst>
          <pc:docMk/>
          <pc:sldMasterMk cId="3055626266" sldId="2147483740"/>
        </pc:sldMasterMkLst>
      </pc:sldMasterChg>
    </pc:docChg>
  </pc:docChgLst>
  <pc:docChgLst>
    <pc:chgData name="Jean-Pierre Chang" userId="7a5d3a12-f981-4a01-99aa-2e45acc807ae" providerId="ADAL" clId="{7EF64606-F79B-4BA7-82BF-DD27C6437E22}"/>
    <pc:docChg chg="undo custSel addSld delSld modSld sldOrd modNotesMaster modHandout">
      <pc:chgData name="Jean-Pierre Chang" userId="7a5d3a12-f981-4a01-99aa-2e45acc807ae" providerId="ADAL" clId="{7EF64606-F79B-4BA7-82BF-DD27C6437E22}" dt="2025-10-07T13:33:46.268" v="2470" actId="6549"/>
      <pc:docMkLst>
        <pc:docMk/>
      </pc:docMkLst>
      <pc:sldChg chg="modSp mod">
        <pc:chgData name="Jean-Pierre Chang" userId="7a5d3a12-f981-4a01-99aa-2e45acc807ae" providerId="ADAL" clId="{7EF64606-F79B-4BA7-82BF-DD27C6437E22}" dt="2025-10-07T08:33:46.923" v="2387" actId="790"/>
        <pc:sldMkLst>
          <pc:docMk/>
          <pc:sldMk cId="2018086486" sldId="418"/>
        </pc:sldMkLst>
        <pc:spChg chg="mod">
          <ac:chgData name="Jean-Pierre Chang" userId="7a5d3a12-f981-4a01-99aa-2e45acc807ae" providerId="ADAL" clId="{7EF64606-F79B-4BA7-82BF-DD27C6437E22}" dt="2025-10-07T08:33:46.923" v="2387" actId="790"/>
          <ac:spMkLst>
            <pc:docMk/>
            <pc:sldMk cId="2018086486" sldId="418"/>
            <ac:spMk id="3" creationId="{C757228D-814C-D64F-E4CA-D272E2556BF6}"/>
          </ac:spMkLst>
        </pc:spChg>
        <pc:spChg chg="mod">
          <ac:chgData name="Jean-Pierre Chang" userId="7a5d3a12-f981-4a01-99aa-2e45acc807ae" providerId="ADAL" clId="{7EF64606-F79B-4BA7-82BF-DD27C6437E22}" dt="2025-10-07T08:33:46.923" v="2387" actId="790"/>
          <ac:spMkLst>
            <pc:docMk/>
            <pc:sldMk cId="2018086486" sldId="418"/>
            <ac:spMk id="4" creationId="{0BD1EA62-FBF5-C46C-9F56-172F09CE91BC}"/>
          </ac:spMkLst>
        </pc:spChg>
      </pc:sldChg>
      <pc:sldChg chg="addSp delSp modSp add mod">
        <pc:chgData name="Jean-Pierre Chang" userId="7a5d3a12-f981-4a01-99aa-2e45acc807ae" providerId="ADAL" clId="{7EF64606-F79B-4BA7-82BF-DD27C6437E22}" dt="2025-10-07T08:33:46.923" v="2387" actId="790"/>
        <pc:sldMkLst>
          <pc:docMk/>
          <pc:sldMk cId="2417572775" sldId="433"/>
        </pc:sldMkLst>
        <pc:spChg chg="mod">
          <ac:chgData name="Jean-Pierre Chang" userId="7a5d3a12-f981-4a01-99aa-2e45acc807ae" providerId="ADAL" clId="{7EF64606-F79B-4BA7-82BF-DD27C6437E22}" dt="2025-10-07T08:33:46.923" v="2387" actId="790"/>
          <ac:spMkLst>
            <pc:docMk/>
            <pc:sldMk cId="2417572775" sldId="433"/>
            <ac:spMk id="2" creationId="{A564FD8F-91CB-95A5-3015-2C9B7960CC28}"/>
          </ac:spMkLst>
        </pc:spChg>
        <pc:spChg chg="mod">
          <ac:chgData name="Jean-Pierre Chang" userId="7a5d3a12-f981-4a01-99aa-2e45acc807ae" providerId="ADAL" clId="{7EF64606-F79B-4BA7-82BF-DD27C6437E22}" dt="2025-10-07T08:33:46.923" v="2387" actId="790"/>
          <ac:spMkLst>
            <pc:docMk/>
            <pc:sldMk cId="2417572775" sldId="433"/>
            <ac:spMk id="3" creationId="{8C1A2ACB-4B0E-BE56-333A-07F0CF546D02}"/>
          </ac:spMkLst>
        </pc:spChg>
        <pc:picChg chg="add del">
          <ac:chgData name="Jean-Pierre Chang" userId="7a5d3a12-f981-4a01-99aa-2e45acc807ae" providerId="ADAL" clId="{7EF64606-F79B-4BA7-82BF-DD27C6437E22}" dt="2025-10-02T15:03:15.241" v="2004" actId="478"/>
          <ac:picMkLst>
            <pc:docMk/>
            <pc:sldMk cId="2417572775" sldId="433"/>
            <ac:picMk id="4" creationId="{0C1DEB8C-53E0-29D5-9D17-4A1B596F3CED}"/>
          </ac:picMkLst>
        </pc:picChg>
        <pc:picChg chg="add mod">
          <ac:chgData name="Jean-Pierre Chang" userId="7a5d3a12-f981-4a01-99aa-2e45acc807ae" providerId="ADAL" clId="{7EF64606-F79B-4BA7-82BF-DD27C6437E22}" dt="2025-10-02T15:04:00.946" v="2009"/>
          <ac:picMkLst>
            <pc:docMk/>
            <pc:sldMk cId="2417572775" sldId="433"/>
            <ac:picMk id="9" creationId="{1D74404E-6536-0000-3A7E-6C8389AB7870}"/>
          </ac:picMkLst>
        </pc:picChg>
      </pc:sldChg>
      <pc:sldChg chg="modSp add mod">
        <pc:chgData name="Jean-Pierre Chang" userId="7a5d3a12-f981-4a01-99aa-2e45acc807ae" providerId="ADAL" clId="{7EF64606-F79B-4BA7-82BF-DD27C6437E22}" dt="2025-10-07T08:33:46.923" v="2387" actId="790"/>
        <pc:sldMkLst>
          <pc:docMk/>
          <pc:sldMk cId="2070119259" sldId="436"/>
        </pc:sldMkLst>
        <pc:spChg chg="mod">
          <ac:chgData name="Jean-Pierre Chang" userId="7a5d3a12-f981-4a01-99aa-2e45acc807ae" providerId="ADAL" clId="{7EF64606-F79B-4BA7-82BF-DD27C6437E22}" dt="2025-10-07T08:33:46.923" v="2387" actId="790"/>
          <ac:spMkLst>
            <pc:docMk/>
            <pc:sldMk cId="2070119259" sldId="436"/>
            <ac:spMk id="3" creationId="{E0F770EB-449B-0A6F-A341-5007C2AEA25B}"/>
          </ac:spMkLst>
        </pc:spChg>
        <pc:spChg chg="mod">
          <ac:chgData name="Jean-Pierre Chang" userId="7a5d3a12-f981-4a01-99aa-2e45acc807ae" providerId="ADAL" clId="{7EF64606-F79B-4BA7-82BF-DD27C6437E22}" dt="2025-10-07T08:33:46.923" v="2387" actId="790"/>
          <ac:spMkLst>
            <pc:docMk/>
            <pc:sldMk cId="2070119259" sldId="436"/>
            <ac:spMk id="5" creationId="{BA5121D3-973F-824E-9D4E-1C96E8D35047}"/>
          </ac:spMkLst>
        </pc:spChg>
        <pc:spChg chg="mod">
          <ac:chgData name="Jean-Pierre Chang" userId="7a5d3a12-f981-4a01-99aa-2e45acc807ae" providerId="ADAL" clId="{7EF64606-F79B-4BA7-82BF-DD27C6437E22}" dt="2025-10-07T08:33:46.923" v="2387" actId="790"/>
          <ac:spMkLst>
            <pc:docMk/>
            <pc:sldMk cId="2070119259" sldId="436"/>
            <ac:spMk id="11" creationId="{D8E9EFD9-6574-3086-6675-204A5091F758}"/>
          </ac:spMkLst>
        </pc:spChg>
        <pc:spChg chg="mod">
          <ac:chgData name="Jean-Pierre Chang" userId="7a5d3a12-f981-4a01-99aa-2e45acc807ae" providerId="ADAL" clId="{7EF64606-F79B-4BA7-82BF-DD27C6437E22}" dt="2025-10-07T08:33:46.923" v="2387" actId="790"/>
          <ac:spMkLst>
            <pc:docMk/>
            <pc:sldMk cId="2070119259" sldId="436"/>
            <ac:spMk id="12" creationId="{4EE7E82E-52DF-7074-E97F-14E886412530}"/>
          </ac:spMkLst>
        </pc:spChg>
        <pc:spChg chg="mod">
          <ac:chgData name="Jean-Pierre Chang" userId="7a5d3a12-f981-4a01-99aa-2e45acc807ae" providerId="ADAL" clId="{7EF64606-F79B-4BA7-82BF-DD27C6437E22}" dt="2025-10-07T08:33:46.923" v="2387" actId="790"/>
          <ac:spMkLst>
            <pc:docMk/>
            <pc:sldMk cId="2070119259" sldId="436"/>
            <ac:spMk id="13" creationId="{95A74085-4D43-2011-5446-22B0BC5D3417}"/>
          </ac:spMkLst>
        </pc:spChg>
        <pc:spChg chg="mod">
          <ac:chgData name="Jean-Pierre Chang" userId="7a5d3a12-f981-4a01-99aa-2e45acc807ae" providerId="ADAL" clId="{7EF64606-F79B-4BA7-82BF-DD27C6437E22}" dt="2025-10-07T08:33:46.923" v="2387" actId="790"/>
          <ac:spMkLst>
            <pc:docMk/>
            <pc:sldMk cId="2070119259" sldId="436"/>
            <ac:spMk id="14" creationId="{29CD6A1D-77BC-4282-675C-6C9ECAB37325}"/>
          </ac:spMkLst>
        </pc:spChg>
      </pc:sldChg>
      <pc:sldChg chg="add del">
        <pc:chgData name="Jean-Pierre Chang" userId="7a5d3a12-f981-4a01-99aa-2e45acc807ae" providerId="ADAL" clId="{7EF64606-F79B-4BA7-82BF-DD27C6437E22}" dt="2025-10-02T15:03:42.146" v="2007"/>
        <pc:sldMkLst>
          <pc:docMk/>
          <pc:sldMk cId="3134624895" sldId="438"/>
        </pc:sldMkLst>
      </pc:sldChg>
      <pc:sldChg chg="modSp mod">
        <pc:chgData name="Jean-Pierre Chang" userId="7a5d3a12-f981-4a01-99aa-2e45acc807ae" providerId="ADAL" clId="{7EF64606-F79B-4BA7-82BF-DD27C6437E22}" dt="2025-10-07T08:33:46.923" v="2387" actId="790"/>
        <pc:sldMkLst>
          <pc:docMk/>
          <pc:sldMk cId="338407591" sldId="668"/>
        </pc:sldMkLst>
        <pc:spChg chg="mod">
          <ac:chgData name="Jean-Pierre Chang" userId="7a5d3a12-f981-4a01-99aa-2e45acc807ae" providerId="ADAL" clId="{7EF64606-F79B-4BA7-82BF-DD27C6437E22}" dt="2025-10-07T08:33:46.923" v="2387" actId="790"/>
          <ac:spMkLst>
            <pc:docMk/>
            <pc:sldMk cId="338407591" sldId="668"/>
            <ac:spMk id="3" creationId="{488AFB3B-DD6A-415F-9A0C-184B216BA117}"/>
          </ac:spMkLst>
        </pc:spChg>
        <pc:spChg chg="mod">
          <ac:chgData name="Jean-Pierre Chang" userId="7a5d3a12-f981-4a01-99aa-2e45acc807ae" providerId="ADAL" clId="{7EF64606-F79B-4BA7-82BF-DD27C6437E22}" dt="2025-10-07T08:33:46.923" v="2387" actId="790"/>
          <ac:spMkLst>
            <pc:docMk/>
            <pc:sldMk cId="338407591" sldId="668"/>
            <ac:spMk id="8" creationId="{FC3F1255-7C96-4218-AA2F-B7F5857C9F20}"/>
          </ac:spMkLst>
        </pc:spChg>
      </pc:sldChg>
      <pc:sldChg chg="modSp mod">
        <pc:chgData name="Jean-Pierre Chang" userId="7a5d3a12-f981-4a01-99aa-2e45acc807ae" providerId="ADAL" clId="{7EF64606-F79B-4BA7-82BF-DD27C6437E22}" dt="2025-10-07T08:33:46.923" v="2387" actId="790"/>
        <pc:sldMkLst>
          <pc:docMk/>
          <pc:sldMk cId="3349322669" sldId="696"/>
        </pc:sldMkLst>
        <pc:spChg chg="mod">
          <ac:chgData name="Jean-Pierre Chang" userId="7a5d3a12-f981-4a01-99aa-2e45acc807ae" providerId="ADAL" clId="{7EF64606-F79B-4BA7-82BF-DD27C6437E22}" dt="2025-10-07T08:33:46.923" v="2387" actId="790"/>
          <ac:spMkLst>
            <pc:docMk/>
            <pc:sldMk cId="3349322669" sldId="696"/>
            <ac:spMk id="2" creationId="{27E755A5-C1EE-BF5E-38D5-5BCAD3BCC688}"/>
          </ac:spMkLst>
        </pc:spChg>
        <pc:spChg chg="mod">
          <ac:chgData name="Jean-Pierre Chang" userId="7a5d3a12-f981-4a01-99aa-2e45acc807ae" providerId="ADAL" clId="{7EF64606-F79B-4BA7-82BF-DD27C6437E22}" dt="2025-10-07T08:33:46.923" v="2387" actId="790"/>
          <ac:spMkLst>
            <pc:docMk/>
            <pc:sldMk cId="3349322669" sldId="696"/>
            <ac:spMk id="12" creationId="{E66C454F-602D-800B-4D11-764502A1AA93}"/>
          </ac:spMkLst>
        </pc:spChg>
        <pc:spChg chg="mod">
          <ac:chgData name="Jean-Pierre Chang" userId="7a5d3a12-f981-4a01-99aa-2e45acc807ae" providerId="ADAL" clId="{7EF64606-F79B-4BA7-82BF-DD27C6437E22}" dt="2025-10-07T08:33:46.923" v="2387" actId="790"/>
          <ac:spMkLst>
            <pc:docMk/>
            <pc:sldMk cId="3349322669" sldId="696"/>
            <ac:spMk id="13" creationId="{9C68A6E2-7EBB-B20C-2AC5-F4DA28DE27E7}"/>
          </ac:spMkLst>
        </pc:spChg>
        <pc:spChg chg="mod">
          <ac:chgData name="Jean-Pierre Chang" userId="7a5d3a12-f981-4a01-99aa-2e45acc807ae" providerId="ADAL" clId="{7EF64606-F79B-4BA7-82BF-DD27C6437E22}" dt="2025-10-07T08:33:46.923" v="2387" actId="790"/>
          <ac:spMkLst>
            <pc:docMk/>
            <pc:sldMk cId="3349322669" sldId="696"/>
            <ac:spMk id="14" creationId="{A252320B-041C-C590-3096-FDABF497B3A4}"/>
          </ac:spMkLst>
        </pc:spChg>
        <pc:spChg chg="mod">
          <ac:chgData name="Jean-Pierre Chang" userId="7a5d3a12-f981-4a01-99aa-2e45acc807ae" providerId="ADAL" clId="{7EF64606-F79B-4BA7-82BF-DD27C6437E22}" dt="2025-10-07T08:33:46.923" v="2387" actId="790"/>
          <ac:spMkLst>
            <pc:docMk/>
            <pc:sldMk cId="3349322669" sldId="696"/>
            <ac:spMk id="16" creationId="{64155CC0-D989-A2EF-A5B4-66BBFFFCA4F7}"/>
          </ac:spMkLst>
        </pc:spChg>
      </pc:sldChg>
      <pc:sldChg chg="modSp mod">
        <pc:chgData name="Jean-Pierre Chang" userId="7a5d3a12-f981-4a01-99aa-2e45acc807ae" providerId="ADAL" clId="{7EF64606-F79B-4BA7-82BF-DD27C6437E22}" dt="2025-10-07T08:33:46.923" v="2387" actId="790"/>
        <pc:sldMkLst>
          <pc:docMk/>
          <pc:sldMk cId="4234325194" sldId="711"/>
        </pc:sldMkLst>
        <pc:spChg chg="mod">
          <ac:chgData name="Jean-Pierre Chang" userId="7a5d3a12-f981-4a01-99aa-2e45acc807ae" providerId="ADAL" clId="{7EF64606-F79B-4BA7-82BF-DD27C6437E22}" dt="2025-10-07T08:33:46.923" v="2387" actId="790"/>
          <ac:spMkLst>
            <pc:docMk/>
            <pc:sldMk cId="4234325194" sldId="711"/>
            <ac:spMk id="2" creationId="{93D8DEF0-5C53-5E32-E8B8-1FE809D3811D}"/>
          </ac:spMkLst>
        </pc:spChg>
        <pc:spChg chg="mod">
          <ac:chgData name="Jean-Pierre Chang" userId="7a5d3a12-f981-4a01-99aa-2e45acc807ae" providerId="ADAL" clId="{7EF64606-F79B-4BA7-82BF-DD27C6437E22}" dt="2025-10-07T08:33:46.923" v="2387" actId="790"/>
          <ac:spMkLst>
            <pc:docMk/>
            <pc:sldMk cId="4234325194" sldId="711"/>
            <ac:spMk id="5" creationId="{7A9778B4-EDDF-F465-629F-B1426F610696}"/>
          </ac:spMkLst>
        </pc:spChg>
        <pc:spChg chg="mod">
          <ac:chgData name="Jean-Pierre Chang" userId="7a5d3a12-f981-4a01-99aa-2e45acc807ae" providerId="ADAL" clId="{7EF64606-F79B-4BA7-82BF-DD27C6437E22}" dt="2025-10-07T08:33:46.923" v="2387" actId="790"/>
          <ac:spMkLst>
            <pc:docMk/>
            <pc:sldMk cId="4234325194" sldId="711"/>
            <ac:spMk id="6" creationId="{02DF105F-1CEA-E690-9408-07F211967B74}"/>
          </ac:spMkLst>
        </pc:spChg>
        <pc:spChg chg="mod">
          <ac:chgData name="Jean-Pierre Chang" userId="7a5d3a12-f981-4a01-99aa-2e45acc807ae" providerId="ADAL" clId="{7EF64606-F79B-4BA7-82BF-DD27C6437E22}" dt="2025-10-07T08:33:46.923" v="2387" actId="790"/>
          <ac:spMkLst>
            <pc:docMk/>
            <pc:sldMk cId="4234325194" sldId="711"/>
            <ac:spMk id="35842" creationId="{C2D7661E-001A-4E52-BEB1-DCF986BC0EE8}"/>
          </ac:spMkLst>
        </pc:spChg>
      </pc:sldChg>
      <pc:sldChg chg="modSp mod">
        <pc:chgData name="Jean-Pierre Chang" userId="7a5d3a12-f981-4a01-99aa-2e45acc807ae" providerId="ADAL" clId="{7EF64606-F79B-4BA7-82BF-DD27C6437E22}" dt="2025-10-07T08:33:46.923" v="2387" actId="790"/>
        <pc:sldMkLst>
          <pc:docMk/>
          <pc:sldMk cId="2984841159" sldId="714"/>
        </pc:sldMkLst>
        <pc:spChg chg="mod">
          <ac:chgData name="Jean-Pierre Chang" userId="7a5d3a12-f981-4a01-99aa-2e45acc807ae" providerId="ADAL" clId="{7EF64606-F79B-4BA7-82BF-DD27C6437E22}" dt="2025-10-07T08:33:46.923" v="2387" actId="790"/>
          <ac:spMkLst>
            <pc:docMk/>
            <pc:sldMk cId="2984841159" sldId="714"/>
            <ac:spMk id="2" creationId="{7CAF7F93-D486-6083-BE42-3ACE8930A0FC}"/>
          </ac:spMkLst>
        </pc:spChg>
        <pc:spChg chg="mod">
          <ac:chgData name="Jean-Pierre Chang" userId="7a5d3a12-f981-4a01-99aa-2e45acc807ae" providerId="ADAL" clId="{7EF64606-F79B-4BA7-82BF-DD27C6437E22}" dt="2025-10-07T08:33:46.923" v="2387" actId="790"/>
          <ac:spMkLst>
            <pc:docMk/>
            <pc:sldMk cId="2984841159" sldId="714"/>
            <ac:spMk id="5" creationId="{D4DF9C68-B209-5D2D-744E-D00BC7C5B27A}"/>
          </ac:spMkLst>
        </pc:spChg>
        <pc:spChg chg="mod">
          <ac:chgData name="Jean-Pierre Chang" userId="7a5d3a12-f981-4a01-99aa-2e45acc807ae" providerId="ADAL" clId="{7EF64606-F79B-4BA7-82BF-DD27C6437E22}" dt="2025-10-07T08:33:46.923" v="2387" actId="790"/>
          <ac:spMkLst>
            <pc:docMk/>
            <pc:sldMk cId="2984841159" sldId="714"/>
            <ac:spMk id="12" creationId="{CF07B2F7-63CC-B7BF-3524-A343D1EB7DC4}"/>
          </ac:spMkLst>
        </pc:spChg>
        <pc:spChg chg="mod">
          <ac:chgData name="Jean-Pierre Chang" userId="7a5d3a12-f981-4a01-99aa-2e45acc807ae" providerId="ADAL" clId="{7EF64606-F79B-4BA7-82BF-DD27C6437E22}" dt="2025-10-07T08:33:46.923" v="2387" actId="790"/>
          <ac:spMkLst>
            <pc:docMk/>
            <pc:sldMk cId="2984841159" sldId="714"/>
            <ac:spMk id="40962" creationId="{00000000-0000-0000-0000-000000000000}"/>
          </ac:spMkLst>
        </pc:spChg>
        <pc:grpChg chg="mod">
          <ac:chgData name="Jean-Pierre Chang" userId="7a5d3a12-f981-4a01-99aa-2e45acc807ae" providerId="ADAL" clId="{7EF64606-F79B-4BA7-82BF-DD27C6437E22}" dt="2025-10-07T08:23:45.651" v="2220" actId="1076"/>
          <ac:grpSpMkLst>
            <pc:docMk/>
            <pc:sldMk cId="2984841159" sldId="714"/>
            <ac:grpSpMk id="3" creationId="{0F71305D-FDB3-5C5D-9435-442F951E8C2E}"/>
          </ac:grpSpMkLst>
        </pc:grpChg>
        <pc:picChg chg="mod">
          <ac:chgData name="Jean-Pierre Chang" userId="7a5d3a12-f981-4a01-99aa-2e45acc807ae" providerId="ADAL" clId="{7EF64606-F79B-4BA7-82BF-DD27C6437E22}" dt="2025-10-01T08:11:00.222" v="276" actId="1038"/>
          <ac:picMkLst>
            <pc:docMk/>
            <pc:sldMk cId="2984841159" sldId="714"/>
            <ac:picMk id="4" creationId="{27B024C4-6035-9AE2-9AD9-3556FF6F9767}"/>
          </ac:picMkLst>
        </pc:picChg>
        <pc:picChg chg="mod">
          <ac:chgData name="Jean-Pierre Chang" userId="7a5d3a12-f981-4a01-99aa-2e45acc807ae" providerId="ADAL" clId="{7EF64606-F79B-4BA7-82BF-DD27C6437E22}" dt="2025-10-07T08:23:40.896" v="2219" actId="1076"/>
          <ac:picMkLst>
            <pc:docMk/>
            <pc:sldMk cId="2984841159" sldId="714"/>
            <ac:picMk id="13" creationId="{6678148D-095D-8CCE-0C7B-76FB65A44DF0}"/>
          </ac:picMkLst>
        </pc:picChg>
      </pc:sldChg>
      <pc:sldChg chg="modSp mod ord">
        <pc:chgData name="Jean-Pierre Chang" userId="7a5d3a12-f981-4a01-99aa-2e45acc807ae" providerId="ADAL" clId="{7EF64606-F79B-4BA7-82BF-DD27C6437E22}" dt="2025-10-07T08:33:46.923" v="2387" actId="790"/>
        <pc:sldMkLst>
          <pc:docMk/>
          <pc:sldMk cId="3080708009" sldId="715"/>
        </pc:sldMkLst>
        <pc:spChg chg="mod">
          <ac:chgData name="Jean-Pierre Chang" userId="7a5d3a12-f981-4a01-99aa-2e45acc807ae" providerId="ADAL" clId="{7EF64606-F79B-4BA7-82BF-DD27C6437E22}" dt="2025-10-07T08:33:46.923" v="2387" actId="790"/>
          <ac:spMkLst>
            <pc:docMk/>
            <pc:sldMk cId="3080708009" sldId="715"/>
            <ac:spMk id="2" creationId="{0BE02E8F-944D-19EC-FD25-FE11252C523F}"/>
          </ac:spMkLst>
        </pc:spChg>
        <pc:spChg chg="mod">
          <ac:chgData name="Jean-Pierre Chang" userId="7a5d3a12-f981-4a01-99aa-2e45acc807ae" providerId="ADAL" clId="{7EF64606-F79B-4BA7-82BF-DD27C6437E22}" dt="2025-10-07T08:33:46.923" v="2387" actId="790"/>
          <ac:spMkLst>
            <pc:docMk/>
            <pc:sldMk cId="3080708009" sldId="715"/>
            <ac:spMk id="3" creationId="{B2F1E00E-A75C-E50E-45CF-ED380B9FE808}"/>
          </ac:spMkLst>
        </pc:spChg>
        <pc:spChg chg="mod">
          <ac:chgData name="Jean-Pierre Chang" userId="7a5d3a12-f981-4a01-99aa-2e45acc807ae" providerId="ADAL" clId="{7EF64606-F79B-4BA7-82BF-DD27C6437E22}" dt="2025-10-07T08:33:46.923" v="2387" actId="790"/>
          <ac:spMkLst>
            <pc:docMk/>
            <pc:sldMk cId="3080708009" sldId="715"/>
            <ac:spMk id="88066" creationId="{C5DFE883-790C-4FEC-BEF6-F70B7EEC85B3}"/>
          </ac:spMkLst>
        </pc:spChg>
      </pc:sldChg>
      <pc:sldChg chg="modSp mod">
        <pc:chgData name="Jean-Pierre Chang" userId="7a5d3a12-f981-4a01-99aa-2e45acc807ae" providerId="ADAL" clId="{7EF64606-F79B-4BA7-82BF-DD27C6437E22}" dt="2025-10-07T08:33:46.923" v="2387" actId="790"/>
        <pc:sldMkLst>
          <pc:docMk/>
          <pc:sldMk cId="3231802076" sldId="719"/>
        </pc:sldMkLst>
        <pc:spChg chg="mod">
          <ac:chgData name="Jean-Pierre Chang" userId="7a5d3a12-f981-4a01-99aa-2e45acc807ae" providerId="ADAL" clId="{7EF64606-F79B-4BA7-82BF-DD27C6437E22}" dt="2025-10-07T08:33:46.923" v="2387" actId="790"/>
          <ac:spMkLst>
            <pc:docMk/>
            <pc:sldMk cId="3231802076" sldId="719"/>
            <ac:spMk id="2" creationId="{8866D0C6-9322-F881-6BF9-DC4254F54277}"/>
          </ac:spMkLst>
        </pc:spChg>
        <pc:spChg chg="mod">
          <ac:chgData name="Jean-Pierre Chang" userId="7a5d3a12-f981-4a01-99aa-2e45acc807ae" providerId="ADAL" clId="{7EF64606-F79B-4BA7-82BF-DD27C6437E22}" dt="2025-10-07T08:33:46.923" v="2387" actId="790"/>
          <ac:spMkLst>
            <pc:docMk/>
            <pc:sldMk cId="3231802076" sldId="719"/>
            <ac:spMk id="4" creationId="{2FC643B4-0E08-5ADE-F974-8C73F45C8A22}"/>
          </ac:spMkLst>
        </pc:spChg>
        <pc:spChg chg="mod">
          <ac:chgData name="Jean-Pierre Chang" userId="7a5d3a12-f981-4a01-99aa-2e45acc807ae" providerId="ADAL" clId="{7EF64606-F79B-4BA7-82BF-DD27C6437E22}" dt="2025-10-07T08:33:46.923" v="2387" actId="790"/>
          <ac:spMkLst>
            <pc:docMk/>
            <pc:sldMk cId="3231802076" sldId="719"/>
            <ac:spMk id="5" creationId="{C1053A22-F5F8-8C8B-EF2D-BE1685AA7B9E}"/>
          </ac:spMkLst>
        </pc:spChg>
        <pc:spChg chg="mod">
          <ac:chgData name="Jean-Pierre Chang" userId="7a5d3a12-f981-4a01-99aa-2e45acc807ae" providerId="ADAL" clId="{7EF64606-F79B-4BA7-82BF-DD27C6437E22}" dt="2025-10-07T08:33:46.923" v="2387" actId="790"/>
          <ac:spMkLst>
            <pc:docMk/>
            <pc:sldMk cId="3231802076" sldId="719"/>
            <ac:spMk id="6" creationId="{3FF5CEBC-CEAD-9465-2977-E21A68834105}"/>
          </ac:spMkLst>
        </pc:spChg>
        <pc:spChg chg="mod">
          <ac:chgData name="Jean-Pierre Chang" userId="7a5d3a12-f981-4a01-99aa-2e45acc807ae" providerId="ADAL" clId="{7EF64606-F79B-4BA7-82BF-DD27C6437E22}" dt="2025-10-07T08:33:46.923" v="2387" actId="790"/>
          <ac:spMkLst>
            <pc:docMk/>
            <pc:sldMk cId="3231802076" sldId="719"/>
            <ac:spMk id="40962" creationId="{00000000-0000-0000-0000-000000000000}"/>
          </ac:spMkLst>
        </pc:spChg>
        <pc:picChg chg="mod">
          <ac:chgData name="Jean-Pierre Chang" userId="7a5d3a12-f981-4a01-99aa-2e45acc807ae" providerId="ADAL" clId="{7EF64606-F79B-4BA7-82BF-DD27C6437E22}" dt="2025-10-07T08:25:19.132" v="2223" actId="1076"/>
          <ac:picMkLst>
            <pc:docMk/>
            <pc:sldMk cId="3231802076" sldId="719"/>
            <ac:picMk id="3" creationId="{5B0132D6-3734-DE99-816D-4C38B434ED6A}"/>
          </ac:picMkLst>
        </pc:picChg>
      </pc:sldChg>
      <pc:sldChg chg="addSp modSp mod">
        <pc:chgData name="Jean-Pierre Chang" userId="7a5d3a12-f981-4a01-99aa-2e45acc807ae" providerId="ADAL" clId="{7EF64606-F79B-4BA7-82BF-DD27C6437E22}" dt="2025-10-07T08:33:46.923" v="2387" actId="790"/>
        <pc:sldMkLst>
          <pc:docMk/>
          <pc:sldMk cId="1621984534" sldId="720"/>
        </pc:sldMkLst>
        <pc:spChg chg="add mod">
          <ac:chgData name="Jean-Pierre Chang" userId="7a5d3a12-f981-4a01-99aa-2e45acc807ae" providerId="ADAL" clId="{7EF64606-F79B-4BA7-82BF-DD27C6437E22}" dt="2025-10-07T08:33:46.923" v="2387" actId="790"/>
          <ac:spMkLst>
            <pc:docMk/>
            <pc:sldMk cId="1621984534" sldId="720"/>
            <ac:spMk id="2" creationId="{AF633497-454E-1A41-4756-F44801411FF9}"/>
          </ac:spMkLst>
        </pc:spChg>
        <pc:spChg chg="mod">
          <ac:chgData name="Jean-Pierre Chang" userId="7a5d3a12-f981-4a01-99aa-2e45acc807ae" providerId="ADAL" clId="{7EF64606-F79B-4BA7-82BF-DD27C6437E22}" dt="2025-10-07T08:33:46.923" v="2387" actId="790"/>
          <ac:spMkLst>
            <pc:docMk/>
            <pc:sldMk cId="1621984534" sldId="720"/>
            <ac:spMk id="3" creationId="{E9CC789F-81C9-F827-E071-85CB584DF088}"/>
          </ac:spMkLst>
        </pc:spChg>
        <pc:spChg chg="mod">
          <ac:chgData name="Jean-Pierre Chang" userId="7a5d3a12-f981-4a01-99aa-2e45acc807ae" providerId="ADAL" clId="{7EF64606-F79B-4BA7-82BF-DD27C6437E22}" dt="2025-10-07T08:33:46.923" v="2387" actId="790"/>
          <ac:spMkLst>
            <pc:docMk/>
            <pc:sldMk cId="1621984534" sldId="720"/>
            <ac:spMk id="9" creationId="{EEDAB1F4-3536-B638-40A0-AF616D97016C}"/>
          </ac:spMkLst>
        </pc:spChg>
        <pc:picChg chg="mod">
          <ac:chgData name="Jean-Pierre Chang" userId="7a5d3a12-f981-4a01-99aa-2e45acc807ae" providerId="ADAL" clId="{7EF64606-F79B-4BA7-82BF-DD27C6437E22}" dt="2025-10-01T10:14:15.543" v="365" actId="14100"/>
          <ac:picMkLst>
            <pc:docMk/>
            <pc:sldMk cId="1621984534" sldId="720"/>
            <ac:picMk id="8" creationId="{38610DDF-8380-8D9A-F629-4A0DD29100C0}"/>
          </ac:picMkLst>
        </pc:picChg>
      </pc:sldChg>
      <pc:sldChg chg="modSp mod">
        <pc:chgData name="Jean-Pierre Chang" userId="7a5d3a12-f981-4a01-99aa-2e45acc807ae" providerId="ADAL" clId="{7EF64606-F79B-4BA7-82BF-DD27C6437E22}" dt="2025-10-07T08:33:46.923" v="2387" actId="790"/>
        <pc:sldMkLst>
          <pc:docMk/>
          <pc:sldMk cId="4004982667" sldId="726"/>
        </pc:sldMkLst>
        <pc:spChg chg="mod">
          <ac:chgData name="Jean-Pierre Chang" userId="7a5d3a12-f981-4a01-99aa-2e45acc807ae" providerId="ADAL" clId="{7EF64606-F79B-4BA7-82BF-DD27C6437E22}" dt="2025-10-07T08:33:46.923" v="2387" actId="790"/>
          <ac:spMkLst>
            <pc:docMk/>
            <pc:sldMk cId="4004982667" sldId="726"/>
            <ac:spMk id="8" creationId="{FC3F1255-7C96-4218-AA2F-B7F5857C9F20}"/>
          </ac:spMkLst>
        </pc:spChg>
        <pc:spChg chg="mod">
          <ac:chgData name="Jean-Pierre Chang" userId="7a5d3a12-f981-4a01-99aa-2e45acc807ae" providerId="ADAL" clId="{7EF64606-F79B-4BA7-82BF-DD27C6437E22}" dt="2025-10-07T08:33:46.923" v="2387" actId="790"/>
          <ac:spMkLst>
            <pc:docMk/>
            <pc:sldMk cId="4004982667" sldId="726"/>
            <ac:spMk id="9" creationId="{D7305C1B-6B8C-4AE1-8EFB-E520D234728A}"/>
          </ac:spMkLst>
        </pc:spChg>
        <pc:picChg chg="mod">
          <ac:chgData name="Jean-Pierre Chang" userId="7a5d3a12-f981-4a01-99aa-2e45acc807ae" providerId="ADAL" clId="{7EF64606-F79B-4BA7-82BF-DD27C6437E22}" dt="2025-10-01T14:35:54.623" v="1818" actId="14100"/>
          <ac:picMkLst>
            <pc:docMk/>
            <pc:sldMk cId="4004982667" sldId="726"/>
            <ac:picMk id="3" creationId="{CBC403C7-DCE0-36D1-9A80-D7D1E8D503B3}"/>
          </ac:picMkLst>
        </pc:picChg>
      </pc:sldChg>
      <pc:sldChg chg="modSp del mod ord">
        <pc:chgData name="Jean-Pierre Chang" userId="7a5d3a12-f981-4a01-99aa-2e45acc807ae" providerId="ADAL" clId="{7EF64606-F79B-4BA7-82BF-DD27C6437E22}" dt="2025-10-01T13:59:08.700" v="1650" actId="47"/>
        <pc:sldMkLst>
          <pc:docMk/>
          <pc:sldMk cId="804704715" sldId="740"/>
        </pc:sldMkLst>
      </pc:sldChg>
      <pc:sldChg chg="modSp mod ord">
        <pc:chgData name="Jean-Pierre Chang" userId="7a5d3a12-f981-4a01-99aa-2e45acc807ae" providerId="ADAL" clId="{7EF64606-F79B-4BA7-82BF-DD27C6437E22}" dt="2025-10-07T08:33:46.923" v="2387" actId="790"/>
        <pc:sldMkLst>
          <pc:docMk/>
          <pc:sldMk cId="675884965" sldId="748"/>
        </pc:sldMkLst>
        <pc:spChg chg="mod">
          <ac:chgData name="Jean-Pierre Chang" userId="7a5d3a12-f981-4a01-99aa-2e45acc807ae" providerId="ADAL" clId="{7EF64606-F79B-4BA7-82BF-DD27C6437E22}" dt="2025-10-07T08:33:46.923" v="2387" actId="790"/>
          <ac:spMkLst>
            <pc:docMk/>
            <pc:sldMk cId="675884965" sldId="748"/>
            <ac:spMk id="2" creationId="{B417FCF5-6323-DD65-EAA6-3B5C0DF6D025}"/>
          </ac:spMkLst>
        </pc:spChg>
        <pc:spChg chg="mod">
          <ac:chgData name="Jean-Pierre Chang" userId="7a5d3a12-f981-4a01-99aa-2e45acc807ae" providerId="ADAL" clId="{7EF64606-F79B-4BA7-82BF-DD27C6437E22}" dt="2025-10-07T08:33:46.923" v="2387" actId="790"/>
          <ac:spMkLst>
            <pc:docMk/>
            <pc:sldMk cId="675884965" sldId="748"/>
            <ac:spMk id="6" creationId="{54057BF3-871B-A916-44FB-895600327559}"/>
          </ac:spMkLst>
        </pc:spChg>
      </pc:sldChg>
      <pc:sldChg chg="modSp mod">
        <pc:chgData name="Jean-Pierre Chang" userId="7a5d3a12-f981-4a01-99aa-2e45acc807ae" providerId="ADAL" clId="{7EF64606-F79B-4BA7-82BF-DD27C6437E22}" dt="2025-10-07T08:33:46.923" v="2387" actId="790"/>
        <pc:sldMkLst>
          <pc:docMk/>
          <pc:sldMk cId="3658847808" sldId="752"/>
        </pc:sldMkLst>
        <pc:spChg chg="mod">
          <ac:chgData name="Jean-Pierre Chang" userId="7a5d3a12-f981-4a01-99aa-2e45acc807ae" providerId="ADAL" clId="{7EF64606-F79B-4BA7-82BF-DD27C6437E22}" dt="2025-10-07T08:33:46.923" v="2387" actId="790"/>
          <ac:spMkLst>
            <pc:docMk/>
            <pc:sldMk cId="3658847808" sldId="752"/>
            <ac:spMk id="2" creationId="{B452653A-9B15-418B-FE1C-2B15C828BFE5}"/>
          </ac:spMkLst>
        </pc:spChg>
        <pc:spChg chg="mod">
          <ac:chgData name="Jean-Pierre Chang" userId="7a5d3a12-f981-4a01-99aa-2e45acc807ae" providerId="ADAL" clId="{7EF64606-F79B-4BA7-82BF-DD27C6437E22}" dt="2025-10-07T08:33:46.923" v="2387" actId="790"/>
          <ac:spMkLst>
            <pc:docMk/>
            <pc:sldMk cId="3658847808" sldId="752"/>
            <ac:spMk id="4" creationId="{53A3C066-228E-3FBA-B469-D010D6DB4F61}"/>
          </ac:spMkLst>
        </pc:spChg>
        <pc:spChg chg="mod">
          <ac:chgData name="Jean-Pierre Chang" userId="7a5d3a12-f981-4a01-99aa-2e45acc807ae" providerId="ADAL" clId="{7EF64606-F79B-4BA7-82BF-DD27C6437E22}" dt="2025-10-07T08:33:46.923" v="2387" actId="790"/>
          <ac:spMkLst>
            <pc:docMk/>
            <pc:sldMk cId="3658847808" sldId="752"/>
            <ac:spMk id="6" creationId="{81DD7182-22EE-E76E-3300-CF3AC823B62E}"/>
          </ac:spMkLst>
        </pc:spChg>
        <pc:spChg chg="mod">
          <ac:chgData name="Jean-Pierre Chang" userId="7a5d3a12-f981-4a01-99aa-2e45acc807ae" providerId="ADAL" clId="{7EF64606-F79B-4BA7-82BF-DD27C6437E22}" dt="2025-10-07T08:33:46.923" v="2387" actId="790"/>
          <ac:spMkLst>
            <pc:docMk/>
            <pc:sldMk cId="3658847808" sldId="752"/>
            <ac:spMk id="10" creationId="{73C9BDEA-FF51-5D31-2DBB-74E27DAF54FB}"/>
          </ac:spMkLst>
        </pc:spChg>
      </pc:sldChg>
      <pc:sldChg chg="del">
        <pc:chgData name="Jean-Pierre Chang" userId="7a5d3a12-f981-4a01-99aa-2e45acc807ae" providerId="ADAL" clId="{7EF64606-F79B-4BA7-82BF-DD27C6437E22}" dt="2025-10-01T10:11:25.811" v="286" actId="47"/>
        <pc:sldMkLst>
          <pc:docMk/>
          <pc:sldMk cId="559124659" sldId="760"/>
        </pc:sldMkLst>
      </pc:sldChg>
      <pc:sldChg chg="modSp mod">
        <pc:chgData name="Jean-Pierre Chang" userId="7a5d3a12-f981-4a01-99aa-2e45acc807ae" providerId="ADAL" clId="{7EF64606-F79B-4BA7-82BF-DD27C6437E22}" dt="2025-10-07T08:33:46.923" v="2387" actId="790"/>
        <pc:sldMkLst>
          <pc:docMk/>
          <pc:sldMk cId="2909541513" sldId="792"/>
        </pc:sldMkLst>
        <pc:spChg chg="mod">
          <ac:chgData name="Jean-Pierre Chang" userId="7a5d3a12-f981-4a01-99aa-2e45acc807ae" providerId="ADAL" clId="{7EF64606-F79B-4BA7-82BF-DD27C6437E22}" dt="2025-10-07T08:33:46.923" v="2387" actId="790"/>
          <ac:spMkLst>
            <pc:docMk/>
            <pc:sldMk cId="2909541513" sldId="792"/>
            <ac:spMk id="2" creationId="{5D7C9034-C755-758C-E30A-92BFF8D5D1C8}"/>
          </ac:spMkLst>
        </pc:spChg>
        <pc:spChg chg="mod">
          <ac:chgData name="Jean-Pierre Chang" userId="7a5d3a12-f981-4a01-99aa-2e45acc807ae" providerId="ADAL" clId="{7EF64606-F79B-4BA7-82BF-DD27C6437E22}" dt="2025-10-07T08:33:46.923" v="2387" actId="790"/>
          <ac:spMkLst>
            <pc:docMk/>
            <pc:sldMk cId="2909541513" sldId="792"/>
            <ac:spMk id="5" creationId="{4EBCED26-2B74-917B-784C-5E5A2574BC24}"/>
          </ac:spMkLst>
        </pc:spChg>
      </pc:sldChg>
      <pc:sldChg chg="modSp mod">
        <pc:chgData name="Jean-Pierre Chang" userId="7a5d3a12-f981-4a01-99aa-2e45acc807ae" providerId="ADAL" clId="{7EF64606-F79B-4BA7-82BF-DD27C6437E22}" dt="2025-10-07T08:33:46.923" v="2387" actId="790"/>
        <pc:sldMkLst>
          <pc:docMk/>
          <pc:sldMk cId="980135245" sldId="799"/>
        </pc:sldMkLst>
        <pc:spChg chg="mod">
          <ac:chgData name="Jean-Pierre Chang" userId="7a5d3a12-f981-4a01-99aa-2e45acc807ae" providerId="ADAL" clId="{7EF64606-F79B-4BA7-82BF-DD27C6437E22}" dt="2025-10-07T08:33:46.923" v="2387" actId="790"/>
          <ac:spMkLst>
            <pc:docMk/>
            <pc:sldMk cId="980135245" sldId="799"/>
            <ac:spMk id="2" creationId="{CC451611-6DF5-9C42-FF9D-8C5922862FD5}"/>
          </ac:spMkLst>
        </pc:spChg>
        <pc:spChg chg="mod">
          <ac:chgData name="Jean-Pierre Chang" userId="7a5d3a12-f981-4a01-99aa-2e45acc807ae" providerId="ADAL" clId="{7EF64606-F79B-4BA7-82BF-DD27C6437E22}" dt="2025-10-07T08:33:46.923" v="2387" actId="790"/>
          <ac:spMkLst>
            <pc:docMk/>
            <pc:sldMk cId="980135245" sldId="799"/>
            <ac:spMk id="3" creationId="{4BDF5E36-5344-F398-234B-1D36D9907A82}"/>
          </ac:spMkLst>
        </pc:spChg>
        <pc:spChg chg="mod">
          <ac:chgData name="Jean-Pierre Chang" userId="7a5d3a12-f981-4a01-99aa-2e45acc807ae" providerId="ADAL" clId="{7EF64606-F79B-4BA7-82BF-DD27C6437E22}" dt="2025-10-07T08:33:46.923" v="2387" actId="790"/>
          <ac:spMkLst>
            <pc:docMk/>
            <pc:sldMk cId="980135245" sldId="799"/>
            <ac:spMk id="11" creationId="{E02C1337-2679-7D89-F76B-623D2132F3A8}"/>
          </ac:spMkLst>
        </pc:spChg>
      </pc:sldChg>
      <pc:sldChg chg="modSp mod">
        <pc:chgData name="Jean-Pierre Chang" userId="7a5d3a12-f981-4a01-99aa-2e45acc807ae" providerId="ADAL" clId="{7EF64606-F79B-4BA7-82BF-DD27C6437E22}" dt="2025-10-07T08:33:46.923" v="2387" actId="790"/>
        <pc:sldMkLst>
          <pc:docMk/>
          <pc:sldMk cId="2611690276" sldId="803"/>
        </pc:sldMkLst>
        <pc:spChg chg="mod">
          <ac:chgData name="Jean-Pierre Chang" userId="7a5d3a12-f981-4a01-99aa-2e45acc807ae" providerId="ADAL" clId="{7EF64606-F79B-4BA7-82BF-DD27C6437E22}" dt="2025-10-07T08:33:46.923" v="2387" actId="790"/>
          <ac:spMkLst>
            <pc:docMk/>
            <pc:sldMk cId="2611690276" sldId="803"/>
            <ac:spMk id="2" creationId="{5D7C9034-C755-758C-E30A-92BFF8D5D1C8}"/>
          </ac:spMkLst>
        </pc:spChg>
        <pc:spChg chg="mod">
          <ac:chgData name="Jean-Pierre Chang" userId="7a5d3a12-f981-4a01-99aa-2e45acc807ae" providerId="ADAL" clId="{7EF64606-F79B-4BA7-82BF-DD27C6437E22}" dt="2025-10-07T08:33:46.923" v="2387" actId="790"/>
          <ac:spMkLst>
            <pc:docMk/>
            <pc:sldMk cId="2611690276" sldId="803"/>
            <ac:spMk id="5" creationId="{631EFC32-D97C-FA71-893F-160EC95699BD}"/>
          </ac:spMkLst>
        </pc:spChg>
        <pc:spChg chg="mod">
          <ac:chgData name="Jean-Pierre Chang" userId="7a5d3a12-f981-4a01-99aa-2e45acc807ae" providerId="ADAL" clId="{7EF64606-F79B-4BA7-82BF-DD27C6437E22}" dt="2025-10-07T08:33:46.923" v="2387" actId="790"/>
          <ac:spMkLst>
            <pc:docMk/>
            <pc:sldMk cId="2611690276" sldId="803"/>
            <ac:spMk id="7" creationId="{EC8D6609-B429-9F29-30F0-B9F2B6062BA3}"/>
          </ac:spMkLst>
        </pc:spChg>
      </pc:sldChg>
      <pc:sldChg chg="modSp mod">
        <pc:chgData name="Jean-Pierre Chang" userId="7a5d3a12-f981-4a01-99aa-2e45acc807ae" providerId="ADAL" clId="{7EF64606-F79B-4BA7-82BF-DD27C6437E22}" dt="2025-10-07T08:33:46.923" v="2387" actId="790"/>
        <pc:sldMkLst>
          <pc:docMk/>
          <pc:sldMk cId="2259324862" sldId="804"/>
        </pc:sldMkLst>
        <pc:spChg chg="mod">
          <ac:chgData name="Jean-Pierre Chang" userId="7a5d3a12-f981-4a01-99aa-2e45acc807ae" providerId="ADAL" clId="{7EF64606-F79B-4BA7-82BF-DD27C6437E22}" dt="2025-10-07T08:33:46.923" v="2387" actId="790"/>
          <ac:spMkLst>
            <pc:docMk/>
            <pc:sldMk cId="2259324862" sldId="804"/>
            <ac:spMk id="2" creationId="{5D7C9034-C755-758C-E30A-92BFF8D5D1C8}"/>
          </ac:spMkLst>
        </pc:spChg>
        <pc:spChg chg="mod">
          <ac:chgData name="Jean-Pierre Chang" userId="7a5d3a12-f981-4a01-99aa-2e45acc807ae" providerId="ADAL" clId="{7EF64606-F79B-4BA7-82BF-DD27C6437E22}" dt="2025-10-07T08:33:46.923" v="2387" actId="790"/>
          <ac:spMkLst>
            <pc:docMk/>
            <pc:sldMk cId="2259324862" sldId="804"/>
            <ac:spMk id="5" creationId="{631EFC32-D97C-FA71-893F-160EC95699BD}"/>
          </ac:spMkLst>
        </pc:spChg>
        <pc:spChg chg="mod">
          <ac:chgData name="Jean-Pierre Chang" userId="7a5d3a12-f981-4a01-99aa-2e45acc807ae" providerId="ADAL" clId="{7EF64606-F79B-4BA7-82BF-DD27C6437E22}" dt="2025-10-07T08:33:46.923" v="2387" actId="790"/>
          <ac:spMkLst>
            <pc:docMk/>
            <pc:sldMk cId="2259324862" sldId="804"/>
            <ac:spMk id="7" creationId="{EC8D6609-B429-9F29-30F0-B9F2B6062BA3}"/>
          </ac:spMkLst>
        </pc:spChg>
      </pc:sldChg>
      <pc:sldChg chg="modSp mod">
        <pc:chgData name="Jean-Pierre Chang" userId="7a5d3a12-f981-4a01-99aa-2e45acc807ae" providerId="ADAL" clId="{7EF64606-F79B-4BA7-82BF-DD27C6437E22}" dt="2025-10-07T08:33:46.923" v="2387" actId="790"/>
        <pc:sldMkLst>
          <pc:docMk/>
          <pc:sldMk cId="2259498478" sldId="805"/>
        </pc:sldMkLst>
        <pc:spChg chg="mod">
          <ac:chgData name="Jean-Pierre Chang" userId="7a5d3a12-f981-4a01-99aa-2e45acc807ae" providerId="ADAL" clId="{7EF64606-F79B-4BA7-82BF-DD27C6437E22}" dt="2025-10-07T08:33:46.923" v="2387" actId="790"/>
          <ac:spMkLst>
            <pc:docMk/>
            <pc:sldMk cId="2259498478" sldId="805"/>
            <ac:spMk id="2" creationId="{5D7C9034-C755-758C-E30A-92BFF8D5D1C8}"/>
          </ac:spMkLst>
        </pc:spChg>
        <pc:spChg chg="mod">
          <ac:chgData name="Jean-Pierre Chang" userId="7a5d3a12-f981-4a01-99aa-2e45acc807ae" providerId="ADAL" clId="{7EF64606-F79B-4BA7-82BF-DD27C6437E22}" dt="2025-10-07T08:33:46.923" v="2387" actId="790"/>
          <ac:spMkLst>
            <pc:docMk/>
            <pc:sldMk cId="2259498478" sldId="805"/>
            <ac:spMk id="5" creationId="{631EFC32-D97C-FA71-893F-160EC95699BD}"/>
          </ac:spMkLst>
        </pc:spChg>
      </pc:sldChg>
      <pc:sldChg chg="modSp mod">
        <pc:chgData name="Jean-Pierre Chang" userId="7a5d3a12-f981-4a01-99aa-2e45acc807ae" providerId="ADAL" clId="{7EF64606-F79B-4BA7-82BF-DD27C6437E22}" dt="2025-10-07T13:13:44.915" v="2442" actId="6549"/>
        <pc:sldMkLst>
          <pc:docMk/>
          <pc:sldMk cId="119256543" sldId="811"/>
        </pc:sldMkLst>
        <pc:spChg chg="mod">
          <ac:chgData name="Jean-Pierre Chang" userId="7a5d3a12-f981-4a01-99aa-2e45acc807ae" providerId="ADAL" clId="{7EF64606-F79B-4BA7-82BF-DD27C6437E22}" dt="2025-10-07T13:13:44.915" v="2442" actId="6549"/>
          <ac:spMkLst>
            <pc:docMk/>
            <pc:sldMk cId="119256543" sldId="811"/>
            <ac:spMk id="2" creationId="{F7A4528A-FB59-1DCE-DC5E-AF4F964A4D41}"/>
          </ac:spMkLst>
        </pc:spChg>
        <pc:spChg chg="mod">
          <ac:chgData name="Jean-Pierre Chang" userId="7a5d3a12-f981-4a01-99aa-2e45acc807ae" providerId="ADAL" clId="{7EF64606-F79B-4BA7-82BF-DD27C6437E22}" dt="2025-10-07T08:33:46.923" v="2387" actId="790"/>
          <ac:spMkLst>
            <pc:docMk/>
            <pc:sldMk cId="119256543" sldId="811"/>
            <ac:spMk id="3" creationId="{52FE0DD5-177E-04E5-7C22-C118A7DF866B}"/>
          </ac:spMkLst>
        </pc:spChg>
      </pc:sldChg>
      <pc:sldChg chg="modSp mod">
        <pc:chgData name="Jean-Pierre Chang" userId="7a5d3a12-f981-4a01-99aa-2e45acc807ae" providerId="ADAL" clId="{7EF64606-F79B-4BA7-82BF-DD27C6437E22}" dt="2025-10-07T08:33:46.923" v="2387" actId="790"/>
        <pc:sldMkLst>
          <pc:docMk/>
          <pc:sldMk cId="1217815603" sldId="812"/>
        </pc:sldMkLst>
        <pc:spChg chg="mod">
          <ac:chgData name="Jean-Pierre Chang" userId="7a5d3a12-f981-4a01-99aa-2e45acc807ae" providerId="ADAL" clId="{7EF64606-F79B-4BA7-82BF-DD27C6437E22}" dt="2025-10-07T08:33:46.923" v="2387" actId="790"/>
          <ac:spMkLst>
            <pc:docMk/>
            <pc:sldMk cId="1217815603" sldId="812"/>
            <ac:spMk id="2" creationId="{D84EDDB2-9911-2265-667F-ECAB83B3BB44}"/>
          </ac:spMkLst>
        </pc:spChg>
        <pc:spChg chg="mod">
          <ac:chgData name="Jean-Pierre Chang" userId="7a5d3a12-f981-4a01-99aa-2e45acc807ae" providerId="ADAL" clId="{7EF64606-F79B-4BA7-82BF-DD27C6437E22}" dt="2025-10-07T08:33:46.923" v="2387" actId="790"/>
          <ac:spMkLst>
            <pc:docMk/>
            <pc:sldMk cId="1217815603" sldId="812"/>
            <ac:spMk id="4" creationId="{CB2EDA16-7B05-6487-EF1D-5268FAF5E145}"/>
          </ac:spMkLst>
        </pc:spChg>
        <pc:spChg chg="mod">
          <ac:chgData name="Jean-Pierre Chang" userId="7a5d3a12-f981-4a01-99aa-2e45acc807ae" providerId="ADAL" clId="{7EF64606-F79B-4BA7-82BF-DD27C6437E22}" dt="2025-10-07T08:33:46.923" v="2387" actId="790"/>
          <ac:spMkLst>
            <pc:docMk/>
            <pc:sldMk cId="1217815603" sldId="812"/>
            <ac:spMk id="9" creationId="{D35F16C6-436E-C585-D0FB-32818C13A9A0}"/>
          </ac:spMkLst>
        </pc:spChg>
        <pc:spChg chg="mod">
          <ac:chgData name="Jean-Pierre Chang" userId="7a5d3a12-f981-4a01-99aa-2e45acc807ae" providerId="ADAL" clId="{7EF64606-F79B-4BA7-82BF-DD27C6437E22}" dt="2025-10-07T08:33:46.923" v="2387" actId="790"/>
          <ac:spMkLst>
            <pc:docMk/>
            <pc:sldMk cId="1217815603" sldId="812"/>
            <ac:spMk id="10" creationId="{16718433-EF48-2311-999E-8C99A63C4305}"/>
          </ac:spMkLst>
        </pc:spChg>
      </pc:sldChg>
      <pc:sldChg chg="modSp mod ord">
        <pc:chgData name="Jean-Pierre Chang" userId="7a5d3a12-f981-4a01-99aa-2e45acc807ae" providerId="ADAL" clId="{7EF64606-F79B-4BA7-82BF-DD27C6437E22}" dt="2025-10-07T08:33:46.923" v="2387" actId="790"/>
        <pc:sldMkLst>
          <pc:docMk/>
          <pc:sldMk cId="3271395789" sldId="819"/>
        </pc:sldMkLst>
        <pc:spChg chg="mod">
          <ac:chgData name="Jean-Pierre Chang" userId="7a5d3a12-f981-4a01-99aa-2e45acc807ae" providerId="ADAL" clId="{7EF64606-F79B-4BA7-82BF-DD27C6437E22}" dt="2025-10-07T08:33:46.923" v="2387" actId="790"/>
          <ac:spMkLst>
            <pc:docMk/>
            <pc:sldMk cId="3271395789" sldId="819"/>
            <ac:spMk id="2" creationId="{0BE02E8F-944D-19EC-FD25-FE11252C523F}"/>
          </ac:spMkLst>
        </pc:spChg>
        <pc:spChg chg="mod">
          <ac:chgData name="Jean-Pierre Chang" userId="7a5d3a12-f981-4a01-99aa-2e45acc807ae" providerId="ADAL" clId="{7EF64606-F79B-4BA7-82BF-DD27C6437E22}" dt="2025-10-07T08:33:46.923" v="2387" actId="790"/>
          <ac:spMkLst>
            <pc:docMk/>
            <pc:sldMk cId="3271395789" sldId="819"/>
            <ac:spMk id="3" creationId="{B2F1E00E-A75C-E50E-45CF-ED380B9FE808}"/>
          </ac:spMkLst>
        </pc:spChg>
        <pc:spChg chg="mod">
          <ac:chgData name="Jean-Pierre Chang" userId="7a5d3a12-f981-4a01-99aa-2e45acc807ae" providerId="ADAL" clId="{7EF64606-F79B-4BA7-82BF-DD27C6437E22}" dt="2025-10-07T08:33:46.923" v="2387" actId="790"/>
          <ac:spMkLst>
            <pc:docMk/>
            <pc:sldMk cId="3271395789" sldId="819"/>
            <ac:spMk id="88066" creationId="{C5DFE883-790C-4FEC-BEF6-F70B7EEC85B3}"/>
          </ac:spMkLst>
        </pc:spChg>
      </pc:sldChg>
      <pc:sldChg chg="modSp mod">
        <pc:chgData name="Jean-Pierre Chang" userId="7a5d3a12-f981-4a01-99aa-2e45acc807ae" providerId="ADAL" clId="{7EF64606-F79B-4BA7-82BF-DD27C6437E22}" dt="2025-10-07T08:33:46.923" v="2387" actId="790"/>
        <pc:sldMkLst>
          <pc:docMk/>
          <pc:sldMk cId="631340654" sldId="821"/>
        </pc:sldMkLst>
        <pc:spChg chg="mod">
          <ac:chgData name="Jean-Pierre Chang" userId="7a5d3a12-f981-4a01-99aa-2e45acc807ae" providerId="ADAL" clId="{7EF64606-F79B-4BA7-82BF-DD27C6437E22}" dt="2025-10-07T08:33:46.923" v="2387" actId="790"/>
          <ac:spMkLst>
            <pc:docMk/>
            <pc:sldMk cId="631340654" sldId="821"/>
            <ac:spMk id="5" creationId="{653B4369-71C2-8984-ECD9-0209C1F99FBD}"/>
          </ac:spMkLst>
        </pc:spChg>
        <pc:spChg chg="mod">
          <ac:chgData name="Jean-Pierre Chang" userId="7a5d3a12-f981-4a01-99aa-2e45acc807ae" providerId="ADAL" clId="{7EF64606-F79B-4BA7-82BF-DD27C6437E22}" dt="2025-10-07T08:33:46.923" v="2387" actId="790"/>
          <ac:spMkLst>
            <pc:docMk/>
            <pc:sldMk cId="631340654" sldId="821"/>
            <ac:spMk id="6" creationId="{EA13FA8E-3141-B635-8720-1A239D70C937}"/>
          </ac:spMkLst>
        </pc:spChg>
        <pc:spChg chg="mod">
          <ac:chgData name="Jean-Pierre Chang" userId="7a5d3a12-f981-4a01-99aa-2e45acc807ae" providerId="ADAL" clId="{7EF64606-F79B-4BA7-82BF-DD27C6437E22}" dt="2025-10-07T08:33:46.923" v="2387" actId="790"/>
          <ac:spMkLst>
            <pc:docMk/>
            <pc:sldMk cId="631340654" sldId="821"/>
            <ac:spMk id="8" creationId="{D2F9744F-265C-761C-220A-19ACEC10D970}"/>
          </ac:spMkLst>
        </pc:spChg>
        <pc:spChg chg="mod">
          <ac:chgData name="Jean-Pierre Chang" userId="7a5d3a12-f981-4a01-99aa-2e45acc807ae" providerId="ADAL" clId="{7EF64606-F79B-4BA7-82BF-DD27C6437E22}" dt="2025-10-07T08:33:46.923" v="2387" actId="790"/>
          <ac:spMkLst>
            <pc:docMk/>
            <pc:sldMk cId="631340654" sldId="821"/>
            <ac:spMk id="9" creationId="{E26595F0-0F5B-E53F-CB73-B13F709EBD20}"/>
          </ac:spMkLst>
        </pc:spChg>
        <pc:spChg chg="mod">
          <ac:chgData name="Jean-Pierre Chang" userId="7a5d3a12-f981-4a01-99aa-2e45acc807ae" providerId="ADAL" clId="{7EF64606-F79B-4BA7-82BF-DD27C6437E22}" dt="2025-10-07T08:33:46.923" v="2387" actId="790"/>
          <ac:spMkLst>
            <pc:docMk/>
            <pc:sldMk cId="631340654" sldId="821"/>
            <ac:spMk id="10" creationId="{777D8A05-E302-12CE-1E6E-E8A86B493133}"/>
          </ac:spMkLst>
        </pc:spChg>
        <pc:spChg chg="mod">
          <ac:chgData name="Jean-Pierre Chang" userId="7a5d3a12-f981-4a01-99aa-2e45acc807ae" providerId="ADAL" clId="{7EF64606-F79B-4BA7-82BF-DD27C6437E22}" dt="2025-10-07T08:33:46.923" v="2387" actId="790"/>
          <ac:spMkLst>
            <pc:docMk/>
            <pc:sldMk cId="631340654" sldId="821"/>
            <ac:spMk id="11" creationId="{1E036054-E1CC-72B7-D0E2-3EDF5F7D56FF}"/>
          </ac:spMkLst>
        </pc:spChg>
        <pc:picChg chg="mod">
          <ac:chgData name="Jean-Pierre Chang" userId="7a5d3a12-f981-4a01-99aa-2e45acc807ae" providerId="ADAL" clId="{7EF64606-F79B-4BA7-82BF-DD27C6437E22}" dt="2025-10-01T10:30:12.699" v="962" actId="1076"/>
          <ac:picMkLst>
            <pc:docMk/>
            <pc:sldMk cId="631340654" sldId="821"/>
            <ac:picMk id="7" creationId="{7702BBCA-FF09-9B3A-8407-F089BA404682}"/>
          </ac:picMkLst>
        </pc:picChg>
      </pc:sldChg>
      <pc:sldChg chg="modSp add mod ord">
        <pc:chgData name="Jean-Pierre Chang" userId="7a5d3a12-f981-4a01-99aa-2e45acc807ae" providerId="ADAL" clId="{7EF64606-F79B-4BA7-82BF-DD27C6437E22}" dt="2025-10-07T08:35:02.002" v="2391" actId="115"/>
        <pc:sldMkLst>
          <pc:docMk/>
          <pc:sldMk cId="3620818997" sldId="822"/>
        </pc:sldMkLst>
        <pc:spChg chg="mod">
          <ac:chgData name="Jean-Pierre Chang" userId="7a5d3a12-f981-4a01-99aa-2e45acc807ae" providerId="ADAL" clId="{7EF64606-F79B-4BA7-82BF-DD27C6437E22}" dt="2025-10-07T08:33:46.923" v="2387" actId="790"/>
          <ac:spMkLst>
            <pc:docMk/>
            <pc:sldMk cId="3620818997" sldId="822"/>
            <ac:spMk id="2" creationId="{306E3C2B-E190-E823-C3B7-1AB6CA9DF577}"/>
          </ac:spMkLst>
        </pc:spChg>
        <pc:spChg chg="mod">
          <ac:chgData name="Jean-Pierre Chang" userId="7a5d3a12-f981-4a01-99aa-2e45acc807ae" providerId="ADAL" clId="{7EF64606-F79B-4BA7-82BF-DD27C6437E22}" dt="2025-10-07T08:35:02.002" v="2391" actId="115"/>
          <ac:spMkLst>
            <pc:docMk/>
            <pc:sldMk cId="3620818997" sldId="822"/>
            <ac:spMk id="3" creationId="{FF61903D-0051-F854-A245-92BA5F89B7DD}"/>
          </ac:spMkLst>
        </pc:spChg>
      </pc:sldChg>
      <pc:sldChg chg="modSp mod">
        <pc:chgData name="Jean-Pierre Chang" userId="7a5d3a12-f981-4a01-99aa-2e45acc807ae" providerId="ADAL" clId="{7EF64606-F79B-4BA7-82BF-DD27C6437E22}" dt="2025-10-07T08:33:46.923" v="2387" actId="790"/>
        <pc:sldMkLst>
          <pc:docMk/>
          <pc:sldMk cId="1888180388" sldId="829"/>
        </pc:sldMkLst>
        <pc:spChg chg="mod">
          <ac:chgData name="Jean-Pierre Chang" userId="7a5d3a12-f981-4a01-99aa-2e45acc807ae" providerId="ADAL" clId="{7EF64606-F79B-4BA7-82BF-DD27C6437E22}" dt="2025-10-07T08:33:46.923" v="2387" actId="790"/>
          <ac:spMkLst>
            <pc:docMk/>
            <pc:sldMk cId="1888180388" sldId="829"/>
            <ac:spMk id="2" creationId="{1C3D6DD5-984E-69AE-D3F8-1B9566BBB15E}"/>
          </ac:spMkLst>
        </pc:spChg>
        <pc:spChg chg="mod">
          <ac:chgData name="Jean-Pierre Chang" userId="7a5d3a12-f981-4a01-99aa-2e45acc807ae" providerId="ADAL" clId="{7EF64606-F79B-4BA7-82BF-DD27C6437E22}" dt="2025-10-07T08:33:46.923" v="2387" actId="790"/>
          <ac:spMkLst>
            <pc:docMk/>
            <pc:sldMk cId="1888180388" sldId="829"/>
            <ac:spMk id="6" creationId="{711B79CE-60A6-2E4A-E806-3E94A74B1D4E}"/>
          </ac:spMkLst>
        </pc:spChg>
        <pc:picChg chg="mod">
          <ac:chgData name="Jean-Pierre Chang" userId="7a5d3a12-f981-4a01-99aa-2e45acc807ae" providerId="ADAL" clId="{7EF64606-F79B-4BA7-82BF-DD27C6437E22}" dt="2025-10-01T10:30:46.149" v="964" actId="14100"/>
          <ac:picMkLst>
            <pc:docMk/>
            <pc:sldMk cId="1888180388" sldId="829"/>
            <ac:picMk id="4" creationId="{0CD90A61-8B3A-CF86-C298-2CA7653C7C4E}"/>
          </ac:picMkLst>
        </pc:picChg>
      </pc:sldChg>
      <pc:sldChg chg="modSp mod">
        <pc:chgData name="Jean-Pierre Chang" userId="7a5d3a12-f981-4a01-99aa-2e45acc807ae" providerId="ADAL" clId="{7EF64606-F79B-4BA7-82BF-DD27C6437E22}" dt="2025-10-07T08:33:46.923" v="2387" actId="790"/>
        <pc:sldMkLst>
          <pc:docMk/>
          <pc:sldMk cId="1266424047" sldId="830"/>
        </pc:sldMkLst>
        <pc:spChg chg="mod">
          <ac:chgData name="Jean-Pierre Chang" userId="7a5d3a12-f981-4a01-99aa-2e45acc807ae" providerId="ADAL" clId="{7EF64606-F79B-4BA7-82BF-DD27C6437E22}" dt="2025-10-07T08:33:46.923" v="2387" actId="790"/>
          <ac:spMkLst>
            <pc:docMk/>
            <pc:sldMk cId="1266424047" sldId="830"/>
            <ac:spMk id="2" creationId="{41D040FD-969F-BD4D-F8D6-A31CE27B0A5C}"/>
          </ac:spMkLst>
        </pc:spChg>
        <pc:spChg chg="mod">
          <ac:chgData name="Jean-Pierre Chang" userId="7a5d3a12-f981-4a01-99aa-2e45acc807ae" providerId="ADAL" clId="{7EF64606-F79B-4BA7-82BF-DD27C6437E22}" dt="2025-10-07T08:33:46.923" v="2387" actId="790"/>
          <ac:spMkLst>
            <pc:docMk/>
            <pc:sldMk cId="1266424047" sldId="830"/>
            <ac:spMk id="4" creationId="{C9747C0E-72E7-F8E1-C279-B3AF7469BAA7}"/>
          </ac:spMkLst>
        </pc:spChg>
      </pc:sldChg>
      <pc:sldChg chg="modSp mod">
        <pc:chgData name="Jean-Pierre Chang" userId="7a5d3a12-f981-4a01-99aa-2e45acc807ae" providerId="ADAL" clId="{7EF64606-F79B-4BA7-82BF-DD27C6437E22}" dt="2025-10-07T08:33:46.923" v="2387" actId="790"/>
        <pc:sldMkLst>
          <pc:docMk/>
          <pc:sldMk cId="910087322" sldId="831"/>
        </pc:sldMkLst>
        <pc:spChg chg="mod">
          <ac:chgData name="Jean-Pierre Chang" userId="7a5d3a12-f981-4a01-99aa-2e45acc807ae" providerId="ADAL" clId="{7EF64606-F79B-4BA7-82BF-DD27C6437E22}" dt="2025-10-07T08:33:46.923" v="2387" actId="790"/>
          <ac:spMkLst>
            <pc:docMk/>
            <pc:sldMk cId="910087322" sldId="831"/>
            <ac:spMk id="2" creationId="{41D040FD-969F-BD4D-F8D6-A31CE27B0A5C}"/>
          </ac:spMkLst>
        </pc:spChg>
        <pc:spChg chg="mod">
          <ac:chgData name="Jean-Pierre Chang" userId="7a5d3a12-f981-4a01-99aa-2e45acc807ae" providerId="ADAL" clId="{7EF64606-F79B-4BA7-82BF-DD27C6437E22}" dt="2025-10-07T08:33:46.923" v="2387" actId="790"/>
          <ac:spMkLst>
            <pc:docMk/>
            <pc:sldMk cId="910087322" sldId="831"/>
            <ac:spMk id="4" creationId="{C9747C0E-72E7-F8E1-C279-B3AF7469BAA7}"/>
          </ac:spMkLst>
        </pc:spChg>
      </pc:sldChg>
      <pc:sldChg chg="modSp mod">
        <pc:chgData name="Jean-Pierre Chang" userId="7a5d3a12-f981-4a01-99aa-2e45acc807ae" providerId="ADAL" clId="{7EF64606-F79B-4BA7-82BF-DD27C6437E22}" dt="2025-10-07T08:33:46.923" v="2387" actId="790"/>
        <pc:sldMkLst>
          <pc:docMk/>
          <pc:sldMk cId="2863738070" sldId="832"/>
        </pc:sldMkLst>
        <pc:spChg chg="mod">
          <ac:chgData name="Jean-Pierre Chang" userId="7a5d3a12-f981-4a01-99aa-2e45acc807ae" providerId="ADAL" clId="{7EF64606-F79B-4BA7-82BF-DD27C6437E22}" dt="2025-10-07T08:33:46.923" v="2387" actId="790"/>
          <ac:spMkLst>
            <pc:docMk/>
            <pc:sldMk cId="2863738070" sldId="832"/>
            <ac:spMk id="2" creationId="{C4279995-8A1D-E5EF-DD3D-AD0BF398E1A9}"/>
          </ac:spMkLst>
        </pc:spChg>
        <pc:spChg chg="mod">
          <ac:chgData name="Jean-Pierre Chang" userId="7a5d3a12-f981-4a01-99aa-2e45acc807ae" providerId="ADAL" clId="{7EF64606-F79B-4BA7-82BF-DD27C6437E22}" dt="2025-10-07T08:33:46.923" v="2387" actId="790"/>
          <ac:spMkLst>
            <pc:docMk/>
            <pc:sldMk cId="2863738070" sldId="832"/>
            <ac:spMk id="7" creationId="{1978FD7B-3C5A-7D79-2992-C2C7C7913EA3}"/>
          </ac:spMkLst>
        </pc:spChg>
      </pc:sldChg>
      <pc:sldChg chg="modSp mod">
        <pc:chgData name="Jean-Pierre Chang" userId="7a5d3a12-f981-4a01-99aa-2e45acc807ae" providerId="ADAL" clId="{7EF64606-F79B-4BA7-82BF-DD27C6437E22}" dt="2025-10-07T08:33:46.923" v="2387" actId="790"/>
        <pc:sldMkLst>
          <pc:docMk/>
          <pc:sldMk cId="145158133" sldId="835"/>
        </pc:sldMkLst>
        <pc:spChg chg="mod">
          <ac:chgData name="Jean-Pierre Chang" userId="7a5d3a12-f981-4a01-99aa-2e45acc807ae" providerId="ADAL" clId="{7EF64606-F79B-4BA7-82BF-DD27C6437E22}" dt="2025-10-07T08:33:46.923" v="2387" actId="790"/>
          <ac:spMkLst>
            <pc:docMk/>
            <pc:sldMk cId="145158133" sldId="835"/>
            <ac:spMk id="2" creationId="{6C7CC428-6AF0-466B-1AD8-215E98049BF8}"/>
          </ac:spMkLst>
        </pc:spChg>
        <pc:spChg chg="mod">
          <ac:chgData name="Jean-Pierre Chang" userId="7a5d3a12-f981-4a01-99aa-2e45acc807ae" providerId="ADAL" clId="{7EF64606-F79B-4BA7-82BF-DD27C6437E22}" dt="2025-10-07T08:33:46.923" v="2387" actId="790"/>
          <ac:spMkLst>
            <pc:docMk/>
            <pc:sldMk cId="145158133" sldId="835"/>
            <ac:spMk id="7" creationId="{A2F5A519-DDFB-D065-F3B6-DD94C45BE4EF}"/>
          </ac:spMkLst>
        </pc:spChg>
        <pc:spChg chg="mod">
          <ac:chgData name="Jean-Pierre Chang" userId="7a5d3a12-f981-4a01-99aa-2e45acc807ae" providerId="ADAL" clId="{7EF64606-F79B-4BA7-82BF-DD27C6437E22}" dt="2025-10-07T08:33:46.923" v="2387" actId="790"/>
          <ac:spMkLst>
            <pc:docMk/>
            <pc:sldMk cId="145158133" sldId="835"/>
            <ac:spMk id="8" creationId="{44243FE4-100C-3838-3F37-26ABD3A4905A}"/>
          </ac:spMkLst>
        </pc:spChg>
      </pc:sldChg>
      <pc:sldChg chg="del">
        <pc:chgData name="Jean-Pierre Chang" userId="7a5d3a12-f981-4a01-99aa-2e45acc807ae" providerId="ADAL" clId="{7EF64606-F79B-4BA7-82BF-DD27C6437E22}" dt="2025-10-01T14:03:05.097" v="1748" actId="47"/>
        <pc:sldMkLst>
          <pc:docMk/>
          <pc:sldMk cId="1307902249" sldId="836"/>
        </pc:sldMkLst>
      </pc:sldChg>
      <pc:sldChg chg="modSp add mod">
        <pc:chgData name="Jean-Pierre Chang" userId="7a5d3a12-f981-4a01-99aa-2e45acc807ae" providerId="ADAL" clId="{7EF64606-F79B-4BA7-82BF-DD27C6437E22}" dt="2025-10-07T08:33:46.923" v="2387" actId="790"/>
        <pc:sldMkLst>
          <pc:docMk/>
          <pc:sldMk cId="3583440825" sldId="837"/>
        </pc:sldMkLst>
        <pc:spChg chg="mod">
          <ac:chgData name="Jean-Pierre Chang" userId="7a5d3a12-f981-4a01-99aa-2e45acc807ae" providerId="ADAL" clId="{7EF64606-F79B-4BA7-82BF-DD27C6437E22}" dt="2025-10-07T08:33:46.923" v="2387" actId="790"/>
          <ac:spMkLst>
            <pc:docMk/>
            <pc:sldMk cId="3583440825" sldId="837"/>
            <ac:spMk id="2" creationId="{49763F75-6555-6BF0-B113-1E1939C41609}"/>
          </ac:spMkLst>
        </pc:spChg>
        <pc:spChg chg="mod">
          <ac:chgData name="Jean-Pierre Chang" userId="7a5d3a12-f981-4a01-99aa-2e45acc807ae" providerId="ADAL" clId="{7EF64606-F79B-4BA7-82BF-DD27C6437E22}" dt="2025-10-07T08:33:46.923" v="2387" actId="790"/>
          <ac:spMkLst>
            <pc:docMk/>
            <pc:sldMk cId="3583440825" sldId="837"/>
            <ac:spMk id="5" creationId="{6C93E57D-5BC1-D9C0-7430-945EB3AA879F}"/>
          </ac:spMkLst>
        </pc:spChg>
        <pc:spChg chg="mod">
          <ac:chgData name="Jean-Pierre Chang" userId="7a5d3a12-f981-4a01-99aa-2e45acc807ae" providerId="ADAL" clId="{7EF64606-F79B-4BA7-82BF-DD27C6437E22}" dt="2025-10-07T08:33:46.923" v="2387" actId="790"/>
          <ac:spMkLst>
            <pc:docMk/>
            <pc:sldMk cId="3583440825" sldId="837"/>
            <ac:spMk id="6" creationId="{DBAB6D14-3A44-95F4-9BD6-1DC851F9F753}"/>
          </ac:spMkLst>
        </pc:spChg>
      </pc:sldChg>
      <pc:sldChg chg="modSp add mod">
        <pc:chgData name="Jean-Pierre Chang" userId="7a5d3a12-f981-4a01-99aa-2e45acc807ae" providerId="ADAL" clId="{7EF64606-F79B-4BA7-82BF-DD27C6437E22}" dt="2025-10-07T08:33:46.923" v="2387" actId="790"/>
        <pc:sldMkLst>
          <pc:docMk/>
          <pc:sldMk cId="336000867" sldId="839"/>
        </pc:sldMkLst>
        <pc:spChg chg="mod">
          <ac:chgData name="Jean-Pierre Chang" userId="7a5d3a12-f981-4a01-99aa-2e45acc807ae" providerId="ADAL" clId="{7EF64606-F79B-4BA7-82BF-DD27C6437E22}" dt="2025-10-07T08:33:46.923" v="2387" actId="790"/>
          <ac:spMkLst>
            <pc:docMk/>
            <pc:sldMk cId="336000867" sldId="839"/>
            <ac:spMk id="2" creationId="{ABEBA740-B9E9-F3B4-76FA-4840C90B26EE}"/>
          </ac:spMkLst>
        </pc:spChg>
        <pc:spChg chg="mod">
          <ac:chgData name="Jean-Pierre Chang" userId="7a5d3a12-f981-4a01-99aa-2e45acc807ae" providerId="ADAL" clId="{7EF64606-F79B-4BA7-82BF-DD27C6437E22}" dt="2025-10-07T08:33:46.923" v="2387" actId="790"/>
          <ac:spMkLst>
            <pc:docMk/>
            <pc:sldMk cId="336000867" sldId="839"/>
            <ac:spMk id="3" creationId="{7E3047AB-40EF-661D-D30B-2FA7A8044EDD}"/>
          </ac:spMkLst>
        </pc:spChg>
        <pc:spChg chg="mod">
          <ac:chgData name="Jean-Pierre Chang" userId="7a5d3a12-f981-4a01-99aa-2e45acc807ae" providerId="ADAL" clId="{7EF64606-F79B-4BA7-82BF-DD27C6437E22}" dt="2025-10-07T08:33:46.923" v="2387" actId="790"/>
          <ac:spMkLst>
            <pc:docMk/>
            <pc:sldMk cId="336000867" sldId="839"/>
            <ac:spMk id="4" creationId="{F5FCA3CE-C363-3408-89AC-E923E1A20D42}"/>
          </ac:spMkLst>
        </pc:spChg>
      </pc:sldChg>
      <pc:sldChg chg="modSp mod">
        <pc:chgData name="Jean-Pierre Chang" userId="7a5d3a12-f981-4a01-99aa-2e45acc807ae" providerId="ADAL" clId="{7EF64606-F79B-4BA7-82BF-DD27C6437E22}" dt="2025-10-07T08:33:46.923" v="2387" actId="790"/>
        <pc:sldMkLst>
          <pc:docMk/>
          <pc:sldMk cId="1900824989" sldId="840"/>
        </pc:sldMkLst>
        <pc:spChg chg="mod">
          <ac:chgData name="Jean-Pierre Chang" userId="7a5d3a12-f981-4a01-99aa-2e45acc807ae" providerId="ADAL" clId="{7EF64606-F79B-4BA7-82BF-DD27C6437E22}" dt="2025-10-07T08:33:46.923" v="2387" actId="790"/>
          <ac:spMkLst>
            <pc:docMk/>
            <pc:sldMk cId="1900824989" sldId="840"/>
            <ac:spMk id="2" creationId="{9EBD9725-6216-A4F4-4EAC-9BC5CBA84664}"/>
          </ac:spMkLst>
        </pc:spChg>
        <pc:spChg chg="mod">
          <ac:chgData name="Jean-Pierre Chang" userId="7a5d3a12-f981-4a01-99aa-2e45acc807ae" providerId="ADAL" clId="{7EF64606-F79B-4BA7-82BF-DD27C6437E22}" dt="2025-10-07T08:33:46.923" v="2387" actId="790"/>
          <ac:spMkLst>
            <pc:docMk/>
            <pc:sldMk cId="1900824989" sldId="840"/>
            <ac:spMk id="6" creationId="{7CA636F8-9CBB-7EA1-EC54-6C44B2D1EDAA}"/>
          </ac:spMkLst>
        </pc:spChg>
      </pc:sldChg>
      <pc:sldChg chg="modSp add mod">
        <pc:chgData name="Jean-Pierre Chang" userId="7a5d3a12-f981-4a01-99aa-2e45acc807ae" providerId="ADAL" clId="{7EF64606-F79B-4BA7-82BF-DD27C6437E22}" dt="2025-10-07T08:33:46.923" v="2387" actId="790"/>
        <pc:sldMkLst>
          <pc:docMk/>
          <pc:sldMk cId="2145793343" sldId="846"/>
        </pc:sldMkLst>
        <pc:spChg chg="mod">
          <ac:chgData name="Jean-Pierre Chang" userId="7a5d3a12-f981-4a01-99aa-2e45acc807ae" providerId="ADAL" clId="{7EF64606-F79B-4BA7-82BF-DD27C6437E22}" dt="2025-10-07T08:33:46.923" v="2387" actId="790"/>
          <ac:spMkLst>
            <pc:docMk/>
            <pc:sldMk cId="2145793343" sldId="846"/>
            <ac:spMk id="2" creationId="{19508CB5-3023-0669-CF28-DD8466A44AE4}"/>
          </ac:spMkLst>
        </pc:spChg>
        <pc:spChg chg="mod">
          <ac:chgData name="Jean-Pierre Chang" userId="7a5d3a12-f981-4a01-99aa-2e45acc807ae" providerId="ADAL" clId="{7EF64606-F79B-4BA7-82BF-DD27C6437E22}" dt="2025-10-07T08:33:46.923" v="2387" actId="790"/>
          <ac:spMkLst>
            <pc:docMk/>
            <pc:sldMk cId="2145793343" sldId="846"/>
            <ac:spMk id="4" creationId="{EAC3AFF1-BC68-BDCA-43E7-99D0598BFB28}"/>
          </ac:spMkLst>
        </pc:spChg>
      </pc:sldChg>
      <pc:sldChg chg="modSp mod">
        <pc:chgData name="Jean-Pierre Chang" userId="7a5d3a12-f981-4a01-99aa-2e45acc807ae" providerId="ADAL" clId="{7EF64606-F79B-4BA7-82BF-DD27C6437E22}" dt="2025-10-07T08:33:46.923" v="2387" actId="790"/>
        <pc:sldMkLst>
          <pc:docMk/>
          <pc:sldMk cId="1009113329" sldId="849"/>
        </pc:sldMkLst>
        <pc:spChg chg="mod">
          <ac:chgData name="Jean-Pierre Chang" userId="7a5d3a12-f981-4a01-99aa-2e45acc807ae" providerId="ADAL" clId="{7EF64606-F79B-4BA7-82BF-DD27C6437E22}" dt="2025-10-07T08:33:46.923" v="2387" actId="790"/>
          <ac:spMkLst>
            <pc:docMk/>
            <pc:sldMk cId="1009113329" sldId="849"/>
            <ac:spMk id="2" creationId="{5AE83EDC-4125-651D-7A25-B9558696F9CF}"/>
          </ac:spMkLst>
        </pc:spChg>
        <pc:spChg chg="mod">
          <ac:chgData name="Jean-Pierre Chang" userId="7a5d3a12-f981-4a01-99aa-2e45acc807ae" providerId="ADAL" clId="{7EF64606-F79B-4BA7-82BF-DD27C6437E22}" dt="2025-10-07T08:33:46.923" v="2387" actId="790"/>
          <ac:spMkLst>
            <pc:docMk/>
            <pc:sldMk cId="1009113329" sldId="849"/>
            <ac:spMk id="6" creationId="{A57AB724-5351-A288-40EC-96F087EF4573}"/>
          </ac:spMkLst>
        </pc:spChg>
      </pc:sldChg>
      <pc:sldChg chg="modSp mod">
        <pc:chgData name="Jean-Pierre Chang" userId="7a5d3a12-f981-4a01-99aa-2e45acc807ae" providerId="ADAL" clId="{7EF64606-F79B-4BA7-82BF-DD27C6437E22}" dt="2025-10-07T08:33:46.923" v="2387" actId="790"/>
        <pc:sldMkLst>
          <pc:docMk/>
          <pc:sldMk cId="1605954250" sldId="850"/>
        </pc:sldMkLst>
        <pc:spChg chg="mod">
          <ac:chgData name="Jean-Pierre Chang" userId="7a5d3a12-f981-4a01-99aa-2e45acc807ae" providerId="ADAL" clId="{7EF64606-F79B-4BA7-82BF-DD27C6437E22}" dt="2025-10-07T08:33:46.923" v="2387" actId="790"/>
          <ac:spMkLst>
            <pc:docMk/>
            <pc:sldMk cId="1605954250" sldId="850"/>
            <ac:spMk id="2" creationId="{5AE83EDC-4125-651D-7A25-B9558696F9CF}"/>
          </ac:spMkLst>
        </pc:spChg>
        <pc:spChg chg="mod">
          <ac:chgData name="Jean-Pierre Chang" userId="7a5d3a12-f981-4a01-99aa-2e45acc807ae" providerId="ADAL" clId="{7EF64606-F79B-4BA7-82BF-DD27C6437E22}" dt="2025-10-07T08:33:46.923" v="2387" actId="790"/>
          <ac:spMkLst>
            <pc:docMk/>
            <pc:sldMk cId="1605954250" sldId="850"/>
            <ac:spMk id="6" creationId="{A57AB724-5351-A288-40EC-96F087EF4573}"/>
          </ac:spMkLst>
        </pc:spChg>
      </pc:sldChg>
      <pc:sldChg chg="modSp mod">
        <pc:chgData name="Jean-Pierre Chang" userId="7a5d3a12-f981-4a01-99aa-2e45acc807ae" providerId="ADAL" clId="{7EF64606-F79B-4BA7-82BF-DD27C6437E22}" dt="2025-10-07T08:33:46.923" v="2387" actId="790"/>
        <pc:sldMkLst>
          <pc:docMk/>
          <pc:sldMk cId="347974244" sldId="851"/>
        </pc:sldMkLst>
        <pc:spChg chg="mod">
          <ac:chgData name="Jean-Pierre Chang" userId="7a5d3a12-f981-4a01-99aa-2e45acc807ae" providerId="ADAL" clId="{7EF64606-F79B-4BA7-82BF-DD27C6437E22}" dt="2025-10-07T08:33:46.923" v="2387" actId="790"/>
          <ac:spMkLst>
            <pc:docMk/>
            <pc:sldMk cId="347974244" sldId="851"/>
            <ac:spMk id="2" creationId="{5AE83EDC-4125-651D-7A25-B9558696F9CF}"/>
          </ac:spMkLst>
        </pc:spChg>
        <pc:spChg chg="mod">
          <ac:chgData name="Jean-Pierre Chang" userId="7a5d3a12-f981-4a01-99aa-2e45acc807ae" providerId="ADAL" clId="{7EF64606-F79B-4BA7-82BF-DD27C6437E22}" dt="2025-10-07T08:33:46.923" v="2387" actId="790"/>
          <ac:spMkLst>
            <pc:docMk/>
            <pc:sldMk cId="347974244" sldId="851"/>
            <ac:spMk id="6" creationId="{A57AB724-5351-A288-40EC-96F087EF4573}"/>
          </ac:spMkLst>
        </pc:spChg>
      </pc:sldChg>
      <pc:sldChg chg="modSp mod">
        <pc:chgData name="Jean-Pierre Chang" userId="7a5d3a12-f981-4a01-99aa-2e45acc807ae" providerId="ADAL" clId="{7EF64606-F79B-4BA7-82BF-DD27C6437E22}" dt="2025-10-07T08:33:46.923" v="2387" actId="790"/>
        <pc:sldMkLst>
          <pc:docMk/>
          <pc:sldMk cId="950093233" sldId="852"/>
        </pc:sldMkLst>
        <pc:spChg chg="mod">
          <ac:chgData name="Jean-Pierre Chang" userId="7a5d3a12-f981-4a01-99aa-2e45acc807ae" providerId="ADAL" clId="{7EF64606-F79B-4BA7-82BF-DD27C6437E22}" dt="2025-10-07T08:33:46.923" v="2387" actId="790"/>
          <ac:spMkLst>
            <pc:docMk/>
            <pc:sldMk cId="950093233" sldId="852"/>
            <ac:spMk id="2" creationId="{5AE83EDC-4125-651D-7A25-B9558696F9CF}"/>
          </ac:spMkLst>
        </pc:spChg>
        <pc:spChg chg="mod">
          <ac:chgData name="Jean-Pierre Chang" userId="7a5d3a12-f981-4a01-99aa-2e45acc807ae" providerId="ADAL" clId="{7EF64606-F79B-4BA7-82BF-DD27C6437E22}" dt="2025-10-07T08:33:46.923" v="2387" actId="790"/>
          <ac:spMkLst>
            <pc:docMk/>
            <pc:sldMk cId="950093233" sldId="852"/>
            <ac:spMk id="6" creationId="{A57AB724-5351-A288-40EC-96F087EF4573}"/>
          </ac:spMkLst>
        </pc:spChg>
      </pc:sldChg>
      <pc:sldChg chg="modSp mod">
        <pc:chgData name="Jean-Pierre Chang" userId="7a5d3a12-f981-4a01-99aa-2e45acc807ae" providerId="ADAL" clId="{7EF64606-F79B-4BA7-82BF-DD27C6437E22}" dt="2025-10-07T09:27:17.379" v="2426" actId="20577"/>
        <pc:sldMkLst>
          <pc:docMk/>
          <pc:sldMk cId="2251900378" sldId="854"/>
        </pc:sldMkLst>
        <pc:spChg chg="mod">
          <ac:chgData name="Jean-Pierre Chang" userId="7a5d3a12-f981-4a01-99aa-2e45acc807ae" providerId="ADAL" clId="{7EF64606-F79B-4BA7-82BF-DD27C6437E22}" dt="2025-10-07T08:33:46.923" v="2387" actId="790"/>
          <ac:spMkLst>
            <pc:docMk/>
            <pc:sldMk cId="2251900378" sldId="854"/>
            <ac:spMk id="2" creationId="{813CBB05-2380-81CE-D1D8-375B65926DDA}"/>
          </ac:spMkLst>
        </pc:spChg>
        <pc:spChg chg="mod">
          <ac:chgData name="Jean-Pierre Chang" userId="7a5d3a12-f981-4a01-99aa-2e45acc807ae" providerId="ADAL" clId="{7EF64606-F79B-4BA7-82BF-DD27C6437E22}" dt="2025-10-07T09:27:17.379" v="2426" actId="20577"/>
          <ac:spMkLst>
            <pc:docMk/>
            <pc:sldMk cId="2251900378" sldId="854"/>
            <ac:spMk id="4" creationId="{C20D0D92-72BE-FFB6-06AB-951BE4BBEB1C}"/>
          </ac:spMkLst>
        </pc:spChg>
      </pc:sldChg>
      <pc:sldChg chg="modSp del mod">
        <pc:chgData name="Jean-Pierre Chang" userId="7a5d3a12-f981-4a01-99aa-2e45acc807ae" providerId="ADAL" clId="{7EF64606-F79B-4BA7-82BF-DD27C6437E22}" dt="2025-10-01T14:49:59.306" v="1884" actId="47"/>
        <pc:sldMkLst>
          <pc:docMk/>
          <pc:sldMk cId="109857222" sldId="1857"/>
        </pc:sldMkLst>
      </pc:sldChg>
      <pc:sldChg chg="modSp del mod">
        <pc:chgData name="Jean-Pierre Chang" userId="7a5d3a12-f981-4a01-99aa-2e45acc807ae" providerId="ADAL" clId="{7EF64606-F79B-4BA7-82BF-DD27C6437E22}" dt="2025-10-01T14:39:44.012" v="1832" actId="47"/>
        <pc:sldMkLst>
          <pc:docMk/>
          <pc:sldMk cId="3845766662" sldId="2830"/>
        </pc:sldMkLst>
      </pc:sldChg>
      <pc:sldChg chg="modSp del mod">
        <pc:chgData name="Jean-Pierre Chang" userId="7a5d3a12-f981-4a01-99aa-2e45acc807ae" providerId="ADAL" clId="{7EF64606-F79B-4BA7-82BF-DD27C6437E22}" dt="2025-10-01T14:39:44.553" v="1833" actId="47"/>
        <pc:sldMkLst>
          <pc:docMk/>
          <pc:sldMk cId="2136583893" sldId="2836"/>
        </pc:sldMkLst>
      </pc:sldChg>
      <pc:sldChg chg="modSp mod">
        <pc:chgData name="Jean-Pierre Chang" userId="7a5d3a12-f981-4a01-99aa-2e45acc807ae" providerId="ADAL" clId="{7EF64606-F79B-4BA7-82BF-DD27C6437E22}" dt="2025-10-07T08:33:46.923" v="2387" actId="790"/>
        <pc:sldMkLst>
          <pc:docMk/>
          <pc:sldMk cId="2052045363" sldId="2837"/>
        </pc:sldMkLst>
        <pc:spChg chg="mod">
          <ac:chgData name="Jean-Pierre Chang" userId="7a5d3a12-f981-4a01-99aa-2e45acc807ae" providerId="ADAL" clId="{7EF64606-F79B-4BA7-82BF-DD27C6437E22}" dt="2025-10-07T08:33:46.923" v="2387" actId="790"/>
          <ac:spMkLst>
            <pc:docMk/>
            <pc:sldMk cId="2052045363" sldId="2837"/>
            <ac:spMk id="2" creationId="{14AA6F7B-A6E6-1FAF-1E09-DE20B720D50A}"/>
          </ac:spMkLst>
        </pc:spChg>
        <pc:spChg chg="mod">
          <ac:chgData name="Jean-Pierre Chang" userId="7a5d3a12-f981-4a01-99aa-2e45acc807ae" providerId="ADAL" clId="{7EF64606-F79B-4BA7-82BF-DD27C6437E22}" dt="2025-10-07T08:33:46.923" v="2387" actId="790"/>
          <ac:spMkLst>
            <pc:docMk/>
            <pc:sldMk cId="2052045363" sldId="2837"/>
            <ac:spMk id="4" creationId="{F60EBB8E-59C5-B95C-00C8-4C2172F02919}"/>
          </ac:spMkLst>
        </pc:spChg>
        <pc:spChg chg="mod">
          <ac:chgData name="Jean-Pierre Chang" userId="7a5d3a12-f981-4a01-99aa-2e45acc807ae" providerId="ADAL" clId="{7EF64606-F79B-4BA7-82BF-DD27C6437E22}" dt="2025-10-07T08:33:46.923" v="2387" actId="790"/>
          <ac:spMkLst>
            <pc:docMk/>
            <pc:sldMk cId="2052045363" sldId="2837"/>
            <ac:spMk id="6" creationId="{695B55B7-F16B-CADF-2B58-BD25824D3550}"/>
          </ac:spMkLst>
        </pc:spChg>
        <pc:spChg chg="mod">
          <ac:chgData name="Jean-Pierre Chang" userId="7a5d3a12-f981-4a01-99aa-2e45acc807ae" providerId="ADAL" clId="{7EF64606-F79B-4BA7-82BF-DD27C6437E22}" dt="2025-10-07T08:33:46.923" v="2387" actId="790"/>
          <ac:spMkLst>
            <pc:docMk/>
            <pc:sldMk cId="2052045363" sldId="2837"/>
            <ac:spMk id="9" creationId="{2EAD81DB-FFC7-A838-2BA3-F29A7D8218AD}"/>
          </ac:spMkLst>
        </pc:spChg>
        <pc:spChg chg="mod">
          <ac:chgData name="Jean-Pierre Chang" userId="7a5d3a12-f981-4a01-99aa-2e45acc807ae" providerId="ADAL" clId="{7EF64606-F79B-4BA7-82BF-DD27C6437E22}" dt="2025-10-07T08:33:46.923" v="2387" actId="790"/>
          <ac:spMkLst>
            <pc:docMk/>
            <pc:sldMk cId="2052045363" sldId="2837"/>
            <ac:spMk id="10" creationId="{EFAA12ED-43BF-F010-3311-9C0DB70AD29D}"/>
          </ac:spMkLst>
        </pc:spChg>
        <pc:spChg chg="mod">
          <ac:chgData name="Jean-Pierre Chang" userId="7a5d3a12-f981-4a01-99aa-2e45acc807ae" providerId="ADAL" clId="{7EF64606-F79B-4BA7-82BF-DD27C6437E22}" dt="2025-10-07T08:33:46.923" v="2387" actId="790"/>
          <ac:spMkLst>
            <pc:docMk/>
            <pc:sldMk cId="2052045363" sldId="2837"/>
            <ac:spMk id="11" creationId="{765CCADB-E2BD-4F3E-4A60-936AD539ABED}"/>
          </ac:spMkLst>
        </pc:spChg>
        <pc:spChg chg="mod">
          <ac:chgData name="Jean-Pierre Chang" userId="7a5d3a12-f981-4a01-99aa-2e45acc807ae" providerId="ADAL" clId="{7EF64606-F79B-4BA7-82BF-DD27C6437E22}" dt="2025-10-07T08:33:46.923" v="2387" actId="790"/>
          <ac:spMkLst>
            <pc:docMk/>
            <pc:sldMk cId="2052045363" sldId="2837"/>
            <ac:spMk id="13" creationId="{12E96C50-2334-8BB1-59F9-2318653DC126}"/>
          </ac:spMkLst>
        </pc:spChg>
        <pc:spChg chg="mod">
          <ac:chgData name="Jean-Pierre Chang" userId="7a5d3a12-f981-4a01-99aa-2e45acc807ae" providerId="ADAL" clId="{7EF64606-F79B-4BA7-82BF-DD27C6437E22}" dt="2025-10-07T08:33:46.923" v="2387" actId="790"/>
          <ac:spMkLst>
            <pc:docMk/>
            <pc:sldMk cId="2052045363" sldId="2837"/>
            <ac:spMk id="18" creationId="{5E45965C-1A33-8CAE-9176-FD409C711A4B}"/>
          </ac:spMkLst>
        </pc:spChg>
      </pc:sldChg>
      <pc:sldChg chg="modSp mod">
        <pc:chgData name="Jean-Pierre Chang" userId="7a5d3a12-f981-4a01-99aa-2e45acc807ae" providerId="ADAL" clId="{7EF64606-F79B-4BA7-82BF-DD27C6437E22}" dt="2025-10-07T08:33:46.923" v="2387" actId="790"/>
        <pc:sldMkLst>
          <pc:docMk/>
          <pc:sldMk cId="893697836" sldId="2838"/>
        </pc:sldMkLst>
        <pc:spChg chg="mod">
          <ac:chgData name="Jean-Pierre Chang" userId="7a5d3a12-f981-4a01-99aa-2e45acc807ae" providerId="ADAL" clId="{7EF64606-F79B-4BA7-82BF-DD27C6437E22}" dt="2025-10-07T08:33:46.923" v="2387" actId="790"/>
          <ac:spMkLst>
            <pc:docMk/>
            <pc:sldMk cId="893697836" sldId="2838"/>
            <ac:spMk id="2" creationId="{9EBD9725-6216-A4F4-4EAC-9BC5CBA84664}"/>
          </ac:spMkLst>
        </pc:spChg>
        <pc:spChg chg="mod">
          <ac:chgData name="Jean-Pierre Chang" userId="7a5d3a12-f981-4a01-99aa-2e45acc807ae" providerId="ADAL" clId="{7EF64606-F79B-4BA7-82BF-DD27C6437E22}" dt="2025-10-07T08:33:46.923" v="2387" actId="790"/>
          <ac:spMkLst>
            <pc:docMk/>
            <pc:sldMk cId="893697836" sldId="2838"/>
            <ac:spMk id="5" creationId="{D638DE52-AC1B-7427-9929-3D82ACF7F068}"/>
          </ac:spMkLst>
        </pc:spChg>
        <pc:spChg chg="mod">
          <ac:chgData name="Jean-Pierre Chang" userId="7a5d3a12-f981-4a01-99aa-2e45acc807ae" providerId="ADAL" clId="{7EF64606-F79B-4BA7-82BF-DD27C6437E22}" dt="2025-10-07T08:33:46.923" v="2387" actId="790"/>
          <ac:spMkLst>
            <pc:docMk/>
            <pc:sldMk cId="893697836" sldId="2838"/>
            <ac:spMk id="6" creationId="{844D508E-A67F-316B-5825-F4D13097D291}"/>
          </ac:spMkLst>
        </pc:spChg>
      </pc:sldChg>
      <pc:sldChg chg="modSp mod">
        <pc:chgData name="Jean-Pierre Chang" userId="7a5d3a12-f981-4a01-99aa-2e45acc807ae" providerId="ADAL" clId="{7EF64606-F79B-4BA7-82BF-DD27C6437E22}" dt="2025-10-07T08:33:46.923" v="2387" actId="790"/>
        <pc:sldMkLst>
          <pc:docMk/>
          <pc:sldMk cId="300299406" sldId="2839"/>
        </pc:sldMkLst>
        <pc:spChg chg="mod">
          <ac:chgData name="Jean-Pierre Chang" userId="7a5d3a12-f981-4a01-99aa-2e45acc807ae" providerId="ADAL" clId="{7EF64606-F79B-4BA7-82BF-DD27C6437E22}" dt="2025-10-07T08:33:46.923" v="2387" actId="790"/>
          <ac:spMkLst>
            <pc:docMk/>
            <pc:sldMk cId="300299406" sldId="2839"/>
            <ac:spMk id="2" creationId="{9EBD9725-6216-A4F4-4EAC-9BC5CBA84664}"/>
          </ac:spMkLst>
        </pc:spChg>
        <pc:spChg chg="mod">
          <ac:chgData name="Jean-Pierre Chang" userId="7a5d3a12-f981-4a01-99aa-2e45acc807ae" providerId="ADAL" clId="{7EF64606-F79B-4BA7-82BF-DD27C6437E22}" dt="2025-10-07T08:33:46.923" v="2387" actId="790"/>
          <ac:spMkLst>
            <pc:docMk/>
            <pc:sldMk cId="300299406" sldId="2839"/>
            <ac:spMk id="5" creationId="{CB55364C-E32F-BB72-E228-2EA9FF72E1AB}"/>
          </ac:spMkLst>
        </pc:spChg>
      </pc:sldChg>
      <pc:sldChg chg="modSp mod">
        <pc:chgData name="Jean-Pierre Chang" userId="7a5d3a12-f981-4a01-99aa-2e45acc807ae" providerId="ADAL" clId="{7EF64606-F79B-4BA7-82BF-DD27C6437E22}" dt="2025-10-07T08:33:46.923" v="2387" actId="790"/>
        <pc:sldMkLst>
          <pc:docMk/>
          <pc:sldMk cId="577476482" sldId="2840"/>
        </pc:sldMkLst>
        <pc:spChg chg="mod">
          <ac:chgData name="Jean-Pierre Chang" userId="7a5d3a12-f981-4a01-99aa-2e45acc807ae" providerId="ADAL" clId="{7EF64606-F79B-4BA7-82BF-DD27C6437E22}" dt="2025-10-07T08:33:46.923" v="2387" actId="790"/>
          <ac:spMkLst>
            <pc:docMk/>
            <pc:sldMk cId="577476482" sldId="2840"/>
            <ac:spMk id="2" creationId="{9EBD9725-6216-A4F4-4EAC-9BC5CBA84664}"/>
          </ac:spMkLst>
        </pc:spChg>
        <pc:spChg chg="mod">
          <ac:chgData name="Jean-Pierre Chang" userId="7a5d3a12-f981-4a01-99aa-2e45acc807ae" providerId="ADAL" clId="{7EF64606-F79B-4BA7-82BF-DD27C6437E22}" dt="2025-10-07T08:33:46.923" v="2387" actId="790"/>
          <ac:spMkLst>
            <pc:docMk/>
            <pc:sldMk cId="577476482" sldId="2840"/>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3433810070" sldId="2841"/>
        </pc:sldMkLst>
        <pc:spChg chg="mod">
          <ac:chgData name="Jean-Pierre Chang" userId="7a5d3a12-f981-4a01-99aa-2e45acc807ae" providerId="ADAL" clId="{7EF64606-F79B-4BA7-82BF-DD27C6437E22}" dt="2025-10-07T08:33:46.923" v="2387" actId="790"/>
          <ac:spMkLst>
            <pc:docMk/>
            <pc:sldMk cId="3433810070" sldId="2841"/>
            <ac:spMk id="2" creationId="{9EBD9725-6216-A4F4-4EAC-9BC5CBA84664}"/>
          </ac:spMkLst>
        </pc:spChg>
        <pc:spChg chg="mod">
          <ac:chgData name="Jean-Pierre Chang" userId="7a5d3a12-f981-4a01-99aa-2e45acc807ae" providerId="ADAL" clId="{7EF64606-F79B-4BA7-82BF-DD27C6437E22}" dt="2025-10-07T08:33:46.923" v="2387" actId="790"/>
          <ac:spMkLst>
            <pc:docMk/>
            <pc:sldMk cId="3433810070" sldId="2841"/>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883690450" sldId="2842"/>
        </pc:sldMkLst>
        <pc:spChg chg="mod">
          <ac:chgData name="Jean-Pierre Chang" userId="7a5d3a12-f981-4a01-99aa-2e45acc807ae" providerId="ADAL" clId="{7EF64606-F79B-4BA7-82BF-DD27C6437E22}" dt="2025-10-07T08:33:46.923" v="2387" actId="790"/>
          <ac:spMkLst>
            <pc:docMk/>
            <pc:sldMk cId="883690450" sldId="2842"/>
            <ac:spMk id="2" creationId="{9EBD9725-6216-A4F4-4EAC-9BC5CBA84664}"/>
          </ac:spMkLst>
        </pc:spChg>
        <pc:spChg chg="mod">
          <ac:chgData name="Jean-Pierre Chang" userId="7a5d3a12-f981-4a01-99aa-2e45acc807ae" providerId="ADAL" clId="{7EF64606-F79B-4BA7-82BF-DD27C6437E22}" dt="2025-10-07T08:33:46.923" v="2387" actId="790"/>
          <ac:spMkLst>
            <pc:docMk/>
            <pc:sldMk cId="883690450" sldId="2842"/>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3124219499" sldId="2843"/>
        </pc:sldMkLst>
        <pc:spChg chg="mod">
          <ac:chgData name="Jean-Pierre Chang" userId="7a5d3a12-f981-4a01-99aa-2e45acc807ae" providerId="ADAL" clId="{7EF64606-F79B-4BA7-82BF-DD27C6437E22}" dt="2025-10-07T08:33:46.923" v="2387" actId="790"/>
          <ac:spMkLst>
            <pc:docMk/>
            <pc:sldMk cId="3124219499" sldId="2843"/>
            <ac:spMk id="2" creationId="{9EBD9725-6216-A4F4-4EAC-9BC5CBA84664}"/>
          </ac:spMkLst>
        </pc:spChg>
        <pc:spChg chg="mod">
          <ac:chgData name="Jean-Pierre Chang" userId="7a5d3a12-f981-4a01-99aa-2e45acc807ae" providerId="ADAL" clId="{7EF64606-F79B-4BA7-82BF-DD27C6437E22}" dt="2025-10-07T08:33:46.923" v="2387" actId="790"/>
          <ac:spMkLst>
            <pc:docMk/>
            <pc:sldMk cId="3124219499" sldId="2843"/>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1735042335" sldId="2844"/>
        </pc:sldMkLst>
        <pc:spChg chg="mod">
          <ac:chgData name="Jean-Pierre Chang" userId="7a5d3a12-f981-4a01-99aa-2e45acc807ae" providerId="ADAL" clId="{7EF64606-F79B-4BA7-82BF-DD27C6437E22}" dt="2025-10-07T08:33:46.923" v="2387" actId="790"/>
          <ac:spMkLst>
            <pc:docMk/>
            <pc:sldMk cId="1735042335" sldId="2844"/>
            <ac:spMk id="2" creationId="{9EBD9725-6216-A4F4-4EAC-9BC5CBA84664}"/>
          </ac:spMkLst>
        </pc:spChg>
        <pc:spChg chg="mod">
          <ac:chgData name="Jean-Pierre Chang" userId="7a5d3a12-f981-4a01-99aa-2e45acc807ae" providerId="ADAL" clId="{7EF64606-F79B-4BA7-82BF-DD27C6437E22}" dt="2025-10-07T08:33:46.923" v="2387" actId="790"/>
          <ac:spMkLst>
            <pc:docMk/>
            <pc:sldMk cId="1735042335" sldId="2844"/>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1631636712" sldId="2845"/>
        </pc:sldMkLst>
        <pc:spChg chg="mod">
          <ac:chgData name="Jean-Pierre Chang" userId="7a5d3a12-f981-4a01-99aa-2e45acc807ae" providerId="ADAL" clId="{7EF64606-F79B-4BA7-82BF-DD27C6437E22}" dt="2025-10-07T08:33:46.923" v="2387" actId="790"/>
          <ac:spMkLst>
            <pc:docMk/>
            <pc:sldMk cId="1631636712" sldId="2845"/>
            <ac:spMk id="2" creationId="{9EBD9725-6216-A4F4-4EAC-9BC5CBA84664}"/>
          </ac:spMkLst>
        </pc:spChg>
        <pc:spChg chg="mod">
          <ac:chgData name="Jean-Pierre Chang" userId="7a5d3a12-f981-4a01-99aa-2e45acc807ae" providerId="ADAL" clId="{7EF64606-F79B-4BA7-82BF-DD27C6437E22}" dt="2025-10-07T08:33:46.923" v="2387" actId="790"/>
          <ac:spMkLst>
            <pc:docMk/>
            <pc:sldMk cId="1631636712" sldId="2845"/>
            <ac:spMk id="6" creationId="{7CA636F8-9CBB-7EA1-EC54-6C44B2D1EDAA}"/>
          </ac:spMkLst>
        </pc:spChg>
      </pc:sldChg>
      <pc:sldChg chg="modSp mod">
        <pc:chgData name="Jean-Pierre Chang" userId="7a5d3a12-f981-4a01-99aa-2e45acc807ae" providerId="ADAL" clId="{7EF64606-F79B-4BA7-82BF-DD27C6437E22}" dt="2025-10-07T08:33:46.923" v="2387" actId="790"/>
        <pc:sldMkLst>
          <pc:docMk/>
          <pc:sldMk cId="306324819" sldId="2846"/>
        </pc:sldMkLst>
        <pc:spChg chg="mod">
          <ac:chgData name="Jean-Pierre Chang" userId="7a5d3a12-f981-4a01-99aa-2e45acc807ae" providerId="ADAL" clId="{7EF64606-F79B-4BA7-82BF-DD27C6437E22}" dt="2025-10-07T08:33:46.923" v="2387" actId="790"/>
          <ac:spMkLst>
            <pc:docMk/>
            <pc:sldMk cId="306324819" sldId="2846"/>
            <ac:spMk id="2" creationId="{5AE83EDC-4125-651D-7A25-B9558696F9CF}"/>
          </ac:spMkLst>
        </pc:spChg>
      </pc:sldChg>
      <pc:sldChg chg="modSp mod">
        <pc:chgData name="Jean-Pierre Chang" userId="7a5d3a12-f981-4a01-99aa-2e45acc807ae" providerId="ADAL" clId="{7EF64606-F79B-4BA7-82BF-DD27C6437E22}" dt="2025-10-07T08:33:46.923" v="2387" actId="790"/>
        <pc:sldMkLst>
          <pc:docMk/>
          <pc:sldMk cId="4048659117" sldId="2847"/>
        </pc:sldMkLst>
        <pc:spChg chg="mod">
          <ac:chgData name="Jean-Pierre Chang" userId="7a5d3a12-f981-4a01-99aa-2e45acc807ae" providerId="ADAL" clId="{7EF64606-F79B-4BA7-82BF-DD27C6437E22}" dt="2025-10-07T08:33:46.923" v="2387" actId="790"/>
          <ac:spMkLst>
            <pc:docMk/>
            <pc:sldMk cId="4048659117" sldId="2847"/>
            <ac:spMk id="2" creationId="{5AE83EDC-4125-651D-7A25-B9558696F9CF}"/>
          </ac:spMkLst>
        </pc:spChg>
        <pc:spChg chg="mod">
          <ac:chgData name="Jean-Pierre Chang" userId="7a5d3a12-f981-4a01-99aa-2e45acc807ae" providerId="ADAL" clId="{7EF64606-F79B-4BA7-82BF-DD27C6437E22}" dt="2025-10-07T08:33:46.923" v="2387" actId="790"/>
          <ac:spMkLst>
            <pc:docMk/>
            <pc:sldMk cId="4048659117" sldId="2847"/>
            <ac:spMk id="4" creationId="{A81FDFCC-33DB-F18E-B528-A09D3A7CA371}"/>
          </ac:spMkLst>
        </pc:spChg>
      </pc:sldChg>
      <pc:sldChg chg="modSp mod">
        <pc:chgData name="Jean-Pierre Chang" userId="7a5d3a12-f981-4a01-99aa-2e45acc807ae" providerId="ADAL" clId="{7EF64606-F79B-4BA7-82BF-DD27C6437E22}" dt="2025-10-07T08:33:46.923" v="2387" actId="790"/>
        <pc:sldMkLst>
          <pc:docMk/>
          <pc:sldMk cId="3060208887" sldId="2848"/>
        </pc:sldMkLst>
        <pc:spChg chg="mod">
          <ac:chgData name="Jean-Pierre Chang" userId="7a5d3a12-f981-4a01-99aa-2e45acc807ae" providerId="ADAL" clId="{7EF64606-F79B-4BA7-82BF-DD27C6437E22}" dt="2025-10-07T08:33:46.923" v="2387" actId="790"/>
          <ac:spMkLst>
            <pc:docMk/>
            <pc:sldMk cId="3060208887" sldId="2848"/>
            <ac:spMk id="2" creationId="{5AE83EDC-4125-651D-7A25-B9558696F9CF}"/>
          </ac:spMkLst>
        </pc:spChg>
        <pc:spChg chg="mod">
          <ac:chgData name="Jean-Pierre Chang" userId="7a5d3a12-f981-4a01-99aa-2e45acc807ae" providerId="ADAL" clId="{7EF64606-F79B-4BA7-82BF-DD27C6437E22}" dt="2025-10-07T08:33:46.923" v="2387" actId="790"/>
          <ac:spMkLst>
            <pc:docMk/>
            <pc:sldMk cId="3060208887" sldId="2848"/>
            <ac:spMk id="6" creationId="{A57AB724-5351-A288-40EC-96F087EF4573}"/>
          </ac:spMkLst>
        </pc:spChg>
      </pc:sldChg>
      <pc:sldChg chg="modSp mod">
        <pc:chgData name="Jean-Pierre Chang" userId="7a5d3a12-f981-4a01-99aa-2e45acc807ae" providerId="ADAL" clId="{7EF64606-F79B-4BA7-82BF-DD27C6437E22}" dt="2025-10-07T08:33:46.923" v="2387" actId="790"/>
        <pc:sldMkLst>
          <pc:docMk/>
          <pc:sldMk cId="4163569004" sldId="2856"/>
        </pc:sldMkLst>
        <pc:spChg chg="mod">
          <ac:chgData name="Jean-Pierre Chang" userId="7a5d3a12-f981-4a01-99aa-2e45acc807ae" providerId="ADAL" clId="{7EF64606-F79B-4BA7-82BF-DD27C6437E22}" dt="2025-10-07T08:33:46.923" v="2387" actId="790"/>
          <ac:spMkLst>
            <pc:docMk/>
            <pc:sldMk cId="4163569004" sldId="2856"/>
            <ac:spMk id="2" creationId="{B99453C6-8AC2-9929-D301-6DD38F79E29B}"/>
          </ac:spMkLst>
        </pc:spChg>
        <pc:spChg chg="mod">
          <ac:chgData name="Jean-Pierre Chang" userId="7a5d3a12-f981-4a01-99aa-2e45acc807ae" providerId="ADAL" clId="{7EF64606-F79B-4BA7-82BF-DD27C6437E22}" dt="2025-10-07T08:33:46.923" v="2387" actId="790"/>
          <ac:spMkLst>
            <pc:docMk/>
            <pc:sldMk cId="4163569004" sldId="2856"/>
            <ac:spMk id="3" creationId="{488AFB3B-DD6A-415F-9A0C-184B216BA117}"/>
          </ac:spMkLst>
        </pc:spChg>
        <pc:spChg chg="mod">
          <ac:chgData name="Jean-Pierre Chang" userId="7a5d3a12-f981-4a01-99aa-2e45acc807ae" providerId="ADAL" clId="{7EF64606-F79B-4BA7-82BF-DD27C6437E22}" dt="2025-10-07T08:33:46.923" v="2387" actId="790"/>
          <ac:spMkLst>
            <pc:docMk/>
            <pc:sldMk cId="4163569004" sldId="2856"/>
            <ac:spMk id="8" creationId="{FC3F1255-7C96-4218-AA2F-B7F5857C9F20}"/>
          </ac:spMkLst>
        </pc:spChg>
      </pc:sldChg>
      <pc:sldChg chg="addSp delSp modSp mod">
        <pc:chgData name="Jean-Pierre Chang" userId="7a5d3a12-f981-4a01-99aa-2e45acc807ae" providerId="ADAL" clId="{7EF64606-F79B-4BA7-82BF-DD27C6437E22}" dt="2025-10-07T08:33:46.923" v="2387" actId="790"/>
        <pc:sldMkLst>
          <pc:docMk/>
          <pc:sldMk cId="382108022" sldId="2857"/>
        </pc:sldMkLst>
        <pc:spChg chg="mod">
          <ac:chgData name="Jean-Pierre Chang" userId="7a5d3a12-f981-4a01-99aa-2e45acc807ae" providerId="ADAL" clId="{7EF64606-F79B-4BA7-82BF-DD27C6437E22}" dt="2025-10-07T08:33:46.923" v="2387" actId="790"/>
          <ac:spMkLst>
            <pc:docMk/>
            <pc:sldMk cId="382108022" sldId="2857"/>
            <ac:spMk id="2" creationId="{B99453C6-8AC2-9929-D301-6DD38F79E29B}"/>
          </ac:spMkLst>
        </pc:spChg>
        <pc:spChg chg="mod">
          <ac:chgData name="Jean-Pierre Chang" userId="7a5d3a12-f981-4a01-99aa-2e45acc807ae" providerId="ADAL" clId="{7EF64606-F79B-4BA7-82BF-DD27C6437E22}" dt="2025-10-07T08:33:46.923" v="2387" actId="790"/>
          <ac:spMkLst>
            <pc:docMk/>
            <pc:sldMk cId="382108022" sldId="2857"/>
            <ac:spMk id="8" creationId="{FC3F1255-7C96-4218-AA2F-B7F5857C9F20}"/>
          </ac:spMkLst>
        </pc:spChg>
      </pc:sldChg>
      <pc:sldChg chg="addSp delSp modSp mod modAnim">
        <pc:chgData name="Jean-Pierre Chang" userId="7a5d3a12-f981-4a01-99aa-2e45acc807ae" providerId="ADAL" clId="{7EF64606-F79B-4BA7-82BF-DD27C6437E22}" dt="2025-10-07T08:33:46.923" v="2387" actId="790"/>
        <pc:sldMkLst>
          <pc:docMk/>
          <pc:sldMk cId="2026471929" sldId="2858"/>
        </pc:sldMkLst>
        <pc:spChg chg="add mod">
          <ac:chgData name="Jean-Pierre Chang" userId="7a5d3a12-f981-4a01-99aa-2e45acc807ae" providerId="ADAL" clId="{7EF64606-F79B-4BA7-82BF-DD27C6437E22}" dt="2025-10-07T08:33:46.923" v="2387" actId="790"/>
          <ac:spMkLst>
            <pc:docMk/>
            <pc:sldMk cId="2026471929" sldId="2858"/>
            <ac:spMk id="3" creationId="{BC663ED0-E6BE-486E-16CE-AC43E2C7EC61}"/>
          </ac:spMkLst>
        </pc:spChg>
        <pc:spChg chg="add mod">
          <ac:chgData name="Jean-Pierre Chang" userId="7a5d3a12-f981-4a01-99aa-2e45acc807ae" providerId="ADAL" clId="{7EF64606-F79B-4BA7-82BF-DD27C6437E22}" dt="2025-10-07T08:33:46.923" v="2387" actId="790"/>
          <ac:spMkLst>
            <pc:docMk/>
            <pc:sldMk cId="2026471929" sldId="2858"/>
            <ac:spMk id="4" creationId="{11D9965B-EBA0-624A-67DE-9C7EAF2CA208}"/>
          </ac:spMkLst>
        </pc:spChg>
        <pc:spChg chg="mod">
          <ac:chgData name="Jean-Pierre Chang" userId="7a5d3a12-f981-4a01-99aa-2e45acc807ae" providerId="ADAL" clId="{7EF64606-F79B-4BA7-82BF-DD27C6437E22}" dt="2025-10-07T08:33:46.923" v="2387" actId="790"/>
          <ac:spMkLst>
            <pc:docMk/>
            <pc:sldMk cId="2026471929" sldId="2858"/>
            <ac:spMk id="6" creationId="{754868D8-7C42-C372-EF93-6A0343DE69D0}"/>
          </ac:spMkLst>
        </pc:spChg>
        <pc:spChg chg="mod">
          <ac:chgData name="Jean-Pierre Chang" userId="7a5d3a12-f981-4a01-99aa-2e45acc807ae" providerId="ADAL" clId="{7EF64606-F79B-4BA7-82BF-DD27C6437E22}" dt="2025-10-07T08:33:46.923" v="2387" actId="790"/>
          <ac:spMkLst>
            <pc:docMk/>
            <pc:sldMk cId="2026471929" sldId="2858"/>
            <ac:spMk id="8" creationId="{FC3F1255-7C96-4218-AA2F-B7F5857C9F20}"/>
          </ac:spMkLst>
        </pc:spChg>
        <pc:picChg chg="add mod">
          <ac:chgData name="Jean-Pierre Chang" userId="7a5d3a12-f981-4a01-99aa-2e45acc807ae" providerId="ADAL" clId="{7EF64606-F79B-4BA7-82BF-DD27C6437E22}" dt="2025-10-01T13:31:48.726" v="1325" actId="1076"/>
          <ac:picMkLst>
            <pc:docMk/>
            <pc:sldMk cId="2026471929" sldId="2858"/>
            <ac:picMk id="2" creationId="{6481E57E-C21F-7E07-0F8A-62E7B9302520}"/>
          </ac:picMkLst>
        </pc:picChg>
      </pc:sldChg>
      <pc:sldChg chg="modSp mod modAnim">
        <pc:chgData name="Jean-Pierre Chang" userId="7a5d3a12-f981-4a01-99aa-2e45acc807ae" providerId="ADAL" clId="{7EF64606-F79B-4BA7-82BF-DD27C6437E22}" dt="2025-10-07T08:33:46.923" v="2387" actId="790"/>
        <pc:sldMkLst>
          <pc:docMk/>
          <pc:sldMk cId="637030891" sldId="2859"/>
        </pc:sldMkLst>
        <pc:spChg chg="mod">
          <ac:chgData name="Jean-Pierre Chang" userId="7a5d3a12-f981-4a01-99aa-2e45acc807ae" providerId="ADAL" clId="{7EF64606-F79B-4BA7-82BF-DD27C6437E22}" dt="2025-10-07T08:33:46.923" v="2387" actId="790"/>
          <ac:spMkLst>
            <pc:docMk/>
            <pc:sldMk cId="637030891" sldId="2859"/>
            <ac:spMk id="3" creationId="{488AFB3B-DD6A-415F-9A0C-184B216BA117}"/>
          </ac:spMkLst>
        </pc:spChg>
        <pc:spChg chg="mod">
          <ac:chgData name="Jean-Pierre Chang" userId="7a5d3a12-f981-4a01-99aa-2e45acc807ae" providerId="ADAL" clId="{7EF64606-F79B-4BA7-82BF-DD27C6437E22}" dt="2025-10-07T08:33:46.923" v="2387" actId="790"/>
          <ac:spMkLst>
            <pc:docMk/>
            <pc:sldMk cId="637030891" sldId="2859"/>
            <ac:spMk id="8" creationId="{FC3F1255-7C96-4218-AA2F-B7F5857C9F20}"/>
          </ac:spMkLst>
        </pc:spChg>
      </pc:sldChg>
      <pc:sldChg chg="modSp mod">
        <pc:chgData name="Jean-Pierre Chang" userId="7a5d3a12-f981-4a01-99aa-2e45acc807ae" providerId="ADAL" clId="{7EF64606-F79B-4BA7-82BF-DD27C6437E22}" dt="2025-10-07T08:33:46.923" v="2387" actId="790"/>
        <pc:sldMkLst>
          <pc:docMk/>
          <pc:sldMk cId="1291360836" sldId="2860"/>
        </pc:sldMkLst>
        <pc:spChg chg="mod">
          <ac:chgData name="Jean-Pierre Chang" userId="7a5d3a12-f981-4a01-99aa-2e45acc807ae" providerId="ADAL" clId="{7EF64606-F79B-4BA7-82BF-DD27C6437E22}" dt="2025-10-07T08:33:46.923" v="2387" actId="790"/>
          <ac:spMkLst>
            <pc:docMk/>
            <pc:sldMk cId="1291360836" sldId="2860"/>
            <ac:spMk id="4" creationId="{C44DE848-E080-4615-A0E1-191B65E478B1}"/>
          </ac:spMkLst>
        </pc:spChg>
        <pc:spChg chg="mod">
          <ac:chgData name="Jean-Pierre Chang" userId="7a5d3a12-f981-4a01-99aa-2e45acc807ae" providerId="ADAL" clId="{7EF64606-F79B-4BA7-82BF-DD27C6437E22}" dt="2025-10-07T08:33:46.923" v="2387" actId="790"/>
          <ac:spMkLst>
            <pc:docMk/>
            <pc:sldMk cId="1291360836" sldId="2860"/>
            <ac:spMk id="6" creationId="{328F36EF-D7A6-4081-B782-0650BE164BE1}"/>
          </ac:spMkLst>
        </pc:spChg>
        <pc:picChg chg="mod">
          <ac:chgData name="Jean-Pierre Chang" userId="7a5d3a12-f981-4a01-99aa-2e45acc807ae" providerId="ADAL" clId="{7EF64606-F79B-4BA7-82BF-DD27C6437E22}" dt="2025-10-01T14:36:13.310" v="1830" actId="1037"/>
          <ac:picMkLst>
            <pc:docMk/>
            <pc:sldMk cId="1291360836" sldId="2860"/>
            <ac:picMk id="3" creationId="{95D4D1B0-A85D-0CED-DBCD-75563C37571C}"/>
          </ac:picMkLst>
        </pc:picChg>
      </pc:sldChg>
      <pc:sldChg chg="modSp mod">
        <pc:chgData name="Jean-Pierre Chang" userId="7a5d3a12-f981-4a01-99aa-2e45acc807ae" providerId="ADAL" clId="{7EF64606-F79B-4BA7-82BF-DD27C6437E22}" dt="2025-10-07T08:33:46.923" v="2387" actId="790"/>
        <pc:sldMkLst>
          <pc:docMk/>
          <pc:sldMk cId="2332782162" sldId="2861"/>
        </pc:sldMkLst>
        <pc:spChg chg="mod">
          <ac:chgData name="Jean-Pierre Chang" userId="7a5d3a12-f981-4a01-99aa-2e45acc807ae" providerId="ADAL" clId="{7EF64606-F79B-4BA7-82BF-DD27C6437E22}" dt="2025-10-07T08:33:46.923" v="2387" actId="790"/>
          <ac:spMkLst>
            <pc:docMk/>
            <pc:sldMk cId="2332782162" sldId="2861"/>
            <ac:spMk id="2" creationId="{63356828-CEA6-0D16-B407-CEAB1A7EA96E}"/>
          </ac:spMkLst>
        </pc:spChg>
        <pc:spChg chg="mod">
          <ac:chgData name="Jean-Pierre Chang" userId="7a5d3a12-f981-4a01-99aa-2e45acc807ae" providerId="ADAL" clId="{7EF64606-F79B-4BA7-82BF-DD27C6437E22}" dt="2025-10-07T08:33:46.923" v="2387" actId="790"/>
          <ac:spMkLst>
            <pc:docMk/>
            <pc:sldMk cId="2332782162" sldId="2861"/>
            <ac:spMk id="4" creationId="{985B56C2-3B10-FD75-3B8A-2E90D477B51C}"/>
          </ac:spMkLst>
        </pc:spChg>
        <pc:spChg chg="mod">
          <ac:chgData name="Jean-Pierre Chang" userId="7a5d3a12-f981-4a01-99aa-2e45acc807ae" providerId="ADAL" clId="{7EF64606-F79B-4BA7-82BF-DD27C6437E22}" dt="2025-10-07T08:33:46.923" v="2387" actId="790"/>
          <ac:spMkLst>
            <pc:docMk/>
            <pc:sldMk cId="2332782162" sldId="2861"/>
            <ac:spMk id="7" creationId="{861E03D5-CE58-3860-9E46-82F7913AAAC5}"/>
          </ac:spMkLst>
        </pc:spChg>
      </pc:sldChg>
      <pc:sldChg chg="modSp del mod ord">
        <pc:chgData name="Jean-Pierre Chang" userId="7a5d3a12-f981-4a01-99aa-2e45acc807ae" providerId="ADAL" clId="{7EF64606-F79B-4BA7-82BF-DD27C6437E22}" dt="2025-10-01T13:32:01.179" v="1326" actId="47"/>
        <pc:sldMkLst>
          <pc:docMk/>
          <pc:sldMk cId="1030609910" sldId="2874"/>
        </pc:sldMkLst>
      </pc:sldChg>
      <pc:sldChg chg="del">
        <pc:chgData name="Jean-Pierre Chang" userId="7a5d3a12-f981-4a01-99aa-2e45acc807ae" providerId="ADAL" clId="{7EF64606-F79B-4BA7-82BF-DD27C6437E22}" dt="2025-10-01T14:39:43.085" v="1831" actId="47"/>
        <pc:sldMkLst>
          <pc:docMk/>
          <pc:sldMk cId="2464145925" sldId="2876"/>
        </pc:sldMkLst>
      </pc:sldChg>
      <pc:sldChg chg="modSp mod">
        <pc:chgData name="Jean-Pierre Chang" userId="7a5d3a12-f981-4a01-99aa-2e45acc807ae" providerId="ADAL" clId="{7EF64606-F79B-4BA7-82BF-DD27C6437E22}" dt="2025-10-07T08:33:46.923" v="2387" actId="790"/>
        <pc:sldMkLst>
          <pc:docMk/>
          <pc:sldMk cId="1412064541" sldId="2877"/>
        </pc:sldMkLst>
        <pc:spChg chg="mod">
          <ac:chgData name="Jean-Pierre Chang" userId="7a5d3a12-f981-4a01-99aa-2e45acc807ae" providerId="ADAL" clId="{7EF64606-F79B-4BA7-82BF-DD27C6437E22}" dt="2025-10-07T08:33:46.923" v="2387" actId="790"/>
          <ac:spMkLst>
            <pc:docMk/>
            <pc:sldMk cId="1412064541" sldId="2877"/>
            <ac:spMk id="2" creationId="{0A4AE6BD-6A6F-A8D7-026F-1D64319FBB6B}"/>
          </ac:spMkLst>
        </pc:spChg>
        <pc:spChg chg="mod">
          <ac:chgData name="Jean-Pierre Chang" userId="7a5d3a12-f981-4a01-99aa-2e45acc807ae" providerId="ADAL" clId="{7EF64606-F79B-4BA7-82BF-DD27C6437E22}" dt="2025-10-07T08:33:46.923" v="2387" actId="790"/>
          <ac:spMkLst>
            <pc:docMk/>
            <pc:sldMk cId="1412064541" sldId="2877"/>
            <ac:spMk id="3" creationId="{DD348770-76A5-2CBF-AB03-4F4A524E2C93}"/>
          </ac:spMkLst>
        </pc:spChg>
        <pc:spChg chg="mod">
          <ac:chgData name="Jean-Pierre Chang" userId="7a5d3a12-f981-4a01-99aa-2e45acc807ae" providerId="ADAL" clId="{7EF64606-F79B-4BA7-82BF-DD27C6437E22}" dt="2025-10-07T08:33:46.923" v="2387" actId="790"/>
          <ac:spMkLst>
            <pc:docMk/>
            <pc:sldMk cId="1412064541" sldId="2877"/>
            <ac:spMk id="4" creationId="{446861E7-3D14-92F8-F52B-850572CFD2E8}"/>
          </ac:spMkLst>
        </pc:spChg>
      </pc:sldChg>
      <pc:sldChg chg="del">
        <pc:chgData name="Jean-Pierre Chang" userId="7a5d3a12-f981-4a01-99aa-2e45acc807ae" providerId="ADAL" clId="{7EF64606-F79B-4BA7-82BF-DD27C6437E22}" dt="2025-10-01T08:08:43.384" v="197" actId="47"/>
        <pc:sldMkLst>
          <pc:docMk/>
          <pc:sldMk cId="3157235405" sldId="2878"/>
        </pc:sldMkLst>
      </pc:sldChg>
      <pc:sldChg chg="del">
        <pc:chgData name="Jean-Pierre Chang" userId="7a5d3a12-f981-4a01-99aa-2e45acc807ae" providerId="ADAL" clId="{7EF64606-F79B-4BA7-82BF-DD27C6437E22}" dt="2025-10-01T08:11:25.930" v="279" actId="47"/>
        <pc:sldMkLst>
          <pc:docMk/>
          <pc:sldMk cId="1853391616" sldId="2879"/>
        </pc:sldMkLst>
      </pc:sldChg>
      <pc:sldChg chg="del">
        <pc:chgData name="Jean-Pierre Chang" userId="7a5d3a12-f981-4a01-99aa-2e45acc807ae" providerId="ADAL" clId="{7EF64606-F79B-4BA7-82BF-DD27C6437E22}" dt="2025-10-01T10:26:33.111" v="884" actId="47"/>
        <pc:sldMkLst>
          <pc:docMk/>
          <pc:sldMk cId="2942338510" sldId="2880"/>
        </pc:sldMkLst>
      </pc:sldChg>
      <pc:sldChg chg="del">
        <pc:chgData name="Jean-Pierre Chang" userId="7a5d3a12-f981-4a01-99aa-2e45acc807ae" providerId="ADAL" clId="{7EF64606-F79B-4BA7-82BF-DD27C6437E22}" dt="2025-10-01T10:13:36.156" v="354" actId="47"/>
        <pc:sldMkLst>
          <pc:docMk/>
          <pc:sldMk cId="1248023128" sldId="2881"/>
        </pc:sldMkLst>
      </pc:sldChg>
      <pc:sldChg chg="del">
        <pc:chgData name="Jean-Pierre Chang" userId="7a5d3a12-f981-4a01-99aa-2e45acc807ae" providerId="ADAL" clId="{7EF64606-F79B-4BA7-82BF-DD27C6437E22}" dt="2025-10-01T10:13:50.718" v="356" actId="47"/>
        <pc:sldMkLst>
          <pc:docMk/>
          <pc:sldMk cId="2210296365" sldId="2882"/>
        </pc:sldMkLst>
      </pc:sldChg>
      <pc:sldChg chg="del">
        <pc:chgData name="Jean-Pierre Chang" userId="7a5d3a12-f981-4a01-99aa-2e45acc807ae" providerId="ADAL" clId="{7EF64606-F79B-4BA7-82BF-DD27C6437E22}" dt="2025-10-01T10:13:39.123" v="355" actId="47"/>
        <pc:sldMkLst>
          <pc:docMk/>
          <pc:sldMk cId="2102204041" sldId="2883"/>
        </pc:sldMkLst>
      </pc:sldChg>
      <pc:sldChg chg="del">
        <pc:chgData name="Jean-Pierre Chang" userId="7a5d3a12-f981-4a01-99aa-2e45acc807ae" providerId="ADAL" clId="{7EF64606-F79B-4BA7-82BF-DD27C6437E22}" dt="2025-10-01T10:13:55.275" v="357" actId="47"/>
        <pc:sldMkLst>
          <pc:docMk/>
          <pc:sldMk cId="386823261" sldId="2884"/>
        </pc:sldMkLst>
      </pc:sldChg>
      <pc:sldChg chg="del">
        <pc:chgData name="Jean-Pierre Chang" userId="7a5d3a12-f981-4a01-99aa-2e45acc807ae" providerId="ADAL" clId="{7EF64606-F79B-4BA7-82BF-DD27C6437E22}" dt="2025-10-01T10:13:57.936" v="358" actId="47"/>
        <pc:sldMkLst>
          <pc:docMk/>
          <pc:sldMk cId="2358127017" sldId="2885"/>
        </pc:sldMkLst>
      </pc:sldChg>
      <pc:sldChg chg="delSp modSp mod">
        <pc:chgData name="Jean-Pierre Chang" userId="7a5d3a12-f981-4a01-99aa-2e45acc807ae" providerId="ADAL" clId="{7EF64606-F79B-4BA7-82BF-DD27C6437E22}" dt="2025-10-07T08:33:46.923" v="2387" actId="790"/>
        <pc:sldMkLst>
          <pc:docMk/>
          <pc:sldMk cId="2033659786" sldId="2886"/>
        </pc:sldMkLst>
        <pc:spChg chg="mod">
          <ac:chgData name="Jean-Pierre Chang" userId="7a5d3a12-f981-4a01-99aa-2e45acc807ae" providerId="ADAL" clId="{7EF64606-F79B-4BA7-82BF-DD27C6437E22}" dt="2025-10-07T08:33:46.923" v="2387" actId="790"/>
          <ac:spMkLst>
            <pc:docMk/>
            <pc:sldMk cId="2033659786" sldId="2886"/>
            <ac:spMk id="6" creationId="{4E95D1EF-5CA5-8DEA-82CD-981B9A605E14}"/>
          </ac:spMkLst>
        </pc:spChg>
        <pc:spChg chg="mod">
          <ac:chgData name="Jean-Pierre Chang" userId="7a5d3a12-f981-4a01-99aa-2e45acc807ae" providerId="ADAL" clId="{7EF64606-F79B-4BA7-82BF-DD27C6437E22}" dt="2025-10-07T08:33:46.923" v="2387" actId="790"/>
          <ac:spMkLst>
            <pc:docMk/>
            <pc:sldMk cId="2033659786" sldId="2886"/>
            <ac:spMk id="7" creationId="{0B8E883C-9696-8D6F-615A-A49988DBF325}"/>
          </ac:spMkLst>
        </pc:spChg>
      </pc:sldChg>
      <pc:sldChg chg="modSp new del mod">
        <pc:chgData name="Jean-Pierre Chang" userId="7a5d3a12-f981-4a01-99aa-2e45acc807ae" providerId="ADAL" clId="{7EF64606-F79B-4BA7-82BF-DD27C6437E22}" dt="2025-10-01T14:07:32.964" v="1784" actId="47"/>
        <pc:sldMkLst>
          <pc:docMk/>
          <pc:sldMk cId="900074235" sldId="2887"/>
        </pc:sldMkLst>
      </pc:sldChg>
      <pc:sldChg chg="del">
        <pc:chgData name="Jean-Pierre Chang" userId="7a5d3a12-f981-4a01-99aa-2e45acc807ae" providerId="ADAL" clId="{7EF64606-F79B-4BA7-82BF-DD27C6437E22}" dt="2025-10-01T10:11:21.603" v="285" actId="47"/>
        <pc:sldMkLst>
          <pc:docMk/>
          <pc:sldMk cId="3399369432" sldId="2887"/>
        </pc:sldMkLst>
      </pc:sldChg>
      <pc:sldChg chg="del">
        <pc:chgData name="Jean-Pierre Chang" userId="7a5d3a12-f981-4a01-99aa-2e45acc807ae" providerId="ADAL" clId="{7EF64606-F79B-4BA7-82BF-DD27C6437E22}" dt="2025-10-01T10:10:54.383" v="280" actId="47"/>
        <pc:sldMkLst>
          <pc:docMk/>
          <pc:sldMk cId="484258760" sldId="2888"/>
        </pc:sldMkLst>
      </pc:sldChg>
      <pc:sldChg chg="addSp modSp add mod">
        <pc:chgData name="Jean-Pierre Chang" userId="7a5d3a12-f981-4a01-99aa-2e45acc807ae" providerId="ADAL" clId="{7EF64606-F79B-4BA7-82BF-DD27C6437E22}" dt="2025-10-07T08:33:46.923" v="2387" actId="790"/>
        <pc:sldMkLst>
          <pc:docMk/>
          <pc:sldMk cId="3921255866" sldId="2888"/>
        </pc:sldMkLst>
        <pc:spChg chg="mod">
          <ac:chgData name="Jean-Pierre Chang" userId="7a5d3a12-f981-4a01-99aa-2e45acc807ae" providerId="ADAL" clId="{7EF64606-F79B-4BA7-82BF-DD27C6437E22}" dt="2025-10-07T08:33:46.923" v="2387" actId="790"/>
          <ac:spMkLst>
            <pc:docMk/>
            <pc:sldMk cId="3921255866" sldId="2888"/>
            <ac:spMk id="2" creationId="{8C382461-D2F6-BFC8-B5DE-EE1F155DEF62}"/>
          </ac:spMkLst>
        </pc:spChg>
        <pc:spChg chg="mod">
          <ac:chgData name="Jean-Pierre Chang" userId="7a5d3a12-f981-4a01-99aa-2e45acc807ae" providerId="ADAL" clId="{7EF64606-F79B-4BA7-82BF-DD27C6437E22}" dt="2025-10-07T08:33:46.923" v="2387" actId="790"/>
          <ac:spMkLst>
            <pc:docMk/>
            <pc:sldMk cId="3921255866" sldId="2888"/>
            <ac:spMk id="3" creationId="{A6ABBC69-EFF0-FAB1-EA4B-D849A0EC4D43}"/>
          </ac:spMkLst>
        </pc:spChg>
        <pc:spChg chg="mod">
          <ac:chgData name="Jean-Pierre Chang" userId="7a5d3a12-f981-4a01-99aa-2e45acc807ae" providerId="ADAL" clId="{7EF64606-F79B-4BA7-82BF-DD27C6437E22}" dt="2025-10-07T08:33:46.923" v="2387" actId="790"/>
          <ac:spMkLst>
            <pc:docMk/>
            <pc:sldMk cId="3921255866" sldId="2888"/>
            <ac:spMk id="4" creationId="{6AB9CAE3-808C-A530-EB98-F6CA5121A733}"/>
          </ac:spMkLst>
        </pc:spChg>
        <pc:spChg chg="add mod">
          <ac:chgData name="Jean-Pierre Chang" userId="7a5d3a12-f981-4a01-99aa-2e45acc807ae" providerId="ADAL" clId="{7EF64606-F79B-4BA7-82BF-DD27C6437E22}" dt="2025-10-07T08:33:46.923" v="2387" actId="790"/>
          <ac:spMkLst>
            <pc:docMk/>
            <pc:sldMk cId="3921255866" sldId="2888"/>
            <ac:spMk id="5" creationId="{DF4C1268-4EEB-5A01-952C-8FDD49226B9F}"/>
          </ac:spMkLst>
        </pc:spChg>
      </pc:sldChg>
      <pc:sldChg chg="del">
        <pc:chgData name="Jean-Pierre Chang" userId="7a5d3a12-f981-4a01-99aa-2e45acc807ae" providerId="ADAL" clId="{7EF64606-F79B-4BA7-82BF-DD27C6437E22}" dt="2025-10-01T10:10:55.651" v="281" actId="47"/>
        <pc:sldMkLst>
          <pc:docMk/>
          <pc:sldMk cId="314026471" sldId="2889"/>
        </pc:sldMkLst>
      </pc:sldChg>
      <pc:sldChg chg="modSp add del mod">
        <pc:chgData name="Jean-Pierre Chang" userId="7a5d3a12-f981-4a01-99aa-2e45acc807ae" providerId="ADAL" clId="{7EF64606-F79B-4BA7-82BF-DD27C6437E22}" dt="2025-10-01T11:02:42.231" v="1083" actId="47"/>
        <pc:sldMkLst>
          <pc:docMk/>
          <pc:sldMk cId="2708418431" sldId="2889"/>
        </pc:sldMkLst>
      </pc:sldChg>
      <pc:sldChg chg="addSp delSp modSp add mod">
        <pc:chgData name="Jean-Pierre Chang" userId="7a5d3a12-f981-4a01-99aa-2e45acc807ae" providerId="ADAL" clId="{7EF64606-F79B-4BA7-82BF-DD27C6437E22}" dt="2025-10-07T13:33:46.268" v="2470" actId="6549"/>
        <pc:sldMkLst>
          <pc:docMk/>
          <pc:sldMk cId="4258401051" sldId="2889"/>
        </pc:sldMkLst>
        <pc:spChg chg="mod">
          <ac:chgData name="Jean-Pierre Chang" userId="7a5d3a12-f981-4a01-99aa-2e45acc807ae" providerId="ADAL" clId="{7EF64606-F79B-4BA7-82BF-DD27C6437E22}" dt="2025-10-07T08:33:46.923" v="2387" actId="790"/>
          <ac:spMkLst>
            <pc:docMk/>
            <pc:sldMk cId="4258401051" sldId="2889"/>
            <ac:spMk id="4" creationId="{CBE7DF4C-5BE7-D7E6-4A27-2D8FE802A65E}"/>
          </ac:spMkLst>
        </pc:spChg>
        <pc:spChg chg="mod">
          <ac:chgData name="Jean-Pierre Chang" userId="7a5d3a12-f981-4a01-99aa-2e45acc807ae" providerId="ADAL" clId="{7EF64606-F79B-4BA7-82BF-DD27C6437E22}" dt="2025-10-07T08:33:46.923" v="2387" actId="790"/>
          <ac:spMkLst>
            <pc:docMk/>
            <pc:sldMk cId="4258401051" sldId="2889"/>
            <ac:spMk id="6" creationId="{31CAC527-DE7D-C971-1D64-794C98D2B365}"/>
          </ac:spMkLst>
        </pc:spChg>
        <pc:graphicFrameChg chg="add mod modGraphic">
          <ac:chgData name="Jean-Pierre Chang" userId="7a5d3a12-f981-4a01-99aa-2e45acc807ae" providerId="ADAL" clId="{7EF64606-F79B-4BA7-82BF-DD27C6437E22}" dt="2025-10-07T13:33:46.268" v="2470" actId="6549"/>
          <ac:graphicFrameMkLst>
            <pc:docMk/>
            <pc:sldMk cId="4258401051" sldId="2889"/>
            <ac:graphicFrameMk id="2" creationId="{CC685C65-0342-79C4-3448-0D8D9011C1E8}"/>
          </ac:graphicFrameMkLst>
        </pc:graphicFrameChg>
      </pc:sldChg>
      <pc:sldChg chg="del">
        <pc:chgData name="Jean-Pierre Chang" userId="7a5d3a12-f981-4a01-99aa-2e45acc807ae" providerId="ADAL" clId="{7EF64606-F79B-4BA7-82BF-DD27C6437E22}" dt="2025-10-01T10:10:56.924" v="282" actId="47"/>
        <pc:sldMkLst>
          <pc:docMk/>
          <pc:sldMk cId="4079426006" sldId="2890"/>
        </pc:sldMkLst>
      </pc:sldChg>
      <pc:sldChg chg="del">
        <pc:chgData name="Jean-Pierre Chang" userId="7a5d3a12-f981-4a01-99aa-2e45acc807ae" providerId="ADAL" clId="{7EF64606-F79B-4BA7-82BF-DD27C6437E22}" dt="2025-10-01T10:10:57.955" v="283" actId="47"/>
        <pc:sldMkLst>
          <pc:docMk/>
          <pc:sldMk cId="1407198957" sldId="2891"/>
        </pc:sldMkLst>
      </pc:sldChg>
      <pc:sldChg chg="del">
        <pc:chgData name="Jean-Pierre Chang" userId="7a5d3a12-f981-4a01-99aa-2e45acc807ae" providerId="ADAL" clId="{7EF64606-F79B-4BA7-82BF-DD27C6437E22}" dt="2025-10-01T10:10:58.828" v="284" actId="47"/>
        <pc:sldMkLst>
          <pc:docMk/>
          <pc:sldMk cId="2943285397" sldId="2892"/>
        </pc:sldMkLst>
      </pc:sldChg>
      <pc:sldChg chg="del">
        <pc:chgData name="Jean-Pierre Chang" userId="7a5d3a12-f981-4a01-99aa-2e45acc807ae" providerId="ADAL" clId="{7EF64606-F79B-4BA7-82BF-DD27C6437E22}" dt="2025-10-01T10:14:30.012" v="366" actId="47"/>
        <pc:sldMkLst>
          <pc:docMk/>
          <pc:sldMk cId="3572578747" sldId="2893"/>
        </pc:sldMkLst>
      </pc:sldChg>
      <pc:sldChg chg="del">
        <pc:chgData name="Jean-Pierre Chang" userId="7a5d3a12-f981-4a01-99aa-2e45acc807ae" providerId="ADAL" clId="{7EF64606-F79B-4BA7-82BF-DD27C6437E22}" dt="2025-10-01T10:33:36.140" v="967" actId="47"/>
        <pc:sldMkLst>
          <pc:docMk/>
          <pc:sldMk cId="703349793" sldId="2894"/>
        </pc:sldMkLst>
      </pc:sldChg>
      <pc:sldChg chg="del">
        <pc:chgData name="Jean-Pierre Chang" userId="7a5d3a12-f981-4a01-99aa-2e45acc807ae" providerId="ADAL" clId="{7EF64606-F79B-4BA7-82BF-DD27C6437E22}" dt="2025-10-01T08:08:48.193" v="198" actId="47"/>
        <pc:sldMkLst>
          <pc:docMk/>
          <pc:sldMk cId="3337347766" sldId="2895"/>
        </pc:sldMkLst>
      </pc:sldChg>
    </pc:docChg>
  </pc:docChgLst>
  <pc:docChgLst>
    <pc:chgData name="Julien Vincent" userId="4c01ad34-1ed2-46d8-8f42-ed5efb2381b2" providerId="ADAL" clId="{9015BB2A-6613-4D93-8C36-8D4301947AD4}"/>
    <pc:docChg chg="undo custSel addSld delSld modSld">
      <pc:chgData name="Julien Vincent" userId="4c01ad34-1ed2-46d8-8f42-ed5efb2381b2" providerId="ADAL" clId="{9015BB2A-6613-4D93-8C36-8D4301947AD4}" dt="2025-09-21T10:05:06.373" v="53" actId="14100"/>
      <pc:docMkLst>
        <pc:docMk/>
      </pc:docMkLst>
      <pc:sldChg chg="del">
        <pc:chgData name="Julien Vincent" userId="4c01ad34-1ed2-46d8-8f42-ed5efb2381b2" providerId="ADAL" clId="{9015BB2A-6613-4D93-8C36-8D4301947AD4}" dt="2025-09-19T16:34:23.449" v="1" actId="47"/>
        <pc:sldMkLst>
          <pc:docMk/>
          <pc:sldMk cId="3134624895" sldId="438"/>
        </pc:sldMkLst>
      </pc:sldChg>
      <pc:sldChg chg="del">
        <pc:chgData name="Julien Vincent" userId="4c01ad34-1ed2-46d8-8f42-ed5efb2381b2" providerId="ADAL" clId="{9015BB2A-6613-4D93-8C36-8D4301947AD4}" dt="2025-09-19T16:38:36.708" v="12" actId="47"/>
        <pc:sldMkLst>
          <pc:docMk/>
          <pc:sldMk cId="1636223782" sldId="1835"/>
        </pc:sldMkLst>
      </pc:sldChg>
      <pc:sldChg chg="del">
        <pc:chgData name="Julien Vincent" userId="4c01ad34-1ed2-46d8-8f42-ed5efb2381b2" providerId="ADAL" clId="{9015BB2A-6613-4D93-8C36-8D4301947AD4}" dt="2025-09-19T16:38:37.354" v="14" actId="47"/>
        <pc:sldMkLst>
          <pc:docMk/>
          <pc:sldMk cId="350561610" sldId="1845"/>
        </pc:sldMkLst>
      </pc:sldChg>
      <pc:sldChg chg="addSp modSp add mod">
        <pc:chgData name="Julien Vincent" userId="4c01ad34-1ed2-46d8-8f42-ed5efb2381b2" providerId="ADAL" clId="{9015BB2A-6613-4D93-8C36-8D4301947AD4}" dt="2025-09-19T16:40:49.838" v="45" actId="108"/>
        <pc:sldMkLst>
          <pc:docMk/>
          <pc:sldMk cId="109857222" sldId="1857"/>
        </pc:sldMkLst>
      </pc:sldChg>
      <pc:sldChg chg="modSp add del mod">
        <pc:chgData name="Julien Vincent" userId="4c01ad34-1ed2-46d8-8f42-ed5efb2381b2" providerId="ADAL" clId="{9015BB2A-6613-4D93-8C36-8D4301947AD4}" dt="2025-09-19T16:39:09.859" v="20" actId="13926"/>
        <pc:sldMkLst>
          <pc:docMk/>
          <pc:sldMk cId="3845766662" sldId="2830"/>
        </pc:sldMkLst>
      </pc:sldChg>
      <pc:sldChg chg="del">
        <pc:chgData name="Julien Vincent" userId="4c01ad34-1ed2-46d8-8f42-ed5efb2381b2" providerId="ADAL" clId="{9015BB2A-6613-4D93-8C36-8D4301947AD4}" dt="2025-09-19T16:38:37.003" v="13" actId="47"/>
        <pc:sldMkLst>
          <pc:docMk/>
          <pc:sldMk cId="2676530260" sldId="2868"/>
        </pc:sldMkLst>
      </pc:sldChg>
      <pc:sldChg chg="del">
        <pc:chgData name="Julien Vincent" userId="4c01ad34-1ed2-46d8-8f42-ed5efb2381b2" providerId="ADAL" clId="{9015BB2A-6613-4D93-8C36-8D4301947AD4}" dt="2025-09-19T16:35:12.005" v="3" actId="47"/>
        <pc:sldMkLst>
          <pc:docMk/>
          <pc:sldMk cId="2432615992" sldId="2872"/>
        </pc:sldMkLst>
      </pc:sldChg>
      <pc:sldChg chg="delSp modSp mod modClrScheme chgLayout">
        <pc:chgData name="Julien Vincent" userId="4c01ad34-1ed2-46d8-8f42-ed5efb2381b2" providerId="ADAL" clId="{9015BB2A-6613-4D93-8C36-8D4301947AD4}" dt="2025-09-19T16:38:51.171" v="18" actId="700"/>
        <pc:sldMkLst>
          <pc:docMk/>
          <pc:sldMk cId="2464145925" sldId="2876"/>
        </pc:sldMkLst>
      </pc:sldChg>
      <pc:sldChg chg="add">
        <pc:chgData name="Julien Vincent" userId="4c01ad34-1ed2-46d8-8f42-ed5efb2381b2" providerId="ADAL" clId="{9015BB2A-6613-4D93-8C36-8D4301947AD4}" dt="2025-09-19T16:35:08.677" v="2"/>
        <pc:sldMkLst>
          <pc:docMk/>
          <pc:sldMk cId="3157235405" sldId="2878"/>
        </pc:sldMkLst>
      </pc:sldChg>
      <pc:sldChg chg="add">
        <pc:chgData name="Julien Vincent" userId="4c01ad34-1ed2-46d8-8f42-ed5efb2381b2" providerId="ADAL" clId="{9015BB2A-6613-4D93-8C36-8D4301947AD4}" dt="2025-09-19T16:35:58.942" v="4"/>
        <pc:sldMkLst>
          <pc:docMk/>
          <pc:sldMk cId="1853391616" sldId="2879"/>
        </pc:sldMkLst>
      </pc:sldChg>
      <pc:sldChg chg="add">
        <pc:chgData name="Julien Vincent" userId="4c01ad34-1ed2-46d8-8f42-ed5efb2381b2" providerId="ADAL" clId="{9015BB2A-6613-4D93-8C36-8D4301947AD4}" dt="2025-09-19T16:37:42.228" v="10"/>
        <pc:sldMkLst>
          <pc:docMk/>
          <pc:sldMk cId="2942338510" sldId="2880"/>
        </pc:sldMkLst>
      </pc:sldChg>
      <pc:sldChg chg="add">
        <pc:chgData name="Julien Vincent" userId="4c01ad34-1ed2-46d8-8f42-ed5efb2381b2" providerId="ADAL" clId="{9015BB2A-6613-4D93-8C36-8D4301947AD4}" dt="2025-09-19T16:37:04.581" v="7"/>
        <pc:sldMkLst>
          <pc:docMk/>
          <pc:sldMk cId="1248023128" sldId="2881"/>
        </pc:sldMkLst>
      </pc:sldChg>
      <pc:sldChg chg="add">
        <pc:chgData name="Julien Vincent" userId="4c01ad34-1ed2-46d8-8f42-ed5efb2381b2" providerId="ADAL" clId="{9015BB2A-6613-4D93-8C36-8D4301947AD4}" dt="2025-09-19T16:37:04.581" v="7"/>
        <pc:sldMkLst>
          <pc:docMk/>
          <pc:sldMk cId="2210296365" sldId="2882"/>
        </pc:sldMkLst>
      </pc:sldChg>
      <pc:sldChg chg="add">
        <pc:chgData name="Julien Vincent" userId="4c01ad34-1ed2-46d8-8f42-ed5efb2381b2" providerId="ADAL" clId="{9015BB2A-6613-4D93-8C36-8D4301947AD4}" dt="2025-09-19T16:37:04.581" v="7"/>
        <pc:sldMkLst>
          <pc:docMk/>
          <pc:sldMk cId="2102204041" sldId="2883"/>
        </pc:sldMkLst>
      </pc:sldChg>
      <pc:sldChg chg="add">
        <pc:chgData name="Julien Vincent" userId="4c01ad34-1ed2-46d8-8f42-ed5efb2381b2" providerId="ADAL" clId="{9015BB2A-6613-4D93-8C36-8D4301947AD4}" dt="2025-09-19T16:37:04.581" v="7"/>
        <pc:sldMkLst>
          <pc:docMk/>
          <pc:sldMk cId="386823261" sldId="2884"/>
        </pc:sldMkLst>
      </pc:sldChg>
      <pc:sldChg chg="add">
        <pc:chgData name="Julien Vincent" userId="4c01ad34-1ed2-46d8-8f42-ed5efb2381b2" providerId="ADAL" clId="{9015BB2A-6613-4D93-8C36-8D4301947AD4}" dt="2025-09-19T16:37:04.581" v="7"/>
        <pc:sldMkLst>
          <pc:docMk/>
          <pc:sldMk cId="2358127017" sldId="2885"/>
        </pc:sldMkLst>
      </pc:sldChg>
      <pc:sldChg chg="add">
        <pc:chgData name="Julien Vincent" userId="4c01ad34-1ed2-46d8-8f42-ed5efb2381b2" providerId="ADAL" clId="{9015BB2A-6613-4D93-8C36-8D4301947AD4}" dt="2025-09-19T16:37:30.340" v="9"/>
        <pc:sldMkLst>
          <pc:docMk/>
          <pc:sldMk cId="2033659786" sldId="2886"/>
        </pc:sldMkLst>
      </pc:sldChg>
      <pc:sldChg chg="add">
        <pc:chgData name="Julien Vincent" userId="4c01ad34-1ed2-46d8-8f42-ed5efb2381b2" providerId="ADAL" clId="{9015BB2A-6613-4D93-8C36-8D4301947AD4}" dt="2025-09-19T16:36:37.660" v="6"/>
        <pc:sldMkLst>
          <pc:docMk/>
          <pc:sldMk cId="3399369432" sldId="2887"/>
        </pc:sldMkLst>
      </pc:sldChg>
      <pc:sldChg chg="add">
        <pc:chgData name="Julien Vincent" userId="4c01ad34-1ed2-46d8-8f42-ed5efb2381b2" providerId="ADAL" clId="{9015BB2A-6613-4D93-8C36-8D4301947AD4}" dt="2025-09-19T16:36:24.912" v="5"/>
        <pc:sldMkLst>
          <pc:docMk/>
          <pc:sldMk cId="484258760" sldId="2888"/>
        </pc:sldMkLst>
      </pc:sldChg>
      <pc:sldChg chg="add">
        <pc:chgData name="Julien Vincent" userId="4c01ad34-1ed2-46d8-8f42-ed5efb2381b2" providerId="ADAL" clId="{9015BB2A-6613-4D93-8C36-8D4301947AD4}" dt="2025-09-19T16:36:24.912" v="5"/>
        <pc:sldMkLst>
          <pc:docMk/>
          <pc:sldMk cId="314026471" sldId="2889"/>
        </pc:sldMkLst>
      </pc:sldChg>
      <pc:sldChg chg="add">
        <pc:chgData name="Julien Vincent" userId="4c01ad34-1ed2-46d8-8f42-ed5efb2381b2" providerId="ADAL" clId="{9015BB2A-6613-4D93-8C36-8D4301947AD4}" dt="2025-09-19T16:36:24.912" v="5"/>
        <pc:sldMkLst>
          <pc:docMk/>
          <pc:sldMk cId="4079426006" sldId="2890"/>
        </pc:sldMkLst>
      </pc:sldChg>
      <pc:sldChg chg="add">
        <pc:chgData name="Julien Vincent" userId="4c01ad34-1ed2-46d8-8f42-ed5efb2381b2" providerId="ADAL" clId="{9015BB2A-6613-4D93-8C36-8D4301947AD4}" dt="2025-09-19T16:36:24.912" v="5"/>
        <pc:sldMkLst>
          <pc:docMk/>
          <pc:sldMk cId="1407198957" sldId="2891"/>
        </pc:sldMkLst>
      </pc:sldChg>
      <pc:sldChg chg="add">
        <pc:chgData name="Julien Vincent" userId="4c01ad34-1ed2-46d8-8f42-ed5efb2381b2" providerId="ADAL" clId="{9015BB2A-6613-4D93-8C36-8D4301947AD4}" dt="2025-09-19T16:36:24.912" v="5"/>
        <pc:sldMkLst>
          <pc:docMk/>
          <pc:sldMk cId="2943285397" sldId="2892"/>
        </pc:sldMkLst>
      </pc:sldChg>
      <pc:sldChg chg="add">
        <pc:chgData name="Julien Vincent" userId="4c01ad34-1ed2-46d8-8f42-ed5efb2381b2" providerId="ADAL" clId="{9015BB2A-6613-4D93-8C36-8D4301947AD4}" dt="2025-09-19T16:37:21.998" v="8"/>
        <pc:sldMkLst>
          <pc:docMk/>
          <pc:sldMk cId="3572578747" sldId="2893"/>
        </pc:sldMkLst>
      </pc:sldChg>
      <pc:sldChg chg="add">
        <pc:chgData name="Julien Vincent" userId="4c01ad34-1ed2-46d8-8f42-ed5efb2381b2" providerId="ADAL" clId="{9015BB2A-6613-4D93-8C36-8D4301947AD4}" dt="2025-09-19T16:38:05.562" v="11"/>
        <pc:sldMkLst>
          <pc:docMk/>
          <pc:sldMk cId="703349793" sldId="2894"/>
        </pc:sldMkLst>
      </pc:sldChg>
      <pc:sldChg chg="addSp delSp modSp add mod addAnim delAnim">
        <pc:chgData name="Julien Vincent" userId="4c01ad34-1ed2-46d8-8f42-ed5efb2381b2" providerId="ADAL" clId="{9015BB2A-6613-4D93-8C36-8D4301947AD4}" dt="2025-09-21T10:05:06.373" v="53" actId="14100"/>
        <pc:sldMkLst>
          <pc:docMk/>
          <pc:sldMk cId="3337347766" sldId="2895"/>
        </pc:sldMkLst>
      </pc:sldChg>
    </pc:docChg>
  </pc:docChgLst>
  <pc:docChgLst>
    <pc:chgData name="Julien Vincent" userId="4c01ad34-1ed2-46d8-8f42-ed5efb2381b2" providerId="ADAL" clId="{93C398E2-4E1A-4A4C-BA99-F393F87ABCCE}"/>
    <pc:docChg chg="delSld">
      <pc:chgData name="Julien Vincent" userId="4c01ad34-1ed2-46d8-8f42-ed5efb2381b2" providerId="ADAL" clId="{93C398E2-4E1A-4A4C-BA99-F393F87ABCCE}" dt="2025-04-08T08:04:16.486" v="0" actId="47"/>
      <pc:docMkLst>
        <pc:docMk/>
      </pc:docMkLst>
      <pc:sldChg chg="del">
        <pc:chgData name="Julien Vincent" userId="4c01ad34-1ed2-46d8-8f42-ed5efb2381b2" providerId="ADAL" clId="{93C398E2-4E1A-4A4C-BA99-F393F87ABCCE}" dt="2025-04-08T08:04:16.486" v="0" actId="47"/>
        <pc:sldMkLst>
          <pc:docMk/>
          <pc:sldMk cId="186730053" sldId="28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B1A0691-073D-DA2D-6354-491D0FA4467F}"/>
              </a:ext>
            </a:extLst>
          </p:cNvPr>
          <p:cNvSpPr>
            <a:spLocks noGrp="1"/>
          </p:cNvSpPr>
          <p:nvPr>
            <p:ph type="ftr" sz="quarter" idx="2"/>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7AF4ED66-7A68-A060-72E5-9D9CE52D1871}"/>
              </a:ext>
            </a:extLst>
          </p:cNvPr>
          <p:cNvSpPr>
            <a:spLocks noGrp="1"/>
          </p:cNvSpPr>
          <p:nvPr>
            <p:ph type="sldNum" sz="quarter" idx="3"/>
          </p:nvPr>
        </p:nvSpPr>
        <p:spPr>
          <a:xfrm>
            <a:off x="3848229" y="9426502"/>
            <a:ext cx="2943596" cy="498549"/>
          </a:xfrm>
          <a:prstGeom prst="rect">
            <a:avLst/>
          </a:prstGeom>
        </p:spPr>
        <p:txBody>
          <a:bodyPr vert="horz" lIns="91440" tIns="45720" rIns="91440" bIns="45720" rtlCol="0" anchor="b"/>
          <a:lstStyle>
            <a:lvl1pPr algn="r">
              <a:defRPr sz="1200"/>
            </a:lvl1pPr>
          </a:lstStyle>
          <a:p>
            <a:fld id="{7CEE8BE2-8451-364C-B501-82D327DD25D9}" type="slidenum">
              <a:rPr lang="fr-FR" smtClean="0"/>
              <a:t>‹N°›</a:t>
            </a:fld>
            <a:endParaRPr lang="fr-FR"/>
          </a:p>
        </p:txBody>
      </p:sp>
      <p:sp>
        <p:nvSpPr>
          <p:cNvPr id="6" name="Espace réservé de l'en-tête 5">
            <a:extLst>
              <a:ext uri="{FF2B5EF4-FFF2-40B4-BE49-F238E27FC236}">
                <a16:creationId xmlns:a16="http://schemas.microsoft.com/office/drawing/2014/main" id="{0F4B5844-B8BA-8919-71C5-3C7B4D443232}"/>
              </a:ext>
            </a:extLst>
          </p:cNvPr>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Tree>
    <p:extLst>
      <p:ext uri="{BB962C8B-B14F-4D97-AF65-F5344CB8AC3E}">
        <p14:creationId xmlns:p14="http://schemas.microsoft.com/office/powerpoint/2010/main" val="35516221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8229" y="0"/>
            <a:ext cx="2943596" cy="498551"/>
          </a:xfrm>
          <a:prstGeom prst="rect">
            <a:avLst/>
          </a:prstGeom>
        </p:spPr>
        <p:txBody>
          <a:bodyPr vert="horz" lIns="91440" tIns="45720" rIns="91440" bIns="45720" rtlCol="0"/>
          <a:lstStyle>
            <a:lvl1pPr algn="r">
              <a:defRPr sz="1200"/>
            </a:lvl1pPr>
          </a:lstStyle>
          <a:p>
            <a:fld id="{3C979D8A-7E37-2C49-832F-359D11148812}" type="datetimeFigureOut">
              <a:rPr lang="fr-FR" smtClean="0"/>
              <a:t>07/10/2025</a:t>
            </a:fld>
            <a:endParaRPr lang="fr-FR"/>
          </a:p>
        </p:txBody>
      </p:sp>
      <p:sp>
        <p:nvSpPr>
          <p:cNvPr id="4" name="Espace réservé de l'image des diapositives 3"/>
          <p:cNvSpPr>
            <a:spLocks noGrp="1" noRot="1" noChangeAspect="1"/>
          </p:cNvSpPr>
          <p:nvPr>
            <p:ph type="sldImg" idx="2"/>
          </p:nvPr>
        </p:nvSpPr>
        <p:spPr>
          <a:xfrm>
            <a:off x="977900" y="1241425"/>
            <a:ext cx="4837113"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292" y="4776432"/>
            <a:ext cx="5434330" cy="3907988"/>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8229" y="9426502"/>
            <a:ext cx="2943596" cy="498549"/>
          </a:xfrm>
          <a:prstGeom prst="rect">
            <a:avLst/>
          </a:prstGeom>
        </p:spPr>
        <p:txBody>
          <a:bodyPr vert="horz" lIns="91440" tIns="45720" rIns="91440" bIns="45720" rtlCol="0" anchor="b"/>
          <a:lstStyle>
            <a:lvl1pPr algn="r">
              <a:defRPr sz="1200"/>
            </a:lvl1pPr>
          </a:lstStyle>
          <a:p>
            <a:fld id="{553438D4-9F9B-9C4D-BBE8-70F86EB77B0E}" type="slidenum">
              <a:rPr lang="fr-FR" smtClean="0"/>
              <a:t>‹N°›</a:t>
            </a:fld>
            <a:endParaRPr lang="fr-FR"/>
          </a:p>
        </p:txBody>
      </p:sp>
    </p:spTree>
    <p:extLst>
      <p:ext uri="{BB962C8B-B14F-4D97-AF65-F5344CB8AC3E}">
        <p14:creationId xmlns:p14="http://schemas.microsoft.com/office/powerpoint/2010/main" val="1310906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553438D4-9F9B-9C4D-BBE8-70F86EB77B0E}" type="slidenum">
              <a:rPr lang="fr-FR" smtClean="0"/>
              <a:t>6</a:t>
            </a:fld>
            <a:endParaRPr lang="fr-FR"/>
          </a:p>
        </p:txBody>
      </p:sp>
    </p:spTree>
    <p:extLst>
      <p:ext uri="{BB962C8B-B14F-4D97-AF65-F5344CB8AC3E}">
        <p14:creationId xmlns:p14="http://schemas.microsoft.com/office/powerpoint/2010/main" val="181230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53438D4-9F9B-9C4D-BBE8-70F86EB77B0E}" type="slidenum">
              <a:rPr lang="fr-FR" smtClean="0"/>
              <a:t>12</a:t>
            </a:fld>
            <a:endParaRPr lang="fr-FR"/>
          </a:p>
        </p:txBody>
      </p:sp>
    </p:spTree>
    <p:extLst>
      <p:ext uri="{BB962C8B-B14F-4D97-AF65-F5344CB8AC3E}">
        <p14:creationId xmlns:p14="http://schemas.microsoft.com/office/powerpoint/2010/main" val="4294794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53438D4-9F9B-9C4D-BBE8-70F86EB77B0E}" type="slidenum">
              <a:rPr lang="fr-FR" smtClean="0"/>
              <a:t>19</a:t>
            </a:fld>
            <a:endParaRPr lang="fr-FR"/>
          </a:p>
        </p:txBody>
      </p:sp>
    </p:spTree>
    <p:extLst>
      <p:ext uri="{BB962C8B-B14F-4D97-AF65-F5344CB8AC3E}">
        <p14:creationId xmlns:p14="http://schemas.microsoft.com/office/powerpoint/2010/main" val="217119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2BE78B82-24F0-4BBC-A3E1-A9869CD118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0499870-0060-49D9-BFD5-592A69865B7D}" type="slidenum">
              <a:rPr lang="fr-FR" altLang="fr-FR" smtClean="0"/>
              <a:pPr>
                <a:spcBef>
                  <a:spcPct val="0"/>
                </a:spcBef>
              </a:pPr>
              <a:t>23</a:t>
            </a:fld>
            <a:endParaRPr lang="fr-FR" altLang="fr-FR"/>
          </a:p>
        </p:txBody>
      </p:sp>
      <p:sp>
        <p:nvSpPr>
          <p:cNvPr id="98307" name="Rectangle 2">
            <a:extLst>
              <a:ext uri="{FF2B5EF4-FFF2-40B4-BE49-F238E27FC236}">
                <a16:creationId xmlns:a16="http://schemas.microsoft.com/office/drawing/2014/main" id="{EC68E066-DEA7-4A01-9D85-A2DA3FD85A62}"/>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DFA8E87-8BC7-40E3-81BE-A444E15326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3654303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2BE78B82-24F0-4BBC-A3E1-A9869CD118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0499870-0060-49D9-BFD5-592A69865B7D}" type="slidenum">
              <a:rPr lang="fr-FR" altLang="fr-FR" smtClean="0"/>
              <a:pPr>
                <a:spcBef>
                  <a:spcPct val="0"/>
                </a:spcBef>
              </a:pPr>
              <a:t>24</a:t>
            </a:fld>
            <a:endParaRPr lang="fr-FR" altLang="fr-FR"/>
          </a:p>
        </p:txBody>
      </p:sp>
      <p:sp>
        <p:nvSpPr>
          <p:cNvPr id="98307" name="Rectangle 2">
            <a:extLst>
              <a:ext uri="{FF2B5EF4-FFF2-40B4-BE49-F238E27FC236}">
                <a16:creationId xmlns:a16="http://schemas.microsoft.com/office/drawing/2014/main" id="{EC68E066-DEA7-4A01-9D85-A2DA3FD85A62}"/>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DFA8E87-8BC7-40E3-81BE-A444E15326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120809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2BE78B82-24F0-4BBC-A3E1-A9869CD118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0499870-0060-49D9-BFD5-592A69865B7D}" type="slidenum">
              <a:rPr lang="fr-FR" altLang="fr-FR" smtClean="0"/>
              <a:pPr>
                <a:spcBef>
                  <a:spcPct val="0"/>
                </a:spcBef>
              </a:pPr>
              <a:t>25</a:t>
            </a:fld>
            <a:endParaRPr lang="fr-FR" altLang="fr-FR"/>
          </a:p>
        </p:txBody>
      </p:sp>
      <p:sp>
        <p:nvSpPr>
          <p:cNvPr id="98307" name="Rectangle 2">
            <a:extLst>
              <a:ext uri="{FF2B5EF4-FFF2-40B4-BE49-F238E27FC236}">
                <a16:creationId xmlns:a16="http://schemas.microsoft.com/office/drawing/2014/main" id="{EC68E066-DEA7-4A01-9D85-A2DA3FD85A62}"/>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DFA8E87-8BC7-40E3-81BE-A444E15326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460641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ECD84-6E5C-BC40-B882-961845837712}"/>
            </a:ext>
          </a:extLst>
        </p:cNvPr>
        <p:cNvGrpSpPr/>
        <p:nvPr/>
      </p:nvGrpSpPr>
      <p:grpSpPr>
        <a:xfrm>
          <a:off x="0" y="0"/>
          <a:ext cx="0" cy="0"/>
          <a:chOff x="0" y="0"/>
          <a:chExt cx="0" cy="0"/>
        </a:xfrm>
      </p:grpSpPr>
      <p:sp>
        <p:nvSpPr>
          <p:cNvPr id="98306" name="Rectangle 7">
            <a:extLst>
              <a:ext uri="{FF2B5EF4-FFF2-40B4-BE49-F238E27FC236}">
                <a16:creationId xmlns:a16="http://schemas.microsoft.com/office/drawing/2014/main" id="{7CF2D1E7-C43E-F9B8-6CB6-F2C06EB363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0499870-0060-49D9-BFD5-592A69865B7D}" type="slidenum">
              <a:rPr lang="fr-FR" altLang="fr-FR" smtClean="0"/>
              <a:pPr>
                <a:spcBef>
                  <a:spcPct val="0"/>
                </a:spcBef>
              </a:pPr>
              <a:t>26</a:t>
            </a:fld>
            <a:endParaRPr lang="fr-FR" altLang="fr-FR"/>
          </a:p>
        </p:txBody>
      </p:sp>
      <p:sp>
        <p:nvSpPr>
          <p:cNvPr id="98307" name="Rectangle 2">
            <a:extLst>
              <a:ext uri="{FF2B5EF4-FFF2-40B4-BE49-F238E27FC236}">
                <a16:creationId xmlns:a16="http://schemas.microsoft.com/office/drawing/2014/main" id="{95F1E702-D71C-859D-A70B-294B91842F5C}"/>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40C244CD-3156-5CDB-EB61-5127CE60E1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2754750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500"/>
              </a:lnSpc>
              <a:buNone/>
            </a:pPr>
            <a:r>
              <a:rPr lang="en-US" b="1" i="0" dirty="0">
                <a:solidFill>
                  <a:srgbClr val="424245"/>
                </a:solidFill>
                <a:effectLst/>
                <a:latin typeface="Roboto" panose="02000000000000000000" pitchFamily="2" charset="0"/>
              </a:rPr>
              <a:t>Option A:</a:t>
            </a:r>
            <a:r>
              <a:rPr lang="en-US" b="0" i="0" dirty="0">
                <a:solidFill>
                  <a:srgbClr val="424245"/>
                </a:solidFill>
                <a:effectLst/>
                <a:latin typeface="Roboto" panose="02000000000000000000" pitchFamily="2" charset="0"/>
              </a:rPr>
              <a:t> Select this option for cattle categorization as “Dairy cattle” and “Non-dairy cattle.”</a:t>
            </a:r>
          </a:p>
          <a:p>
            <a:pPr algn="l">
              <a:lnSpc>
                <a:spcPts val="1500"/>
              </a:lnSpc>
            </a:pPr>
            <a:r>
              <a:rPr lang="en-US" b="1" i="0" dirty="0">
                <a:solidFill>
                  <a:srgbClr val="424245"/>
                </a:solidFill>
                <a:effectLst/>
                <a:latin typeface="Roboto" panose="02000000000000000000" pitchFamily="2" charset="0"/>
              </a:rPr>
              <a:t>Option B:</a:t>
            </a:r>
            <a:r>
              <a:rPr lang="en-US" b="0" i="0" dirty="0">
                <a:solidFill>
                  <a:srgbClr val="424245"/>
                </a:solidFill>
                <a:effectLst/>
                <a:latin typeface="Roboto" panose="02000000000000000000" pitchFamily="2" charset="0"/>
              </a:rPr>
              <a:t> Select this option for country-specific cattle categorization as “Mature dairy cattle,” “Other mature cattle,” “Growing cattle,” and “Other (please specify).”</a:t>
            </a:r>
          </a:p>
          <a:p>
            <a:pPr algn="l">
              <a:lnSpc>
                <a:spcPts val="1500"/>
              </a:lnSpc>
            </a:pPr>
            <a:endParaRPr lang="en-US" b="0" i="0" dirty="0">
              <a:solidFill>
                <a:srgbClr val="424245"/>
              </a:solidFill>
              <a:effectLst/>
              <a:latin typeface="Roboto" panose="02000000000000000000" pitchFamily="2" charset="0"/>
            </a:endParaRPr>
          </a:p>
          <a:p>
            <a:pPr algn="l">
              <a:lnSpc>
                <a:spcPts val="1500"/>
              </a:lnSpc>
              <a:buNone/>
            </a:pPr>
            <a:r>
              <a:rPr lang="en-US" b="1" i="0" dirty="0">
                <a:solidFill>
                  <a:srgbClr val="424245"/>
                </a:solidFill>
                <a:effectLst/>
                <a:latin typeface="Roboto" panose="02000000000000000000" pitchFamily="2" charset="0"/>
              </a:rPr>
              <a:t>Approach A:</a:t>
            </a:r>
            <a:r>
              <a:rPr lang="en-US" b="0" i="0" dirty="0">
                <a:solidFill>
                  <a:srgbClr val="424245"/>
                </a:solidFill>
                <a:effectLst/>
                <a:latin typeface="Roboto" panose="02000000000000000000" pitchFamily="2" charset="0"/>
              </a:rPr>
              <a:t> Stock change approach.</a:t>
            </a:r>
          </a:p>
          <a:p>
            <a:pPr algn="l">
              <a:lnSpc>
                <a:spcPts val="1500"/>
              </a:lnSpc>
              <a:buNone/>
            </a:pPr>
            <a:r>
              <a:rPr lang="en-US" b="1" i="0" dirty="0">
                <a:solidFill>
                  <a:srgbClr val="424245"/>
                </a:solidFill>
                <a:effectLst/>
                <a:latin typeface="Roboto" panose="02000000000000000000" pitchFamily="2" charset="0"/>
              </a:rPr>
              <a:t>Approach B:</a:t>
            </a:r>
            <a:r>
              <a:rPr lang="en-US" b="0" i="0" dirty="0">
                <a:solidFill>
                  <a:srgbClr val="424245"/>
                </a:solidFill>
                <a:effectLst/>
                <a:latin typeface="Roboto" panose="02000000000000000000" pitchFamily="2" charset="0"/>
              </a:rPr>
              <a:t> Production approach.</a:t>
            </a:r>
          </a:p>
          <a:p>
            <a:pPr algn="l">
              <a:lnSpc>
                <a:spcPts val="1500"/>
              </a:lnSpc>
              <a:buNone/>
            </a:pPr>
            <a:r>
              <a:rPr lang="en-US" b="0" i="0" dirty="0">
                <a:solidFill>
                  <a:srgbClr val="424245"/>
                </a:solidFill>
                <a:effectLst/>
                <a:latin typeface="Roboto" panose="02000000000000000000" pitchFamily="2" charset="0"/>
              </a:rPr>
              <a:t>Approach B1: Aggregate for consumed domestically and exported.</a:t>
            </a:r>
          </a:p>
          <a:p>
            <a:pPr algn="l">
              <a:lnSpc>
                <a:spcPts val="1500"/>
              </a:lnSpc>
              <a:buNone/>
            </a:pPr>
            <a:r>
              <a:rPr lang="en-US" b="0" i="0" dirty="0">
                <a:solidFill>
                  <a:srgbClr val="424245"/>
                </a:solidFill>
                <a:effectLst/>
                <a:latin typeface="Roboto" panose="02000000000000000000" pitchFamily="2" charset="0"/>
              </a:rPr>
              <a:t>Approach B2: Separate for consumed domestically and exported.</a:t>
            </a:r>
          </a:p>
          <a:p>
            <a:pPr algn="l">
              <a:lnSpc>
                <a:spcPts val="1500"/>
              </a:lnSpc>
            </a:pPr>
            <a:r>
              <a:rPr lang="en-US" b="1" i="0" dirty="0">
                <a:solidFill>
                  <a:srgbClr val="424245"/>
                </a:solidFill>
                <a:effectLst/>
                <a:latin typeface="Roboto" panose="02000000000000000000" pitchFamily="2" charset="0"/>
              </a:rPr>
              <a:t>Approach C:</a:t>
            </a:r>
            <a:r>
              <a:rPr lang="en-US" b="0" i="0" dirty="0">
                <a:solidFill>
                  <a:srgbClr val="424245"/>
                </a:solidFill>
                <a:effectLst/>
                <a:latin typeface="Roboto" panose="02000000000000000000" pitchFamily="2" charset="0"/>
              </a:rPr>
              <a:t> Atmospheric flow approach.</a:t>
            </a:r>
          </a:p>
          <a:p>
            <a:pPr algn="l">
              <a:lnSpc>
                <a:spcPts val="1500"/>
              </a:lnSpc>
            </a:pPr>
            <a:endParaRPr lang="en-US" b="0" i="0" dirty="0">
              <a:solidFill>
                <a:srgbClr val="424245"/>
              </a:solidFill>
              <a:effectLst/>
              <a:latin typeface="Roboto" panose="02000000000000000000" pitchFamily="2" charset="0"/>
            </a:endParaRPr>
          </a:p>
          <a:p>
            <a:endParaRPr lang="fr-FR" dirty="0"/>
          </a:p>
        </p:txBody>
      </p:sp>
      <p:sp>
        <p:nvSpPr>
          <p:cNvPr id="4" name="Slide Number Placeholder 3"/>
          <p:cNvSpPr>
            <a:spLocks noGrp="1"/>
          </p:cNvSpPr>
          <p:nvPr>
            <p:ph type="sldNum" sz="quarter" idx="5"/>
          </p:nvPr>
        </p:nvSpPr>
        <p:spPr/>
        <p:txBody>
          <a:bodyPr/>
          <a:lstStyle/>
          <a:p>
            <a:fld id="{553438D4-9F9B-9C4D-BBE8-70F86EB77B0E}" type="slidenum">
              <a:rPr lang="fr-FR" smtClean="0"/>
              <a:t>36</a:t>
            </a:fld>
            <a:endParaRPr lang="fr-FR"/>
          </a:p>
        </p:txBody>
      </p:sp>
    </p:spTree>
    <p:extLst>
      <p:ext uri="{BB962C8B-B14F-4D97-AF65-F5344CB8AC3E}">
        <p14:creationId xmlns:p14="http://schemas.microsoft.com/office/powerpoint/2010/main" val="955147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To generate the common reporting tables </a:t>
            </a:r>
          </a:p>
          <a:p>
            <a:pPr marL="342900" indent="-342900">
              <a:buAutoNum type="arabicPeriod"/>
            </a:pPr>
            <a:r>
              <a:rPr lang="en-US"/>
              <a:t>Select Reporting tables from the Header bar. </a:t>
            </a:r>
          </a:p>
          <a:p>
            <a:pPr marL="342900" indent="-342900">
              <a:buAutoNum type="arabicPeriod"/>
            </a:pPr>
            <a:r>
              <a:rPr lang="en-US"/>
              <a:t>Select the Year(s) of interest by checking the corresponding box(es) before the year(s). </a:t>
            </a:r>
          </a:p>
          <a:p>
            <a:pPr marL="342900" indent="-342900">
              <a:buAutoNum type="arabicPeriod"/>
            </a:pPr>
            <a:r>
              <a:rPr lang="en-US"/>
              <a:t>Select which sectors, summary and/or cross-cutting tables to generate by checking the box(es) under Sectors, Summary and Cross-cutting table(s). </a:t>
            </a:r>
          </a:p>
          <a:p>
            <a:pPr marL="342900" indent="-342900">
              <a:buAutoNum type="arabicPeriod"/>
            </a:pPr>
            <a:r>
              <a:rPr lang="en-US"/>
              <a:t>User can also select the specific Tables to generate. By default, the dropdown will identify all tables for download that meet the criteria in Sectors, summary and crosscutting tables. </a:t>
            </a:r>
          </a:p>
          <a:p>
            <a:pPr marL="342900" indent="-342900">
              <a:buAutoNum type="arabicPeriod"/>
            </a:pPr>
            <a:r>
              <a:rPr lang="en-US"/>
              <a:t>Select Apply</a:t>
            </a:r>
            <a:endParaRPr lang="fr-FR"/>
          </a:p>
        </p:txBody>
      </p:sp>
      <p:sp>
        <p:nvSpPr>
          <p:cNvPr id="4" name="Slide Number Placeholder 3"/>
          <p:cNvSpPr>
            <a:spLocks noGrp="1"/>
          </p:cNvSpPr>
          <p:nvPr>
            <p:ph type="sldNum" sz="quarter" idx="5"/>
          </p:nvPr>
        </p:nvSpPr>
        <p:spPr/>
        <p:txBody>
          <a:bodyPr/>
          <a:lstStyle/>
          <a:p>
            <a:fld id="{553438D4-9F9B-9C4D-BBE8-70F86EB77B0E}" type="slidenum">
              <a:rPr lang="fr-FR" smtClean="0"/>
              <a:t>39</a:t>
            </a:fld>
            <a:endParaRPr lang="fr-FR"/>
          </a:p>
        </p:txBody>
      </p:sp>
    </p:spTree>
    <p:extLst>
      <p:ext uri="{BB962C8B-B14F-4D97-AF65-F5344CB8AC3E}">
        <p14:creationId xmlns:p14="http://schemas.microsoft.com/office/powerpoint/2010/main" val="1807956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53438D4-9F9B-9C4D-BBE8-70F86EB77B0E}" type="slidenum">
              <a:rPr lang="fr-FR" smtClean="0"/>
              <a:t>42</a:t>
            </a:fld>
            <a:endParaRPr lang="fr-FR"/>
          </a:p>
        </p:txBody>
      </p:sp>
    </p:spTree>
    <p:extLst>
      <p:ext uri="{BB962C8B-B14F-4D97-AF65-F5344CB8AC3E}">
        <p14:creationId xmlns:p14="http://schemas.microsoft.com/office/powerpoint/2010/main" val="2510025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2728069339"/>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2" name="Image 1" descr="Une image contenant logo, symbole, Graphique, conception&#10;&#10;Description générée automatiquement">
            <a:extLst>
              <a:ext uri="{FF2B5EF4-FFF2-40B4-BE49-F238E27FC236}">
                <a16:creationId xmlns:a16="http://schemas.microsoft.com/office/drawing/2014/main" id="{02204580-2292-3F25-878B-BCC60D92AD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76400" y="2527300"/>
            <a:ext cx="1803400" cy="1803400"/>
          </a:xfrm>
          <a:prstGeom prst="rect">
            <a:avLst/>
          </a:prstGeom>
        </p:spPr>
      </p:pic>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83658" y="24384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45486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311280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Police, conception&#10;&#10;Description générée automatiquement">
            <a:extLst>
              <a:ext uri="{FF2B5EF4-FFF2-40B4-BE49-F238E27FC236}">
                <a16:creationId xmlns:a16="http://schemas.microsoft.com/office/drawing/2014/main" id="{CF1C70AE-D2AF-C415-38EB-F96350955E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276107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ercle, symbole, Graphique, créativité&#10;&#10;Description générée automatiquement">
            <a:extLst>
              <a:ext uri="{FF2B5EF4-FFF2-40B4-BE49-F238E27FC236}">
                <a16:creationId xmlns:a16="http://schemas.microsoft.com/office/drawing/2014/main" id="{4B5E5E93-2751-B592-FE6C-B1DE046A99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166407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lipart, symbole, Graphique&#10;&#10;Description générée automatiquement">
            <a:extLst>
              <a:ext uri="{FF2B5EF4-FFF2-40B4-BE49-F238E27FC236}">
                <a16:creationId xmlns:a16="http://schemas.microsoft.com/office/drawing/2014/main" id="{3500B509-E2E1-E54F-AAFD-E83AF621F9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331516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5121860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0998" y="4248993"/>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7" y="384247"/>
            <a:ext cx="7066303"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401298" y="1219200"/>
            <a:ext cx="4551702"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401296" y="2514600"/>
            <a:ext cx="4551703"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52485402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567230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28757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5720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40016" y="1219200"/>
            <a:ext cx="4084983"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95301" y="410704"/>
            <a:ext cx="8915400" cy="589465"/>
          </a:xfrm>
        </p:spPr>
        <p:txBody>
          <a:bodyPr>
            <a:normAutofit/>
          </a:bodyPr>
          <a:lstStyle>
            <a:lvl1pPr algn="l">
              <a:defRPr sz="2400" b="1">
                <a:solidFill>
                  <a:schemeClr val="tx2"/>
                </a:solidFill>
              </a:defRPr>
            </a:lvl1pPr>
          </a:lstStyle>
          <a:p>
            <a:r>
              <a:rPr lang="fr-FR" dirty="0"/>
              <a:t>Cliquez et modifiez le titre</a:t>
            </a:r>
          </a:p>
        </p:txBody>
      </p:sp>
      <p:sp>
        <p:nvSpPr>
          <p:cNvPr id="3" name="Espace réservé du contenu 2"/>
          <p:cNvSpPr>
            <a:spLocks noGrp="1"/>
          </p:cNvSpPr>
          <p:nvPr>
            <p:ph idx="1"/>
          </p:nvPr>
        </p:nvSpPr>
        <p:spPr>
          <a:xfrm>
            <a:off x="495301" y="1400895"/>
            <a:ext cx="8915399" cy="4725269"/>
          </a:xfrm>
        </p:spPr>
        <p:txBody>
          <a:bodyPr/>
          <a:lstStyle>
            <a:lvl1pPr marL="234000" indent="-288000">
              <a:spcBef>
                <a:spcPts val="0"/>
              </a:spcBef>
              <a:spcAft>
                <a:spcPts val="700"/>
              </a:spcAft>
              <a:buSzPct val="90000"/>
              <a:buFont typeface="Zapf Dingbats" charset="2"/>
              <a:buChar char="❍"/>
              <a:defRPr sz="2000">
                <a:solidFill>
                  <a:schemeClr val="tx2"/>
                </a:solidFill>
              </a:defRPr>
            </a:lvl1pPr>
            <a:lvl2pPr marL="504000" indent="-162000">
              <a:spcBef>
                <a:spcPts val="0"/>
              </a:spcBef>
              <a:spcAft>
                <a:spcPts val="500"/>
              </a:spcAft>
              <a:buSzPct val="100000"/>
              <a:buFont typeface="Zapf Dingbats" charset="2"/>
              <a:buChar char="♦"/>
              <a:defRPr sz="1400">
                <a:solidFill>
                  <a:srgbClr val="69BE12"/>
                </a:solidFill>
              </a:defRPr>
            </a:lvl2pPr>
            <a:lvl3pPr marL="720000" indent="-144000">
              <a:spcBef>
                <a:spcPts val="0"/>
              </a:spcBef>
              <a:spcAft>
                <a:spcPts val="300"/>
              </a:spcAft>
              <a:buFont typeface="Lucida Grande"/>
              <a:buChar char="-"/>
              <a:defRPr sz="1200" i="1">
                <a:solidFill>
                  <a:schemeClr val="tx2"/>
                </a:solidFill>
              </a:defRPr>
            </a:lvl3pPr>
            <a:lvl4pPr marL="756000" indent="-108000">
              <a:spcBef>
                <a:spcPts val="0"/>
              </a:spcBef>
              <a:defRPr sz="1000">
                <a:solidFill>
                  <a:schemeClr val="tx2"/>
                </a:solidFill>
              </a:defRPr>
            </a:lvl4pPr>
          </a:lstStyle>
          <a:p>
            <a:pPr lvl="0"/>
            <a:r>
              <a:rPr lang="fr-FR" dirty="0"/>
              <a:t>Cliquez pour modifier les styles du texte du masque</a:t>
            </a:r>
          </a:p>
          <a:p>
            <a:pPr lvl="1"/>
            <a:r>
              <a:rPr lang="fr-FR" dirty="0"/>
              <a:t>Deuxième niveau</a:t>
            </a:r>
          </a:p>
          <a:p>
            <a:pPr lvl="2"/>
            <a:r>
              <a:rPr lang="fr-FR" dirty="0"/>
              <a:t>Troisième niveau</a:t>
            </a:r>
          </a:p>
        </p:txBody>
      </p:sp>
      <p:sp>
        <p:nvSpPr>
          <p:cNvPr id="6" name="Espace réservé du numéro de diapositive 5"/>
          <p:cNvSpPr>
            <a:spLocks noGrp="1"/>
          </p:cNvSpPr>
          <p:nvPr>
            <p:ph type="sldNum" sz="quarter" idx="12"/>
          </p:nvPr>
        </p:nvSpPr>
        <p:spPr>
          <a:xfrm>
            <a:off x="7099300" y="6356351"/>
            <a:ext cx="2311400" cy="365125"/>
          </a:xfrm>
          <a:prstGeom prst="rect">
            <a:avLst/>
          </a:prstGeom>
        </p:spPr>
        <p:txBody>
          <a:bodyPr/>
          <a:lstStyle/>
          <a:p>
            <a:fld id="{7D08F459-9F28-A54A-BD4A-3D25591E2A8B}" type="slidenum">
              <a:rPr lang="fr-FR" smtClean="0"/>
              <a:pPr/>
              <a:t>‹N°›</a:t>
            </a:fld>
            <a:endParaRPr lang="fr-FR"/>
          </a:p>
        </p:txBody>
      </p:sp>
    </p:spTree>
    <p:extLst>
      <p:ext uri="{BB962C8B-B14F-4D97-AF65-F5344CB8AC3E}">
        <p14:creationId xmlns:p14="http://schemas.microsoft.com/office/powerpoint/2010/main" val="41962709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1513093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6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1433935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324763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26844114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texte 8"/>
          <p:cNvSpPr>
            <a:spLocks noGrp="1"/>
          </p:cNvSpPr>
          <p:nvPr>
            <p:ph type="body" sz="quarter" idx="10"/>
          </p:nvPr>
        </p:nvSpPr>
        <p:spPr>
          <a:xfrm>
            <a:off x="1158878" y="22302"/>
            <a:ext cx="8208962" cy="288380"/>
          </a:xfrm>
          <a:solidFill>
            <a:srgbClr val="405E9A"/>
          </a:solidFill>
        </p:spPr>
        <p:txBody>
          <a:bodyPr/>
          <a:lstStyle>
            <a:lvl1pPr algn="ctr">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3747740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texte 8"/>
          <p:cNvSpPr>
            <a:spLocks noGrp="1"/>
          </p:cNvSpPr>
          <p:nvPr>
            <p:ph type="body" sz="quarter" idx="10"/>
          </p:nvPr>
        </p:nvSpPr>
        <p:spPr>
          <a:xfrm>
            <a:off x="1158878" y="22302"/>
            <a:ext cx="8208962" cy="288380"/>
          </a:xfrm>
          <a:solidFill>
            <a:srgbClr val="405E9A"/>
          </a:solidFill>
        </p:spPr>
        <p:txBody>
          <a:bodyPr/>
          <a:lstStyle>
            <a:lvl1pPr algn="ctr">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17542475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texte 8"/>
          <p:cNvSpPr>
            <a:spLocks noGrp="1"/>
          </p:cNvSpPr>
          <p:nvPr>
            <p:ph type="body" sz="quarter" idx="10"/>
          </p:nvPr>
        </p:nvSpPr>
        <p:spPr>
          <a:xfrm>
            <a:off x="1158878" y="22302"/>
            <a:ext cx="8208962" cy="288380"/>
          </a:xfrm>
          <a:solidFill>
            <a:srgbClr val="405E9A"/>
          </a:solidFill>
        </p:spPr>
        <p:txBody>
          <a:bodyPr/>
          <a:lstStyle>
            <a:lvl1pPr algn="ctr">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1897694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0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texte 8"/>
          <p:cNvSpPr>
            <a:spLocks noGrp="1"/>
          </p:cNvSpPr>
          <p:nvPr>
            <p:ph type="body" sz="quarter" idx="10"/>
          </p:nvPr>
        </p:nvSpPr>
        <p:spPr>
          <a:xfrm>
            <a:off x="1158878" y="22302"/>
            <a:ext cx="8208962" cy="288380"/>
          </a:xfrm>
          <a:solidFill>
            <a:srgbClr val="405E9A"/>
          </a:solidFill>
        </p:spPr>
        <p:txBody>
          <a:bodyPr/>
          <a:lstStyle>
            <a:lvl1pPr algn="ctr">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26668265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8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72480" y="260648"/>
            <a:ext cx="9361793" cy="863600"/>
          </a:xfrm>
        </p:spPr>
        <p:txBody>
          <a:bodyPr/>
          <a:lstStyle/>
          <a:p>
            <a:r>
              <a:rPr lang="fr-FR" dirty="0"/>
              <a:t>Cliquez pour modifier le style du titre</a:t>
            </a:r>
          </a:p>
        </p:txBody>
      </p:sp>
      <p:sp>
        <p:nvSpPr>
          <p:cNvPr id="3" name="Espace réservé du contenu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texte 8"/>
          <p:cNvSpPr>
            <a:spLocks noGrp="1"/>
          </p:cNvSpPr>
          <p:nvPr>
            <p:ph type="body" sz="quarter" idx="10"/>
          </p:nvPr>
        </p:nvSpPr>
        <p:spPr>
          <a:xfrm>
            <a:off x="1158878" y="22302"/>
            <a:ext cx="8208962" cy="288380"/>
          </a:xfrm>
          <a:solidFill>
            <a:srgbClr val="405E9A"/>
          </a:solidFill>
        </p:spPr>
        <p:txBody>
          <a:bodyPr/>
          <a:lstStyle>
            <a:lvl1pPr algn="ctr">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6" name="Espace réservé du texte 8"/>
          <p:cNvSpPr>
            <a:spLocks noGrp="1"/>
          </p:cNvSpPr>
          <p:nvPr>
            <p:ph type="body" sz="quarter" idx="12"/>
          </p:nvPr>
        </p:nvSpPr>
        <p:spPr>
          <a:xfrm>
            <a:off x="77184" y="6576836"/>
            <a:ext cx="1280592"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
        <p:nvSpPr>
          <p:cNvPr id="17" name="Espace réservé du texte 8"/>
          <p:cNvSpPr>
            <a:spLocks noGrp="1"/>
          </p:cNvSpPr>
          <p:nvPr>
            <p:ph type="body" sz="quarter" idx="13"/>
          </p:nvPr>
        </p:nvSpPr>
        <p:spPr>
          <a:xfrm>
            <a:off x="2288704" y="6561384"/>
            <a:ext cx="6840760" cy="288000"/>
          </a:xfrm>
          <a:noFill/>
        </p:spPr>
        <p:txBody>
          <a:bodyPr spcCol="0"/>
          <a:lstStyle>
            <a:lvl1pPr algn="l">
              <a:buNone/>
              <a:defRPr sz="11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fr-FR" dirty="0"/>
              <a:t>Cliquez pour modifier</a:t>
            </a:r>
          </a:p>
        </p:txBody>
      </p:sp>
    </p:spTree>
    <p:extLst>
      <p:ext uri="{BB962C8B-B14F-4D97-AF65-F5344CB8AC3E}">
        <p14:creationId xmlns:p14="http://schemas.microsoft.com/office/powerpoint/2010/main" val="11718021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Holder 2">
            <a:extLst>
              <a:ext uri="{FF2B5EF4-FFF2-40B4-BE49-F238E27FC236}">
                <a16:creationId xmlns:a16="http://schemas.microsoft.com/office/drawing/2014/main" id="{14C50805-9AE2-F81D-A745-CF1CA416F03B}"/>
              </a:ext>
            </a:extLst>
          </p:cNvPr>
          <p:cNvSpPr>
            <a:spLocks noGrp="1"/>
          </p:cNvSpPr>
          <p:nvPr>
            <p:ph type="title"/>
          </p:nvPr>
        </p:nvSpPr>
        <p:spPr>
          <a:xfrm>
            <a:off x="331773" y="447766"/>
            <a:ext cx="6738134" cy="383823"/>
          </a:xfrm>
        </p:spPr>
        <p:txBody>
          <a:bodyPr lIns="0" tIns="0" rIns="0" bIns="0"/>
          <a:lstStyle>
            <a:lvl1pPr>
              <a:defRPr sz="2494" b="1" i="0">
                <a:solidFill>
                  <a:srgbClr val="005399"/>
                </a:solidFill>
                <a:latin typeface="+mn-lt"/>
                <a:cs typeface="Century Gothic"/>
              </a:defRPr>
            </a:lvl1pPr>
          </a:lstStyle>
          <a:p>
            <a:endParaRPr dirty="0"/>
          </a:p>
        </p:txBody>
      </p:sp>
    </p:spTree>
    <p:extLst>
      <p:ext uri="{BB962C8B-B14F-4D97-AF65-F5344CB8AC3E}">
        <p14:creationId xmlns:p14="http://schemas.microsoft.com/office/powerpoint/2010/main" val="17464925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495300" y="836712"/>
            <a:ext cx="7422029" cy="936104"/>
          </a:xfrm>
        </p:spPr>
        <p:txBody>
          <a:bodyPr>
            <a:noAutofit/>
          </a:bodyPr>
          <a:lstStyle>
            <a:lvl1pPr>
              <a:defRPr sz="3200" b="1"/>
            </a:lvl1pPr>
          </a:lstStyle>
          <a:p>
            <a:r>
              <a:rPr lang="fr-FR" dirty="0"/>
              <a:t>Cliquez pour modifier le style du titre</a:t>
            </a:r>
          </a:p>
        </p:txBody>
      </p:sp>
      <p:sp>
        <p:nvSpPr>
          <p:cNvPr id="3" name="Espace réservé du contenu 2"/>
          <p:cNvSpPr>
            <a:spLocks noGrp="1"/>
          </p:cNvSpPr>
          <p:nvPr>
            <p:ph idx="1"/>
          </p:nvPr>
        </p:nvSpPr>
        <p:spPr>
          <a:xfrm>
            <a:off x="495300" y="2060849"/>
            <a:ext cx="8915400" cy="4065315"/>
          </a:xfrm>
        </p:spPr>
        <p:txBody>
          <a:bodyPr>
            <a:normAutofit/>
          </a:bodyPr>
          <a:lstStyle>
            <a:lvl1pPr>
              <a:defRPr sz="2400"/>
            </a:lvl1pPr>
            <a:lvl2pPr>
              <a:defRPr sz="2000"/>
            </a:lvl2pPr>
            <a:lvl3pPr>
              <a:defRPr sz="1800"/>
            </a:lvl3pPr>
            <a:lvl4pPr>
              <a:defRPr sz="1600"/>
            </a:lvl4pPr>
            <a:lvl5pPr>
              <a:defRPr sz="16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450423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Diapositive de titre">
    <p:spTree>
      <p:nvGrpSpPr>
        <p:cNvPr id="1" name=""/>
        <p:cNvGrpSpPr/>
        <p:nvPr/>
      </p:nvGrpSpPr>
      <p:grpSpPr>
        <a:xfrm>
          <a:off x="0" y="0"/>
          <a:ext cx="0" cy="0"/>
          <a:chOff x="0" y="0"/>
          <a:chExt cx="0" cy="0"/>
        </a:xfrm>
      </p:grpSpPr>
      <p:pic>
        <p:nvPicPr>
          <p:cNvPr id="2" name="Image 1" descr="Une image contenant logo, symbole, Graphique, conception&#10;&#10;Description générée automatiquement">
            <a:extLst>
              <a:ext uri="{FF2B5EF4-FFF2-40B4-BE49-F238E27FC236}">
                <a16:creationId xmlns:a16="http://schemas.microsoft.com/office/drawing/2014/main" id="{02204580-2292-3F25-878B-BCC60D92AD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76400" y="2527300"/>
            <a:ext cx="1803400" cy="1803400"/>
          </a:xfrm>
          <a:prstGeom prst="rect">
            <a:avLst/>
          </a:prstGeom>
        </p:spPr>
      </p:pic>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967496872"/>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993977"/>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638800" y="2514600"/>
            <a:ext cx="3886200" cy="31369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5720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03575" y="2514600"/>
            <a:ext cx="4130288"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dirty="0"/>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093845"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4.xml"/><Relationship Id="rId1" Type="http://schemas.openxmlformats.org/officeDocument/2006/relationships/slideLayout" Target="../slideLayouts/slideLayout16.xml"/><Relationship Id="rId4" Type="http://schemas.openxmlformats.org/officeDocument/2006/relationships/image" Target="../media/image18.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image" Target="../media/image16.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41.xml"/><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5" Type="http://schemas.openxmlformats.org/officeDocument/2006/relationships/image" Target="../media/image16.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46.xml"/><Relationship Id="rId1" Type="http://schemas.openxmlformats.org/officeDocument/2006/relationships/slideLayout" Target="../slideLayouts/slideLayout45.xml"/><Relationship Id="rId4" Type="http://schemas.openxmlformats.org/officeDocument/2006/relationships/image" Target="../media/image6.png"/></Relationships>
</file>

<file path=ppt/slideMasters/_rels/slideMaster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theme" Target="../theme/theme10.xml"/><Relationship Id="rId1" Type="http://schemas.openxmlformats.org/officeDocument/2006/relationships/slideLayout" Target="../slideLayouts/slideLayout4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2" name="Image 1">
            <a:extLst>
              <a:ext uri="{FF2B5EF4-FFF2-40B4-BE49-F238E27FC236}">
                <a16:creationId xmlns:a16="http://schemas.microsoft.com/office/drawing/2014/main" id="{A12FF465-42D6-7F1F-EE33-738E0BC13154}"/>
              </a:ext>
            </a:extLst>
          </p:cNvPr>
          <p:cNvPicPr>
            <a:picLocks noChangeAspect="1"/>
          </p:cNvPicPr>
          <p:nvPr userDrawn="1"/>
        </p:nvPicPr>
        <p:blipFill>
          <a:blip r:embed="rId7">
            <a:duotone>
              <a:schemeClr val="accent2">
                <a:shade val="45000"/>
                <a:satMod val="135000"/>
              </a:schemeClr>
              <a:prstClr val="white"/>
            </a:duotone>
          </a:blip>
          <a:srcRect l="27127" r="16844"/>
          <a:stretch/>
        </p:blipFill>
        <p:spPr>
          <a:xfrm>
            <a:off x="0" y="0"/>
            <a:ext cx="6326236" cy="6858000"/>
          </a:xfrm>
          <a:prstGeom prst="rect">
            <a:avLst/>
          </a:prstGeom>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13"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34" r:id="rId1"/>
    <p:sldLayoutId id="2147483688" r:id="rId2"/>
    <p:sldLayoutId id="2147483689" r:id="rId3"/>
    <p:sldLayoutId id="2147483690" r:id="rId4"/>
    <p:sldLayoutId id="2147483691" r:id="rId5"/>
    <p:sldLayoutId id="2147483713" r:id="rId6"/>
    <p:sldLayoutId id="2147483714" r:id="rId7"/>
    <p:sldLayoutId id="2147483710" r:id="rId8"/>
    <p:sldLayoutId id="2147483711" r:id="rId9"/>
    <p:sldLayoutId id="2147483712" r:id="rId10"/>
    <p:sldLayoutId id="214748379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693" r:id="rId1"/>
    <p:sldLayoutId id="2147483686" r:id="rId2"/>
    <p:sldLayoutId id="214748368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5">
            <a:extLst>
              <a:ext uri="{FF2B5EF4-FFF2-40B4-BE49-F238E27FC236}">
                <a16:creationId xmlns:a16="http://schemas.microsoft.com/office/drawing/2014/main" id="{ECA27935-26A3-8C9E-A443-1AFC9591B546}"/>
              </a:ext>
            </a:extLst>
          </p:cNvPr>
          <p:cNvSpPr/>
          <p:nvPr userDrawn="1"/>
        </p:nvSpPr>
        <p:spPr>
          <a:xfrm>
            <a:off x="413994" y="6259728"/>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a:p>
        </p:txBody>
      </p:sp>
      <p:grpSp>
        <p:nvGrpSpPr>
          <p:cNvPr id="11" name="object 7">
            <a:extLst>
              <a:ext uri="{FF2B5EF4-FFF2-40B4-BE49-F238E27FC236}">
                <a16:creationId xmlns:a16="http://schemas.microsoft.com/office/drawing/2014/main" id="{A2425A54-B3BD-231D-5128-125A7D73C116}"/>
              </a:ext>
            </a:extLst>
          </p:cNvPr>
          <p:cNvGrpSpPr/>
          <p:nvPr userDrawn="1"/>
        </p:nvGrpSpPr>
        <p:grpSpPr>
          <a:xfrm>
            <a:off x="415105" y="2565707"/>
            <a:ext cx="1955164" cy="863600"/>
            <a:chOff x="415105" y="2565707"/>
            <a:chExt cx="1955164" cy="863600"/>
          </a:xfrm>
        </p:grpSpPr>
        <p:pic>
          <p:nvPicPr>
            <p:cNvPr id="12" name="object 8">
              <a:extLst>
                <a:ext uri="{FF2B5EF4-FFF2-40B4-BE49-F238E27FC236}">
                  <a16:creationId xmlns:a16="http://schemas.microsoft.com/office/drawing/2014/main" id="{4734CC89-A381-1068-A6B1-6DC77F7578D7}"/>
                </a:ext>
              </a:extLst>
            </p:cNvPr>
            <p:cNvPicPr/>
            <p:nvPr/>
          </p:nvPicPr>
          <p:blipFill>
            <a:blip r:embed="rId3" cstate="print"/>
            <a:stretch>
              <a:fillRect/>
            </a:stretch>
          </p:blipFill>
          <p:spPr>
            <a:xfrm>
              <a:off x="2221487" y="3236360"/>
              <a:ext cx="147762" cy="192646"/>
            </a:xfrm>
            <a:prstGeom prst="rect">
              <a:avLst/>
            </a:prstGeom>
          </p:spPr>
        </p:pic>
        <p:pic>
          <p:nvPicPr>
            <p:cNvPr id="13" name="object 9">
              <a:extLst>
                <a:ext uri="{FF2B5EF4-FFF2-40B4-BE49-F238E27FC236}">
                  <a16:creationId xmlns:a16="http://schemas.microsoft.com/office/drawing/2014/main" id="{C533884C-988E-55C9-2A03-81E6B2922667}"/>
                </a:ext>
              </a:extLst>
            </p:cNvPr>
            <p:cNvPicPr/>
            <p:nvPr/>
          </p:nvPicPr>
          <p:blipFill>
            <a:blip r:embed="rId4" cstate="print"/>
            <a:stretch>
              <a:fillRect/>
            </a:stretch>
          </p:blipFill>
          <p:spPr>
            <a:xfrm>
              <a:off x="415105" y="2565707"/>
              <a:ext cx="1954570" cy="863286"/>
            </a:xfrm>
            <a:prstGeom prst="rect">
              <a:avLst/>
            </a:prstGeom>
          </p:spPr>
        </p:pic>
      </p:grpSp>
      <p:sp>
        <p:nvSpPr>
          <p:cNvPr id="14" name="object 6">
            <a:extLst>
              <a:ext uri="{FF2B5EF4-FFF2-40B4-BE49-F238E27FC236}">
                <a16:creationId xmlns:a16="http://schemas.microsoft.com/office/drawing/2014/main" id="{A0AD03BB-AB97-8DFB-8076-316E72FBD42C}"/>
              </a:ext>
            </a:extLst>
          </p:cNvPr>
          <p:cNvSpPr txBox="1"/>
          <p:nvPr userDrawn="1"/>
        </p:nvSpPr>
        <p:spPr>
          <a:xfrm>
            <a:off x="401299" y="378255"/>
            <a:ext cx="3193415" cy="1610697"/>
          </a:xfrm>
          <a:prstGeom prst="rect">
            <a:avLst/>
          </a:prstGeom>
        </p:spPr>
        <p:txBody>
          <a:bodyPr vert="horz" wrap="square" lIns="0" tIns="12700" rIns="0" bIns="0" rtlCol="0">
            <a:spAutoFit/>
          </a:bodyPr>
          <a:lstStyle/>
          <a:p>
            <a:pPr marL="12700" algn="l">
              <a:lnSpc>
                <a:spcPct val="100000"/>
              </a:lnSpc>
              <a:spcBef>
                <a:spcPts val="100"/>
              </a:spcBef>
            </a:pPr>
            <a:r>
              <a:rPr lang="fr-FR" sz="950" b="1" noProof="0" dirty="0">
                <a:solidFill>
                  <a:srgbClr val="005399"/>
                </a:solidFill>
                <a:latin typeface="Aptos" panose="020B0004020202020204" pitchFamily="34" charset="0"/>
                <a:cs typeface="Circular Std Bold Italic"/>
              </a:rPr>
              <a:t>Le</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Citepa</a:t>
            </a:r>
            <a:r>
              <a:rPr sz="950" b="1" spc="-15"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est</a:t>
            </a:r>
            <a:r>
              <a:rPr sz="950" b="1" spc="-15"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une</a:t>
            </a:r>
            <a:r>
              <a:rPr sz="950" b="1" spc="-15"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association</a:t>
            </a:r>
            <a:r>
              <a:rPr sz="950" b="1" spc="-10"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qui</a:t>
            </a:r>
            <a:r>
              <a:rPr sz="950" b="1" spc="-15"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guide</a:t>
            </a:r>
            <a:r>
              <a:rPr sz="950" b="1" spc="-15"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les</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acteurs</a:t>
            </a:r>
            <a:endParaRPr lang="fr-FR" sz="950" noProof="0" dirty="0">
              <a:latin typeface="Aptos" panose="020B0004020202020204" pitchFamily="34" charset="0"/>
              <a:cs typeface="Circular Std Bold Italic"/>
            </a:endParaRPr>
          </a:p>
          <a:p>
            <a:pPr marL="12700" algn="l">
              <a:lnSpc>
                <a:spcPct val="100000"/>
              </a:lnSpc>
            </a:pPr>
            <a:r>
              <a:rPr sz="950" b="1" dirty="0">
                <a:solidFill>
                  <a:srgbClr val="005399"/>
                </a:solidFill>
                <a:latin typeface="Aptos" panose="020B0004020202020204" pitchFamily="34" charset="0"/>
                <a:cs typeface="Circular Std Bold Italic"/>
              </a:rPr>
              <a:t>de</a:t>
            </a:r>
            <a:r>
              <a:rPr sz="950" b="1" spc="-15"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la</a:t>
            </a:r>
            <a:r>
              <a:rPr sz="950" b="1" spc="-10"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transition</a:t>
            </a:r>
            <a:r>
              <a:rPr sz="950" b="1" spc="-15"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écologique</a:t>
            </a:r>
            <a:r>
              <a:rPr sz="950" b="1" spc="-10"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en</a:t>
            </a:r>
            <a:r>
              <a:rPr sz="950" b="1" spc="-10"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France</a:t>
            </a:r>
            <a:r>
              <a:rPr sz="950" b="1" spc="-15"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et</a:t>
            </a:r>
            <a:r>
              <a:rPr sz="950" b="1" spc="-10"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dans</a:t>
            </a:r>
            <a:r>
              <a:rPr sz="950" b="1" spc="-15"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a:t>
            </a:r>
            <a:r>
              <a:rPr sz="950" b="1" spc="-10" dirty="0">
                <a:solidFill>
                  <a:srgbClr val="005399"/>
                </a:solidFill>
                <a:latin typeface="Aptos" panose="020B0004020202020204" pitchFamily="34" charset="0"/>
                <a:cs typeface="Circular Std Bold Italic"/>
              </a:rPr>
              <a:t> monde.</a:t>
            </a:r>
            <a:endParaRPr sz="950" dirty="0">
              <a:latin typeface="Aptos" panose="020B0004020202020204" pitchFamily="34" charset="0"/>
              <a:cs typeface="Circular Std Bold Italic"/>
            </a:endParaRPr>
          </a:p>
          <a:p>
            <a:pPr marL="12700" marR="291465" algn="l">
              <a:lnSpc>
                <a:spcPct val="100000"/>
              </a:lnSpc>
              <a:spcBef>
                <a:spcPts val="1140"/>
              </a:spcBef>
            </a:pPr>
            <a:r>
              <a:rPr sz="950" dirty="0">
                <a:solidFill>
                  <a:srgbClr val="005399"/>
                </a:solidFill>
                <a:latin typeface="Aptos" panose="020B0004020202020204" pitchFamily="34" charset="0"/>
                <a:cs typeface="Circular Std Bold Italic"/>
              </a:rPr>
              <a:t>Elle</a:t>
            </a:r>
            <a:r>
              <a:rPr sz="950" spc="-2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évalue</a:t>
            </a:r>
            <a:r>
              <a:rPr sz="950" spc="-2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l’impact</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sz="950" spc="-2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activités</a:t>
            </a:r>
            <a:r>
              <a:rPr sz="950" spc="-2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humaines</a:t>
            </a:r>
            <a:r>
              <a:rPr sz="950" spc="-2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sur</a:t>
            </a:r>
            <a:r>
              <a:rPr sz="950" spc="-4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le</a:t>
            </a:r>
            <a:r>
              <a:rPr sz="950" spc="-2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et</a:t>
            </a:r>
            <a:r>
              <a:rPr sz="950" spc="-15"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la</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pollution</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atmosphérique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Elle</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produit</a:t>
            </a:r>
            <a:r>
              <a:rPr sz="950" spc="-10" dirty="0">
                <a:solidFill>
                  <a:srgbClr val="005399"/>
                </a:solidFill>
                <a:latin typeface="Aptos" panose="020B0004020202020204" pitchFamily="34" charset="0"/>
                <a:cs typeface="Circular Std Bold Italic"/>
              </a:rPr>
              <a:t> </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sz="950" spc="-15"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données</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de</a:t>
            </a:r>
            <a:r>
              <a:rPr sz="950" spc="-15"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référence</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et</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développe</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des</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solutions</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pour</a:t>
            </a:r>
            <a:r>
              <a:rPr sz="950" spc="-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favoriser</a:t>
            </a:r>
            <a:br>
              <a:rPr lang="fr-FR" sz="950" spc="-10" dirty="0">
                <a:solidFill>
                  <a:srgbClr val="005399"/>
                </a:solidFill>
                <a:latin typeface="Aptos" panose="020B0004020202020204" pitchFamily="34" charset="0"/>
                <a:cs typeface="Circular Std Bold Italic"/>
              </a:rPr>
            </a:br>
            <a:r>
              <a:rPr sz="950" dirty="0">
                <a:solidFill>
                  <a:srgbClr val="005399"/>
                </a:solidFill>
                <a:latin typeface="Aptos" panose="020B0004020202020204" pitchFamily="34" charset="0"/>
                <a:cs typeface="Circular Std Bold Italic"/>
              </a:rPr>
              <a:t>la</a:t>
            </a:r>
            <a:r>
              <a:rPr sz="950" spc="-15"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réduction</a:t>
            </a:r>
            <a:r>
              <a:rPr sz="950" spc="-15"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émissions</a:t>
            </a:r>
            <a:r>
              <a:rPr sz="950" dirty="0">
                <a:solidFill>
                  <a:srgbClr val="005399"/>
                </a:solidFill>
                <a:latin typeface="Aptos" panose="020B0004020202020204" pitchFamily="34" charset="0"/>
                <a:cs typeface="Circular Std Bold Italic"/>
              </a:rPr>
              <a:t>,</a:t>
            </a:r>
            <a:r>
              <a:rPr sz="950" spc="-15"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l’amélioration</a:t>
            </a:r>
            <a:r>
              <a:rPr sz="950" spc="-15"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sz="950" spc="-15"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qualité</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de</a:t>
            </a:r>
            <a:r>
              <a:rPr sz="950" spc="-15" dirty="0">
                <a:solidFill>
                  <a:srgbClr val="005399"/>
                </a:solidFill>
                <a:latin typeface="Aptos" panose="020B0004020202020204" pitchFamily="34" charset="0"/>
                <a:cs typeface="Circular Std Bold Italic"/>
              </a:rPr>
              <a:t> </a:t>
            </a:r>
            <a:r>
              <a:rPr lang="fr-FR" sz="950" spc="-20" noProof="0" dirty="0">
                <a:solidFill>
                  <a:srgbClr val="005399"/>
                </a:solidFill>
                <a:latin typeface="Aptos" panose="020B0004020202020204" pitchFamily="34" charset="0"/>
                <a:cs typeface="Circular Std Bold Italic"/>
              </a:rPr>
              <a:t>l’air</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sz="950" spc="-25"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l’adaptation</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au</a:t>
            </a:r>
            <a:r>
              <a:rPr sz="950" spc="-25"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changement</a:t>
            </a:r>
            <a:r>
              <a:rPr sz="950" spc="-2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climatique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11454" algn="l">
              <a:lnSpc>
                <a:spcPct val="100000"/>
              </a:lnSpc>
              <a:spcBef>
                <a:spcPts val="1140"/>
              </a:spcBef>
            </a:pPr>
            <a:r>
              <a:rPr sz="950" dirty="0">
                <a:solidFill>
                  <a:srgbClr val="005399"/>
                </a:solidFill>
                <a:latin typeface="Aptos" panose="020B0004020202020204" pitchFamily="34" charset="0"/>
                <a:cs typeface="Circular Std Bold Italic"/>
              </a:rPr>
              <a:t>Notre</a:t>
            </a:r>
            <a:r>
              <a:rPr sz="950" spc="-5"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équipe</a:t>
            </a:r>
            <a:r>
              <a:rPr sz="950" spc="-5"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pluridisciplinaire</a:t>
            </a:r>
            <a:r>
              <a:rPr sz="950" spc="-5"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participe</a:t>
            </a:r>
            <a:r>
              <a:rPr sz="950" spc="-5"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à</a:t>
            </a:r>
            <a:r>
              <a:rPr sz="950" spc="-5"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sz="950" spc="-5"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construction </a:t>
            </a:r>
            <a:r>
              <a:rPr sz="950" dirty="0">
                <a:solidFill>
                  <a:srgbClr val="005399"/>
                </a:solidFill>
                <a:latin typeface="Aptos" panose="020B0004020202020204" pitchFamily="34" charset="0"/>
                <a:cs typeface="Circular Std Bold Italic"/>
              </a:rPr>
              <a:t>d’un</a:t>
            </a:r>
            <a:r>
              <a:rPr sz="950" spc="-4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monde</a:t>
            </a:r>
            <a:r>
              <a:rPr sz="950" spc="-35"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durable.</a:t>
            </a:r>
            <a:endParaRPr sz="950" dirty="0">
              <a:latin typeface="Aptos" panose="020B0004020202020204" pitchFamily="34" charset="0"/>
              <a:cs typeface="Circular Std Bold Italic"/>
            </a:endParaRPr>
          </a:p>
        </p:txBody>
      </p:sp>
      <p:sp>
        <p:nvSpPr>
          <p:cNvPr id="16" name="object 3">
            <a:extLst>
              <a:ext uri="{FF2B5EF4-FFF2-40B4-BE49-F238E27FC236}">
                <a16:creationId xmlns:a16="http://schemas.microsoft.com/office/drawing/2014/main" id="{8C455971-B917-544C-294C-FADEE90DBCCC}"/>
              </a:ext>
            </a:extLst>
          </p:cNvPr>
          <p:cNvSpPr txBox="1"/>
          <p:nvPr userDrawn="1"/>
        </p:nvSpPr>
        <p:spPr>
          <a:xfrm>
            <a:off x="1913346" y="6219305"/>
            <a:ext cx="721360" cy="256480"/>
          </a:xfrm>
          <a:prstGeom prst="rect">
            <a:avLst/>
          </a:prstGeom>
        </p:spPr>
        <p:txBody>
          <a:bodyPr vert="horz" wrap="square" lIns="0" tIns="12700" rIns="0" bIns="0" rtlCol="0">
            <a:spAutoFit/>
          </a:bodyPr>
          <a:lstStyle/>
          <a:p>
            <a:pPr marL="12700">
              <a:lnSpc>
                <a:spcPts val="850"/>
              </a:lnSpc>
              <a:spcBef>
                <a:spcPts val="100"/>
              </a:spcBef>
            </a:pPr>
            <a:r>
              <a:rPr sz="750" dirty="0">
                <a:solidFill>
                  <a:srgbClr val="005399"/>
                </a:solidFill>
                <a:latin typeface="Aptos"/>
                <a:cs typeface="Aptos"/>
              </a:rPr>
              <a:t>01</a:t>
            </a:r>
            <a:r>
              <a:rPr sz="750" spc="-10" dirty="0">
                <a:solidFill>
                  <a:srgbClr val="005399"/>
                </a:solidFill>
                <a:latin typeface="Aptos"/>
                <a:cs typeface="Aptos"/>
              </a:rPr>
              <a:t> </a:t>
            </a:r>
            <a:r>
              <a:rPr sz="750" dirty="0">
                <a:solidFill>
                  <a:srgbClr val="005399"/>
                </a:solidFill>
                <a:latin typeface="Aptos"/>
                <a:cs typeface="Aptos"/>
              </a:rPr>
              <a:t>44</a:t>
            </a:r>
            <a:r>
              <a:rPr sz="750" spc="-10" dirty="0">
                <a:solidFill>
                  <a:srgbClr val="005399"/>
                </a:solidFill>
                <a:latin typeface="Aptos"/>
                <a:cs typeface="Aptos"/>
              </a:rPr>
              <a:t> </a:t>
            </a:r>
            <a:r>
              <a:rPr sz="750" dirty="0">
                <a:solidFill>
                  <a:srgbClr val="005399"/>
                </a:solidFill>
                <a:latin typeface="Aptos"/>
                <a:cs typeface="Aptos"/>
              </a:rPr>
              <a:t>83</a:t>
            </a:r>
            <a:r>
              <a:rPr sz="750" spc="-10" dirty="0">
                <a:solidFill>
                  <a:srgbClr val="005399"/>
                </a:solidFill>
                <a:latin typeface="Aptos"/>
                <a:cs typeface="Aptos"/>
              </a:rPr>
              <a:t> </a:t>
            </a:r>
            <a:r>
              <a:rPr sz="750" dirty="0">
                <a:solidFill>
                  <a:srgbClr val="005399"/>
                </a:solidFill>
                <a:latin typeface="Aptos"/>
                <a:cs typeface="Aptos"/>
              </a:rPr>
              <a:t>68</a:t>
            </a:r>
            <a:r>
              <a:rPr sz="750" spc="-10" dirty="0">
                <a:solidFill>
                  <a:srgbClr val="005399"/>
                </a:solidFill>
                <a:latin typeface="Aptos"/>
                <a:cs typeface="Aptos"/>
              </a:rPr>
              <a:t> </a:t>
            </a:r>
            <a:r>
              <a:rPr sz="750" spc="-25" dirty="0">
                <a:solidFill>
                  <a:srgbClr val="005399"/>
                </a:solidFill>
                <a:latin typeface="Aptos"/>
                <a:cs typeface="Aptos"/>
              </a:rPr>
              <a:t>83</a:t>
            </a:r>
            <a:endParaRPr lang="fr-FR" sz="750" spc="-25" dirty="0">
              <a:solidFill>
                <a:srgbClr val="005399"/>
              </a:solidFill>
              <a:latin typeface="Aptos"/>
              <a:cs typeface="Aptos"/>
            </a:endParaRPr>
          </a:p>
          <a:p>
            <a:pPr marL="12700">
              <a:lnSpc>
                <a:spcPts val="850"/>
              </a:lnSpc>
              <a:spcBef>
                <a:spcPts val="100"/>
              </a:spcBef>
            </a:pPr>
            <a:r>
              <a:rPr lang="fr-FR" sz="750" u="none" spc="-25" dirty="0">
                <a:ln>
                  <a:noFill/>
                </a:ln>
                <a:solidFill>
                  <a:srgbClr val="005399"/>
                </a:solidFill>
                <a:latin typeface="Aptos"/>
                <a:cs typeface="Aptos"/>
              </a:rPr>
              <a:t>infos@citepa.org</a:t>
            </a:r>
            <a:endParaRPr sz="750" u="none" dirty="0">
              <a:ln>
                <a:noFill/>
              </a:ln>
              <a:solidFill>
                <a:srgbClr val="000000"/>
              </a:solidFill>
              <a:latin typeface="Aptos"/>
              <a:cs typeface="Aptos"/>
            </a:endParaRPr>
          </a:p>
        </p:txBody>
      </p:sp>
      <p:sp>
        <p:nvSpPr>
          <p:cNvPr id="18" name="object 4">
            <a:extLst>
              <a:ext uri="{FF2B5EF4-FFF2-40B4-BE49-F238E27FC236}">
                <a16:creationId xmlns:a16="http://schemas.microsoft.com/office/drawing/2014/main" id="{0881AB3C-389A-A3D1-615C-4B324CA43F9B}"/>
              </a:ext>
            </a:extLst>
          </p:cNvPr>
          <p:cNvSpPr txBox="1"/>
          <p:nvPr userDrawn="1"/>
        </p:nvSpPr>
        <p:spPr>
          <a:xfrm>
            <a:off x="2971859" y="6346337"/>
            <a:ext cx="461645" cy="139700"/>
          </a:xfrm>
          <a:prstGeom prst="rect">
            <a:avLst/>
          </a:prstGeom>
        </p:spPr>
        <p:txBody>
          <a:bodyPr vert="horz" wrap="square" lIns="0" tIns="12700" rIns="0" bIns="0" rtlCol="0">
            <a:spAutoFit/>
          </a:bodyPr>
          <a:lstStyle/>
          <a:p>
            <a:pPr marL="12700">
              <a:lnSpc>
                <a:spcPct val="100000"/>
              </a:lnSpc>
              <a:spcBef>
                <a:spcPts val="100"/>
              </a:spcBef>
            </a:pPr>
            <a:r>
              <a:rPr sz="750" b="1" spc="-10">
                <a:solidFill>
                  <a:srgbClr val="29A457"/>
                </a:solidFill>
                <a:latin typeface="Aptos"/>
                <a:cs typeface="Aptos"/>
              </a:rPr>
              <a:t>citepa.org</a:t>
            </a:r>
            <a:endParaRPr sz="750">
              <a:latin typeface="Aptos"/>
              <a:cs typeface="Aptos"/>
            </a:endParaRPr>
          </a:p>
        </p:txBody>
      </p:sp>
      <p:sp>
        <p:nvSpPr>
          <p:cNvPr id="20" name="object 2">
            <a:extLst>
              <a:ext uri="{FF2B5EF4-FFF2-40B4-BE49-F238E27FC236}">
                <a16:creationId xmlns:a16="http://schemas.microsoft.com/office/drawing/2014/main" id="{DB0E6786-D142-72FF-AE9E-265D448C22B5}"/>
              </a:ext>
            </a:extLst>
          </p:cNvPr>
          <p:cNvSpPr txBox="1"/>
          <p:nvPr userDrawn="1"/>
        </p:nvSpPr>
        <p:spPr>
          <a:xfrm>
            <a:off x="779299" y="6244705"/>
            <a:ext cx="728345" cy="241935"/>
          </a:xfrm>
          <a:prstGeom prst="rect">
            <a:avLst/>
          </a:prstGeom>
        </p:spPr>
        <p:txBody>
          <a:bodyPr vert="horz" wrap="square" lIns="0" tIns="26670" rIns="0" bIns="0" rtlCol="0">
            <a:spAutoFit/>
          </a:bodyPr>
          <a:lstStyle/>
          <a:p>
            <a:pPr marL="12700" marR="5080">
              <a:lnSpc>
                <a:spcPts val="800"/>
              </a:lnSpc>
              <a:spcBef>
                <a:spcPts val="210"/>
              </a:spcBef>
            </a:pPr>
            <a:r>
              <a:rPr sz="750">
                <a:solidFill>
                  <a:srgbClr val="005399"/>
                </a:solidFill>
                <a:latin typeface="Aptos"/>
                <a:cs typeface="Aptos"/>
              </a:rPr>
              <a:t>42</a:t>
            </a:r>
            <a:r>
              <a:rPr sz="750" spc="-20">
                <a:solidFill>
                  <a:srgbClr val="005399"/>
                </a:solidFill>
                <a:latin typeface="Aptos"/>
                <a:cs typeface="Aptos"/>
              </a:rPr>
              <a:t> </a:t>
            </a:r>
            <a:r>
              <a:rPr sz="750">
                <a:solidFill>
                  <a:srgbClr val="005399"/>
                </a:solidFill>
                <a:latin typeface="Aptos"/>
                <a:cs typeface="Aptos"/>
              </a:rPr>
              <a:t>rue</a:t>
            </a:r>
            <a:r>
              <a:rPr sz="750" spc="-15">
                <a:solidFill>
                  <a:srgbClr val="005399"/>
                </a:solidFill>
                <a:latin typeface="Aptos"/>
                <a:cs typeface="Aptos"/>
              </a:rPr>
              <a:t> </a:t>
            </a:r>
            <a:r>
              <a:rPr sz="750">
                <a:solidFill>
                  <a:srgbClr val="005399"/>
                </a:solidFill>
                <a:latin typeface="Aptos"/>
                <a:cs typeface="Aptos"/>
              </a:rPr>
              <a:t>de</a:t>
            </a:r>
            <a:r>
              <a:rPr sz="750" spc="-15">
                <a:solidFill>
                  <a:srgbClr val="005399"/>
                </a:solidFill>
                <a:latin typeface="Aptos"/>
                <a:cs typeface="Aptos"/>
              </a:rPr>
              <a:t> </a:t>
            </a:r>
            <a:r>
              <a:rPr sz="750" spc="-10">
                <a:solidFill>
                  <a:srgbClr val="005399"/>
                </a:solidFill>
                <a:latin typeface="Aptos"/>
                <a:cs typeface="Aptos"/>
              </a:rPr>
              <a:t>Paradis</a:t>
            </a:r>
            <a:r>
              <a:rPr sz="750" spc="500">
                <a:solidFill>
                  <a:srgbClr val="005399"/>
                </a:solidFill>
                <a:latin typeface="Aptos"/>
                <a:cs typeface="Aptos"/>
              </a:rPr>
              <a:t> </a:t>
            </a:r>
            <a:r>
              <a:rPr sz="750">
                <a:solidFill>
                  <a:srgbClr val="005399"/>
                </a:solidFill>
                <a:latin typeface="Aptos"/>
                <a:cs typeface="Aptos"/>
              </a:rPr>
              <a:t>75010</a:t>
            </a:r>
            <a:r>
              <a:rPr sz="750" spc="-25">
                <a:solidFill>
                  <a:srgbClr val="005399"/>
                </a:solidFill>
                <a:latin typeface="Aptos"/>
                <a:cs typeface="Aptos"/>
              </a:rPr>
              <a:t> </a:t>
            </a:r>
            <a:r>
              <a:rPr sz="750" spc="-10">
                <a:solidFill>
                  <a:srgbClr val="005399"/>
                </a:solidFill>
                <a:latin typeface="Aptos"/>
                <a:cs typeface="Aptos"/>
              </a:rPr>
              <a:t>Paris</a:t>
            </a:r>
            <a:endParaRPr sz="750">
              <a:latin typeface="Aptos"/>
              <a:cs typeface="Aptos"/>
            </a:endParaRPr>
          </a:p>
        </p:txBody>
      </p:sp>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9"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05" r:id="rId3"/>
    <p:sldLayoutId id="2147483704" r:id="rId4"/>
    <p:sldLayoutId id="2147483703" r:id="rId5"/>
    <p:sldLayoutId id="2147483701" r:id="rId6"/>
    <p:sldLayoutId id="2147483707"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19"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02" r:id="rId1"/>
    <p:sldLayoutId id="2147483700" r:id="rId2"/>
    <p:sldLayoutId id="2147483735" r:id="rId3"/>
    <p:sldLayoutId id="2147483753" r:id="rId4"/>
    <p:sldLayoutId id="2147483755" r:id="rId5"/>
    <p:sldLayoutId id="2147483756" r:id="rId6"/>
    <p:sldLayoutId id="2147483772" r:id="rId7"/>
    <p:sldLayoutId id="2147483774" r:id="rId8"/>
    <p:sldLayoutId id="2147483785" r:id="rId9"/>
    <p:sldLayoutId id="2147483786" r:id="rId10"/>
    <p:sldLayoutId id="2147483788" r:id="rId11"/>
    <p:sldLayoutId id="2147483791" r:id="rId12"/>
    <p:sldLayoutId id="2147483792" r:id="rId13"/>
    <p:sldLayoutId id="2147483794" r:id="rId14"/>
    <p:sldLayoutId id="2147483796" r:id="rId15"/>
    <p:sldLayoutId id="2147483800" r:id="rId16"/>
    <p:sldLayoutId id="2147483801" r:id="rId17"/>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5">
            <a:extLst>
              <a:ext uri="{FF2B5EF4-FFF2-40B4-BE49-F238E27FC236}">
                <a16:creationId xmlns:a16="http://schemas.microsoft.com/office/drawing/2014/main" id="{ECA27935-26A3-8C9E-A443-1AFC9591B546}"/>
              </a:ext>
            </a:extLst>
          </p:cNvPr>
          <p:cNvSpPr/>
          <p:nvPr userDrawn="1"/>
        </p:nvSpPr>
        <p:spPr>
          <a:xfrm>
            <a:off x="413994" y="6259728"/>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a:p>
        </p:txBody>
      </p:sp>
      <p:grpSp>
        <p:nvGrpSpPr>
          <p:cNvPr id="11" name="object 7">
            <a:extLst>
              <a:ext uri="{FF2B5EF4-FFF2-40B4-BE49-F238E27FC236}">
                <a16:creationId xmlns:a16="http://schemas.microsoft.com/office/drawing/2014/main" id="{A2425A54-B3BD-231D-5128-125A7D73C116}"/>
              </a:ext>
            </a:extLst>
          </p:cNvPr>
          <p:cNvGrpSpPr/>
          <p:nvPr userDrawn="1"/>
        </p:nvGrpSpPr>
        <p:grpSpPr>
          <a:xfrm>
            <a:off x="415105" y="2565707"/>
            <a:ext cx="1955164" cy="863600"/>
            <a:chOff x="415105" y="2565707"/>
            <a:chExt cx="1955164" cy="863600"/>
          </a:xfrm>
        </p:grpSpPr>
        <p:pic>
          <p:nvPicPr>
            <p:cNvPr id="12" name="object 8">
              <a:extLst>
                <a:ext uri="{FF2B5EF4-FFF2-40B4-BE49-F238E27FC236}">
                  <a16:creationId xmlns:a16="http://schemas.microsoft.com/office/drawing/2014/main" id="{4734CC89-A381-1068-A6B1-6DC77F7578D7}"/>
                </a:ext>
              </a:extLst>
            </p:cNvPr>
            <p:cNvPicPr/>
            <p:nvPr/>
          </p:nvPicPr>
          <p:blipFill>
            <a:blip r:embed="rId3" cstate="print"/>
            <a:stretch>
              <a:fillRect/>
            </a:stretch>
          </p:blipFill>
          <p:spPr>
            <a:xfrm>
              <a:off x="2221487" y="3236360"/>
              <a:ext cx="147762" cy="192646"/>
            </a:xfrm>
            <a:prstGeom prst="rect">
              <a:avLst/>
            </a:prstGeom>
          </p:spPr>
        </p:pic>
        <p:pic>
          <p:nvPicPr>
            <p:cNvPr id="13" name="object 9">
              <a:extLst>
                <a:ext uri="{FF2B5EF4-FFF2-40B4-BE49-F238E27FC236}">
                  <a16:creationId xmlns:a16="http://schemas.microsoft.com/office/drawing/2014/main" id="{C533884C-988E-55C9-2A03-81E6B2922667}"/>
                </a:ext>
              </a:extLst>
            </p:cNvPr>
            <p:cNvPicPr/>
            <p:nvPr/>
          </p:nvPicPr>
          <p:blipFill>
            <a:blip r:embed="rId4" cstate="print"/>
            <a:stretch>
              <a:fillRect/>
            </a:stretch>
          </p:blipFill>
          <p:spPr>
            <a:xfrm>
              <a:off x="415105" y="2565707"/>
              <a:ext cx="1954570" cy="863286"/>
            </a:xfrm>
            <a:prstGeom prst="rect">
              <a:avLst/>
            </a:prstGeom>
          </p:spPr>
        </p:pic>
      </p:grpSp>
      <p:sp>
        <p:nvSpPr>
          <p:cNvPr id="14" name="object 6">
            <a:extLst>
              <a:ext uri="{FF2B5EF4-FFF2-40B4-BE49-F238E27FC236}">
                <a16:creationId xmlns:a16="http://schemas.microsoft.com/office/drawing/2014/main" id="{A0AD03BB-AB97-8DFB-8076-316E72FBD42C}"/>
              </a:ext>
            </a:extLst>
          </p:cNvPr>
          <p:cNvSpPr txBox="1"/>
          <p:nvPr userDrawn="1"/>
        </p:nvSpPr>
        <p:spPr>
          <a:xfrm>
            <a:off x="401299" y="378255"/>
            <a:ext cx="3193415" cy="1610697"/>
          </a:xfrm>
          <a:prstGeom prst="rect">
            <a:avLst/>
          </a:prstGeom>
        </p:spPr>
        <p:txBody>
          <a:bodyPr vert="horz" wrap="square" lIns="0" tIns="12700" rIns="0" bIns="0" rtlCol="0">
            <a:spAutoFit/>
          </a:bodyPr>
          <a:lstStyle/>
          <a:p>
            <a:pPr marL="12700" algn="l">
              <a:lnSpc>
                <a:spcPct val="100000"/>
              </a:lnSpc>
              <a:spcBef>
                <a:spcPts val="100"/>
              </a:spcBef>
            </a:pPr>
            <a:r>
              <a:rPr sz="950" b="1" dirty="0">
                <a:solidFill>
                  <a:srgbClr val="005399"/>
                </a:solidFill>
                <a:latin typeface="Aptos" panose="020B0004020202020204" pitchFamily="34" charset="0"/>
                <a:cs typeface="Circular Std Bold Italic"/>
              </a:rPr>
              <a:t>Citepa</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est</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une</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association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qui</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guide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les</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acteurs</a:t>
            </a:r>
            <a:r>
              <a:rPr lang="fr-FR" sz="950" b="1" spc="-10" dirty="0">
                <a:solidFill>
                  <a:srgbClr val="005399"/>
                </a:solidFill>
                <a:latin typeface="Aptos" panose="020B0004020202020204" pitchFamily="34" charset="0"/>
                <a:cs typeface="Circular Std Bold Italic"/>
              </a:rPr>
              <a:t> </a:t>
            </a:r>
            <a:endParaRPr sz="950" dirty="0">
              <a:latin typeface="Aptos" panose="020B0004020202020204" pitchFamily="34" charset="0"/>
              <a:cs typeface="Circular Std Bold Italic"/>
            </a:endParaRPr>
          </a:p>
          <a:p>
            <a:pPr marL="12700" algn="l">
              <a:lnSpc>
                <a:spcPct val="100000"/>
              </a:lnSpc>
            </a:pPr>
            <a:r>
              <a:rPr lang="fr-FR" sz="950" b="1" dirty="0">
                <a:solidFill>
                  <a:srgbClr val="005399"/>
                </a:solidFill>
                <a:latin typeface="Aptos" panose="020B0004020202020204" pitchFamily="34" charset="0"/>
                <a:cs typeface="Circular Std Bold Italic"/>
              </a:rPr>
              <a:t>d</a:t>
            </a:r>
            <a:r>
              <a:rPr sz="950" b="1" dirty="0">
                <a:solidFill>
                  <a:srgbClr val="005399"/>
                </a:solidFill>
                <a:latin typeface="Aptos" panose="020B0004020202020204" pitchFamily="34" charset="0"/>
                <a:cs typeface="Circular Std Bold Italic"/>
              </a:rPr>
              <a:t>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la</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transition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écologique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France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et</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dans</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monde</a:t>
            </a:r>
            <a:r>
              <a:rPr sz="950" b="1"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91465" algn="l">
              <a:lnSpc>
                <a:spcPct val="100000"/>
              </a:lnSpc>
              <a:spcBef>
                <a:spcPts val="1140"/>
              </a:spcBef>
            </a:pP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évalue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l’impact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activités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humaines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sur</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pollution</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atmosphérique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produit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données</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référence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développe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solutions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pour</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favoriser</a:t>
            </a:r>
            <a:r>
              <a:rPr lang="fr-FR" sz="950" spc="-10" dirty="0">
                <a:solidFill>
                  <a:srgbClr val="005399"/>
                </a:solidFill>
                <a:latin typeface="Aptos" panose="020B0004020202020204" pitchFamily="34" charset="0"/>
                <a:cs typeface="Circular Std Bold Italic"/>
              </a:rPr>
              <a:t> </a:t>
            </a:r>
            <a:br>
              <a:rPr lang="fr-FR" sz="950" spc="-10" dirty="0">
                <a:solidFill>
                  <a:srgbClr val="005399"/>
                </a:solidFill>
                <a:latin typeface="Aptos" panose="020B0004020202020204" pitchFamily="34" charset="0"/>
                <a:cs typeface="Circular Std Bold Italic"/>
              </a:rPr>
            </a:b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réduction</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émissions</a:t>
            </a:r>
            <a:r>
              <a:rPr sz="950" dirty="0">
                <a:solidFill>
                  <a:srgbClr val="005399"/>
                </a:solidFill>
                <a:latin typeface="Aptos" panose="020B0004020202020204" pitchFamily="34" charset="0"/>
                <a:cs typeface="Circular Std Bold Italic"/>
              </a:rPr>
              <a: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l’amélioration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qualité</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20" noProof="0" dirty="0">
                <a:solidFill>
                  <a:srgbClr val="005399"/>
                </a:solidFill>
                <a:latin typeface="Aptos" panose="020B0004020202020204" pitchFamily="34" charset="0"/>
                <a:cs typeface="Circular Std Bold Italic"/>
              </a:rPr>
              <a:t>l’air</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l’adaptation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au</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changement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climatique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11454" algn="l">
              <a:lnSpc>
                <a:spcPct val="100000"/>
              </a:lnSpc>
              <a:spcBef>
                <a:spcPts val="1140"/>
              </a:spcBef>
            </a:pPr>
            <a:r>
              <a:rPr lang="fr-FR" sz="950" noProof="0" dirty="0">
                <a:solidFill>
                  <a:srgbClr val="005399"/>
                </a:solidFill>
                <a:latin typeface="Aptos" panose="020B0004020202020204" pitchFamily="34" charset="0"/>
                <a:cs typeface="Circular Std Bold Italic"/>
              </a:rPr>
              <a:t>Notre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équipe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pluridisciplinaire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participe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à</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construction</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d’un</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monde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durable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p:txBody>
      </p:sp>
      <p:sp>
        <p:nvSpPr>
          <p:cNvPr id="16" name="object 3">
            <a:extLst>
              <a:ext uri="{FF2B5EF4-FFF2-40B4-BE49-F238E27FC236}">
                <a16:creationId xmlns:a16="http://schemas.microsoft.com/office/drawing/2014/main" id="{8C455971-B917-544C-294C-FADEE90DBCCC}"/>
              </a:ext>
            </a:extLst>
          </p:cNvPr>
          <p:cNvSpPr txBox="1"/>
          <p:nvPr userDrawn="1"/>
        </p:nvSpPr>
        <p:spPr>
          <a:xfrm>
            <a:off x="1913346" y="6219305"/>
            <a:ext cx="721360" cy="256480"/>
          </a:xfrm>
          <a:prstGeom prst="rect">
            <a:avLst/>
          </a:prstGeom>
        </p:spPr>
        <p:txBody>
          <a:bodyPr vert="horz" wrap="square" lIns="0" tIns="12700" rIns="0" bIns="0" rtlCol="0">
            <a:spAutoFit/>
          </a:bodyPr>
          <a:lstStyle/>
          <a:p>
            <a:pPr marL="12700">
              <a:lnSpc>
                <a:spcPts val="850"/>
              </a:lnSpc>
              <a:spcBef>
                <a:spcPts val="100"/>
              </a:spcBef>
            </a:pPr>
            <a:r>
              <a:rPr sz="750">
                <a:solidFill>
                  <a:srgbClr val="005399"/>
                </a:solidFill>
                <a:latin typeface="Aptos"/>
                <a:cs typeface="Aptos"/>
              </a:rPr>
              <a:t>01448368</a:t>
            </a:r>
            <a:r>
              <a:rPr sz="750" spc="-25">
                <a:solidFill>
                  <a:srgbClr val="005399"/>
                </a:solidFill>
                <a:latin typeface="Aptos"/>
                <a:cs typeface="Aptos"/>
              </a:rPr>
              <a:t>83</a:t>
            </a:r>
            <a:endParaRPr lang="fr-FR" sz="750" spc="-25">
              <a:solidFill>
                <a:srgbClr val="005399"/>
              </a:solidFill>
              <a:latin typeface="Aptos"/>
              <a:cs typeface="Aptos"/>
            </a:endParaRPr>
          </a:p>
          <a:p>
            <a:pPr marL="12700">
              <a:lnSpc>
                <a:spcPts val="850"/>
              </a:lnSpc>
              <a:spcBef>
                <a:spcPts val="100"/>
              </a:spcBef>
            </a:pPr>
            <a:r>
              <a:rPr lang="fr-FR" sz="750" u="none" spc="-25" err="1">
                <a:ln>
                  <a:noFill/>
                </a:ln>
                <a:solidFill>
                  <a:srgbClr val="005399"/>
                </a:solidFill>
                <a:latin typeface="Aptos"/>
                <a:cs typeface="Aptos"/>
              </a:rPr>
              <a:t>infos@citepa.org</a:t>
            </a:r>
            <a:endParaRPr sz="750" u="none">
              <a:ln>
                <a:noFill/>
              </a:ln>
              <a:solidFill>
                <a:srgbClr val="000000"/>
              </a:solidFill>
              <a:latin typeface="Aptos"/>
              <a:cs typeface="Aptos"/>
            </a:endParaRPr>
          </a:p>
        </p:txBody>
      </p:sp>
      <p:sp>
        <p:nvSpPr>
          <p:cNvPr id="18" name="object 4">
            <a:extLst>
              <a:ext uri="{FF2B5EF4-FFF2-40B4-BE49-F238E27FC236}">
                <a16:creationId xmlns:a16="http://schemas.microsoft.com/office/drawing/2014/main" id="{0881AB3C-389A-A3D1-615C-4B324CA43F9B}"/>
              </a:ext>
            </a:extLst>
          </p:cNvPr>
          <p:cNvSpPr txBox="1"/>
          <p:nvPr userDrawn="1"/>
        </p:nvSpPr>
        <p:spPr>
          <a:xfrm>
            <a:off x="2971859" y="6346337"/>
            <a:ext cx="461645" cy="139700"/>
          </a:xfrm>
          <a:prstGeom prst="rect">
            <a:avLst/>
          </a:prstGeom>
        </p:spPr>
        <p:txBody>
          <a:bodyPr vert="horz" wrap="square" lIns="0" tIns="12700" rIns="0" bIns="0" rtlCol="0">
            <a:spAutoFit/>
          </a:bodyPr>
          <a:lstStyle/>
          <a:p>
            <a:pPr marL="12700">
              <a:lnSpc>
                <a:spcPct val="100000"/>
              </a:lnSpc>
              <a:spcBef>
                <a:spcPts val="100"/>
              </a:spcBef>
            </a:pPr>
            <a:r>
              <a:rPr sz="750" b="1" spc="-10">
                <a:solidFill>
                  <a:srgbClr val="29A457"/>
                </a:solidFill>
                <a:latin typeface="Aptos"/>
                <a:cs typeface="Aptos"/>
              </a:rPr>
              <a:t>citepa.org</a:t>
            </a:r>
            <a:endParaRPr sz="750">
              <a:latin typeface="Aptos"/>
              <a:cs typeface="Aptos"/>
            </a:endParaRPr>
          </a:p>
        </p:txBody>
      </p:sp>
      <p:sp>
        <p:nvSpPr>
          <p:cNvPr id="20" name="object 2">
            <a:extLst>
              <a:ext uri="{FF2B5EF4-FFF2-40B4-BE49-F238E27FC236}">
                <a16:creationId xmlns:a16="http://schemas.microsoft.com/office/drawing/2014/main" id="{DB0E6786-D142-72FF-AE9E-265D448C22B5}"/>
              </a:ext>
            </a:extLst>
          </p:cNvPr>
          <p:cNvSpPr txBox="1"/>
          <p:nvPr userDrawn="1"/>
        </p:nvSpPr>
        <p:spPr>
          <a:xfrm>
            <a:off x="779299" y="6244705"/>
            <a:ext cx="728345" cy="233141"/>
          </a:xfrm>
          <a:prstGeom prst="rect">
            <a:avLst/>
          </a:prstGeom>
        </p:spPr>
        <p:txBody>
          <a:bodyPr vert="horz" wrap="square" lIns="0" tIns="26670" rIns="0" bIns="0" rtlCol="0">
            <a:spAutoFit/>
          </a:bodyPr>
          <a:lstStyle/>
          <a:p>
            <a:pPr marL="12700" marR="5080">
              <a:lnSpc>
                <a:spcPts val="800"/>
              </a:lnSpc>
              <a:spcBef>
                <a:spcPts val="210"/>
              </a:spcBef>
            </a:pPr>
            <a:r>
              <a:rPr sz="750">
                <a:solidFill>
                  <a:srgbClr val="005399"/>
                </a:solidFill>
                <a:latin typeface="Aptos"/>
                <a:cs typeface="Aptos"/>
              </a:rPr>
              <a:t>42</a:t>
            </a:r>
            <a:r>
              <a:rPr lang="fr-FR" sz="750">
                <a:solidFill>
                  <a:srgbClr val="005399"/>
                </a:solidFill>
                <a:latin typeface="Aptos"/>
                <a:cs typeface="Aptos"/>
              </a:rPr>
              <a:t> </a:t>
            </a:r>
            <a:r>
              <a:rPr sz="750">
                <a:solidFill>
                  <a:srgbClr val="005399"/>
                </a:solidFill>
                <a:latin typeface="Aptos"/>
                <a:cs typeface="Aptos"/>
              </a:rPr>
              <a:t>rue</a:t>
            </a:r>
            <a:r>
              <a:rPr lang="fr-FR" sz="750">
                <a:solidFill>
                  <a:srgbClr val="005399"/>
                </a:solidFill>
                <a:latin typeface="Aptos"/>
                <a:cs typeface="Aptos"/>
              </a:rPr>
              <a:t> </a:t>
            </a:r>
            <a:r>
              <a:rPr sz="750">
                <a:solidFill>
                  <a:srgbClr val="005399"/>
                </a:solidFill>
                <a:latin typeface="Aptos"/>
                <a:cs typeface="Aptos"/>
              </a:rPr>
              <a:t>de</a:t>
            </a:r>
            <a:r>
              <a:rPr lang="fr-FR" sz="750">
                <a:solidFill>
                  <a:srgbClr val="005399"/>
                </a:solidFill>
                <a:latin typeface="Aptos"/>
                <a:cs typeface="Aptos"/>
              </a:rPr>
              <a:t> </a:t>
            </a:r>
            <a:r>
              <a:rPr sz="750" spc="-10">
                <a:solidFill>
                  <a:srgbClr val="005399"/>
                </a:solidFill>
                <a:latin typeface="Aptos"/>
                <a:cs typeface="Aptos"/>
              </a:rPr>
              <a:t>Paradis</a:t>
            </a:r>
            <a:r>
              <a:rPr lang="fr-FR" sz="750" spc="-10">
                <a:solidFill>
                  <a:srgbClr val="005399"/>
                </a:solidFill>
                <a:latin typeface="Aptos"/>
                <a:cs typeface="Aptos"/>
              </a:rPr>
              <a:t> </a:t>
            </a:r>
            <a:r>
              <a:rPr sz="750">
                <a:solidFill>
                  <a:srgbClr val="005399"/>
                </a:solidFill>
                <a:latin typeface="Aptos"/>
                <a:cs typeface="Aptos"/>
              </a:rPr>
              <a:t>75010</a:t>
            </a:r>
            <a:r>
              <a:rPr lang="fr-FR" sz="750">
                <a:solidFill>
                  <a:srgbClr val="005399"/>
                </a:solidFill>
                <a:latin typeface="Aptos"/>
                <a:cs typeface="Aptos"/>
              </a:rPr>
              <a:t> </a:t>
            </a:r>
            <a:r>
              <a:rPr sz="750" spc="-10">
                <a:solidFill>
                  <a:srgbClr val="005399"/>
                </a:solidFill>
                <a:latin typeface="Aptos"/>
                <a:cs typeface="Aptos"/>
              </a:rPr>
              <a:t>Paris</a:t>
            </a:r>
            <a:endParaRPr sz="750">
              <a:latin typeface="Aptos"/>
              <a:cs typeface="Aptos"/>
            </a:endParaRPr>
          </a:p>
        </p:txBody>
      </p:sp>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44" r:id="rId1"/>
    <p:sldLayoutId id="2147483742" r:id="rId2"/>
    <p:sldLayoutId id="2147483739"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Workshop |  CC data and </a:t>
            </a:r>
            <a:r>
              <a:rPr lang="fr-FR" sz="1000" spc="-10" dirty="0" err="1">
                <a:solidFill>
                  <a:schemeClr val="bg1"/>
                </a:solidFill>
                <a:latin typeface="Aptos" panose="020B0004020202020204" pitchFamily="34" charset="0"/>
                <a:cs typeface="Aparajita" panose="020B0604020202020204" pitchFamily="34" charset="0"/>
              </a:rPr>
              <a:t>reporting</a:t>
            </a:r>
            <a:endParaRPr lang="fr-FR" sz="1000" spc="-10" dirty="0">
              <a:solidFill>
                <a:schemeClr val="bg1"/>
              </a:solidFill>
              <a:latin typeface="Aptos" panose="020B0004020202020204" pitchFamily="34" charset="0"/>
              <a:cs typeface="Aparajita" panose="020B0604020202020204" pitchFamily="34" charset="0"/>
            </a:endParaRP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4"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43" r:id="rId1"/>
    <p:sldLayoutId id="2147483741"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3" name="Image 2" descr="Une image contenant plein air, nuage, Cumulus, heure du jour&#10;&#10;Description générée automatiquement">
            <a:extLst>
              <a:ext uri="{FF2B5EF4-FFF2-40B4-BE49-F238E27FC236}">
                <a16:creationId xmlns:a16="http://schemas.microsoft.com/office/drawing/2014/main" id="{F4C60F01-B9CC-619E-D0DB-162FF3BBE40B}"/>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saturation sat="200000"/>
                    </a14:imgEffect>
                  </a14:imgLayer>
                </a14:imgProps>
              </a:ext>
              <a:ext uri="{28A0092B-C50C-407E-A947-70E740481C1C}">
                <a14:useLocalDpi xmlns:a14="http://schemas.microsoft.com/office/drawing/2010/main" val="0"/>
              </a:ext>
            </a:extLst>
          </a:blip>
          <a:srcRect l="9173" r="20682"/>
          <a:stretch/>
        </p:blipFill>
        <p:spPr>
          <a:xfrm>
            <a:off x="2731135" y="0"/>
            <a:ext cx="7174865" cy="6858000"/>
          </a:xfrm>
          <a:prstGeom prst="rect">
            <a:avLst/>
          </a:prstGeom>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746"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37.xml"/><Relationship Id="rId5" Type="http://schemas.openxmlformats.org/officeDocument/2006/relationships/image" Target="../media/image31.sv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7.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hyperlink" Target="https://myapps.unfccc.int/" TargetMode="External"/><Relationship Id="rId2" Type="http://schemas.openxmlformats.org/officeDocument/2006/relationships/image" Target="../media/image49.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5.svg"/><Relationship Id="rId7"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37.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hyperlink" Target="https://unfccc.int/resource/tet/bg/bg5-01_annexV_05_CMA3.pdf"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0.xml"/><Relationship Id="rId5" Type="http://schemas.openxmlformats.org/officeDocument/2006/relationships/hyperlink" Target="mailto:Julien.vincent@citepa.org" TargetMode="External"/><Relationship Id="rId4" Type="http://schemas.openxmlformats.org/officeDocument/2006/relationships/hyperlink" Target="mailto:Jean-pierre.chang@citepa.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Visage humain, habits, intérieur, mur&#10;&#10;Description générée automatiquement">
            <a:extLst>
              <a:ext uri="{FF2B5EF4-FFF2-40B4-BE49-F238E27FC236}">
                <a16:creationId xmlns:a16="http://schemas.microsoft.com/office/drawing/2014/main" id="{0C1DEB8C-53E0-29D5-9D17-4A1B596F3CED}"/>
              </a:ext>
            </a:extLst>
          </p:cNvPr>
          <p:cNvPicPr>
            <a:picLocks noChangeAspect="1"/>
          </p:cNvPicPr>
          <p:nvPr/>
        </p:nvPicPr>
        <p:blipFill rotWithShape="1">
          <a:blip r:embed="rId2"/>
          <a:srcRect t="1476" r="31159" b="26"/>
          <a:stretch/>
        </p:blipFill>
        <p:spPr>
          <a:xfrm>
            <a:off x="2685036" y="-9345"/>
            <a:ext cx="7222769" cy="6867345"/>
          </a:xfrm>
          <a:prstGeom prst="rect">
            <a:avLst/>
          </a:prstGeom>
        </p:spPr>
      </p:pic>
      <p:sp>
        <p:nvSpPr>
          <p:cNvPr id="2" name="Titre 1">
            <a:extLst>
              <a:ext uri="{FF2B5EF4-FFF2-40B4-BE49-F238E27FC236}">
                <a16:creationId xmlns:a16="http://schemas.microsoft.com/office/drawing/2014/main" id="{A564FD8F-91CB-95A5-3015-2C9B7960CC28}"/>
              </a:ext>
            </a:extLst>
          </p:cNvPr>
          <p:cNvSpPr>
            <a:spLocks noGrp="1"/>
          </p:cNvSpPr>
          <p:nvPr>
            <p:ph type="title"/>
          </p:nvPr>
        </p:nvSpPr>
        <p:spPr>
          <a:xfrm>
            <a:off x="4800600" y="1833078"/>
            <a:ext cx="4876800" cy="1251285"/>
          </a:xfrm>
        </p:spPr>
        <p:txBody>
          <a:bodyPr/>
          <a:lstStyle/>
          <a:p>
            <a:r>
              <a:rPr lang="en-US" noProof="0" dirty="0"/>
              <a:t>GHG inventory</a:t>
            </a:r>
            <a:br>
              <a:rPr lang="en-US" noProof="0" dirty="0"/>
            </a:br>
            <a:r>
              <a:rPr lang="en-US" noProof="0" dirty="0"/>
              <a:t>Reporting</a:t>
            </a:r>
          </a:p>
        </p:txBody>
      </p:sp>
      <p:sp>
        <p:nvSpPr>
          <p:cNvPr id="3" name="Espace réservé du texte 2">
            <a:extLst>
              <a:ext uri="{FF2B5EF4-FFF2-40B4-BE49-F238E27FC236}">
                <a16:creationId xmlns:a16="http://schemas.microsoft.com/office/drawing/2014/main" id="{8C1A2ACB-4B0E-BE56-333A-07F0CF546D02}"/>
              </a:ext>
            </a:extLst>
          </p:cNvPr>
          <p:cNvSpPr>
            <a:spLocks noGrp="1"/>
          </p:cNvSpPr>
          <p:nvPr>
            <p:ph type="body" sz="quarter" idx="10"/>
          </p:nvPr>
        </p:nvSpPr>
        <p:spPr>
          <a:xfrm>
            <a:off x="4876800" y="3962400"/>
            <a:ext cx="4800600" cy="851656"/>
          </a:xfrm>
        </p:spPr>
        <p:txBody>
          <a:bodyPr/>
          <a:lstStyle/>
          <a:p>
            <a:r>
              <a:rPr lang="en-US" noProof="0" dirty="0"/>
              <a:t>7-9 October 2025 - Sarajevo</a:t>
            </a:r>
          </a:p>
        </p:txBody>
      </p:sp>
      <p:pic>
        <p:nvPicPr>
          <p:cNvPr id="7" name="Image 6" descr="Une image contenant Police, Graphique, logo, texte&#10;&#10;Description générée automatiquement">
            <a:extLst>
              <a:ext uri="{FF2B5EF4-FFF2-40B4-BE49-F238E27FC236}">
                <a16:creationId xmlns:a16="http://schemas.microsoft.com/office/drawing/2014/main" id="{9AF3CAB7-025A-917A-D7CE-5EF24EE24567}"/>
              </a:ext>
            </a:extLst>
          </p:cNvPr>
          <p:cNvPicPr>
            <a:picLocks noChangeAspect="1"/>
          </p:cNvPicPr>
          <p:nvPr/>
        </p:nvPicPr>
        <p:blipFill>
          <a:blip r:embed="rId3"/>
          <a:stretch>
            <a:fillRect/>
          </a:stretch>
        </p:blipFill>
        <p:spPr>
          <a:xfrm>
            <a:off x="7981715" y="6034088"/>
            <a:ext cx="1695797" cy="504825"/>
          </a:xfrm>
          <a:prstGeom prst="rect">
            <a:avLst/>
          </a:prstGeom>
        </p:spPr>
      </p:pic>
      <p:pic>
        <p:nvPicPr>
          <p:cNvPr id="5" name="Picture 4" descr="A logo with blue text&#10;&#10;Description automatically generated">
            <a:extLst>
              <a:ext uri="{FF2B5EF4-FFF2-40B4-BE49-F238E27FC236}">
                <a16:creationId xmlns:a16="http://schemas.microsoft.com/office/drawing/2014/main" id="{800A5173-27CD-C2DD-2D20-AF0AFF6CF7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686" y="5872162"/>
            <a:ext cx="2419350" cy="828675"/>
          </a:xfrm>
          <a:prstGeom prst="rect">
            <a:avLst/>
          </a:prstGeom>
        </p:spPr>
      </p:pic>
      <p:pic>
        <p:nvPicPr>
          <p:cNvPr id="9" name="Image 8">
            <a:extLst>
              <a:ext uri="{FF2B5EF4-FFF2-40B4-BE49-F238E27FC236}">
                <a16:creationId xmlns:a16="http://schemas.microsoft.com/office/drawing/2014/main" id="{1D74404E-6536-0000-3A7E-6C8389AB7870}"/>
              </a:ext>
            </a:extLst>
          </p:cNvPr>
          <p:cNvPicPr>
            <a:picLocks noChangeAspect="1"/>
          </p:cNvPicPr>
          <p:nvPr/>
        </p:nvPicPr>
        <p:blipFill>
          <a:blip r:embed="rId5"/>
          <a:stretch>
            <a:fillRect/>
          </a:stretch>
        </p:blipFill>
        <p:spPr>
          <a:xfrm>
            <a:off x="2896793" y="5772163"/>
            <a:ext cx="4289454" cy="888320"/>
          </a:xfrm>
          <a:prstGeom prst="rect">
            <a:avLst/>
          </a:prstGeom>
        </p:spPr>
      </p:pic>
    </p:spTree>
    <p:extLst>
      <p:ext uri="{BB962C8B-B14F-4D97-AF65-F5344CB8AC3E}">
        <p14:creationId xmlns:p14="http://schemas.microsoft.com/office/powerpoint/2010/main" val="2417572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757228D-814C-D64F-E4CA-D272E2556BF6}"/>
              </a:ext>
            </a:extLst>
          </p:cNvPr>
          <p:cNvSpPr>
            <a:spLocks noGrp="1"/>
          </p:cNvSpPr>
          <p:nvPr>
            <p:ph type="sldNum" sz="quarter" idx="11"/>
          </p:nvPr>
        </p:nvSpPr>
        <p:spPr/>
        <p:txBody>
          <a:bodyPr/>
          <a:lstStyle/>
          <a:p>
            <a:fld id="{909D9AA9-2800-6742-B3AC-1FC34B18C60A}" type="slidenum">
              <a:rPr lang="en-US" noProof="0" smtClean="0"/>
              <a:pPr/>
              <a:t>2</a:t>
            </a:fld>
            <a:endParaRPr lang="en-US" noProof="0" dirty="0"/>
          </a:p>
        </p:txBody>
      </p:sp>
      <p:sp>
        <p:nvSpPr>
          <p:cNvPr id="4" name="Titre 1">
            <a:extLst>
              <a:ext uri="{FF2B5EF4-FFF2-40B4-BE49-F238E27FC236}">
                <a16:creationId xmlns:a16="http://schemas.microsoft.com/office/drawing/2014/main" id="{0BD1EA62-FBF5-C46C-9F56-172F09CE91BC}"/>
              </a:ext>
            </a:extLst>
          </p:cNvPr>
          <p:cNvSpPr>
            <a:spLocks noGrp="1"/>
          </p:cNvSpPr>
          <p:nvPr>
            <p:ph type="title"/>
          </p:nvPr>
        </p:nvSpPr>
        <p:spPr>
          <a:xfrm>
            <a:off x="3200400" y="2438400"/>
            <a:ext cx="6705600" cy="2133600"/>
          </a:xfrm>
          <a:prstGeom prst="rect">
            <a:avLst/>
          </a:prstGeom>
        </p:spPr>
        <p:txBody>
          <a:bodyPr anchor="ctr"/>
          <a:lstStyle/>
          <a:p>
            <a:r>
              <a:rPr lang="en-US" noProof="0" dirty="0">
                <a:solidFill>
                  <a:schemeClr val="bg1"/>
                </a:solidFill>
              </a:rPr>
              <a:t>Reporting obligations</a:t>
            </a:r>
          </a:p>
        </p:txBody>
      </p:sp>
    </p:spTree>
    <p:extLst>
      <p:ext uri="{BB962C8B-B14F-4D97-AF65-F5344CB8AC3E}">
        <p14:creationId xmlns:p14="http://schemas.microsoft.com/office/powerpoint/2010/main" val="2018086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664788" y="344277"/>
            <a:ext cx="8274988" cy="589465"/>
          </a:xfrm>
        </p:spPr>
        <p:txBody>
          <a:bodyPr/>
          <a:lstStyle/>
          <a:p>
            <a:pPr algn="ctr"/>
            <a:r>
              <a:rPr lang="en-US" sz="2494" noProof="0" dirty="0">
                <a:solidFill>
                  <a:srgbClr val="005399"/>
                </a:solidFill>
                <a:latin typeface="+mn-lt"/>
              </a:rPr>
              <a:t>MPGs: GHG-I (chap. II)</a:t>
            </a:r>
          </a:p>
        </p:txBody>
      </p:sp>
      <p:sp>
        <p:nvSpPr>
          <p:cNvPr id="3" name="Rectangle 2">
            <a:extLst>
              <a:ext uri="{FF2B5EF4-FFF2-40B4-BE49-F238E27FC236}">
                <a16:creationId xmlns:a16="http://schemas.microsoft.com/office/drawing/2014/main" id="{488AFB3B-DD6A-415F-9A0C-184B216BA117}"/>
              </a:ext>
            </a:extLst>
          </p:cNvPr>
          <p:cNvSpPr/>
          <p:nvPr/>
        </p:nvSpPr>
        <p:spPr>
          <a:xfrm>
            <a:off x="489375" y="1598971"/>
            <a:ext cx="8927250" cy="3170099"/>
          </a:xfrm>
          <a:prstGeom prst="rect">
            <a:avLst/>
          </a:prstGeom>
        </p:spPr>
        <p:txBody>
          <a:bodyPr wrap="square">
            <a:spAutoFit/>
          </a:bodyPr>
          <a:lstStyle/>
          <a:p>
            <a:pPr>
              <a:spcBef>
                <a:spcPts val="600"/>
              </a:spcBef>
              <a:spcAft>
                <a:spcPts val="600"/>
              </a:spcAft>
            </a:pPr>
            <a:r>
              <a:rPr lang="en-US" sz="2000" b="1" noProof="0" dirty="0"/>
              <a:t>MPG : modalities, procedures and guidelines</a:t>
            </a:r>
            <a:r>
              <a:rPr lang="en-US" sz="2000" noProof="0" dirty="0"/>
              <a:t> of the enhanced transparency framework under the Paris Agreement (Art. 13).</a:t>
            </a:r>
            <a:endParaRPr lang="en-US" sz="2000" noProof="0" dirty="0">
              <a:solidFill>
                <a:srgbClr val="000000"/>
              </a:solidFill>
              <a:latin typeface="+mj-lt"/>
            </a:endParaRPr>
          </a:p>
          <a:p>
            <a:pPr>
              <a:spcBef>
                <a:spcPts val="600"/>
              </a:spcBef>
              <a:spcAft>
                <a:spcPts val="600"/>
              </a:spcAft>
            </a:pPr>
            <a:r>
              <a:rPr lang="en-US" sz="2000" noProof="0" dirty="0">
                <a:solidFill>
                  <a:srgbClr val="000000"/>
                </a:solidFill>
                <a:latin typeface="+mj-lt"/>
              </a:rPr>
              <a:t>Chapter II of the MPGs contains provisions for National GHG inventories: </a:t>
            </a:r>
          </a:p>
          <a:p>
            <a:pPr marL="457200" indent="-457200">
              <a:spcBef>
                <a:spcPts val="600"/>
              </a:spcBef>
              <a:buFont typeface="+mj-lt"/>
              <a:buAutoNum type="alphaUcPeriod"/>
            </a:pPr>
            <a:r>
              <a:rPr lang="en-US" sz="2000" noProof="0" dirty="0">
                <a:solidFill>
                  <a:srgbClr val="000000"/>
                </a:solidFill>
                <a:latin typeface="+mj-lt"/>
              </a:rPr>
              <a:t>Definitions </a:t>
            </a:r>
          </a:p>
          <a:p>
            <a:pPr marL="457200" indent="-457200">
              <a:spcBef>
                <a:spcPts val="600"/>
              </a:spcBef>
              <a:buFont typeface="+mj-lt"/>
              <a:buAutoNum type="alphaUcPeriod"/>
            </a:pPr>
            <a:r>
              <a:rPr lang="en-US" sz="2000" noProof="0" dirty="0">
                <a:solidFill>
                  <a:srgbClr val="000000"/>
                </a:solidFill>
                <a:latin typeface="+mj-lt"/>
              </a:rPr>
              <a:t>National context and institutional arrangements </a:t>
            </a:r>
          </a:p>
          <a:p>
            <a:pPr marL="457200" indent="-457200">
              <a:spcBef>
                <a:spcPts val="600"/>
              </a:spcBef>
              <a:buFont typeface="+mj-lt"/>
              <a:buAutoNum type="alphaUcPeriod"/>
            </a:pPr>
            <a:r>
              <a:rPr lang="en-US" sz="2000" noProof="0" dirty="0">
                <a:solidFill>
                  <a:srgbClr val="000000"/>
                </a:solidFill>
                <a:latin typeface="+mj-lt"/>
              </a:rPr>
              <a:t>Methods</a:t>
            </a:r>
          </a:p>
          <a:p>
            <a:pPr marL="457200" indent="-457200">
              <a:spcBef>
                <a:spcPts val="600"/>
              </a:spcBef>
              <a:buFont typeface="+mj-lt"/>
              <a:buAutoNum type="alphaUcPeriod"/>
            </a:pPr>
            <a:r>
              <a:rPr lang="en-US" sz="2000" noProof="0" dirty="0">
                <a:solidFill>
                  <a:srgbClr val="000000"/>
                </a:solidFill>
                <a:latin typeface="+mj-lt"/>
              </a:rPr>
              <a:t>Metrics</a:t>
            </a:r>
          </a:p>
          <a:p>
            <a:pPr marL="457200" indent="-457200">
              <a:spcBef>
                <a:spcPts val="600"/>
              </a:spcBef>
              <a:buFont typeface="+mj-lt"/>
              <a:buAutoNum type="alphaUcPeriod"/>
            </a:pPr>
            <a:r>
              <a:rPr lang="en-US" sz="2000" noProof="0" dirty="0">
                <a:solidFill>
                  <a:srgbClr val="000000"/>
                </a:solidFill>
                <a:latin typeface="+mj-lt"/>
              </a:rPr>
              <a:t>Reporting guidance / data to be reported in the NIR</a:t>
            </a:r>
            <a:r>
              <a:rPr lang="en-US" sz="2000" i="1" noProof="0" dirty="0">
                <a:solidFill>
                  <a:srgbClr val="000000"/>
                </a:solidFill>
                <a:latin typeface="+mj-lt"/>
              </a:rPr>
              <a:t>. </a:t>
            </a:r>
          </a:p>
        </p:txBody>
      </p:sp>
    </p:spTree>
    <p:extLst>
      <p:ext uri="{BB962C8B-B14F-4D97-AF65-F5344CB8AC3E}">
        <p14:creationId xmlns:p14="http://schemas.microsoft.com/office/powerpoint/2010/main" val="338407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652262" y="569745"/>
            <a:ext cx="8274988" cy="589465"/>
          </a:xfrm>
        </p:spPr>
        <p:txBody>
          <a:bodyPr/>
          <a:lstStyle/>
          <a:p>
            <a:pPr algn="ctr"/>
            <a:r>
              <a:rPr lang="en-US" sz="2494" noProof="0" dirty="0">
                <a:solidFill>
                  <a:srgbClr val="005399"/>
                </a:solidFill>
                <a:latin typeface="+mn-lt"/>
              </a:rPr>
              <a:t>MPGs: GHG-I (chap. II)</a:t>
            </a:r>
          </a:p>
        </p:txBody>
      </p:sp>
      <p:sp>
        <p:nvSpPr>
          <p:cNvPr id="3" name="Rectangle 2">
            <a:extLst>
              <a:ext uri="{FF2B5EF4-FFF2-40B4-BE49-F238E27FC236}">
                <a16:creationId xmlns:a16="http://schemas.microsoft.com/office/drawing/2014/main" id="{488AFB3B-DD6A-415F-9A0C-184B216BA117}"/>
              </a:ext>
            </a:extLst>
          </p:cNvPr>
          <p:cNvSpPr/>
          <p:nvPr/>
        </p:nvSpPr>
        <p:spPr>
          <a:xfrm>
            <a:off x="0" y="1343504"/>
            <a:ext cx="10051369" cy="1092607"/>
          </a:xfrm>
          <a:prstGeom prst="rect">
            <a:avLst/>
          </a:prstGeom>
        </p:spPr>
        <p:txBody>
          <a:bodyPr wrap="square">
            <a:spAutoFit/>
          </a:bodyPr>
          <a:lstStyle/>
          <a:p>
            <a:pPr>
              <a:spcBef>
                <a:spcPts val="300"/>
              </a:spcBef>
              <a:spcAft>
                <a:spcPts val="600"/>
              </a:spcAft>
            </a:pPr>
            <a:r>
              <a:rPr lang="en-US" sz="2000" b="1" noProof="0" dirty="0">
                <a:solidFill>
                  <a:schemeClr val="tx1">
                    <a:lumMod val="75000"/>
                  </a:schemeClr>
                </a:solidFill>
                <a:latin typeface="+mj-lt"/>
              </a:rPr>
              <a:t>A - Definitions (§ 17)</a:t>
            </a:r>
          </a:p>
          <a:p>
            <a:r>
              <a:rPr lang="en-US" sz="2000" noProof="0" dirty="0">
                <a:solidFill>
                  <a:srgbClr val="000000"/>
                </a:solidFill>
                <a:latin typeface="+mj-lt"/>
              </a:rPr>
              <a:t>The definitions of the GHG inventory principles used shall be as provided in the</a:t>
            </a:r>
          </a:p>
          <a:p>
            <a:r>
              <a:rPr lang="en-US" sz="2000" noProof="0" dirty="0">
                <a:solidFill>
                  <a:srgbClr val="000000"/>
                </a:solidFill>
                <a:latin typeface="+mj-lt"/>
              </a:rPr>
              <a:t>2006 IPCC Guidelines for National GHG-I, volume 1, chapter 1, section 1.4. </a:t>
            </a:r>
          </a:p>
        </p:txBody>
      </p:sp>
      <p:sp>
        <p:nvSpPr>
          <p:cNvPr id="2" name="Rectangle 1">
            <a:extLst>
              <a:ext uri="{FF2B5EF4-FFF2-40B4-BE49-F238E27FC236}">
                <a16:creationId xmlns:a16="http://schemas.microsoft.com/office/drawing/2014/main" id="{B99453C6-8AC2-9929-D301-6DD38F79E29B}"/>
              </a:ext>
            </a:extLst>
          </p:cNvPr>
          <p:cNvSpPr/>
          <p:nvPr/>
        </p:nvSpPr>
        <p:spPr>
          <a:xfrm>
            <a:off x="1" y="2875311"/>
            <a:ext cx="9906000" cy="3274743"/>
          </a:xfrm>
          <a:prstGeom prst="rect">
            <a:avLst/>
          </a:prstGeom>
        </p:spPr>
        <p:txBody>
          <a:bodyPr wrap="square">
            <a:spAutoFit/>
          </a:bodyPr>
          <a:lstStyle/>
          <a:p>
            <a:pPr>
              <a:spcBef>
                <a:spcPts val="300"/>
              </a:spcBef>
              <a:spcAft>
                <a:spcPts val="600"/>
              </a:spcAft>
            </a:pPr>
            <a:r>
              <a:rPr lang="en-US" sz="2000" b="1" noProof="0" dirty="0">
                <a:solidFill>
                  <a:schemeClr val="tx1">
                    <a:lumMod val="75000"/>
                  </a:schemeClr>
                </a:solidFill>
                <a:latin typeface="+mj-lt"/>
              </a:rPr>
              <a:t>B - National context and institutional arrangements (§ 18-19)</a:t>
            </a:r>
          </a:p>
          <a:p>
            <a:pPr>
              <a:lnSpc>
                <a:spcPct val="114000"/>
              </a:lnSpc>
              <a:spcBef>
                <a:spcPts val="600"/>
              </a:spcBef>
            </a:pPr>
            <a:r>
              <a:rPr lang="en-US" sz="2000" noProof="0" dirty="0">
                <a:solidFill>
                  <a:srgbClr val="000000"/>
                </a:solidFill>
                <a:latin typeface="+mj-lt"/>
              </a:rPr>
              <a:t>Each Party shall report on the following functions related to inventory planning, preparation and management:</a:t>
            </a:r>
          </a:p>
          <a:p>
            <a:pPr marL="269875">
              <a:lnSpc>
                <a:spcPct val="114000"/>
              </a:lnSpc>
              <a:spcBef>
                <a:spcPts val="600"/>
              </a:spcBef>
            </a:pPr>
            <a:r>
              <a:rPr lang="en-US" sz="2000" i="1" noProof="0" dirty="0">
                <a:solidFill>
                  <a:srgbClr val="000000"/>
                </a:solidFill>
                <a:latin typeface="+mj-lt"/>
              </a:rPr>
              <a:t>Its national entity or national focal point with overall responsibility for the national inventory; </a:t>
            </a:r>
          </a:p>
          <a:p>
            <a:pPr marL="269875">
              <a:lnSpc>
                <a:spcPct val="114000"/>
              </a:lnSpc>
              <a:spcBef>
                <a:spcPts val="600"/>
              </a:spcBef>
            </a:pPr>
            <a:r>
              <a:rPr lang="en-US" sz="2000" i="1" noProof="0" dirty="0">
                <a:solidFill>
                  <a:srgbClr val="000000"/>
                </a:solidFill>
                <a:latin typeface="+mj-lt"/>
              </a:rPr>
              <a:t>Its inventory preparation process;</a:t>
            </a:r>
          </a:p>
          <a:p>
            <a:pPr marL="269875">
              <a:lnSpc>
                <a:spcPct val="114000"/>
              </a:lnSpc>
              <a:spcBef>
                <a:spcPts val="600"/>
              </a:spcBef>
            </a:pPr>
            <a:r>
              <a:rPr lang="en-US" sz="2000" i="1" noProof="0" dirty="0">
                <a:solidFill>
                  <a:srgbClr val="000000"/>
                </a:solidFill>
                <a:latin typeface="+mj-lt"/>
              </a:rPr>
              <a:t>Its archiving of all information for the reported time series;</a:t>
            </a:r>
          </a:p>
          <a:p>
            <a:pPr marL="269875">
              <a:lnSpc>
                <a:spcPct val="114000"/>
              </a:lnSpc>
              <a:spcBef>
                <a:spcPts val="600"/>
              </a:spcBef>
            </a:pPr>
            <a:r>
              <a:rPr lang="en-US" sz="2000" i="1" noProof="0" dirty="0">
                <a:solidFill>
                  <a:srgbClr val="000000"/>
                </a:solidFill>
                <a:latin typeface="+mj-lt"/>
              </a:rPr>
              <a:t>Its processes for the official consideration and approval of the inventory.</a:t>
            </a:r>
          </a:p>
          <a:p>
            <a:r>
              <a:rPr lang="en-US" sz="2000" noProof="0" dirty="0">
                <a:solidFill>
                  <a:srgbClr val="000000"/>
                </a:solidFill>
                <a:latin typeface="+mj-lt"/>
              </a:rPr>
              <a:t> </a:t>
            </a:r>
          </a:p>
        </p:txBody>
      </p:sp>
    </p:spTree>
    <p:extLst>
      <p:ext uri="{BB962C8B-B14F-4D97-AF65-F5344CB8AC3E}">
        <p14:creationId xmlns:p14="http://schemas.microsoft.com/office/powerpoint/2010/main" val="416356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652262" y="569745"/>
            <a:ext cx="8274988" cy="589465"/>
          </a:xfrm>
        </p:spPr>
        <p:txBody>
          <a:bodyPr/>
          <a:lstStyle/>
          <a:p>
            <a:pPr algn="ctr"/>
            <a:r>
              <a:rPr lang="en-US" sz="2494" noProof="0" dirty="0">
                <a:solidFill>
                  <a:srgbClr val="005399"/>
                </a:solidFill>
                <a:latin typeface="+mn-lt"/>
              </a:rPr>
              <a:t>MPGs: GHG-I (chap. II)</a:t>
            </a:r>
          </a:p>
        </p:txBody>
      </p:sp>
      <p:sp>
        <p:nvSpPr>
          <p:cNvPr id="2" name="Rectangle 1">
            <a:extLst>
              <a:ext uri="{FF2B5EF4-FFF2-40B4-BE49-F238E27FC236}">
                <a16:creationId xmlns:a16="http://schemas.microsoft.com/office/drawing/2014/main" id="{B99453C6-8AC2-9929-D301-6DD38F79E29B}"/>
              </a:ext>
            </a:extLst>
          </p:cNvPr>
          <p:cNvSpPr/>
          <p:nvPr/>
        </p:nvSpPr>
        <p:spPr>
          <a:xfrm>
            <a:off x="575730" y="1679265"/>
            <a:ext cx="8351520" cy="3308598"/>
          </a:xfrm>
          <a:prstGeom prst="rect">
            <a:avLst/>
          </a:prstGeom>
        </p:spPr>
        <p:txBody>
          <a:bodyPr wrap="square">
            <a:spAutoFit/>
          </a:bodyPr>
          <a:lstStyle/>
          <a:p>
            <a:pPr>
              <a:spcBef>
                <a:spcPts val="300"/>
              </a:spcBef>
              <a:spcAft>
                <a:spcPts val="600"/>
              </a:spcAft>
            </a:pPr>
            <a:r>
              <a:rPr lang="en-US" sz="2000" b="1" noProof="0" dirty="0">
                <a:solidFill>
                  <a:schemeClr val="tx1">
                    <a:lumMod val="75000"/>
                  </a:schemeClr>
                </a:solidFill>
                <a:latin typeface="+mj-lt"/>
              </a:rPr>
              <a:t>C - Methods (§ 20-36)</a:t>
            </a:r>
          </a:p>
          <a:p>
            <a:pPr marL="457200" indent="-457200">
              <a:lnSpc>
                <a:spcPct val="120000"/>
              </a:lnSpc>
              <a:buAutoNum type="arabicPeriod"/>
            </a:pPr>
            <a:r>
              <a:rPr lang="en-US" sz="2000" noProof="0" dirty="0">
                <a:solidFill>
                  <a:srgbClr val="000000"/>
                </a:solidFill>
                <a:latin typeface="+mj-lt"/>
              </a:rPr>
              <a:t>Methodologies, parameters and data</a:t>
            </a:r>
          </a:p>
          <a:p>
            <a:pPr marL="457200" indent="-457200">
              <a:lnSpc>
                <a:spcPct val="120000"/>
              </a:lnSpc>
              <a:buAutoNum type="arabicPeriod"/>
            </a:pPr>
            <a:r>
              <a:rPr lang="en-US" sz="2000" noProof="0" dirty="0">
                <a:solidFill>
                  <a:srgbClr val="000000"/>
                </a:solidFill>
                <a:latin typeface="+mj-lt"/>
              </a:rPr>
              <a:t>Key category analysis</a:t>
            </a:r>
          </a:p>
          <a:p>
            <a:pPr marL="457200" indent="-457200">
              <a:lnSpc>
                <a:spcPct val="120000"/>
              </a:lnSpc>
              <a:buAutoNum type="arabicPeriod"/>
            </a:pPr>
            <a:r>
              <a:rPr lang="en-US" sz="2000" noProof="0" dirty="0">
                <a:solidFill>
                  <a:srgbClr val="000000"/>
                </a:solidFill>
                <a:latin typeface="+mj-lt"/>
              </a:rPr>
              <a:t>Time-series consistency and recalculations</a:t>
            </a:r>
          </a:p>
          <a:p>
            <a:pPr marL="457200" indent="-457200">
              <a:lnSpc>
                <a:spcPct val="120000"/>
              </a:lnSpc>
              <a:buAutoNum type="arabicPeriod"/>
            </a:pPr>
            <a:r>
              <a:rPr lang="en-US" sz="2000" noProof="0" dirty="0">
                <a:solidFill>
                  <a:srgbClr val="000000"/>
                </a:solidFill>
                <a:latin typeface="+mj-lt"/>
              </a:rPr>
              <a:t>Uncertainty assessment</a:t>
            </a:r>
          </a:p>
          <a:p>
            <a:pPr marL="457200" indent="-457200">
              <a:lnSpc>
                <a:spcPct val="120000"/>
              </a:lnSpc>
              <a:buAutoNum type="arabicPeriod"/>
            </a:pPr>
            <a:r>
              <a:rPr lang="en-US" sz="2000" noProof="0" dirty="0">
                <a:solidFill>
                  <a:srgbClr val="000000"/>
                </a:solidFill>
                <a:latin typeface="+mj-lt"/>
              </a:rPr>
              <a:t>Assessment of completeness</a:t>
            </a:r>
          </a:p>
          <a:p>
            <a:pPr marL="457200" indent="-457200">
              <a:lnSpc>
                <a:spcPct val="120000"/>
              </a:lnSpc>
              <a:buAutoNum type="arabicPeriod"/>
            </a:pPr>
            <a:r>
              <a:rPr lang="en-US" sz="2000" noProof="0" dirty="0">
                <a:solidFill>
                  <a:srgbClr val="000000"/>
                </a:solidFill>
                <a:latin typeface="+mj-lt"/>
              </a:rPr>
              <a:t>Quality assurance/quality control</a:t>
            </a:r>
          </a:p>
          <a:p>
            <a:endParaRPr lang="en-US" sz="2000" noProof="0" dirty="0">
              <a:solidFill>
                <a:srgbClr val="000000"/>
              </a:solidFill>
              <a:latin typeface="+mj-lt"/>
            </a:endParaRPr>
          </a:p>
          <a:p>
            <a:r>
              <a:rPr lang="en-US" sz="2000" noProof="0" dirty="0">
                <a:solidFill>
                  <a:srgbClr val="000000"/>
                </a:solidFill>
                <a:latin typeface="+mj-lt"/>
              </a:rPr>
              <a:t> </a:t>
            </a:r>
          </a:p>
        </p:txBody>
      </p:sp>
    </p:spTree>
    <p:extLst>
      <p:ext uri="{BB962C8B-B14F-4D97-AF65-F5344CB8AC3E}">
        <p14:creationId xmlns:p14="http://schemas.microsoft.com/office/powerpoint/2010/main" val="382108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589632" y="369329"/>
            <a:ext cx="8274988" cy="589465"/>
          </a:xfrm>
        </p:spPr>
        <p:txBody>
          <a:bodyPr/>
          <a:lstStyle/>
          <a:p>
            <a:pPr algn="ctr"/>
            <a:r>
              <a:rPr lang="en-US" sz="2494" noProof="0" dirty="0">
                <a:solidFill>
                  <a:srgbClr val="005399"/>
                </a:solidFill>
                <a:latin typeface="+mn-lt"/>
              </a:rPr>
              <a:t>MPGs: GHG-I (chap. II)</a:t>
            </a:r>
          </a:p>
        </p:txBody>
      </p:sp>
      <p:sp>
        <p:nvSpPr>
          <p:cNvPr id="6" name="Rectangle 5">
            <a:extLst>
              <a:ext uri="{FF2B5EF4-FFF2-40B4-BE49-F238E27FC236}">
                <a16:creationId xmlns:a16="http://schemas.microsoft.com/office/drawing/2014/main" id="{754868D8-7C42-C372-EF93-6A0343DE69D0}"/>
              </a:ext>
            </a:extLst>
          </p:cNvPr>
          <p:cNvSpPr/>
          <p:nvPr/>
        </p:nvSpPr>
        <p:spPr>
          <a:xfrm>
            <a:off x="195452" y="821008"/>
            <a:ext cx="9515095" cy="1585049"/>
          </a:xfrm>
          <a:prstGeom prst="rect">
            <a:avLst/>
          </a:prstGeom>
        </p:spPr>
        <p:txBody>
          <a:bodyPr wrap="square">
            <a:spAutoFit/>
          </a:bodyPr>
          <a:lstStyle/>
          <a:p>
            <a:pPr>
              <a:spcBef>
                <a:spcPts val="300"/>
              </a:spcBef>
              <a:spcAft>
                <a:spcPts val="600"/>
              </a:spcAft>
            </a:pPr>
            <a:r>
              <a:rPr lang="en-US" sz="2000" b="1" noProof="0" dirty="0">
                <a:solidFill>
                  <a:schemeClr val="tx1">
                    <a:lumMod val="75000"/>
                  </a:schemeClr>
                </a:solidFill>
                <a:latin typeface="+mj-lt"/>
              </a:rPr>
              <a:t>D - Metrics (§ 37)</a:t>
            </a:r>
          </a:p>
          <a:p>
            <a:r>
              <a:rPr lang="en-US" noProof="0" dirty="0">
                <a:solidFill>
                  <a:schemeClr val="tx1">
                    <a:lumMod val="75000"/>
                  </a:schemeClr>
                </a:solidFill>
                <a:latin typeface="+mj-lt"/>
              </a:rPr>
              <a:t>Each Party shall use the </a:t>
            </a:r>
            <a:r>
              <a:rPr lang="en-US" b="1" noProof="0" dirty="0">
                <a:solidFill>
                  <a:schemeClr val="tx1">
                    <a:lumMod val="75000"/>
                  </a:schemeClr>
                </a:solidFill>
                <a:latin typeface="+mj-lt"/>
              </a:rPr>
              <a:t>100-year time-horizon global warming potential (GWP</a:t>
            </a:r>
            <a:r>
              <a:rPr lang="en-US" noProof="0" dirty="0">
                <a:solidFill>
                  <a:schemeClr val="tx1">
                    <a:lumMod val="75000"/>
                  </a:schemeClr>
                </a:solidFill>
                <a:latin typeface="+mj-lt"/>
              </a:rPr>
              <a:t>) </a:t>
            </a:r>
          </a:p>
          <a:p>
            <a:r>
              <a:rPr lang="en-US" noProof="0" dirty="0">
                <a:solidFill>
                  <a:schemeClr val="tx1">
                    <a:lumMod val="75000"/>
                  </a:schemeClr>
                </a:solidFill>
                <a:latin typeface="+mj-lt"/>
              </a:rPr>
              <a:t>values from the </a:t>
            </a:r>
            <a:r>
              <a:rPr lang="en-US" b="1" noProof="0" dirty="0">
                <a:solidFill>
                  <a:schemeClr val="tx1">
                    <a:lumMod val="75000"/>
                  </a:schemeClr>
                </a:solidFill>
                <a:latin typeface="+mj-lt"/>
              </a:rPr>
              <a:t>IPCC Fifth Assessment Report</a:t>
            </a:r>
            <a:r>
              <a:rPr lang="en-US" noProof="0" dirty="0">
                <a:solidFill>
                  <a:schemeClr val="tx1">
                    <a:lumMod val="75000"/>
                  </a:schemeClr>
                </a:solidFill>
                <a:latin typeface="+mj-lt"/>
              </a:rPr>
              <a:t>, or 100-year time-horizon GWP values from </a:t>
            </a:r>
          </a:p>
          <a:p>
            <a:r>
              <a:rPr lang="en-US" noProof="0" dirty="0">
                <a:solidFill>
                  <a:schemeClr val="tx1">
                    <a:lumMod val="75000"/>
                  </a:schemeClr>
                </a:solidFill>
                <a:latin typeface="+mj-lt"/>
              </a:rPr>
              <a:t>a subsequent IPCC assessment report as agreed upon by the CMA, to report aggregate </a:t>
            </a:r>
          </a:p>
          <a:p>
            <a:r>
              <a:rPr lang="en-US" noProof="0" dirty="0">
                <a:solidFill>
                  <a:schemeClr val="tx1">
                    <a:lumMod val="75000"/>
                  </a:schemeClr>
                </a:solidFill>
                <a:latin typeface="+mj-lt"/>
              </a:rPr>
              <a:t>emissions and removals of GHGs, expressed in CO2 eq …</a:t>
            </a:r>
          </a:p>
        </p:txBody>
      </p:sp>
      <p:pic>
        <p:nvPicPr>
          <p:cNvPr id="2" name="Image 1">
            <a:extLst>
              <a:ext uri="{FF2B5EF4-FFF2-40B4-BE49-F238E27FC236}">
                <a16:creationId xmlns:a16="http://schemas.microsoft.com/office/drawing/2014/main" id="{6481E57E-C21F-7E07-0F8A-62E7B9302520}"/>
              </a:ext>
            </a:extLst>
          </p:cNvPr>
          <p:cNvPicPr>
            <a:picLocks noChangeAspect="1"/>
          </p:cNvPicPr>
          <p:nvPr/>
        </p:nvPicPr>
        <p:blipFill>
          <a:blip r:embed="rId3"/>
          <a:stretch>
            <a:fillRect/>
          </a:stretch>
        </p:blipFill>
        <p:spPr>
          <a:xfrm>
            <a:off x="195452" y="2525362"/>
            <a:ext cx="8923961" cy="3853164"/>
          </a:xfrm>
          <a:prstGeom prst="rect">
            <a:avLst/>
          </a:prstGeom>
        </p:spPr>
      </p:pic>
      <p:sp>
        <p:nvSpPr>
          <p:cNvPr id="3" name="Ellipse 2">
            <a:extLst>
              <a:ext uri="{FF2B5EF4-FFF2-40B4-BE49-F238E27FC236}">
                <a16:creationId xmlns:a16="http://schemas.microsoft.com/office/drawing/2014/main" id="{BC663ED0-E6BE-486E-16CE-AC43E2C7EC61}"/>
              </a:ext>
            </a:extLst>
          </p:cNvPr>
          <p:cNvSpPr/>
          <p:nvPr/>
        </p:nvSpPr>
        <p:spPr>
          <a:xfrm>
            <a:off x="8930998" y="1141956"/>
            <a:ext cx="975002" cy="9431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AR 5</a:t>
            </a:r>
          </a:p>
        </p:txBody>
      </p:sp>
      <p:sp>
        <p:nvSpPr>
          <p:cNvPr id="4" name="ZoneTexte 3">
            <a:extLst>
              <a:ext uri="{FF2B5EF4-FFF2-40B4-BE49-F238E27FC236}">
                <a16:creationId xmlns:a16="http://schemas.microsoft.com/office/drawing/2014/main" id="{11D9965B-EBA0-624A-67DE-9C7EAF2CA208}"/>
              </a:ext>
            </a:extLst>
          </p:cNvPr>
          <p:cNvSpPr txBox="1"/>
          <p:nvPr/>
        </p:nvSpPr>
        <p:spPr>
          <a:xfrm>
            <a:off x="2551636" y="6068426"/>
            <a:ext cx="591134" cy="278296"/>
          </a:xfrm>
          <a:prstGeom prst="rect">
            <a:avLst/>
          </a:prstGeom>
          <a:solidFill>
            <a:srgbClr val="F1F3F7"/>
          </a:solidFill>
        </p:spPr>
        <p:txBody>
          <a:bodyPr wrap="square" rtlCol="0">
            <a:spAutoFit/>
          </a:bodyPr>
          <a:lstStyle/>
          <a:p>
            <a:r>
              <a:rPr lang="en-US" sz="1200" noProof="0" dirty="0"/>
              <a:t>NF</a:t>
            </a:r>
            <a:r>
              <a:rPr lang="en-US" sz="1200" baseline="-25000" noProof="0" dirty="0"/>
              <a:t>3</a:t>
            </a:r>
          </a:p>
        </p:txBody>
      </p:sp>
    </p:spTree>
    <p:extLst>
      <p:ext uri="{BB962C8B-B14F-4D97-AF65-F5344CB8AC3E}">
        <p14:creationId xmlns:p14="http://schemas.microsoft.com/office/powerpoint/2010/main" val="202647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652262" y="569745"/>
            <a:ext cx="8274988" cy="589465"/>
          </a:xfrm>
        </p:spPr>
        <p:txBody>
          <a:bodyPr/>
          <a:lstStyle/>
          <a:p>
            <a:pPr algn="ctr"/>
            <a:r>
              <a:rPr lang="en-US" sz="2494" noProof="0" dirty="0">
                <a:solidFill>
                  <a:srgbClr val="005399"/>
                </a:solidFill>
                <a:latin typeface="+mn-lt"/>
              </a:rPr>
              <a:t>MPGs: GHG-I (chap. II)</a:t>
            </a:r>
          </a:p>
        </p:txBody>
      </p:sp>
      <p:sp>
        <p:nvSpPr>
          <p:cNvPr id="3" name="Rectangle 2">
            <a:extLst>
              <a:ext uri="{FF2B5EF4-FFF2-40B4-BE49-F238E27FC236}">
                <a16:creationId xmlns:a16="http://schemas.microsoft.com/office/drawing/2014/main" id="{488AFB3B-DD6A-415F-9A0C-184B216BA117}"/>
              </a:ext>
            </a:extLst>
          </p:cNvPr>
          <p:cNvSpPr/>
          <p:nvPr/>
        </p:nvSpPr>
        <p:spPr>
          <a:xfrm>
            <a:off x="154423" y="1753318"/>
            <a:ext cx="9487418" cy="3424014"/>
          </a:xfrm>
          <a:prstGeom prst="rect">
            <a:avLst/>
          </a:prstGeom>
        </p:spPr>
        <p:txBody>
          <a:bodyPr wrap="square">
            <a:spAutoFit/>
          </a:bodyPr>
          <a:lstStyle/>
          <a:p>
            <a:pPr>
              <a:spcBef>
                <a:spcPts val="300"/>
              </a:spcBef>
              <a:spcAft>
                <a:spcPts val="600"/>
              </a:spcAft>
            </a:pPr>
            <a:r>
              <a:rPr lang="en-US" sz="2000" b="1" noProof="0" dirty="0">
                <a:solidFill>
                  <a:schemeClr val="tx1">
                    <a:lumMod val="75000"/>
                  </a:schemeClr>
                </a:solidFill>
                <a:latin typeface="+mj-lt"/>
              </a:rPr>
              <a:t>E – Reporting guidance (§ 38-58)</a:t>
            </a:r>
          </a:p>
          <a:p>
            <a:pPr>
              <a:lnSpc>
                <a:spcPct val="120000"/>
              </a:lnSpc>
              <a:spcBef>
                <a:spcPts val="600"/>
              </a:spcBef>
            </a:pPr>
            <a:r>
              <a:rPr lang="en-US" sz="2000" noProof="0" dirty="0">
                <a:solidFill>
                  <a:srgbClr val="000000"/>
                </a:solidFill>
                <a:latin typeface="+mj-lt"/>
              </a:rPr>
              <a:t>The national inventory report consists of a national inventory document (NID) and the common reporting tables (CRT). </a:t>
            </a:r>
          </a:p>
          <a:p>
            <a:pPr>
              <a:lnSpc>
                <a:spcPct val="120000"/>
              </a:lnSpc>
              <a:spcBef>
                <a:spcPts val="600"/>
              </a:spcBef>
            </a:pPr>
            <a:r>
              <a:rPr lang="en-US" sz="2000" noProof="0" dirty="0">
                <a:solidFill>
                  <a:srgbClr val="000000"/>
                </a:solidFill>
                <a:latin typeface="+mj-lt"/>
              </a:rPr>
              <a:t>Each Party shall report the information:</a:t>
            </a:r>
          </a:p>
          <a:p>
            <a:pPr marL="698500" indent="-342900">
              <a:lnSpc>
                <a:spcPct val="120000"/>
              </a:lnSpc>
              <a:spcBef>
                <a:spcPts val="600"/>
              </a:spcBef>
              <a:buFont typeface="Arial" panose="020B0604020202020204" pitchFamily="34" charset="0"/>
              <a:buChar char="•"/>
            </a:pPr>
            <a:r>
              <a:rPr lang="en-US" sz="2000" noProof="0" dirty="0">
                <a:solidFill>
                  <a:srgbClr val="000000"/>
                </a:solidFill>
                <a:latin typeface="+mj-lt"/>
              </a:rPr>
              <a:t>Information on methods and cross-cutting elements</a:t>
            </a:r>
          </a:p>
          <a:p>
            <a:pPr marL="698500" indent="-342900">
              <a:lnSpc>
                <a:spcPct val="120000"/>
              </a:lnSpc>
              <a:spcBef>
                <a:spcPts val="600"/>
              </a:spcBef>
              <a:buFont typeface="Arial" panose="020B0604020202020204" pitchFamily="34" charset="0"/>
              <a:buChar char="•"/>
            </a:pPr>
            <a:r>
              <a:rPr lang="en-US" sz="2000" noProof="0" dirty="0">
                <a:solidFill>
                  <a:srgbClr val="000000"/>
                </a:solidFill>
                <a:latin typeface="+mj-lt"/>
              </a:rPr>
              <a:t>Sectors and gases</a:t>
            </a:r>
          </a:p>
          <a:p>
            <a:pPr marL="698500" indent="-342900">
              <a:lnSpc>
                <a:spcPct val="120000"/>
              </a:lnSpc>
              <a:spcBef>
                <a:spcPts val="600"/>
              </a:spcBef>
              <a:buFont typeface="Arial" panose="020B0604020202020204" pitchFamily="34" charset="0"/>
              <a:buChar char="•"/>
            </a:pPr>
            <a:r>
              <a:rPr lang="en-US" sz="2000" noProof="0" dirty="0">
                <a:solidFill>
                  <a:srgbClr val="000000"/>
                </a:solidFill>
                <a:latin typeface="+mj-lt"/>
              </a:rPr>
              <a:t>Time series</a:t>
            </a:r>
          </a:p>
          <a:p>
            <a:pPr>
              <a:spcBef>
                <a:spcPts val="300"/>
              </a:spcBef>
              <a:spcAft>
                <a:spcPts val="600"/>
              </a:spcAft>
            </a:pPr>
            <a:endParaRPr lang="en-US" sz="2000" b="1" noProof="0" dirty="0">
              <a:solidFill>
                <a:schemeClr val="tx1">
                  <a:lumMod val="75000"/>
                </a:schemeClr>
              </a:solidFill>
              <a:latin typeface="+mj-lt"/>
            </a:endParaRPr>
          </a:p>
        </p:txBody>
      </p:sp>
    </p:spTree>
    <p:extLst>
      <p:ext uri="{BB962C8B-B14F-4D97-AF65-F5344CB8AC3E}">
        <p14:creationId xmlns:p14="http://schemas.microsoft.com/office/powerpoint/2010/main" val="63703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FC3F1255-7C96-4218-AA2F-B7F5857C9F20}"/>
              </a:ext>
            </a:extLst>
          </p:cNvPr>
          <p:cNvSpPr>
            <a:spLocks noGrp="1"/>
          </p:cNvSpPr>
          <p:nvPr>
            <p:ph type="title"/>
          </p:nvPr>
        </p:nvSpPr>
        <p:spPr>
          <a:xfrm>
            <a:off x="604965" y="194033"/>
            <a:ext cx="8274988" cy="589465"/>
          </a:xfrm>
        </p:spPr>
        <p:txBody>
          <a:bodyPr/>
          <a:lstStyle/>
          <a:p>
            <a:pPr algn="ctr"/>
            <a:r>
              <a:rPr lang="en-US" sz="2494" noProof="0" dirty="0">
                <a:solidFill>
                  <a:srgbClr val="005399"/>
                </a:solidFill>
                <a:latin typeface="+mn-lt"/>
              </a:rPr>
              <a:t>MPGs: GHG-I (chap. II, flexibility)</a:t>
            </a:r>
          </a:p>
        </p:txBody>
      </p:sp>
      <p:sp>
        <p:nvSpPr>
          <p:cNvPr id="9" name="Rectangle 8">
            <a:extLst>
              <a:ext uri="{FF2B5EF4-FFF2-40B4-BE49-F238E27FC236}">
                <a16:creationId xmlns:a16="http://schemas.microsoft.com/office/drawing/2014/main" id="{D7305C1B-6B8C-4AE1-8EFB-E520D234728A}"/>
              </a:ext>
            </a:extLst>
          </p:cNvPr>
          <p:cNvSpPr/>
          <p:nvPr/>
        </p:nvSpPr>
        <p:spPr>
          <a:xfrm>
            <a:off x="604966" y="585532"/>
            <a:ext cx="8150728" cy="338554"/>
          </a:xfrm>
          <a:prstGeom prst="rect">
            <a:avLst/>
          </a:prstGeom>
        </p:spPr>
        <p:txBody>
          <a:bodyPr wrap="square">
            <a:spAutoFit/>
          </a:bodyPr>
          <a:lstStyle/>
          <a:p>
            <a:r>
              <a:rPr lang="en-US" sz="1600" b="1" noProof="0" dirty="0">
                <a:latin typeface="+mj-lt"/>
              </a:rPr>
              <a:t>Flexibility provisions</a:t>
            </a:r>
            <a:r>
              <a:rPr lang="en-US" sz="1600" noProof="0" dirty="0">
                <a:latin typeface="+mj-lt"/>
              </a:rPr>
              <a:t> as described in chapter II from Decision 18 / CMA.1 Annex</a:t>
            </a:r>
          </a:p>
        </p:txBody>
      </p:sp>
      <p:pic>
        <p:nvPicPr>
          <p:cNvPr id="3" name="Image 2">
            <a:extLst>
              <a:ext uri="{FF2B5EF4-FFF2-40B4-BE49-F238E27FC236}">
                <a16:creationId xmlns:a16="http://schemas.microsoft.com/office/drawing/2014/main" id="{CBC403C7-DCE0-36D1-9A80-D7D1E8D503B3}"/>
              </a:ext>
            </a:extLst>
          </p:cNvPr>
          <p:cNvPicPr>
            <a:picLocks noChangeAspect="1"/>
          </p:cNvPicPr>
          <p:nvPr/>
        </p:nvPicPr>
        <p:blipFill rotWithShape="1">
          <a:blip r:embed="rId2"/>
          <a:srcRect b="20460"/>
          <a:stretch/>
        </p:blipFill>
        <p:spPr>
          <a:xfrm>
            <a:off x="0" y="1055870"/>
            <a:ext cx="9906000" cy="5802130"/>
          </a:xfrm>
          <a:prstGeom prst="rect">
            <a:avLst/>
          </a:prstGeom>
        </p:spPr>
      </p:pic>
    </p:spTree>
    <p:extLst>
      <p:ext uri="{BB962C8B-B14F-4D97-AF65-F5344CB8AC3E}">
        <p14:creationId xmlns:p14="http://schemas.microsoft.com/office/powerpoint/2010/main" val="400498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44DE848-E080-4615-A0E1-191B65E478B1}"/>
              </a:ext>
            </a:extLst>
          </p:cNvPr>
          <p:cNvSpPr>
            <a:spLocks noGrp="1"/>
          </p:cNvSpPr>
          <p:nvPr>
            <p:ph type="title"/>
          </p:nvPr>
        </p:nvSpPr>
        <p:spPr>
          <a:xfrm>
            <a:off x="652262" y="682286"/>
            <a:ext cx="8274988" cy="589465"/>
          </a:xfrm>
        </p:spPr>
        <p:txBody>
          <a:bodyPr/>
          <a:lstStyle/>
          <a:p>
            <a:pPr algn="ctr"/>
            <a:r>
              <a:rPr lang="en-US" sz="2494" noProof="0" dirty="0">
                <a:solidFill>
                  <a:srgbClr val="005399"/>
                </a:solidFill>
                <a:latin typeface="+mn-lt"/>
              </a:rPr>
              <a:t>MPGs: GHG-I (flexibility, chap. II)</a:t>
            </a:r>
          </a:p>
        </p:txBody>
      </p:sp>
      <p:sp>
        <p:nvSpPr>
          <p:cNvPr id="6" name="Rectangle 5">
            <a:extLst>
              <a:ext uri="{FF2B5EF4-FFF2-40B4-BE49-F238E27FC236}">
                <a16:creationId xmlns:a16="http://schemas.microsoft.com/office/drawing/2014/main" id="{328F36EF-D7A6-4081-B782-0650BE164BE1}"/>
              </a:ext>
            </a:extLst>
          </p:cNvPr>
          <p:cNvSpPr/>
          <p:nvPr/>
        </p:nvSpPr>
        <p:spPr>
          <a:xfrm>
            <a:off x="1343506" y="1180011"/>
            <a:ext cx="9579513" cy="338554"/>
          </a:xfrm>
          <a:prstGeom prst="rect">
            <a:avLst/>
          </a:prstGeom>
        </p:spPr>
        <p:txBody>
          <a:bodyPr wrap="square">
            <a:spAutoFit/>
          </a:bodyPr>
          <a:lstStyle/>
          <a:p>
            <a:r>
              <a:rPr lang="en-US" sz="1600" b="1" noProof="0" dirty="0">
                <a:latin typeface="+mj-lt"/>
              </a:rPr>
              <a:t>Flexibility provisions</a:t>
            </a:r>
            <a:r>
              <a:rPr lang="en-US" sz="1600" noProof="0" dirty="0">
                <a:latin typeface="+mj-lt"/>
              </a:rPr>
              <a:t> as described in chapter II from Decision 18 / CMA.1 Annex</a:t>
            </a:r>
          </a:p>
        </p:txBody>
      </p:sp>
      <p:pic>
        <p:nvPicPr>
          <p:cNvPr id="3" name="Image 2">
            <a:extLst>
              <a:ext uri="{FF2B5EF4-FFF2-40B4-BE49-F238E27FC236}">
                <a16:creationId xmlns:a16="http://schemas.microsoft.com/office/drawing/2014/main" id="{95D4D1B0-A85D-0CED-DBCD-75563C37571C}"/>
              </a:ext>
            </a:extLst>
          </p:cNvPr>
          <p:cNvPicPr>
            <a:picLocks noChangeAspect="1"/>
          </p:cNvPicPr>
          <p:nvPr/>
        </p:nvPicPr>
        <p:blipFill>
          <a:blip r:embed="rId2"/>
          <a:stretch>
            <a:fillRect/>
          </a:stretch>
        </p:blipFill>
        <p:spPr>
          <a:xfrm>
            <a:off x="112530" y="1769476"/>
            <a:ext cx="9693724" cy="4406238"/>
          </a:xfrm>
          <a:prstGeom prst="rect">
            <a:avLst/>
          </a:prstGeom>
        </p:spPr>
      </p:pic>
    </p:spTree>
    <p:extLst>
      <p:ext uri="{BB962C8B-B14F-4D97-AF65-F5344CB8AC3E}">
        <p14:creationId xmlns:p14="http://schemas.microsoft.com/office/powerpoint/2010/main" val="129136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D5DC0-9748-951F-1317-31CD3CD71534}"/>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CBE7DF4C-5BE7-D7E6-4A27-2D8FE802A65E}"/>
              </a:ext>
            </a:extLst>
          </p:cNvPr>
          <p:cNvSpPr>
            <a:spLocks noGrp="1"/>
          </p:cNvSpPr>
          <p:nvPr>
            <p:ph type="title"/>
          </p:nvPr>
        </p:nvSpPr>
        <p:spPr>
          <a:xfrm>
            <a:off x="80229" y="344187"/>
            <a:ext cx="3126433" cy="589465"/>
          </a:xfrm>
        </p:spPr>
        <p:txBody>
          <a:bodyPr/>
          <a:lstStyle/>
          <a:p>
            <a:pPr algn="l"/>
            <a:r>
              <a:rPr lang="en-US" sz="2494" noProof="0" dirty="0">
                <a:solidFill>
                  <a:srgbClr val="005399"/>
                </a:solidFill>
                <a:latin typeface="+mn-lt"/>
              </a:rPr>
              <a:t>MPGs: flexibility  II</a:t>
            </a:r>
          </a:p>
        </p:txBody>
      </p:sp>
      <p:sp>
        <p:nvSpPr>
          <p:cNvPr id="6" name="Rectangle 5">
            <a:extLst>
              <a:ext uri="{FF2B5EF4-FFF2-40B4-BE49-F238E27FC236}">
                <a16:creationId xmlns:a16="http://schemas.microsoft.com/office/drawing/2014/main" id="{31CAC527-DE7D-C971-1D64-794C98D2B365}"/>
              </a:ext>
            </a:extLst>
          </p:cNvPr>
          <p:cNvSpPr/>
          <p:nvPr/>
        </p:nvSpPr>
        <p:spPr>
          <a:xfrm>
            <a:off x="107379" y="1171159"/>
            <a:ext cx="2537710" cy="1815882"/>
          </a:xfrm>
          <a:prstGeom prst="rect">
            <a:avLst/>
          </a:prstGeom>
        </p:spPr>
        <p:txBody>
          <a:bodyPr wrap="square">
            <a:spAutoFit/>
          </a:bodyPr>
          <a:lstStyle/>
          <a:p>
            <a:r>
              <a:rPr lang="en-US" sz="2000" b="1" noProof="0" dirty="0">
                <a:solidFill>
                  <a:srgbClr val="005399"/>
                </a:solidFill>
                <a:latin typeface="+mj-lt"/>
              </a:rPr>
              <a:t>Summary</a:t>
            </a:r>
          </a:p>
          <a:p>
            <a:endParaRPr lang="en-US" sz="2000" noProof="0" dirty="0">
              <a:solidFill>
                <a:srgbClr val="005399"/>
              </a:solidFill>
              <a:latin typeface="+mj-lt"/>
            </a:endParaRPr>
          </a:p>
          <a:p>
            <a:r>
              <a:rPr lang="en-US" noProof="0" dirty="0">
                <a:solidFill>
                  <a:schemeClr val="tx1"/>
                </a:solidFill>
                <a:latin typeface="Abadi" panose="020B0604020104020204" pitchFamily="34" charset="0"/>
              </a:rPr>
              <a:t>Flexibility to developing country Parties that need it in light of their capacities</a:t>
            </a:r>
            <a:endParaRPr lang="en-US" noProof="0" dirty="0">
              <a:solidFill>
                <a:schemeClr val="tx1"/>
              </a:solidFill>
              <a:latin typeface="+mj-lt"/>
            </a:endParaRPr>
          </a:p>
        </p:txBody>
      </p:sp>
      <p:graphicFrame>
        <p:nvGraphicFramePr>
          <p:cNvPr id="2" name="Table 5">
            <a:extLst>
              <a:ext uri="{FF2B5EF4-FFF2-40B4-BE49-F238E27FC236}">
                <a16:creationId xmlns:a16="http://schemas.microsoft.com/office/drawing/2014/main" id="{CC685C65-0342-79C4-3448-0D8D9011C1E8}"/>
              </a:ext>
            </a:extLst>
          </p:cNvPr>
          <p:cNvGraphicFramePr>
            <a:graphicFrameLocks noGrp="1"/>
          </p:cNvGraphicFramePr>
          <p:nvPr>
            <p:extLst>
              <p:ext uri="{D42A27DB-BD31-4B8C-83A1-F6EECF244321}">
                <p14:modId xmlns:p14="http://schemas.microsoft.com/office/powerpoint/2010/main" val="2278733671"/>
              </p:ext>
            </p:extLst>
          </p:nvPr>
        </p:nvGraphicFramePr>
        <p:xfrm>
          <a:off x="2645089" y="106680"/>
          <a:ext cx="7260911" cy="6644640"/>
        </p:xfrm>
        <a:graphic>
          <a:graphicData uri="http://schemas.openxmlformats.org/drawingml/2006/table">
            <a:tbl>
              <a:tblPr firstRow="1" bandRow="1">
                <a:tableStyleId>{5C22544A-7EE6-4342-B048-85BDC9FD1C3A}</a:tableStyleId>
              </a:tblPr>
              <a:tblGrid>
                <a:gridCol w="2150884">
                  <a:extLst>
                    <a:ext uri="{9D8B030D-6E8A-4147-A177-3AD203B41FA5}">
                      <a16:colId xmlns:a16="http://schemas.microsoft.com/office/drawing/2014/main" val="289917279"/>
                    </a:ext>
                  </a:extLst>
                </a:gridCol>
                <a:gridCol w="2689722">
                  <a:extLst>
                    <a:ext uri="{9D8B030D-6E8A-4147-A177-3AD203B41FA5}">
                      <a16:colId xmlns:a16="http://schemas.microsoft.com/office/drawing/2014/main" val="3254296656"/>
                    </a:ext>
                  </a:extLst>
                </a:gridCol>
                <a:gridCol w="2420305">
                  <a:extLst>
                    <a:ext uri="{9D8B030D-6E8A-4147-A177-3AD203B41FA5}">
                      <a16:colId xmlns:a16="http://schemas.microsoft.com/office/drawing/2014/main" val="1761174335"/>
                    </a:ext>
                  </a:extLst>
                </a:gridCol>
              </a:tblGrid>
              <a:tr h="604997">
                <a:tc>
                  <a:txBody>
                    <a:bodyPr/>
                    <a:lstStyle/>
                    <a:p>
                      <a:r>
                        <a:rPr lang="en-US" sz="2000" noProof="0" dirty="0"/>
                        <a:t>Reporting elements</a:t>
                      </a:r>
                    </a:p>
                  </a:txBody>
                  <a:tcPr/>
                </a:tc>
                <a:tc>
                  <a:txBody>
                    <a:bodyPr/>
                    <a:lstStyle/>
                    <a:p>
                      <a:r>
                        <a:rPr lang="en-US" sz="2000" noProof="0" dirty="0"/>
                        <a:t>‘Shall’ provision in MPGs</a:t>
                      </a:r>
                    </a:p>
                  </a:txBody>
                  <a:tcPr/>
                </a:tc>
                <a:tc>
                  <a:txBody>
                    <a:bodyPr/>
                    <a:lstStyle/>
                    <a:p>
                      <a:r>
                        <a:rPr lang="en-US" sz="2000" noProof="0" dirty="0">
                          <a:solidFill>
                            <a:srgbClr val="FFC000"/>
                          </a:solidFill>
                        </a:rPr>
                        <a:t>Flexibilities applicable</a:t>
                      </a:r>
                    </a:p>
                  </a:txBody>
                  <a:tcPr/>
                </a:tc>
                <a:extLst>
                  <a:ext uri="{0D108BD9-81ED-4DB2-BD59-A6C34878D82A}">
                    <a16:rowId xmlns:a16="http://schemas.microsoft.com/office/drawing/2014/main" val="672422324"/>
                  </a:ext>
                </a:extLst>
              </a:tr>
              <a:tr h="552389">
                <a:tc>
                  <a:txBody>
                    <a:bodyPr/>
                    <a:lstStyle/>
                    <a:p>
                      <a:r>
                        <a:rPr lang="en-US" sz="1800" noProof="0" dirty="0"/>
                        <a:t>Key category analysis</a:t>
                      </a:r>
                    </a:p>
                  </a:txBody>
                  <a:tcPr anchor="ctr"/>
                </a:tc>
                <a:tc>
                  <a:txBody>
                    <a:bodyPr/>
                    <a:lstStyle/>
                    <a:p>
                      <a:r>
                        <a:rPr lang="en-US" sz="1800" noProof="0" dirty="0"/>
                        <a:t>95% threshold</a:t>
                      </a:r>
                    </a:p>
                  </a:txBody>
                  <a:tcPr anchor="ctr"/>
                </a:tc>
                <a:tc>
                  <a:txBody>
                    <a:bodyPr/>
                    <a:lstStyle/>
                    <a:p>
                      <a:r>
                        <a:rPr lang="en-US" sz="1800" noProof="0" dirty="0"/>
                        <a:t>85% to 95% threshold</a:t>
                      </a:r>
                    </a:p>
                  </a:txBody>
                  <a:tcPr anchor="ctr"/>
                </a:tc>
                <a:extLst>
                  <a:ext uri="{0D108BD9-81ED-4DB2-BD59-A6C34878D82A}">
                    <a16:rowId xmlns:a16="http://schemas.microsoft.com/office/drawing/2014/main" val="645781837"/>
                  </a:ext>
                </a:extLst>
              </a:tr>
              <a:tr h="789127">
                <a:tc>
                  <a:txBody>
                    <a:bodyPr/>
                    <a:lstStyle/>
                    <a:p>
                      <a:r>
                        <a:rPr lang="en-US" sz="1800" noProof="0" dirty="0"/>
                        <a:t>Uncertainty assessment</a:t>
                      </a:r>
                    </a:p>
                  </a:txBody>
                  <a:tcPr anchor="ctr"/>
                </a:tc>
                <a:tc>
                  <a:txBody>
                    <a:bodyPr/>
                    <a:lstStyle/>
                    <a:p>
                      <a:r>
                        <a:rPr lang="en-US" sz="1800" noProof="0" dirty="0"/>
                        <a:t>Quantitative and qualitative for all categories</a:t>
                      </a:r>
                    </a:p>
                  </a:txBody>
                  <a:tcPr anchor="ctr"/>
                </a:tc>
                <a:tc>
                  <a:txBody>
                    <a:bodyPr/>
                    <a:lstStyle/>
                    <a:p>
                      <a:r>
                        <a:rPr lang="en-US" sz="1800" noProof="0" dirty="0"/>
                        <a:t>At least qualitative uncertainty assessment</a:t>
                      </a:r>
                    </a:p>
                  </a:txBody>
                  <a:tcPr anchor="ctr"/>
                </a:tc>
                <a:extLst>
                  <a:ext uri="{0D108BD9-81ED-4DB2-BD59-A6C34878D82A}">
                    <a16:rowId xmlns:a16="http://schemas.microsoft.com/office/drawing/2014/main" val="1266003910"/>
                  </a:ext>
                </a:extLst>
              </a:tr>
              <a:tr h="789127">
                <a:tc>
                  <a:txBody>
                    <a:bodyPr/>
                    <a:lstStyle/>
                    <a:p>
                      <a:r>
                        <a:rPr lang="en-US" sz="1800" noProof="0" dirty="0"/>
                        <a:t>Insignificance threshold</a:t>
                      </a:r>
                    </a:p>
                  </a:txBody>
                  <a:tcPr anchor="ctr"/>
                </a:tc>
                <a:tc>
                  <a:txBody>
                    <a:bodyPr/>
                    <a:lstStyle/>
                    <a:p>
                      <a:r>
                        <a:rPr lang="en-US" sz="1800" noProof="0" dirty="0"/>
                        <a:t>‘NE’ if lower than 0.05% of NT and 500Kt of CO</a:t>
                      </a:r>
                      <a:r>
                        <a:rPr lang="en-US" sz="1800" baseline="-25000" noProof="0" dirty="0"/>
                        <a:t>2</a:t>
                      </a:r>
                      <a:r>
                        <a:rPr lang="en-US" sz="1800" noProof="0" dirty="0"/>
                        <a:t>e</a:t>
                      </a:r>
                    </a:p>
                  </a:txBody>
                  <a:tcPr anchor="ctr"/>
                </a:tc>
                <a:tc>
                  <a:txBody>
                    <a:bodyPr/>
                    <a:lstStyle/>
                    <a:p>
                      <a:pPr marL="0" marR="0" lvl="0" indent="0" algn="l" defTabSz="1125500" rtl="0" eaLnBrk="1" fontAlgn="auto" latinLnBrk="0" hangingPunct="1">
                        <a:lnSpc>
                          <a:spcPct val="100000"/>
                        </a:lnSpc>
                        <a:spcBef>
                          <a:spcPts val="0"/>
                        </a:spcBef>
                        <a:spcAft>
                          <a:spcPts val="0"/>
                        </a:spcAft>
                        <a:buClrTx/>
                        <a:buSzTx/>
                        <a:buFontTx/>
                        <a:buNone/>
                        <a:tabLst/>
                        <a:defRPr/>
                      </a:pPr>
                      <a:r>
                        <a:rPr lang="en-US" sz="1800" noProof="0" dirty="0"/>
                        <a:t>‘NE’ if lower than 0.1% of NT and 1000Kt of CO</a:t>
                      </a:r>
                      <a:r>
                        <a:rPr lang="en-US" sz="1800" baseline="-25000" noProof="0" dirty="0"/>
                        <a:t>2</a:t>
                      </a:r>
                      <a:r>
                        <a:rPr lang="en-US" sz="1800" noProof="0" dirty="0"/>
                        <a:t>e</a:t>
                      </a:r>
                    </a:p>
                  </a:txBody>
                  <a:tcPr anchor="ctr"/>
                </a:tc>
                <a:extLst>
                  <a:ext uri="{0D108BD9-81ED-4DB2-BD59-A6C34878D82A}">
                    <a16:rowId xmlns:a16="http://schemas.microsoft.com/office/drawing/2014/main" val="1546511248"/>
                  </a:ext>
                </a:extLst>
              </a:tr>
              <a:tr h="552389">
                <a:tc>
                  <a:txBody>
                    <a:bodyPr/>
                    <a:lstStyle/>
                    <a:p>
                      <a:r>
                        <a:rPr lang="en-US" sz="1800" noProof="0" dirty="0"/>
                        <a:t>QA/QC</a:t>
                      </a:r>
                    </a:p>
                  </a:txBody>
                  <a:tcPr anchor="ctr"/>
                </a:tc>
                <a:tc>
                  <a:txBody>
                    <a:bodyPr/>
                    <a:lstStyle/>
                    <a:p>
                      <a:r>
                        <a:rPr lang="en-US" sz="1800" noProof="0" dirty="0"/>
                        <a:t>Develop QA/QC Plan</a:t>
                      </a:r>
                    </a:p>
                  </a:txBody>
                  <a:tcPr anchor="ctr"/>
                </a:tc>
                <a:tc>
                  <a:txBody>
                    <a:bodyPr/>
                    <a:lstStyle/>
                    <a:p>
                      <a:r>
                        <a:rPr lang="en-US" sz="1800" noProof="0" dirty="0"/>
                        <a:t>Encouraged to develop</a:t>
                      </a:r>
                    </a:p>
                  </a:txBody>
                  <a:tcPr anchor="ctr"/>
                </a:tc>
                <a:extLst>
                  <a:ext uri="{0D108BD9-81ED-4DB2-BD59-A6C34878D82A}">
                    <a16:rowId xmlns:a16="http://schemas.microsoft.com/office/drawing/2014/main" val="2604216026"/>
                  </a:ext>
                </a:extLst>
              </a:tr>
              <a:tr h="552389">
                <a:tc>
                  <a:txBody>
                    <a:bodyPr/>
                    <a:lstStyle/>
                    <a:p>
                      <a:r>
                        <a:rPr lang="en-US" sz="1800" noProof="0" dirty="0"/>
                        <a:t>QA/QC</a:t>
                      </a:r>
                    </a:p>
                  </a:txBody>
                  <a:tcPr anchor="ctr"/>
                </a:tc>
                <a:tc>
                  <a:txBody>
                    <a:bodyPr/>
                    <a:lstStyle/>
                    <a:p>
                      <a:r>
                        <a:rPr lang="en-US" sz="1800" noProof="0" dirty="0"/>
                        <a:t>Implement general QC procedures</a:t>
                      </a:r>
                    </a:p>
                  </a:txBody>
                  <a:tcPr anchor="ctr"/>
                </a:tc>
                <a:tc>
                  <a:txBody>
                    <a:bodyPr/>
                    <a:lstStyle/>
                    <a:p>
                      <a:r>
                        <a:rPr lang="en-US" sz="1800" noProof="0" dirty="0"/>
                        <a:t>Encouraged to implement</a:t>
                      </a:r>
                    </a:p>
                  </a:txBody>
                  <a:tcPr anchor="ctr"/>
                </a:tc>
                <a:extLst>
                  <a:ext uri="{0D108BD9-81ED-4DB2-BD59-A6C34878D82A}">
                    <a16:rowId xmlns:a16="http://schemas.microsoft.com/office/drawing/2014/main" val="4051241982"/>
                  </a:ext>
                </a:extLst>
              </a:tr>
              <a:tr h="789127">
                <a:tc>
                  <a:txBody>
                    <a:bodyPr/>
                    <a:lstStyle/>
                    <a:p>
                      <a:r>
                        <a:rPr lang="en-US" sz="1800" noProof="0" dirty="0"/>
                        <a:t>Greenhouse gases</a:t>
                      </a:r>
                    </a:p>
                  </a:txBody>
                  <a:tcPr anchor="ctr"/>
                </a:tc>
                <a:tc>
                  <a:txBody>
                    <a:bodyPr/>
                    <a:lstStyle/>
                    <a:p>
                      <a:r>
                        <a:rPr lang="en-US" sz="1800" noProof="0" dirty="0"/>
                        <a:t>CO</a:t>
                      </a:r>
                      <a:r>
                        <a:rPr lang="en-US" sz="1800" kern="1200" baseline="-25000" noProof="0" dirty="0">
                          <a:solidFill>
                            <a:schemeClr val="dk1"/>
                          </a:solidFill>
                          <a:latin typeface="+mn-lt"/>
                          <a:ea typeface="+mn-ea"/>
                          <a:cs typeface="+mn-cs"/>
                        </a:rPr>
                        <a:t>2</a:t>
                      </a:r>
                      <a:r>
                        <a:rPr lang="en-US" sz="1800" noProof="0" dirty="0"/>
                        <a:t>, CH</a:t>
                      </a:r>
                      <a:r>
                        <a:rPr lang="en-US" sz="1800" kern="1200" baseline="-25000" noProof="0" dirty="0">
                          <a:solidFill>
                            <a:schemeClr val="dk1"/>
                          </a:solidFill>
                          <a:latin typeface="+mn-lt"/>
                          <a:ea typeface="+mn-ea"/>
                          <a:cs typeface="+mn-cs"/>
                        </a:rPr>
                        <a:t>4</a:t>
                      </a:r>
                      <a:r>
                        <a:rPr lang="en-US" sz="1800" noProof="0" dirty="0"/>
                        <a:t>, N</a:t>
                      </a:r>
                      <a:r>
                        <a:rPr lang="en-US" sz="1800" kern="1200" baseline="-25000" noProof="0" dirty="0">
                          <a:solidFill>
                            <a:schemeClr val="dk1"/>
                          </a:solidFill>
                          <a:latin typeface="+mn-lt"/>
                          <a:ea typeface="+mn-ea"/>
                          <a:cs typeface="+mn-cs"/>
                        </a:rPr>
                        <a:t>2</a:t>
                      </a:r>
                      <a:r>
                        <a:rPr lang="en-US" sz="1800" noProof="0" dirty="0"/>
                        <a:t>O, HFCs, </a:t>
                      </a:r>
                    </a:p>
                    <a:p>
                      <a:r>
                        <a:rPr lang="en-US" sz="1800" noProof="0" dirty="0"/>
                        <a:t>PFCs, SF</a:t>
                      </a:r>
                      <a:r>
                        <a:rPr lang="en-US" sz="1800" kern="1200" baseline="-25000" noProof="0" dirty="0">
                          <a:solidFill>
                            <a:schemeClr val="dk1"/>
                          </a:solidFill>
                          <a:latin typeface="+mn-lt"/>
                          <a:ea typeface="+mn-ea"/>
                          <a:cs typeface="+mn-cs"/>
                        </a:rPr>
                        <a:t>6</a:t>
                      </a:r>
                      <a:r>
                        <a:rPr lang="en-US" sz="1800" noProof="0" dirty="0"/>
                        <a:t> and NF</a:t>
                      </a:r>
                      <a:r>
                        <a:rPr lang="en-US" sz="1800" kern="1200" baseline="-25000" noProof="0" dirty="0">
                          <a:solidFill>
                            <a:schemeClr val="dk1"/>
                          </a:solidFill>
                          <a:latin typeface="+mn-lt"/>
                          <a:ea typeface="+mn-ea"/>
                          <a:cs typeface="+mn-cs"/>
                        </a:rPr>
                        <a:t>3</a:t>
                      </a:r>
                    </a:p>
                  </a:txBody>
                  <a:tcPr anchor="ctr"/>
                </a:tc>
                <a:tc>
                  <a:txBody>
                    <a:bodyPr/>
                    <a:lstStyle/>
                    <a:p>
                      <a:r>
                        <a:rPr lang="en-US" sz="1800" noProof="0" dirty="0"/>
                        <a:t>CO</a:t>
                      </a:r>
                      <a:r>
                        <a:rPr lang="en-US" sz="1800" kern="1200" baseline="-25000" noProof="0" dirty="0">
                          <a:solidFill>
                            <a:schemeClr val="dk1"/>
                          </a:solidFill>
                          <a:latin typeface="+mn-lt"/>
                          <a:ea typeface="+mn-ea"/>
                          <a:cs typeface="+mn-cs"/>
                        </a:rPr>
                        <a:t>2</a:t>
                      </a:r>
                      <a:r>
                        <a:rPr lang="en-US" sz="1800" noProof="0" dirty="0"/>
                        <a:t>, CH</a:t>
                      </a:r>
                      <a:r>
                        <a:rPr lang="en-US" sz="1800" kern="1200" baseline="-25000" noProof="0" dirty="0">
                          <a:solidFill>
                            <a:schemeClr val="dk1"/>
                          </a:solidFill>
                          <a:latin typeface="+mn-lt"/>
                          <a:ea typeface="+mn-ea"/>
                          <a:cs typeface="+mn-cs"/>
                        </a:rPr>
                        <a:t>4</a:t>
                      </a:r>
                      <a:r>
                        <a:rPr lang="en-US" sz="1800" noProof="0" dirty="0"/>
                        <a:t>, N</a:t>
                      </a:r>
                      <a:r>
                        <a:rPr lang="en-US" sz="1800" kern="1200" baseline="-25000" noProof="0" dirty="0">
                          <a:solidFill>
                            <a:schemeClr val="dk1"/>
                          </a:solidFill>
                          <a:latin typeface="+mn-lt"/>
                          <a:ea typeface="+mn-ea"/>
                          <a:cs typeface="+mn-cs"/>
                        </a:rPr>
                        <a:t>2</a:t>
                      </a:r>
                      <a:r>
                        <a:rPr lang="en-US" sz="1800" noProof="0" dirty="0"/>
                        <a:t>O. Other if in NDC or reported before</a:t>
                      </a:r>
                    </a:p>
                  </a:txBody>
                  <a:tcPr anchor="ctr"/>
                </a:tc>
                <a:extLst>
                  <a:ext uri="{0D108BD9-81ED-4DB2-BD59-A6C34878D82A}">
                    <a16:rowId xmlns:a16="http://schemas.microsoft.com/office/drawing/2014/main" val="3938114519"/>
                  </a:ext>
                </a:extLst>
              </a:tr>
              <a:tr h="315651">
                <a:tc>
                  <a:txBody>
                    <a:bodyPr/>
                    <a:lstStyle/>
                    <a:p>
                      <a:r>
                        <a:rPr lang="en-US" sz="1800" noProof="0" dirty="0"/>
                        <a:t>Time series</a:t>
                      </a:r>
                    </a:p>
                  </a:txBody>
                  <a:tcPr anchor="ctr"/>
                </a:tc>
                <a:tc>
                  <a:txBody>
                    <a:bodyPr/>
                    <a:lstStyle/>
                    <a:p>
                      <a:r>
                        <a:rPr lang="en-US" sz="1800" noProof="0" dirty="0"/>
                        <a:t>T-2 timeliness</a:t>
                      </a:r>
                    </a:p>
                  </a:txBody>
                  <a:tcPr anchor="ctr"/>
                </a:tc>
                <a:tc>
                  <a:txBody>
                    <a:bodyPr/>
                    <a:lstStyle/>
                    <a:p>
                      <a:r>
                        <a:rPr lang="en-US" sz="1800" noProof="0" dirty="0"/>
                        <a:t>T-3 timeliness</a:t>
                      </a:r>
                    </a:p>
                  </a:txBody>
                  <a:tcPr anchor="ctr"/>
                </a:tc>
                <a:extLst>
                  <a:ext uri="{0D108BD9-81ED-4DB2-BD59-A6C34878D82A}">
                    <a16:rowId xmlns:a16="http://schemas.microsoft.com/office/drawing/2014/main" val="290981014"/>
                  </a:ext>
                </a:extLst>
              </a:tr>
              <a:tr h="789127">
                <a:tc>
                  <a:txBody>
                    <a:bodyPr/>
                    <a:lstStyle/>
                    <a:p>
                      <a:r>
                        <a:rPr lang="en-US" sz="1800" noProof="0" dirty="0"/>
                        <a:t>Time series </a:t>
                      </a:r>
                      <a:r>
                        <a:rPr lang="en-US" sz="1800" noProof="0" dirty="0">
                          <a:solidFill>
                            <a:srgbClr val="7030A0"/>
                          </a:solidFill>
                        </a:rPr>
                        <a:t>(can be challenging)</a:t>
                      </a:r>
                    </a:p>
                  </a:txBody>
                  <a:tcPr anchor="ctr"/>
                </a:tc>
                <a:tc>
                  <a:txBody>
                    <a:bodyPr/>
                    <a:lstStyle/>
                    <a:p>
                      <a:r>
                        <a:rPr lang="en-US" sz="1800" noProof="0" dirty="0"/>
                        <a:t>Annually between 1990 and  t-2</a:t>
                      </a:r>
                    </a:p>
                  </a:txBody>
                  <a:tcPr anchor="ctr"/>
                </a:tc>
                <a:tc>
                  <a:txBody>
                    <a:bodyPr/>
                    <a:lstStyle/>
                    <a:p>
                      <a:r>
                        <a:rPr lang="en-US" sz="1800" noProof="0" dirty="0"/>
                        <a:t>Reference year for NDC, and annually from 2020 to t-3</a:t>
                      </a:r>
                    </a:p>
                  </a:txBody>
                  <a:tcPr anchor="ctr"/>
                </a:tc>
                <a:extLst>
                  <a:ext uri="{0D108BD9-81ED-4DB2-BD59-A6C34878D82A}">
                    <a16:rowId xmlns:a16="http://schemas.microsoft.com/office/drawing/2014/main" val="4070595137"/>
                  </a:ext>
                </a:extLst>
              </a:tr>
            </a:tbl>
          </a:graphicData>
        </a:graphic>
      </p:graphicFrame>
    </p:spTree>
    <p:extLst>
      <p:ext uri="{BB962C8B-B14F-4D97-AF65-F5344CB8AC3E}">
        <p14:creationId xmlns:p14="http://schemas.microsoft.com/office/powerpoint/2010/main" val="4258401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A8DC8-6CE5-4276-F06A-15972024D8B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D348770-76A5-2CBF-AB03-4F4A524E2C93}"/>
              </a:ext>
            </a:extLst>
          </p:cNvPr>
          <p:cNvSpPr>
            <a:spLocks noGrp="1"/>
          </p:cNvSpPr>
          <p:nvPr>
            <p:ph type="sldNum" sz="quarter" idx="11"/>
          </p:nvPr>
        </p:nvSpPr>
        <p:spPr/>
        <p:txBody>
          <a:bodyPr/>
          <a:lstStyle/>
          <a:p>
            <a:fld id="{909D9AA9-2800-6742-B3AC-1FC34B18C60A}" type="slidenum">
              <a:rPr lang="en-US" noProof="0" smtClean="0"/>
              <a:pPr/>
              <a:t>11</a:t>
            </a:fld>
            <a:endParaRPr lang="en-US" noProof="0" dirty="0"/>
          </a:p>
        </p:txBody>
      </p:sp>
      <p:sp>
        <p:nvSpPr>
          <p:cNvPr id="4" name="Titre 1">
            <a:extLst>
              <a:ext uri="{FF2B5EF4-FFF2-40B4-BE49-F238E27FC236}">
                <a16:creationId xmlns:a16="http://schemas.microsoft.com/office/drawing/2014/main" id="{446861E7-3D14-92F8-F52B-850572CFD2E8}"/>
              </a:ext>
            </a:extLst>
          </p:cNvPr>
          <p:cNvSpPr>
            <a:spLocks noGrp="1"/>
          </p:cNvSpPr>
          <p:nvPr>
            <p:ph type="title"/>
          </p:nvPr>
        </p:nvSpPr>
        <p:spPr>
          <a:xfrm>
            <a:off x="3200400" y="2438400"/>
            <a:ext cx="6705600" cy="2133600"/>
          </a:xfrm>
          <a:prstGeom prst="rect">
            <a:avLst/>
          </a:prstGeom>
        </p:spPr>
        <p:txBody>
          <a:bodyPr anchor="ctr"/>
          <a:lstStyle/>
          <a:p>
            <a:r>
              <a:rPr lang="en-US" noProof="0" dirty="0">
                <a:solidFill>
                  <a:schemeClr val="bg1"/>
                </a:solidFill>
              </a:rPr>
              <a:t>Some focus </a:t>
            </a:r>
            <a:br>
              <a:rPr lang="en-US" noProof="0" dirty="0">
                <a:solidFill>
                  <a:schemeClr val="bg1"/>
                </a:solidFill>
              </a:rPr>
            </a:br>
            <a:r>
              <a:rPr lang="en-US" noProof="0" dirty="0">
                <a:solidFill>
                  <a:schemeClr val="bg1"/>
                </a:solidFill>
              </a:rPr>
              <a:t>on Guidelines  &amp;</a:t>
            </a:r>
            <a:br>
              <a:rPr lang="en-US" noProof="0" dirty="0">
                <a:solidFill>
                  <a:schemeClr val="bg1"/>
                </a:solidFill>
              </a:rPr>
            </a:br>
            <a:r>
              <a:rPr lang="en-US" noProof="0" dirty="0">
                <a:solidFill>
                  <a:schemeClr val="bg1"/>
                </a:solidFill>
              </a:rPr>
              <a:t>Good practices</a:t>
            </a:r>
          </a:p>
        </p:txBody>
      </p:sp>
      <p:sp>
        <p:nvSpPr>
          <p:cNvPr id="2" name="Rectangle 1">
            <a:extLst>
              <a:ext uri="{FF2B5EF4-FFF2-40B4-BE49-F238E27FC236}">
                <a16:creationId xmlns:a16="http://schemas.microsoft.com/office/drawing/2014/main" id="{0A4AE6BD-6A6F-A8D7-026F-1D64319FBB6B}"/>
              </a:ext>
            </a:extLst>
          </p:cNvPr>
          <p:cNvSpPr/>
          <p:nvPr/>
        </p:nvSpPr>
        <p:spPr>
          <a:xfrm>
            <a:off x="1889760" y="2542903"/>
            <a:ext cx="1236617" cy="1715588"/>
          </a:xfrm>
          <a:prstGeom prst="rect">
            <a:avLst/>
          </a:prstGeom>
          <a:solidFill>
            <a:srgbClr val="0053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412064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7C9034-C755-758C-E30A-92BFF8D5D1C8}"/>
              </a:ext>
            </a:extLst>
          </p:cNvPr>
          <p:cNvSpPr>
            <a:spLocks noGrp="1"/>
          </p:cNvSpPr>
          <p:nvPr>
            <p:ph type="title"/>
          </p:nvPr>
        </p:nvSpPr>
        <p:spPr/>
        <p:txBody>
          <a:bodyPr/>
          <a:lstStyle/>
          <a:p>
            <a:r>
              <a:rPr lang="en-US" noProof="0" dirty="0"/>
              <a:t>Good practice – TACCC principles</a:t>
            </a:r>
          </a:p>
        </p:txBody>
      </p:sp>
      <p:sp>
        <p:nvSpPr>
          <p:cNvPr id="5" name="ZoneTexte 4">
            <a:extLst>
              <a:ext uri="{FF2B5EF4-FFF2-40B4-BE49-F238E27FC236}">
                <a16:creationId xmlns:a16="http://schemas.microsoft.com/office/drawing/2014/main" id="{4EBCED26-2B74-917B-784C-5E5A2574BC24}"/>
              </a:ext>
            </a:extLst>
          </p:cNvPr>
          <p:cNvSpPr txBox="1"/>
          <p:nvPr/>
        </p:nvSpPr>
        <p:spPr>
          <a:xfrm>
            <a:off x="331772" y="1648812"/>
            <a:ext cx="8867091" cy="369332"/>
          </a:xfrm>
          <a:prstGeom prst="rect">
            <a:avLst/>
          </a:prstGeom>
          <a:noFill/>
        </p:spPr>
        <p:txBody>
          <a:bodyPr wrap="square">
            <a:spAutoFit/>
          </a:bodyPr>
          <a:lstStyle/>
          <a:p>
            <a:pPr marL="0" lvl="1" algn="just">
              <a:spcBef>
                <a:spcPts val="400"/>
              </a:spcBef>
              <a:buClr>
                <a:srgbClr val="53116D"/>
              </a:buClr>
              <a:defRPr/>
            </a:pPr>
            <a:r>
              <a:rPr lang="en-US" sz="1800" noProof="0" dirty="0"/>
              <a:t>A sustainable and robust system consists of five basic principles: TACCCs</a:t>
            </a:r>
          </a:p>
        </p:txBody>
      </p:sp>
      <p:pic>
        <p:nvPicPr>
          <p:cNvPr id="18" name="Image 17">
            <a:extLst>
              <a:ext uri="{FF2B5EF4-FFF2-40B4-BE49-F238E27FC236}">
                <a16:creationId xmlns:a16="http://schemas.microsoft.com/office/drawing/2014/main" id="{0A568FAB-CC82-8C1D-CD32-6A61250BA4AC}"/>
              </a:ext>
            </a:extLst>
          </p:cNvPr>
          <p:cNvPicPr>
            <a:picLocks noChangeAspect="1"/>
          </p:cNvPicPr>
          <p:nvPr/>
        </p:nvPicPr>
        <p:blipFill rotWithShape="1">
          <a:blip r:embed="rId3"/>
          <a:srcRect t="42740"/>
          <a:stretch/>
        </p:blipFill>
        <p:spPr>
          <a:xfrm>
            <a:off x="0" y="2347214"/>
            <a:ext cx="9906000" cy="2163571"/>
          </a:xfrm>
          <a:prstGeom prst="rect">
            <a:avLst/>
          </a:prstGeom>
        </p:spPr>
      </p:pic>
    </p:spTree>
    <p:extLst>
      <p:ext uri="{BB962C8B-B14F-4D97-AF65-F5344CB8AC3E}">
        <p14:creationId xmlns:p14="http://schemas.microsoft.com/office/powerpoint/2010/main" val="2909541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7C9034-C755-758C-E30A-92BFF8D5D1C8}"/>
              </a:ext>
            </a:extLst>
          </p:cNvPr>
          <p:cNvSpPr>
            <a:spLocks noGrp="1"/>
          </p:cNvSpPr>
          <p:nvPr>
            <p:ph type="title"/>
          </p:nvPr>
        </p:nvSpPr>
        <p:spPr/>
        <p:txBody>
          <a:bodyPr/>
          <a:lstStyle/>
          <a:p>
            <a:r>
              <a:rPr lang="en-US" noProof="0" dirty="0"/>
              <a:t>Good practice – TACCC principles</a:t>
            </a:r>
          </a:p>
        </p:txBody>
      </p:sp>
      <p:pic>
        <p:nvPicPr>
          <p:cNvPr id="4" name="Image 3">
            <a:extLst>
              <a:ext uri="{FF2B5EF4-FFF2-40B4-BE49-F238E27FC236}">
                <a16:creationId xmlns:a16="http://schemas.microsoft.com/office/drawing/2014/main" id="{080AF649-4C58-A20F-E276-CBBCE943CC23}"/>
              </a:ext>
            </a:extLst>
          </p:cNvPr>
          <p:cNvPicPr>
            <a:picLocks noChangeAspect="1"/>
          </p:cNvPicPr>
          <p:nvPr/>
        </p:nvPicPr>
        <p:blipFill rotWithShape="1">
          <a:blip r:embed="rId2"/>
          <a:srcRect t="42740"/>
          <a:stretch/>
        </p:blipFill>
        <p:spPr>
          <a:xfrm>
            <a:off x="0" y="2347214"/>
            <a:ext cx="9906000" cy="2163571"/>
          </a:xfrm>
          <a:prstGeom prst="rect">
            <a:avLst/>
          </a:prstGeom>
        </p:spPr>
      </p:pic>
      <p:sp>
        <p:nvSpPr>
          <p:cNvPr id="5" name="ZoneTexte 4">
            <a:extLst>
              <a:ext uri="{FF2B5EF4-FFF2-40B4-BE49-F238E27FC236}">
                <a16:creationId xmlns:a16="http://schemas.microsoft.com/office/drawing/2014/main" id="{631EFC32-D97C-FA71-893F-160EC95699BD}"/>
              </a:ext>
            </a:extLst>
          </p:cNvPr>
          <p:cNvSpPr txBox="1"/>
          <p:nvPr/>
        </p:nvSpPr>
        <p:spPr>
          <a:xfrm>
            <a:off x="267764" y="1149564"/>
            <a:ext cx="8748219" cy="923330"/>
          </a:xfrm>
          <a:prstGeom prst="rect">
            <a:avLst/>
          </a:prstGeom>
          <a:noFill/>
        </p:spPr>
        <p:txBody>
          <a:bodyPr wrap="square">
            <a:spAutoFit/>
          </a:bodyPr>
          <a:lstStyle/>
          <a:p>
            <a:pPr lvl="1" algn="just">
              <a:spcBef>
                <a:spcPts val="400"/>
              </a:spcBef>
              <a:buClr>
                <a:srgbClr val="53116D"/>
              </a:buClr>
              <a:defRPr/>
            </a:pPr>
            <a:r>
              <a:rPr lang="en-US" sz="1800" b="1" noProof="0" dirty="0">
                <a:solidFill>
                  <a:srgbClr val="002060"/>
                </a:solidFill>
                <a:latin typeface="+mn-lt"/>
                <a:cs typeface="Arial" pitchFamily="34" charset="0"/>
              </a:rPr>
              <a:t>Transparency </a:t>
            </a:r>
            <a:r>
              <a:rPr lang="en-US" sz="1800" noProof="0" dirty="0">
                <a:solidFill>
                  <a:srgbClr val="002060"/>
                </a:solidFill>
                <a:latin typeface="+mn-lt"/>
                <a:cs typeface="Arial" pitchFamily="34" charset="0"/>
              </a:rPr>
              <a:t>means that the assumptions and methodologies used for an inventory should be clearly explained to facilitate replication and assessment of the inventory by users of the reported information.</a:t>
            </a:r>
          </a:p>
        </p:txBody>
      </p:sp>
      <p:sp>
        <p:nvSpPr>
          <p:cNvPr id="7" name="ZoneTexte 6">
            <a:extLst>
              <a:ext uri="{FF2B5EF4-FFF2-40B4-BE49-F238E27FC236}">
                <a16:creationId xmlns:a16="http://schemas.microsoft.com/office/drawing/2014/main" id="{EC8D6609-B429-9F29-30F0-B9F2B6062BA3}"/>
              </a:ext>
            </a:extLst>
          </p:cNvPr>
          <p:cNvSpPr txBox="1"/>
          <p:nvPr/>
        </p:nvSpPr>
        <p:spPr>
          <a:xfrm>
            <a:off x="267764" y="4763346"/>
            <a:ext cx="9205419" cy="1200329"/>
          </a:xfrm>
          <a:prstGeom prst="rect">
            <a:avLst/>
          </a:prstGeom>
          <a:noFill/>
        </p:spPr>
        <p:txBody>
          <a:bodyPr wrap="square">
            <a:spAutoFit/>
          </a:bodyPr>
          <a:lstStyle/>
          <a:p>
            <a:pPr lvl="1" algn="just">
              <a:spcBef>
                <a:spcPts val="400"/>
              </a:spcBef>
              <a:buClr>
                <a:srgbClr val="53116D"/>
              </a:buClr>
              <a:defRPr/>
            </a:pPr>
            <a:r>
              <a:rPr lang="en-US" sz="1800" b="1" noProof="0" dirty="0">
                <a:latin typeface="+mn-lt"/>
                <a:cs typeface="Arial" pitchFamily="34" charset="0"/>
              </a:rPr>
              <a:t>Accuracy </a:t>
            </a:r>
            <a:r>
              <a:rPr lang="en-US" sz="1800" noProof="0" dirty="0">
                <a:latin typeface="+mn-lt"/>
                <a:cs typeface="Arial" pitchFamily="34" charset="0"/>
              </a:rPr>
              <a:t>is a relative measure of the exactness of an emission or removal estimate. Estimates should be accurate in the sense that they are systematically neither over nor under true emissions or removals, as far as can be judged, and that uncertainties are reduced as far as practicable. </a:t>
            </a:r>
            <a:endParaRPr lang="en-US" sz="1800" b="1" noProof="0" dirty="0">
              <a:latin typeface="+mn-lt"/>
              <a:cs typeface="Arial" pitchFamily="34" charset="0"/>
            </a:endParaRPr>
          </a:p>
        </p:txBody>
      </p:sp>
      <p:cxnSp>
        <p:nvCxnSpPr>
          <p:cNvPr id="9" name="Connecteur droit avec flèche 8">
            <a:extLst>
              <a:ext uri="{FF2B5EF4-FFF2-40B4-BE49-F238E27FC236}">
                <a16:creationId xmlns:a16="http://schemas.microsoft.com/office/drawing/2014/main" id="{A7440002-C24A-D101-491D-7B04DC5802C5}"/>
              </a:ext>
            </a:extLst>
          </p:cNvPr>
          <p:cNvCxnSpPr>
            <a:cxnSpLocks/>
          </p:cNvCxnSpPr>
          <p:nvPr/>
        </p:nvCxnSpPr>
        <p:spPr>
          <a:xfrm flipV="1">
            <a:off x="996696" y="2075688"/>
            <a:ext cx="0" cy="49806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274782D4-2867-50F2-AD35-8242CA57510C}"/>
              </a:ext>
            </a:extLst>
          </p:cNvPr>
          <p:cNvCxnSpPr>
            <a:cxnSpLocks/>
          </p:cNvCxnSpPr>
          <p:nvPr/>
        </p:nvCxnSpPr>
        <p:spPr>
          <a:xfrm>
            <a:off x="2959608" y="4323756"/>
            <a:ext cx="0" cy="4487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69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7C9034-C755-758C-E30A-92BFF8D5D1C8}"/>
              </a:ext>
            </a:extLst>
          </p:cNvPr>
          <p:cNvSpPr>
            <a:spLocks noGrp="1"/>
          </p:cNvSpPr>
          <p:nvPr>
            <p:ph type="title"/>
          </p:nvPr>
        </p:nvSpPr>
        <p:spPr/>
        <p:txBody>
          <a:bodyPr/>
          <a:lstStyle/>
          <a:p>
            <a:r>
              <a:rPr lang="en-US" noProof="0" dirty="0"/>
              <a:t>Good practice – TACCC principles</a:t>
            </a:r>
          </a:p>
        </p:txBody>
      </p:sp>
      <p:pic>
        <p:nvPicPr>
          <p:cNvPr id="4" name="Image 3">
            <a:extLst>
              <a:ext uri="{FF2B5EF4-FFF2-40B4-BE49-F238E27FC236}">
                <a16:creationId xmlns:a16="http://schemas.microsoft.com/office/drawing/2014/main" id="{080AF649-4C58-A20F-E276-CBBCE943CC23}"/>
              </a:ext>
            </a:extLst>
          </p:cNvPr>
          <p:cNvPicPr>
            <a:picLocks noChangeAspect="1"/>
          </p:cNvPicPr>
          <p:nvPr/>
        </p:nvPicPr>
        <p:blipFill rotWithShape="1">
          <a:blip r:embed="rId2"/>
          <a:srcRect t="42740"/>
          <a:stretch/>
        </p:blipFill>
        <p:spPr>
          <a:xfrm>
            <a:off x="0" y="2347214"/>
            <a:ext cx="9906000" cy="2163571"/>
          </a:xfrm>
          <a:prstGeom prst="rect">
            <a:avLst/>
          </a:prstGeom>
        </p:spPr>
      </p:pic>
      <p:sp>
        <p:nvSpPr>
          <p:cNvPr id="5" name="ZoneTexte 4">
            <a:extLst>
              <a:ext uri="{FF2B5EF4-FFF2-40B4-BE49-F238E27FC236}">
                <a16:creationId xmlns:a16="http://schemas.microsoft.com/office/drawing/2014/main" id="{631EFC32-D97C-FA71-893F-160EC95699BD}"/>
              </a:ext>
            </a:extLst>
          </p:cNvPr>
          <p:cNvSpPr txBox="1"/>
          <p:nvPr/>
        </p:nvSpPr>
        <p:spPr>
          <a:xfrm>
            <a:off x="267764" y="1149564"/>
            <a:ext cx="8748219" cy="1200329"/>
          </a:xfrm>
          <a:prstGeom prst="rect">
            <a:avLst/>
          </a:prstGeom>
          <a:noFill/>
        </p:spPr>
        <p:txBody>
          <a:bodyPr wrap="square">
            <a:spAutoFit/>
          </a:bodyPr>
          <a:lstStyle/>
          <a:p>
            <a:pPr lvl="1" algn="just">
              <a:spcBef>
                <a:spcPts val="400"/>
              </a:spcBef>
              <a:buClr>
                <a:srgbClr val="53116D"/>
              </a:buClr>
              <a:defRPr/>
            </a:pPr>
            <a:r>
              <a:rPr lang="en-US" sz="1800" b="1" noProof="0" dirty="0">
                <a:solidFill>
                  <a:srgbClr val="107D4B"/>
                </a:solidFill>
                <a:latin typeface="+mn-lt"/>
                <a:cs typeface="Arial" pitchFamily="34" charset="0"/>
              </a:rPr>
              <a:t>Completeness </a:t>
            </a:r>
            <a:r>
              <a:rPr lang="en-US" sz="1800" noProof="0" dirty="0">
                <a:solidFill>
                  <a:srgbClr val="107D4B"/>
                </a:solidFill>
                <a:latin typeface="+mn-lt"/>
                <a:cs typeface="Arial" pitchFamily="34" charset="0"/>
              </a:rPr>
              <a:t>means that an annual inventory covers at least all sources, as well as all pollutants, for which methodologies are provided in the agreed methodology Guidelines. Completeness also means the full geographical coverage of the sources of a Party.</a:t>
            </a:r>
          </a:p>
        </p:txBody>
      </p:sp>
      <p:sp>
        <p:nvSpPr>
          <p:cNvPr id="7" name="ZoneTexte 6">
            <a:extLst>
              <a:ext uri="{FF2B5EF4-FFF2-40B4-BE49-F238E27FC236}">
                <a16:creationId xmlns:a16="http://schemas.microsoft.com/office/drawing/2014/main" id="{EC8D6609-B429-9F29-30F0-B9F2B6062BA3}"/>
              </a:ext>
            </a:extLst>
          </p:cNvPr>
          <p:cNvSpPr txBox="1"/>
          <p:nvPr/>
        </p:nvSpPr>
        <p:spPr>
          <a:xfrm>
            <a:off x="267764" y="4763346"/>
            <a:ext cx="9205419" cy="1200329"/>
          </a:xfrm>
          <a:prstGeom prst="rect">
            <a:avLst/>
          </a:prstGeom>
          <a:noFill/>
        </p:spPr>
        <p:txBody>
          <a:bodyPr wrap="square">
            <a:spAutoFit/>
          </a:bodyPr>
          <a:lstStyle/>
          <a:p>
            <a:pPr lvl="1" algn="just">
              <a:spcBef>
                <a:spcPts val="400"/>
              </a:spcBef>
              <a:buClr>
                <a:srgbClr val="53116D"/>
              </a:buClr>
              <a:defRPr/>
            </a:pPr>
            <a:r>
              <a:rPr lang="en-US" sz="1800" b="1" noProof="0" dirty="0">
                <a:solidFill>
                  <a:srgbClr val="BB037A"/>
                </a:solidFill>
                <a:latin typeface="+mn-lt"/>
                <a:cs typeface="Arial" pitchFamily="34" charset="0"/>
              </a:rPr>
              <a:t>Consistency </a:t>
            </a:r>
            <a:r>
              <a:rPr lang="en-US" sz="1800" noProof="0" dirty="0">
                <a:solidFill>
                  <a:srgbClr val="BB037A"/>
                </a:solidFill>
                <a:latin typeface="+mn-lt"/>
                <a:cs typeface="Arial" pitchFamily="34" charset="0"/>
              </a:rPr>
              <a:t>means that an annual inventory should be internally consistent for all reported years in all its elements across sectors, categories and pollutants. An inventory is consistent if the same methodologies are used for all years of the inventory and if consistent data sets are used to estimate emissions.</a:t>
            </a:r>
          </a:p>
        </p:txBody>
      </p:sp>
      <p:cxnSp>
        <p:nvCxnSpPr>
          <p:cNvPr id="9" name="Connecteur droit avec flèche 8">
            <a:extLst>
              <a:ext uri="{FF2B5EF4-FFF2-40B4-BE49-F238E27FC236}">
                <a16:creationId xmlns:a16="http://schemas.microsoft.com/office/drawing/2014/main" id="{A7440002-C24A-D101-491D-7B04DC5802C5}"/>
              </a:ext>
            </a:extLst>
          </p:cNvPr>
          <p:cNvCxnSpPr>
            <a:cxnSpLocks/>
          </p:cNvCxnSpPr>
          <p:nvPr/>
        </p:nvCxnSpPr>
        <p:spPr>
          <a:xfrm flipV="1">
            <a:off x="4898136" y="2082038"/>
            <a:ext cx="0" cy="498061"/>
          </a:xfrm>
          <a:prstGeom prst="straightConnector1">
            <a:avLst/>
          </a:prstGeom>
          <a:ln w="38100">
            <a:solidFill>
              <a:srgbClr val="107D4B"/>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274782D4-2867-50F2-AD35-8242CA57510C}"/>
              </a:ext>
            </a:extLst>
          </p:cNvPr>
          <p:cNvCxnSpPr>
            <a:cxnSpLocks/>
          </p:cNvCxnSpPr>
          <p:nvPr/>
        </p:nvCxnSpPr>
        <p:spPr>
          <a:xfrm>
            <a:off x="6891528" y="4360332"/>
            <a:ext cx="0" cy="448734"/>
          </a:xfrm>
          <a:prstGeom prst="straightConnector1">
            <a:avLst/>
          </a:prstGeom>
          <a:ln w="38100">
            <a:solidFill>
              <a:srgbClr val="BB037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32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7C9034-C755-758C-E30A-92BFF8D5D1C8}"/>
              </a:ext>
            </a:extLst>
          </p:cNvPr>
          <p:cNvSpPr>
            <a:spLocks noGrp="1"/>
          </p:cNvSpPr>
          <p:nvPr>
            <p:ph type="title"/>
          </p:nvPr>
        </p:nvSpPr>
        <p:spPr/>
        <p:txBody>
          <a:bodyPr/>
          <a:lstStyle/>
          <a:p>
            <a:r>
              <a:rPr lang="en-US" noProof="0" dirty="0"/>
              <a:t>Good practice – TACCC principles</a:t>
            </a:r>
          </a:p>
        </p:txBody>
      </p:sp>
      <p:pic>
        <p:nvPicPr>
          <p:cNvPr id="4" name="Image 3">
            <a:extLst>
              <a:ext uri="{FF2B5EF4-FFF2-40B4-BE49-F238E27FC236}">
                <a16:creationId xmlns:a16="http://schemas.microsoft.com/office/drawing/2014/main" id="{080AF649-4C58-A20F-E276-CBBCE943CC23}"/>
              </a:ext>
            </a:extLst>
          </p:cNvPr>
          <p:cNvPicPr>
            <a:picLocks noChangeAspect="1"/>
          </p:cNvPicPr>
          <p:nvPr/>
        </p:nvPicPr>
        <p:blipFill rotWithShape="1">
          <a:blip r:embed="rId2"/>
          <a:srcRect t="42740"/>
          <a:stretch/>
        </p:blipFill>
        <p:spPr>
          <a:xfrm>
            <a:off x="0" y="2347214"/>
            <a:ext cx="9906000" cy="2163571"/>
          </a:xfrm>
          <a:prstGeom prst="rect">
            <a:avLst/>
          </a:prstGeom>
        </p:spPr>
      </p:pic>
      <p:sp>
        <p:nvSpPr>
          <p:cNvPr id="5" name="ZoneTexte 4">
            <a:extLst>
              <a:ext uri="{FF2B5EF4-FFF2-40B4-BE49-F238E27FC236}">
                <a16:creationId xmlns:a16="http://schemas.microsoft.com/office/drawing/2014/main" id="{631EFC32-D97C-FA71-893F-160EC95699BD}"/>
              </a:ext>
            </a:extLst>
          </p:cNvPr>
          <p:cNvSpPr txBox="1"/>
          <p:nvPr/>
        </p:nvSpPr>
        <p:spPr>
          <a:xfrm>
            <a:off x="267764" y="1149564"/>
            <a:ext cx="9287716" cy="923330"/>
          </a:xfrm>
          <a:prstGeom prst="rect">
            <a:avLst/>
          </a:prstGeom>
          <a:noFill/>
        </p:spPr>
        <p:txBody>
          <a:bodyPr wrap="square">
            <a:spAutoFit/>
          </a:bodyPr>
          <a:lstStyle/>
          <a:p>
            <a:pPr lvl="1" algn="just">
              <a:spcBef>
                <a:spcPts val="400"/>
              </a:spcBef>
              <a:buClr>
                <a:srgbClr val="53116D"/>
              </a:buClr>
              <a:defRPr/>
            </a:pPr>
            <a:r>
              <a:rPr lang="en-US" sz="1800" b="1" noProof="0" dirty="0">
                <a:solidFill>
                  <a:srgbClr val="181870"/>
                </a:solidFill>
                <a:latin typeface="+mn-lt"/>
                <a:cs typeface="Arial" pitchFamily="34" charset="0"/>
              </a:rPr>
              <a:t>Comparability </a:t>
            </a:r>
            <a:r>
              <a:rPr lang="en-US" sz="1800" noProof="0" dirty="0">
                <a:solidFill>
                  <a:srgbClr val="181870"/>
                </a:solidFill>
                <a:latin typeface="+mn-lt"/>
                <a:cs typeface="Arial" pitchFamily="34" charset="0"/>
              </a:rPr>
              <a:t>means that estimates of emissions and removals reported by Parties in inventories should be comparable among Parties. For this purpose, Parties should use the agreed methodologies and formats.</a:t>
            </a:r>
          </a:p>
        </p:txBody>
      </p:sp>
      <p:cxnSp>
        <p:nvCxnSpPr>
          <p:cNvPr id="9" name="Connecteur droit avec flèche 8">
            <a:extLst>
              <a:ext uri="{FF2B5EF4-FFF2-40B4-BE49-F238E27FC236}">
                <a16:creationId xmlns:a16="http://schemas.microsoft.com/office/drawing/2014/main" id="{A7440002-C24A-D101-491D-7B04DC5802C5}"/>
              </a:ext>
            </a:extLst>
          </p:cNvPr>
          <p:cNvCxnSpPr>
            <a:cxnSpLocks/>
          </p:cNvCxnSpPr>
          <p:nvPr/>
        </p:nvCxnSpPr>
        <p:spPr>
          <a:xfrm flipV="1">
            <a:off x="8830056" y="1828800"/>
            <a:ext cx="0" cy="739361"/>
          </a:xfrm>
          <a:prstGeom prst="straightConnector1">
            <a:avLst/>
          </a:prstGeom>
          <a:ln w="38100">
            <a:solidFill>
              <a:srgbClr val="18187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498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E755A5-C1EE-BF5E-38D5-5BCAD3BCC688}"/>
              </a:ext>
            </a:extLst>
          </p:cNvPr>
          <p:cNvSpPr>
            <a:spLocks noGrp="1"/>
          </p:cNvSpPr>
          <p:nvPr>
            <p:ph type="title"/>
          </p:nvPr>
        </p:nvSpPr>
        <p:spPr>
          <a:xfrm>
            <a:off x="331772" y="447766"/>
            <a:ext cx="8655813" cy="383823"/>
          </a:xfrm>
        </p:spPr>
        <p:txBody>
          <a:bodyPr/>
          <a:lstStyle/>
          <a:p>
            <a:r>
              <a:rPr lang="en-US" noProof="0" dirty="0"/>
              <a:t>Focus on – Assessment of completeness and transparency</a:t>
            </a:r>
          </a:p>
        </p:txBody>
      </p:sp>
      <p:sp>
        <p:nvSpPr>
          <p:cNvPr id="12" name="Rectangle : coins arrondis 11">
            <a:extLst>
              <a:ext uri="{FF2B5EF4-FFF2-40B4-BE49-F238E27FC236}">
                <a16:creationId xmlns:a16="http://schemas.microsoft.com/office/drawing/2014/main" id="{E66C454F-602D-800B-4D11-764502A1AA93}"/>
              </a:ext>
            </a:extLst>
          </p:cNvPr>
          <p:cNvSpPr/>
          <p:nvPr/>
        </p:nvSpPr>
        <p:spPr>
          <a:xfrm rot="5400000">
            <a:off x="1911153" y="2736012"/>
            <a:ext cx="4250168" cy="1441520"/>
          </a:xfrm>
          <a:prstGeom prst="roundRect">
            <a:avLst>
              <a:gd name="adj" fmla="val 50000"/>
            </a:avLst>
          </a:prstGeom>
          <a:solidFill>
            <a:srgbClr val="0051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ZoneTexte 12">
            <a:extLst>
              <a:ext uri="{FF2B5EF4-FFF2-40B4-BE49-F238E27FC236}">
                <a16:creationId xmlns:a16="http://schemas.microsoft.com/office/drawing/2014/main" id="{9C68A6E2-7EBB-B20C-2AC5-F4DA28DE27E7}"/>
              </a:ext>
            </a:extLst>
          </p:cNvPr>
          <p:cNvSpPr txBox="1"/>
          <p:nvPr/>
        </p:nvSpPr>
        <p:spPr>
          <a:xfrm>
            <a:off x="6761157" y="1443841"/>
            <a:ext cx="2744793" cy="3970318"/>
          </a:xfrm>
          <a:prstGeom prst="rect">
            <a:avLst/>
          </a:prstGeom>
          <a:noFill/>
        </p:spPr>
        <p:txBody>
          <a:bodyPr wrap="square">
            <a:spAutoFit/>
          </a:bodyPr>
          <a:lstStyle/>
          <a:p>
            <a:r>
              <a:rPr lang="en-US" b="1" noProof="0" dirty="0">
                <a:latin typeface="+mn-lt"/>
              </a:rPr>
              <a:t>Punctuality</a:t>
            </a:r>
          </a:p>
          <a:p>
            <a:r>
              <a:rPr lang="en-US" noProof="0" dirty="0">
                <a:latin typeface="+mn-lt"/>
              </a:rPr>
              <a:t>The inventories transmitted within the framework of international commitments must respect certain deadlines. In the case of the design of an inventory system, this component must be taken into account to put in place the means to meet this objective.</a:t>
            </a:r>
          </a:p>
        </p:txBody>
      </p:sp>
      <p:sp>
        <p:nvSpPr>
          <p:cNvPr id="14" name="Rectangle : coins arrondis 13">
            <a:extLst>
              <a:ext uri="{FF2B5EF4-FFF2-40B4-BE49-F238E27FC236}">
                <a16:creationId xmlns:a16="http://schemas.microsoft.com/office/drawing/2014/main" id="{A252320B-041C-C590-3096-FDABF497B3A4}"/>
              </a:ext>
            </a:extLst>
          </p:cNvPr>
          <p:cNvSpPr/>
          <p:nvPr/>
        </p:nvSpPr>
        <p:spPr>
          <a:xfrm rot="5400000">
            <a:off x="3549465" y="2736010"/>
            <a:ext cx="4250166" cy="1441519"/>
          </a:xfrm>
          <a:prstGeom prst="roundRect">
            <a:avLst>
              <a:gd name="adj" fmla="val 50000"/>
            </a:avLst>
          </a:prstGeom>
          <a:solidFill>
            <a:srgbClr val="89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ZoneTexte 15">
            <a:extLst>
              <a:ext uri="{FF2B5EF4-FFF2-40B4-BE49-F238E27FC236}">
                <a16:creationId xmlns:a16="http://schemas.microsoft.com/office/drawing/2014/main" id="{64155CC0-D989-A2EF-A5B4-66BBFFFCA4F7}"/>
              </a:ext>
            </a:extLst>
          </p:cNvPr>
          <p:cNvSpPr txBox="1"/>
          <p:nvPr/>
        </p:nvSpPr>
        <p:spPr>
          <a:xfrm>
            <a:off x="459800" y="1460657"/>
            <a:ext cx="2407517" cy="3693319"/>
          </a:xfrm>
          <a:prstGeom prst="rect">
            <a:avLst/>
          </a:prstGeom>
          <a:noFill/>
        </p:spPr>
        <p:txBody>
          <a:bodyPr wrap="square" rtlCol="0">
            <a:spAutoFit/>
          </a:bodyPr>
          <a:lstStyle/>
          <a:p>
            <a:pPr algn="r"/>
            <a:r>
              <a:rPr lang="en-US" b="1" noProof="0" dirty="0">
                <a:latin typeface="+mn-lt"/>
              </a:rPr>
              <a:t>Respect for confidentiality </a:t>
            </a:r>
          </a:p>
          <a:p>
            <a:pPr algn="r"/>
            <a:r>
              <a:rPr lang="en-US" noProof="0" dirty="0">
                <a:latin typeface="+mn-lt"/>
              </a:rPr>
              <a:t>certain information collected during the production of the inventory is likely to be confidential. Confidentiality should be managed in such a way as to respect the corresponding constraints.</a:t>
            </a:r>
          </a:p>
          <a:p>
            <a:pPr algn="r"/>
            <a:endParaRPr lang="en-US" noProof="0" dirty="0">
              <a:latin typeface="+mn-lt"/>
            </a:endParaRPr>
          </a:p>
        </p:txBody>
      </p:sp>
      <p:cxnSp>
        <p:nvCxnSpPr>
          <p:cNvPr id="18" name="Connecteur droit 17">
            <a:extLst>
              <a:ext uri="{FF2B5EF4-FFF2-40B4-BE49-F238E27FC236}">
                <a16:creationId xmlns:a16="http://schemas.microsoft.com/office/drawing/2014/main" id="{5252AC5B-AC14-175F-5404-C59D55BC2C4B}"/>
              </a:ext>
            </a:extLst>
          </p:cNvPr>
          <p:cNvCxnSpPr>
            <a:cxnSpLocks/>
          </p:cNvCxnSpPr>
          <p:nvPr/>
        </p:nvCxnSpPr>
        <p:spPr>
          <a:xfrm>
            <a:off x="3104789" y="1460657"/>
            <a:ext cx="0" cy="3970318"/>
          </a:xfrm>
          <a:prstGeom prst="line">
            <a:avLst/>
          </a:prstGeom>
          <a:ln w="28575">
            <a:solidFill>
              <a:srgbClr val="005195"/>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38E89D3-09CE-B257-CDEA-2A8825312D4B}"/>
              </a:ext>
            </a:extLst>
          </p:cNvPr>
          <p:cNvCxnSpPr>
            <a:cxnSpLocks/>
          </p:cNvCxnSpPr>
          <p:nvPr/>
        </p:nvCxnSpPr>
        <p:spPr>
          <a:xfrm>
            <a:off x="6628597" y="1460657"/>
            <a:ext cx="0" cy="3970318"/>
          </a:xfrm>
          <a:prstGeom prst="line">
            <a:avLst/>
          </a:prstGeom>
          <a:ln w="28575">
            <a:solidFill>
              <a:srgbClr val="89CAFF"/>
            </a:solidFill>
          </a:ln>
        </p:spPr>
        <p:style>
          <a:lnRef idx="1">
            <a:schemeClr val="accent1"/>
          </a:lnRef>
          <a:fillRef idx="0">
            <a:schemeClr val="accent1"/>
          </a:fillRef>
          <a:effectRef idx="0">
            <a:schemeClr val="accent1"/>
          </a:effectRef>
          <a:fontRef idx="minor">
            <a:schemeClr val="tx1"/>
          </a:fontRef>
        </p:style>
      </p:cxnSp>
      <p:pic>
        <p:nvPicPr>
          <p:cNvPr id="26" name="Graphique 25" descr="Sonnerie d’alarme avec un remplissage uni">
            <a:extLst>
              <a:ext uri="{FF2B5EF4-FFF2-40B4-BE49-F238E27FC236}">
                <a16:creationId xmlns:a16="http://schemas.microsoft.com/office/drawing/2014/main" id="{18EBFD57-F607-032D-A585-5E9CE69C5B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3436" y="1587932"/>
            <a:ext cx="914400" cy="914400"/>
          </a:xfrm>
          <a:prstGeom prst="rect">
            <a:avLst/>
          </a:prstGeom>
        </p:spPr>
      </p:pic>
      <p:pic>
        <p:nvPicPr>
          <p:cNvPr id="28" name="Graphique 27" descr="Verrou avec un remplissage uni">
            <a:extLst>
              <a:ext uri="{FF2B5EF4-FFF2-40B4-BE49-F238E27FC236}">
                <a16:creationId xmlns:a16="http://schemas.microsoft.com/office/drawing/2014/main" id="{843803D7-FF97-1922-9E64-9FB71B0BE3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33352" y="1587932"/>
            <a:ext cx="805769" cy="805769"/>
          </a:xfrm>
          <a:prstGeom prst="rect">
            <a:avLst/>
          </a:prstGeom>
        </p:spPr>
      </p:pic>
    </p:spTree>
    <p:extLst>
      <p:ext uri="{BB962C8B-B14F-4D97-AF65-F5344CB8AC3E}">
        <p14:creationId xmlns:p14="http://schemas.microsoft.com/office/powerpoint/2010/main" val="334932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1"/>
          <p:cNvSpPr txBox="1">
            <a:spLocks noChangeArrowheads="1"/>
          </p:cNvSpPr>
          <p:nvPr/>
        </p:nvSpPr>
        <p:spPr bwMode="auto">
          <a:xfrm>
            <a:off x="5172075" y="2809875"/>
            <a:ext cx="184150" cy="461963"/>
          </a:xfrm>
          <a:prstGeom prst="rect">
            <a:avLst/>
          </a:prstGeom>
          <a:noFill/>
          <a:ln w="9525">
            <a:noFill/>
            <a:miter lim="800000"/>
            <a:headEnd/>
            <a:tailEnd/>
          </a:ln>
        </p:spPr>
        <p:txBody>
          <a:bodyPr wrap="none">
            <a:spAutoFit/>
          </a:bodyPr>
          <a:lstStyle/>
          <a:p>
            <a:pPr algn="ctr">
              <a:spcBef>
                <a:spcPct val="20000"/>
              </a:spcBef>
              <a:buClr>
                <a:srgbClr val="53116D"/>
              </a:buClr>
              <a:buFont typeface="Wingdings" pitchFamily="2" charset="2"/>
              <a:buNone/>
            </a:pPr>
            <a:endParaRPr lang="en-US" sz="2400" b="1" noProof="0" dirty="0">
              <a:solidFill>
                <a:schemeClr val="accent2"/>
              </a:solidFill>
              <a:latin typeface="Arial Black" pitchFamily="34" charset="0"/>
            </a:endParaRPr>
          </a:p>
        </p:txBody>
      </p:sp>
      <p:sp>
        <p:nvSpPr>
          <p:cNvPr id="5" name="Titre 1">
            <a:extLst>
              <a:ext uri="{FF2B5EF4-FFF2-40B4-BE49-F238E27FC236}">
                <a16:creationId xmlns:a16="http://schemas.microsoft.com/office/drawing/2014/main" id="{D4DF9C68-B209-5D2D-744E-D00BC7C5B27A}"/>
              </a:ext>
            </a:extLst>
          </p:cNvPr>
          <p:cNvSpPr>
            <a:spLocks noGrp="1"/>
          </p:cNvSpPr>
          <p:nvPr>
            <p:ph type="title"/>
          </p:nvPr>
        </p:nvSpPr>
        <p:spPr>
          <a:xfrm>
            <a:off x="331773" y="447766"/>
            <a:ext cx="6738134" cy="383823"/>
          </a:xfrm>
        </p:spPr>
        <p:txBody>
          <a:bodyPr/>
          <a:lstStyle/>
          <a:p>
            <a:r>
              <a:rPr lang="en-US" noProof="0" dirty="0"/>
              <a:t>Focus on – Assessment of completeness</a:t>
            </a:r>
          </a:p>
        </p:txBody>
      </p:sp>
      <p:pic>
        <p:nvPicPr>
          <p:cNvPr id="13" name="Image 12">
            <a:extLst>
              <a:ext uri="{FF2B5EF4-FFF2-40B4-BE49-F238E27FC236}">
                <a16:creationId xmlns:a16="http://schemas.microsoft.com/office/drawing/2014/main" id="{6678148D-095D-8CCE-0C7B-76FB65A44DF0}"/>
              </a:ext>
            </a:extLst>
          </p:cNvPr>
          <p:cNvPicPr>
            <a:picLocks noChangeAspect="1"/>
          </p:cNvPicPr>
          <p:nvPr/>
        </p:nvPicPr>
        <p:blipFill rotWithShape="1">
          <a:blip r:embed="rId2"/>
          <a:srcRect t="5842" b="57971"/>
          <a:stretch/>
        </p:blipFill>
        <p:spPr>
          <a:xfrm>
            <a:off x="0" y="1030039"/>
            <a:ext cx="7069907" cy="1933254"/>
          </a:xfrm>
          <a:prstGeom prst="rect">
            <a:avLst/>
          </a:prstGeom>
        </p:spPr>
      </p:pic>
      <p:sp>
        <p:nvSpPr>
          <p:cNvPr id="12" name="ZoneTexte 9">
            <a:extLst>
              <a:ext uri="{FF2B5EF4-FFF2-40B4-BE49-F238E27FC236}">
                <a16:creationId xmlns:a16="http://schemas.microsoft.com/office/drawing/2014/main" id="{CF07B2F7-63CC-B7BF-3524-A343D1EB7DC4}"/>
              </a:ext>
            </a:extLst>
          </p:cNvPr>
          <p:cNvSpPr txBox="1">
            <a:spLocks noChangeArrowheads="1"/>
          </p:cNvSpPr>
          <p:nvPr/>
        </p:nvSpPr>
        <p:spPr bwMode="auto">
          <a:xfrm>
            <a:off x="7248337" y="1545638"/>
            <a:ext cx="2465709" cy="519351"/>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grpSp>
        <p:nvGrpSpPr>
          <p:cNvPr id="3" name="Groupe 2">
            <a:extLst>
              <a:ext uri="{FF2B5EF4-FFF2-40B4-BE49-F238E27FC236}">
                <a16:creationId xmlns:a16="http://schemas.microsoft.com/office/drawing/2014/main" id="{0F71305D-FDB3-5C5D-9435-442F951E8C2E}"/>
              </a:ext>
            </a:extLst>
          </p:cNvPr>
          <p:cNvGrpSpPr/>
          <p:nvPr/>
        </p:nvGrpSpPr>
        <p:grpSpPr>
          <a:xfrm>
            <a:off x="237177" y="3024664"/>
            <a:ext cx="8607278" cy="3385570"/>
            <a:chOff x="746931" y="3279657"/>
            <a:chExt cx="8230420" cy="3135204"/>
          </a:xfrm>
        </p:grpSpPr>
        <p:pic>
          <p:nvPicPr>
            <p:cNvPr id="7" name="Image 6">
              <a:extLst>
                <a:ext uri="{FF2B5EF4-FFF2-40B4-BE49-F238E27FC236}">
                  <a16:creationId xmlns:a16="http://schemas.microsoft.com/office/drawing/2014/main" id="{CA3F54DF-A1A6-7AB3-C858-A5E755BBF927}"/>
                </a:ext>
              </a:extLst>
            </p:cNvPr>
            <p:cNvPicPr>
              <a:picLocks noChangeAspect="1"/>
            </p:cNvPicPr>
            <p:nvPr/>
          </p:nvPicPr>
          <p:blipFill rotWithShape="1">
            <a:blip r:embed="rId3">
              <a:clrChange>
                <a:clrFrom>
                  <a:srgbClr val="FFFFFF"/>
                </a:clrFrom>
                <a:clrTo>
                  <a:srgbClr val="FFFFFF">
                    <a:alpha val="0"/>
                  </a:srgbClr>
                </a:clrTo>
              </a:clrChange>
            </a:blip>
            <a:srcRect t="21650" b="747"/>
            <a:stretch/>
          </p:blipFill>
          <p:spPr>
            <a:xfrm>
              <a:off x="746931" y="3279657"/>
              <a:ext cx="8230420" cy="3135204"/>
            </a:xfrm>
            <a:prstGeom prst="rect">
              <a:avLst/>
            </a:prstGeom>
          </p:spPr>
        </p:pic>
        <p:sp>
          <p:nvSpPr>
            <p:cNvPr id="2" name="Rectangle 1">
              <a:extLst>
                <a:ext uri="{FF2B5EF4-FFF2-40B4-BE49-F238E27FC236}">
                  <a16:creationId xmlns:a16="http://schemas.microsoft.com/office/drawing/2014/main" id="{7CAF7F93-D486-6083-BE42-3ACE8930A0FC}"/>
                </a:ext>
              </a:extLst>
            </p:cNvPr>
            <p:cNvSpPr/>
            <p:nvPr/>
          </p:nvSpPr>
          <p:spPr>
            <a:xfrm>
              <a:off x="7553325" y="6115050"/>
              <a:ext cx="1343025" cy="16192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4" name="Image 3">
            <a:extLst>
              <a:ext uri="{FF2B5EF4-FFF2-40B4-BE49-F238E27FC236}">
                <a16:creationId xmlns:a16="http://schemas.microsoft.com/office/drawing/2014/main" id="{27B024C4-6035-9AE2-9AD9-3556FF6F9767}"/>
              </a:ext>
            </a:extLst>
          </p:cNvPr>
          <p:cNvPicPr>
            <a:picLocks noChangeAspect="1"/>
          </p:cNvPicPr>
          <p:nvPr/>
        </p:nvPicPr>
        <p:blipFill rotWithShape="1">
          <a:blip r:embed="rId4"/>
          <a:srcRect l="41782" t="42740" r="41943"/>
          <a:stretch/>
        </p:blipFill>
        <p:spPr>
          <a:xfrm>
            <a:off x="6479145" y="280951"/>
            <a:ext cx="541421" cy="726572"/>
          </a:xfrm>
          <a:prstGeom prst="rect">
            <a:avLst/>
          </a:prstGeom>
        </p:spPr>
      </p:pic>
    </p:spTree>
    <p:extLst>
      <p:ext uri="{BB962C8B-B14F-4D97-AF65-F5344CB8AC3E}">
        <p14:creationId xmlns:p14="http://schemas.microsoft.com/office/powerpoint/2010/main" val="2984841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1"/>
          <p:cNvSpPr txBox="1">
            <a:spLocks noChangeArrowheads="1"/>
          </p:cNvSpPr>
          <p:nvPr/>
        </p:nvSpPr>
        <p:spPr bwMode="auto">
          <a:xfrm>
            <a:off x="5172075" y="2809875"/>
            <a:ext cx="184150" cy="461963"/>
          </a:xfrm>
          <a:prstGeom prst="rect">
            <a:avLst/>
          </a:prstGeom>
          <a:noFill/>
          <a:ln w="9525">
            <a:noFill/>
            <a:miter lim="800000"/>
            <a:headEnd/>
            <a:tailEnd/>
          </a:ln>
        </p:spPr>
        <p:txBody>
          <a:bodyPr wrap="square">
            <a:spAutoFit/>
          </a:bodyPr>
          <a:lstStyle/>
          <a:p>
            <a:pPr algn="ctr">
              <a:spcBef>
                <a:spcPct val="20000"/>
              </a:spcBef>
              <a:buClr>
                <a:srgbClr val="53116D"/>
              </a:buClr>
              <a:buFont typeface="Wingdings" pitchFamily="2" charset="2"/>
              <a:buNone/>
            </a:pPr>
            <a:endParaRPr lang="en-US" sz="2400" b="1" noProof="0" dirty="0">
              <a:solidFill>
                <a:schemeClr val="accent2"/>
              </a:solidFill>
              <a:latin typeface="Arial Black" pitchFamily="34" charset="0"/>
            </a:endParaRPr>
          </a:p>
        </p:txBody>
      </p:sp>
      <p:pic>
        <p:nvPicPr>
          <p:cNvPr id="3" name="Image 2">
            <a:extLst>
              <a:ext uri="{FF2B5EF4-FFF2-40B4-BE49-F238E27FC236}">
                <a16:creationId xmlns:a16="http://schemas.microsoft.com/office/drawing/2014/main" id="{5B0132D6-3734-DE99-816D-4C38B434ED6A}"/>
              </a:ext>
            </a:extLst>
          </p:cNvPr>
          <p:cNvPicPr>
            <a:picLocks noChangeAspect="1"/>
          </p:cNvPicPr>
          <p:nvPr/>
        </p:nvPicPr>
        <p:blipFill>
          <a:blip r:embed="rId2"/>
          <a:stretch>
            <a:fillRect/>
          </a:stretch>
        </p:blipFill>
        <p:spPr>
          <a:xfrm>
            <a:off x="383257" y="1684934"/>
            <a:ext cx="7994392" cy="3924021"/>
          </a:xfrm>
          <a:prstGeom prst="rect">
            <a:avLst/>
          </a:prstGeom>
        </p:spPr>
      </p:pic>
      <p:sp>
        <p:nvSpPr>
          <p:cNvPr id="2" name="ZoneTexte 9">
            <a:extLst>
              <a:ext uri="{FF2B5EF4-FFF2-40B4-BE49-F238E27FC236}">
                <a16:creationId xmlns:a16="http://schemas.microsoft.com/office/drawing/2014/main" id="{8866D0C6-9322-F881-6BF9-DC4254F54277}"/>
              </a:ext>
            </a:extLst>
          </p:cNvPr>
          <p:cNvSpPr txBox="1">
            <a:spLocks noChangeArrowheads="1"/>
          </p:cNvSpPr>
          <p:nvPr/>
        </p:nvSpPr>
        <p:spPr bwMode="auto">
          <a:xfrm>
            <a:off x="6799843" y="929510"/>
            <a:ext cx="2800592"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sp>
        <p:nvSpPr>
          <p:cNvPr id="4" name="Titre 3">
            <a:extLst>
              <a:ext uri="{FF2B5EF4-FFF2-40B4-BE49-F238E27FC236}">
                <a16:creationId xmlns:a16="http://schemas.microsoft.com/office/drawing/2014/main" id="{2FC643B4-0E08-5ADE-F974-8C73F45C8A22}"/>
              </a:ext>
            </a:extLst>
          </p:cNvPr>
          <p:cNvSpPr>
            <a:spLocks noGrp="1"/>
          </p:cNvSpPr>
          <p:nvPr>
            <p:ph type="title"/>
          </p:nvPr>
        </p:nvSpPr>
        <p:spPr/>
        <p:txBody>
          <a:bodyPr/>
          <a:lstStyle/>
          <a:p>
            <a:r>
              <a:rPr lang="en-US" noProof="0" dirty="0"/>
              <a:t>Focus on – Assessment of completeness</a:t>
            </a:r>
          </a:p>
        </p:txBody>
      </p:sp>
      <p:sp>
        <p:nvSpPr>
          <p:cNvPr id="5" name="Rectangle 4">
            <a:extLst>
              <a:ext uri="{FF2B5EF4-FFF2-40B4-BE49-F238E27FC236}">
                <a16:creationId xmlns:a16="http://schemas.microsoft.com/office/drawing/2014/main" id="{C1053A22-F5F8-8C8B-EF2D-BE1685AA7B9E}"/>
              </a:ext>
            </a:extLst>
          </p:cNvPr>
          <p:cNvSpPr/>
          <p:nvPr/>
        </p:nvSpPr>
        <p:spPr>
          <a:xfrm>
            <a:off x="383257" y="3752491"/>
            <a:ext cx="7994392" cy="1829693"/>
          </a:xfrm>
          <a:prstGeom prst="rect">
            <a:avLst/>
          </a:prstGeom>
          <a:solidFill>
            <a:srgbClr val="FAE7D8">
              <a:alpha val="30196"/>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3FF5CEBC-CEAD-9465-2977-E21A68834105}"/>
              </a:ext>
            </a:extLst>
          </p:cNvPr>
          <p:cNvSpPr/>
          <p:nvPr/>
        </p:nvSpPr>
        <p:spPr>
          <a:xfrm>
            <a:off x="383257" y="1746893"/>
            <a:ext cx="7994392" cy="1293963"/>
          </a:xfrm>
          <a:prstGeom prst="rect">
            <a:avLst/>
          </a:prstGeom>
          <a:solidFill>
            <a:srgbClr val="F9DEE0">
              <a:alpha val="20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 name="Image 6">
            <a:extLst>
              <a:ext uri="{FF2B5EF4-FFF2-40B4-BE49-F238E27FC236}">
                <a16:creationId xmlns:a16="http://schemas.microsoft.com/office/drawing/2014/main" id="{F4EAB941-C8F7-1119-7CC0-6C7A495BDD04}"/>
              </a:ext>
            </a:extLst>
          </p:cNvPr>
          <p:cNvPicPr>
            <a:picLocks noChangeAspect="1"/>
          </p:cNvPicPr>
          <p:nvPr/>
        </p:nvPicPr>
        <p:blipFill rotWithShape="1">
          <a:blip r:embed="rId3"/>
          <a:srcRect l="41782" t="42740" r="41943"/>
          <a:stretch/>
        </p:blipFill>
        <p:spPr>
          <a:xfrm>
            <a:off x="6258422" y="375547"/>
            <a:ext cx="541421" cy="726572"/>
          </a:xfrm>
          <a:prstGeom prst="rect">
            <a:avLst/>
          </a:prstGeom>
        </p:spPr>
      </p:pic>
    </p:spTree>
    <p:extLst>
      <p:ext uri="{BB962C8B-B14F-4D97-AF65-F5344CB8AC3E}">
        <p14:creationId xmlns:p14="http://schemas.microsoft.com/office/powerpoint/2010/main" val="3231802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41">
            <a:extLst>
              <a:ext uri="{FF2B5EF4-FFF2-40B4-BE49-F238E27FC236}">
                <a16:creationId xmlns:a16="http://schemas.microsoft.com/office/drawing/2014/main" id="{C5DFE883-790C-4FEC-BEF6-F70B7EEC85B3}"/>
              </a:ext>
            </a:extLst>
          </p:cNvPr>
          <p:cNvSpPr txBox="1">
            <a:spLocks noChangeArrowheads="1"/>
          </p:cNvSpPr>
          <p:nvPr/>
        </p:nvSpPr>
        <p:spPr bwMode="auto">
          <a:xfrm>
            <a:off x="5148263" y="467062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buClr>
                <a:srgbClr val="53116D"/>
              </a:buClr>
              <a:buFont typeface="Wingdings" panose="05000000000000000000" pitchFamily="2" charset="2"/>
              <a:buNone/>
            </a:pPr>
            <a:endParaRPr lang="en-US" sz="2400" b="1" noProof="0" dirty="0">
              <a:solidFill>
                <a:schemeClr val="accent2"/>
              </a:solidFill>
              <a:latin typeface="Arial Black" panose="020B0A04020102020204" pitchFamily="34" charset="0"/>
            </a:endParaRPr>
          </a:p>
        </p:txBody>
      </p:sp>
      <p:sp>
        <p:nvSpPr>
          <p:cNvPr id="2" name="Titre 1">
            <a:extLst>
              <a:ext uri="{FF2B5EF4-FFF2-40B4-BE49-F238E27FC236}">
                <a16:creationId xmlns:a16="http://schemas.microsoft.com/office/drawing/2014/main" id="{0BE02E8F-944D-19EC-FD25-FE11252C523F}"/>
              </a:ext>
            </a:extLst>
          </p:cNvPr>
          <p:cNvSpPr>
            <a:spLocks noGrp="1"/>
          </p:cNvSpPr>
          <p:nvPr>
            <p:ph type="title"/>
          </p:nvPr>
        </p:nvSpPr>
        <p:spPr/>
        <p:txBody>
          <a:bodyPr/>
          <a:lstStyle/>
          <a:p>
            <a:r>
              <a:rPr lang="en-US" sz="2800" b="1" i="1" noProof="0" dirty="0"/>
              <a:t>Guidelines on reporting</a:t>
            </a:r>
            <a:br>
              <a:rPr lang="en-US" sz="2800" noProof="0" dirty="0"/>
            </a:br>
            <a:endParaRPr lang="en-US" noProof="0" dirty="0"/>
          </a:p>
        </p:txBody>
      </p:sp>
      <p:sp>
        <p:nvSpPr>
          <p:cNvPr id="3" name="ZoneTexte 9">
            <a:extLst>
              <a:ext uri="{FF2B5EF4-FFF2-40B4-BE49-F238E27FC236}">
                <a16:creationId xmlns:a16="http://schemas.microsoft.com/office/drawing/2014/main" id="{B2F1E00E-A75C-E50E-45CF-ED380B9FE808}"/>
              </a:ext>
            </a:extLst>
          </p:cNvPr>
          <p:cNvSpPr txBox="1">
            <a:spLocks noChangeArrowheads="1"/>
          </p:cNvSpPr>
          <p:nvPr/>
        </p:nvSpPr>
        <p:spPr bwMode="auto">
          <a:xfrm>
            <a:off x="6534860" y="1559485"/>
            <a:ext cx="2800592"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pic>
        <p:nvPicPr>
          <p:cNvPr id="5" name="Image 4">
            <a:extLst>
              <a:ext uri="{FF2B5EF4-FFF2-40B4-BE49-F238E27FC236}">
                <a16:creationId xmlns:a16="http://schemas.microsoft.com/office/drawing/2014/main" id="{55D0C486-7570-E1D7-0BC7-11F63A2B3A58}"/>
              </a:ext>
            </a:extLst>
          </p:cNvPr>
          <p:cNvPicPr>
            <a:picLocks noChangeAspect="1"/>
          </p:cNvPicPr>
          <p:nvPr/>
        </p:nvPicPr>
        <p:blipFill>
          <a:blip r:embed="rId3"/>
          <a:stretch>
            <a:fillRect/>
          </a:stretch>
        </p:blipFill>
        <p:spPr>
          <a:xfrm>
            <a:off x="441357" y="2275690"/>
            <a:ext cx="9023286" cy="3069619"/>
          </a:xfrm>
          <a:prstGeom prst="rect">
            <a:avLst/>
          </a:prstGeom>
        </p:spPr>
      </p:pic>
    </p:spTree>
    <p:extLst>
      <p:ext uri="{BB962C8B-B14F-4D97-AF65-F5344CB8AC3E}">
        <p14:creationId xmlns:p14="http://schemas.microsoft.com/office/powerpoint/2010/main" val="3080708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41">
            <a:extLst>
              <a:ext uri="{FF2B5EF4-FFF2-40B4-BE49-F238E27FC236}">
                <a16:creationId xmlns:a16="http://schemas.microsoft.com/office/drawing/2014/main" id="{C5DFE883-790C-4FEC-BEF6-F70B7EEC85B3}"/>
              </a:ext>
            </a:extLst>
          </p:cNvPr>
          <p:cNvSpPr txBox="1">
            <a:spLocks noChangeArrowheads="1"/>
          </p:cNvSpPr>
          <p:nvPr/>
        </p:nvSpPr>
        <p:spPr bwMode="auto">
          <a:xfrm>
            <a:off x="5148263" y="467062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buClr>
                <a:srgbClr val="53116D"/>
              </a:buClr>
              <a:buFont typeface="Wingdings" panose="05000000000000000000" pitchFamily="2" charset="2"/>
              <a:buNone/>
            </a:pPr>
            <a:endParaRPr lang="en-US" sz="2400" b="1" noProof="0" dirty="0">
              <a:solidFill>
                <a:schemeClr val="accent2"/>
              </a:solidFill>
              <a:latin typeface="Arial Black" panose="020B0A04020102020204" pitchFamily="34" charset="0"/>
            </a:endParaRPr>
          </a:p>
        </p:txBody>
      </p:sp>
      <p:sp>
        <p:nvSpPr>
          <p:cNvPr id="2" name="Titre 1">
            <a:extLst>
              <a:ext uri="{FF2B5EF4-FFF2-40B4-BE49-F238E27FC236}">
                <a16:creationId xmlns:a16="http://schemas.microsoft.com/office/drawing/2014/main" id="{0BE02E8F-944D-19EC-FD25-FE11252C523F}"/>
              </a:ext>
            </a:extLst>
          </p:cNvPr>
          <p:cNvSpPr>
            <a:spLocks noGrp="1"/>
          </p:cNvSpPr>
          <p:nvPr>
            <p:ph type="title"/>
          </p:nvPr>
        </p:nvSpPr>
        <p:spPr/>
        <p:txBody>
          <a:bodyPr/>
          <a:lstStyle/>
          <a:p>
            <a:r>
              <a:rPr lang="en-US" sz="2800" i="1" noProof="0" dirty="0"/>
              <a:t>Guidelines on reporting </a:t>
            </a:r>
            <a:br>
              <a:rPr lang="en-US" sz="2800" noProof="0" dirty="0"/>
            </a:br>
            <a:br>
              <a:rPr lang="en-US" sz="2800" noProof="0" dirty="0"/>
            </a:br>
            <a:endParaRPr lang="en-US" noProof="0" dirty="0"/>
          </a:p>
        </p:txBody>
      </p:sp>
      <p:sp>
        <p:nvSpPr>
          <p:cNvPr id="3" name="ZoneTexte 9">
            <a:extLst>
              <a:ext uri="{FF2B5EF4-FFF2-40B4-BE49-F238E27FC236}">
                <a16:creationId xmlns:a16="http://schemas.microsoft.com/office/drawing/2014/main" id="{B2F1E00E-A75C-E50E-45CF-ED380B9FE808}"/>
              </a:ext>
            </a:extLst>
          </p:cNvPr>
          <p:cNvSpPr txBox="1">
            <a:spLocks noChangeArrowheads="1"/>
          </p:cNvSpPr>
          <p:nvPr/>
        </p:nvSpPr>
        <p:spPr bwMode="auto">
          <a:xfrm>
            <a:off x="6534860" y="1559485"/>
            <a:ext cx="2800592"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pic>
        <p:nvPicPr>
          <p:cNvPr id="6" name="Image 5">
            <a:extLst>
              <a:ext uri="{FF2B5EF4-FFF2-40B4-BE49-F238E27FC236}">
                <a16:creationId xmlns:a16="http://schemas.microsoft.com/office/drawing/2014/main" id="{8F39739E-7B84-4A5C-5E9A-FEDA20ECEDEE}"/>
              </a:ext>
            </a:extLst>
          </p:cNvPr>
          <p:cNvPicPr>
            <a:picLocks noChangeAspect="1"/>
          </p:cNvPicPr>
          <p:nvPr/>
        </p:nvPicPr>
        <p:blipFill>
          <a:blip r:embed="rId2"/>
          <a:stretch>
            <a:fillRect/>
          </a:stretch>
        </p:blipFill>
        <p:spPr>
          <a:xfrm>
            <a:off x="285274" y="2167086"/>
            <a:ext cx="9335452" cy="3954213"/>
          </a:xfrm>
          <a:prstGeom prst="rect">
            <a:avLst/>
          </a:prstGeom>
        </p:spPr>
      </p:pic>
    </p:spTree>
    <p:extLst>
      <p:ext uri="{BB962C8B-B14F-4D97-AF65-F5344CB8AC3E}">
        <p14:creationId xmlns:p14="http://schemas.microsoft.com/office/powerpoint/2010/main" val="3271395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1">
            <a:extLst>
              <a:ext uri="{FF2B5EF4-FFF2-40B4-BE49-F238E27FC236}">
                <a16:creationId xmlns:a16="http://schemas.microsoft.com/office/drawing/2014/main" id="{C2D7661E-001A-4E52-BEB1-DCF986BC0EE8}"/>
              </a:ext>
            </a:extLst>
          </p:cNvPr>
          <p:cNvSpPr txBox="1">
            <a:spLocks noChangeArrowheads="1"/>
          </p:cNvSpPr>
          <p:nvPr/>
        </p:nvSpPr>
        <p:spPr bwMode="auto">
          <a:xfrm>
            <a:off x="5172075" y="28098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buClr>
                <a:srgbClr val="53116D"/>
              </a:buClr>
              <a:buFont typeface="Wingdings" panose="05000000000000000000" pitchFamily="2" charset="2"/>
              <a:buNone/>
            </a:pPr>
            <a:endParaRPr lang="en-US" sz="2400" b="1" noProof="0" dirty="0">
              <a:solidFill>
                <a:schemeClr val="accent2"/>
              </a:solidFill>
              <a:latin typeface="Arial Black" panose="020B0A04020102020204" pitchFamily="34" charset="0"/>
            </a:endParaRPr>
          </a:p>
        </p:txBody>
      </p:sp>
      <p:sp>
        <p:nvSpPr>
          <p:cNvPr id="2" name="Titre 1">
            <a:extLst>
              <a:ext uri="{FF2B5EF4-FFF2-40B4-BE49-F238E27FC236}">
                <a16:creationId xmlns:a16="http://schemas.microsoft.com/office/drawing/2014/main" id="{93D8DEF0-5C53-5E32-E8B8-1FE809D3811D}"/>
              </a:ext>
            </a:extLst>
          </p:cNvPr>
          <p:cNvSpPr>
            <a:spLocks noGrp="1"/>
          </p:cNvSpPr>
          <p:nvPr>
            <p:ph type="title"/>
          </p:nvPr>
        </p:nvSpPr>
        <p:spPr/>
        <p:txBody>
          <a:bodyPr/>
          <a:lstStyle/>
          <a:p>
            <a:r>
              <a:rPr lang="en-US" noProof="0" dirty="0"/>
              <a:t>Methodological Guidelines to be used</a:t>
            </a:r>
          </a:p>
        </p:txBody>
      </p:sp>
      <p:pic>
        <p:nvPicPr>
          <p:cNvPr id="8" name="Image 7">
            <a:extLst>
              <a:ext uri="{FF2B5EF4-FFF2-40B4-BE49-F238E27FC236}">
                <a16:creationId xmlns:a16="http://schemas.microsoft.com/office/drawing/2014/main" id="{40A45EFD-DEDB-14ED-7B55-3B2BAC5911F2}"/>
              </a:ext>
            </a:extLst>
          </p:cNvPr>
          <p:cNvPicPr>
            <a:picLocks noChangeAspect="1"/>
          </p:cNvPicPr>
          <p:nvPr/>
        </p:nvPicPr>
        <p:blipFill>
          <a:blip r:embed="rId2"/>
          <a:stretch>
            <a:fillRect/>
          </a:stretch>
        </p:blipFill>
        <p:spPr>
          <a:xfrm>
            <a:off x="331773" y="1812635"/>
            <a:ext cx="8972550" cy="1459203"/>
          </a:xfrm>
          <a:prstGeom prst="rect">
            <a:avLst/>
          </a:prstGeom>
        </p:spPr>
      </p:pic>
      <p:pic>
        <p:nvPicPr>
          <p:cNvPr id="10" name="Image 9">
            <a:extLst>
              <a:ext uri="{FF2B5EF4-FFF2-40B4-BE49-F238E27FC236}">
                <a16:creationId xmlns:a16="http://schemas.microsoft.com/office/drawing/2014/main" id="{C56E159F-562C-1DD8-EFDD-75AF33DF271E}"/>
              </a:ext>
            </a:extLst>
          </p:cNvPr>
          <p:cNvPicPr>
            <a:picLocks noChangeAspect="1"/>
          </p:cNvPicPr>
          <p:nvPr/>
        </p:nvPicPr>
        <p:blipFill>
          <a:blip r:embed="rId3"/>
          <a:stretch>
            <a:fillRect/>
          </a:stretch>
        </p:blipFill>
        <p:spPr>
          <a:xfrm>
            <a:off x="388000" y="4367442"/>
            <a:ext cx="9130002" cy="1028495"/>
          </a:xfrm>
          <a:prstGeom prst="rect">
            <a:avLst/>
          </a:prstGeom>
        </p:spPr>
      </p:pic>
      <p:sp>
        <p:nvSpPr>
          <p:cNvPr id="5" name="ZoneTexte 4">
            <a:extLst>
              <a:ext uri="{FF2B5EF4-FFF2-40B4-BE49-F238E27FC236}">
                <a16:creationId xmlns:a16="http://schemas.microsoft.com/office/drawing/2014/main" id="{7A9778B4-EDDF-F465-629F-B1426F610696}"/>
              </a:ext>
            </a:extLst>
          </p:cNvPr>
          <p:cNvSpPr txBox="1">
            <a:spLocks noChangeArrowheads="1"/>
          </p:cNvSpPr>
          <p:nvPr/>
        </p:nvSpPr>
        <p:spPr bwMode="auto">
          <a:xfrm>
            <a:off x="6966207" y="3119770"/>
            <a:ext cx="2551794"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a:t>
            </a:r>
          </a:p>
        </p:txBody>
      </p:sp>
      <p:sp>
        <p:nvSpPr>
          <p:cNvPr id="6" name="ZoneTexte 5">
            <a:extLst>
              <a:ext uri="{FF2B5EF4-FFF2-40B4-BE49-F238E27FC236}">
                <a16:creationId xmlns:a16="http://schemas.microsoft.com/office/drawing/2014/main" id="{02DF105F-1CEA-E690-9408-07F211967B74}"/>
              </a:ext>
            </a:extLst>
          </p:cNvPr>
          <p:cNvSpPr txBox="1">
            <a:spLocks noChangeArrowheads="1"/>
          </p:cNvSpPr>
          <p:nvPr/>
        </p:nvSpPr>
        <p:spPr bwMode="auto">
          <a:xfrm>
            <a:off x="6966207" y="5191625"/>
            <a:ext cx="2551794"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5/CMA.3</a:t>
            </a:r>
          </a:p>
        </p:txBody>
      </p:sp>
    </p:spTree>
    <p:extLst>
      <p:ext uri="{BB962C8B-B14F-4D97-AF65-F5344CB8AC3E}">
        <p14:creationId xmlns:p14="http://schemas.microsoft.com/office/powerpoint/2010/main" val="423432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égende : flèche courbée à une bordure 9">
            <a:extLst>
              <a:ext uri="{FF2B5EF4-FFF2-40B4-BE49-F238E27FC236}">
                <a16:creationId xmlns:a16="http://schemas.microsoft.com/office/drawing/2014/main" id="{16718433-EF48-2311-999E-8C99A63C4305}"/>
              </a:ext>
            </a:extLst>
          </p:cNvPr>
          <p:cNvSpPr/>
          <p:nvPr/>
        </p:nvSpPr>
        <p:spPr>
          <a:xfrm>
            <a:off x="5239512" y="1536241"/>
            <a:ext cx="4322064" cy="2880312"/>
          </a:xfrm>
          <a:prstGeom prst="accentCallout2">
            <a:avLst>
              <a:gd name="adj1" fmla="val 18750"/>
              <a:gd name="adj2" fmla="val -8333"/>
              <a:gd name="adj3" fmla="val 18750"/>
              <a:gd name="adj4" fmla="val -16667"/>
              <a:gd name="adj5" fmla="val 55494"/>
              <a:gd name="adj6" fmla="val -41378"/>
            </a:avLst>
          </a:prstGeom>
          <a:solidFill>
            <a:srgbClr val="D1EAFF"/>
          </a:solidFill>
          <a:ln>
            <a:solidFill>
              <a:srgbClr val="0051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re 1">
            <a:extLst>
              <a:ext uri="{FF2B5EF4-FFF2-40B4-BE49-F238E27FC236}">
                <a16:creationId xmlns:a16="http://schemas.microsoft.com/office/drawing/2014/main" id="{D84EDDB2-9911-2265-667F-ECAB83B3BB44}"/>
              </a:ext>
            </a:extLst>
          </p:cNvPr>
          <p:cNvSpPr>
            <a:spLocks noGrp="1"/>
          </p:cNvSpPr>
          <p:nvPr>
            <p:ph type="title"/>
          </p:nvPr>
        </p:nvSpPr>
        <p:spPr/>
        <p:txBody>
          <a:bodyPr/>
          <a:lstStyle/>
          <a:p>
            <a:r>
              <a:rPr lang="en-US" noProof="0" dirty="0"/>
              <a:t>Key categories / Key Category Analysis</a:t>
            </a:r>
          </a:p>
        </p:txBody>
      </p:sp>
      <p:sp>
        <p:nvSpPr>
          <p:cNvPr id="4" name="ZoneTexte 3">
            <a:extLst>
              <a:ext uri="{FF2B5EF4-FFF2-40B4-BE49-F238E27FC236}">
                <a16:creationId xmlns:a16="http://schemas.microsoft.com/office/drawing/2014/main" id="{CB2EDA16-7B05-6487-EF1D-5268FAF5E145}"/>
              </a:ext>
            </a:extLst>
          </p:cNvPr>
          <p:cNvSpPr txBox="1"/>
          <p:nvPr/>
        </p:nvSpPr>
        <p:spPr>
          <a:xfrm>
            <a:off x="5239512" y="1706818"/>
            <a:ext cx="4322064" cy="2539157"/>
          </a:xfrm>
          <a:prstGeom prst="rect">
            <a:avLst/>
          </a:prstGeom>
          <a:noFill/>
          <a:ln>
            <a:noFill/>
          </a:ln>
        </p:spPr>
        <p:txBody>
          <a:bodyPr wrap="square">
            <a:spAutoFit/>
          </a:bodyPr>
          <a:lstStyle/>
          <a:p>
            <a:pPr>
              <a:spcAft>
                <a:spcPts val="600"/>
              </a:spcAft>
            </a:pPr>
            <a:r>
              <a:rPr lang="en-US" noProof="0" dirty="0">
                <a:latin typeface="+mn-lt"/>
              </a:rPr>
              <a:t>Categories are considered key if they have a significant influence on a country’s total GHG inventory in terms of: </a:t>
            </a:r>
          </a:p>
          <a:p>
            <a:pPr indent="-285750" algn="l" fontAlgn="b">
              <a:spcAft>
                <a:spcPts val="600"/>
              </a:spcAft>
              <a:buClr>
                <a:schemeClr val="accent2"/>
              </a:buClr>
              <a:buSzPct val="130000"/>
              <a:buFont typeface="Arial" panose="020B0604020202020204" pitchFamily="34" charset="0"/>
              <a:buChar char="•"/>
            </a:pPr>
            <a:r>
              <a:rPr lang="en-US" noProof="0" dirty="0">
                <a:solidFill>
                  <a:srgbClr val="000000"/>
                </a:solidFill>
                <a:latin typeface="+mn-lt"/>
                <a:ea typeface="+mn-ea"/>
                <a:cs typeface="+mn-cs"/>
              </a:rPr>
              <a:t>Absolute level of emissions and removals; </a:t>
            </a:r>
          </a:p>
          <a:p>
            <a:pPr indent="-285750" algn="l" fontAlgn="b">
              <a:spcAft>
                <a:spcPts val="600"/>
              </a:spcAft>
              <a:buClr>
                <a:schemeClr val="accent2"/>
              </a:buClr>
              <a:buSzPct val="130000"/>
              <a:buFont typeface="Arial" panose="020B0604020202020204" pitchFamily="34" charset="0"/>
              <a:buChar char="•"/>
            </a:pPr>
            <a:r>
              <a:rPr lang="en-US" noProof="0" dirty="0">
                <a:solidFill>
                  <a:srgbClr val="000000"/>
                </a:solidFill>
                <a:latin typeface="+mn-lt"/>
                <a:ea typeface="+mn-ea"/>
                <a:cs typeface="+mn-cs"/>
              </a:rPr>
              <a:t>Trend in emissions and removals; </a:t>
            </a:r>
          </a:p>
          <a:p>
            <a:pPr indent="-285750" algn="l" fontAlgn="b">
              <a:spcAft>
                <a:spcPts val="600"/>
              </a:spcAft>
              <a:buClr>
                <a:schemeClr val="accent2"/>
              </a:buClr>
              <a:buSzPct val="130000"/>
              <a:buFont typeface="Arial" panose="020B0604020202020204" pitchFamily="34" charset="0"/>
              <a:buChar char="•"/>
            </a:pPr>
            <a:r>
              <a:rPr lang="en-US" noProof="0" dirty="0">
                <a:solidFill>
                  <a:srgbClr val="000000"/>
                </a:solidFill>
                <a:latin typeface="+mn-lt"/>
                <a:ea typeface="+mn-ea"/>
                <a:cs typeface="+mn-cs"/>
              </a:rPr>
              <a:t>Uncertainty of emissions and removals. </a:t>
            </a:r>
          </a:p>
        </p:txBody>
      </p:sp>
      <p:pic>
        <p:nvPicPr>
          <p:cNvPr id="5" name="Image 4">
            <a:extLst>
              <a:ext uri="{FF2B5EF4-FFF2-40B4-BE49-F238E27FC236}">
                <a16:creationId xmlns:a16="http://schemas.microsoft.com/office/drawing/2014/main" id="{32A2318F-5403-C2BF-F39E-7F9854686DDC}"/>
              </a:ext>
            </a:extLst>
          </p:cNvPr>
          <p:cNvPicPr>
            <a:picLocks noChangeAspect="1"/>
          </p:cNvPicPr>
          <p:nvPr/>
        </p:nvPicPr>
        <p:blipFill>
          <a:blip r:embed="rId2"/>
          <a:stretch>
            <a:fillRect/>
          </a:stretch>
        </p:blipFill>
        <p:spPr>
          <a:xfrm>
            <a:off x="952608" y="1820906"/>
            <a:ext cx="2450518" cy="2714420"/>
          </a:xfrm>
          <a:prstGeom prst="rect">
            <a:avLst/>
          </a:prstGeom>
        </p:spPr>
      </p:pic>
      <p:sp>
        <p:nvSpPr>
          <p:cNvPr id="9" name="ZoneTexte 8">
            <a:extLst>
              <a:ext uri="{FF2B5EF4-FFF2-40B4-BE49-F238E27FC236}">
                <a16:creationId xmlns:a16="http://schemas.microsoft.com/office/drawing/2014/main" id="{D35F16C6-436E-C585-D0FB-32818C13A9A0}"/>
              </a:ext>
            </a:extLst>
          </p:cNvPr>
          <p:cNvSpPr txBox="1"/>
          <p:nvPr/>
        </p:nvSpPr>
        <p:spPr>
          <a:xfrm>
            <a:off x="550980" y="5121205"/>
            <a:ext cx="8804040" cy="400110"/>
          </a:xfrm>
          <a:prstGeom prst="rect">
            <a:avLst/>
          </a:prstGeom>
          <a:noFill/>
        </p:spPr>
        <p:txBody>
          <a:bodyPr wrap="square">
            <a:spAutoFit/>
          </a:bodyPr>
          <a:lstStyle/>
          <a:p>
            <a:pPr algn="l" fontAlgn="b">
              <a:spcAft>
                <a:spcPts val="600"/>
              </a:spcAft>
              <a:buClr>
                <a:schemeClr val="accent2"/>
              </a:buClr>
              <a:buSzPct val="130000"/>
            </a:pPr>
            <a:r>
              <a:rPr lang="en-US" sz="2000" b="1" noProof="0" dirty="0">
                <a:solidFill>
                  <a:schemeClr val="accent6"/>
                </a:solidFill>
                <a:latin typeface="+mn-lt"/>
                <a:ea typeface="+mn-ea"/>
                <a:cs typeface="+mn-cs"/>
              </a:rPr>
              <a:t>To identify key categories, Parties need to perform a </a:t>
            </a:r>
            <a:r>
              <a:rPr lang="en-US" sz="2000" b="1" u="sng" noProof="0" dirty="0">
                <a:solidFill>
                  <a:schemeClr val="accent6"/>
                </a:solidFill>
                <a:latin typeface="+mn-lt"/>
                <a:ea typeface="+mn-ea"/>
                <a:cs typeface="+mn-cs"/>
              </a:rPr>
              <a:t>key category analysis.</a:t>
            </a:r>
          </a:p>
        </p:txBody>
      </p:sp>
    </p:spTree>
    <p:extLst>
      <p:ext uri="{BB962C8B-B14F-4D97-AF65-F5344CB8AC3E}">
        <p14:creationId xmlns:p14="http://schemas.microsoft.com/office/powerpoint/2010/main" val="1217815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7180D8CE-8AA1-D89E-0CE0-7C27A3E3CEB7}"/>
              </a:ext>
            </a:extLst>
          </p:cNvPr>
          <p:cNvPicPr>
            <a:picLocks noChangeAspect="1"/>
          </p:cNvPicPr>
          <p:nvPr/>
        </p:nvPicPr>
        <p:blipFill>
          <a:blip r:embed="rId3"/>
          <a:stretch>
            <a:fillRect/>
          </a:stretch>
        </p:blipFill>
        <p:spPr>
          <a:xfrm>
            <a:off x="329216" y="1976161"/>
            <a:ext cx="9247567" cy="1346836"/>
          </a:xfrm>
          <a:prstGeom prst="rect">
            <a:avLst/>
          </a:prstGeom>
        </p:spPr>
      </p:pic>
      <p:sp>
        <p:nvSpPr>
          <p:cNvPr id="4" name="Titre 1">
            <a:extLst>
              <a:ext uri="{FF2B5EF4-FFF2-40B4-BE49-F238E27FC236}">
                <a16:creationId xmlns:a16="http://schemas.microsoft.com/office/drawing/2014/main" id="{53A3C066-228E-3FBA-B469-D010D6DB4F61}"/>
              </a:ext>
            </a:extLst>
          </p:cNvPr>
          <p:cNvSpPr>
            <a:spLocks noGrp="1"/>
          </p:cNvSpPr>
          <p:nvPr>
            <p:ph type="title"/>
          </p:nvPr>
        </p:nvSpPr>
        <p:spPr/>
        <p:txBody>
          <a:bodyPr/>
          <a:lstStyle/>
          <a:p>
            <a:r>
              <a:rPr lang="en-US" noProof="0" dirty="0"/>
              <a:t>Time series consistency and recalculations</a:t>
            </a:r>
          </a:p>
        </p:txBody>
      </p:sp>
      <p:sp>
        <p:nvSpPr>
          <p:cNvPr id="2" name="ZoneTexte 9">
            <a:extLst>
              <a:ext uri="{FF2B5EF4-FFF2-40B4-BE49-F238E27FC236}">
                <a16:creationId xmlns:a16="http://schemas.microsoft.com/office/drawing/2014/main" id="{B452653A-9B15-418B-FE1C-2B15C828BFE5}"/>
              </a:ext>
            </a:extLst>
          </p:cNvPr>
          <p:cNvSpPr txBox="1">
            <a:spLocks noChangeArrowheads="1"/>
          </p:cNvSpPr>
          <p:nvPr/>
        </p:nvSpPr>
        <p:spPr bwMode="auto">
          <a:xfrm>
            <a:off x="6534860" y="1559485"/>
            <a:ext cx="2800592"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sp>
        <p:nvSpPr>
          <p:cNvPr id="6" name="Ellipse 5">
            <a:extLst>
              <a:ext uri="{FF2B5EF4-FFF2-40B4-BE49-F238E27FC236}">
                <a16:creationId xmlns:a16="http://schemas.microsoft.com/office/drawing/2014/main" id="{81DD7182-22EE-E76E-3300-CF3AC823B62E}"/>
              </a:ext>
            </a:extLst>
          </p:cNvPr>
          <p:cNvSpPr/>
          <p:nvPr/>
        </p:nvSpPr>
        <p:spPr>
          <a:xfrm>
            <a:off x="3204754" y="1889760"/>
            <a:ext cx="1748246" cy="7315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 name="Connecteur droit avec flèche 8">
            <a:extLst>
              <a:ext uri="{FF2B5EF4-FFF2-40B4-BE49-F238E27FC236}">
                <a16:creationId xmlns:a16="http://schemas.microsoft.com/office/drawing/2014/main" id="{27A6F234-7B05-C372-2763-8E265CAFE355}"/>
              </a:ext>
            </a:extLst>
          </p:cNvPr>
          <p:cNvCxnSpPr>
            <a:stCxn id="6" idx="4"/>
          </p:cNvCxnSpPr>
          <p:nvPr/>
        </p:nvCxnSpPr>
        <p:spPr>
          <a:xfrm flipH="1">
            <a:off x="4075611" y="2621280"/>
            <a:ext cx="3266" cy="141949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73C9BDEA-FF51-5D31-2DBB-74E27DAF54FB}"/>
              </a:ext>
            </a:extLst>
          </p:cNvPr>
          <p:cNvSpPr txBox="1"/>
          <p:nvPr/>
        </p:nvSpPr>
        <p:spPr>
          <a:xfrm>
            <a:off x="2725782" y="4040777"/>
            <a:ext cx="2699657" cy="1477328"/>
          </a:xfrm>
          <a:prstGeom prst="rect">
            <a:avLst/>
          </a:prstGeom>
          <a:noFill/>
        </p:spPr>
        <p:txBody>
          <a:bodyPr wrap="square" rtlCol="0">
            <a:spAutoFit/>
          </a:bodyPr>
          <a:lstStyle/>
          <a:p>
            <a:pPr algn="ctr"/>
            <a:r>
              <a:rPr lang="en-US" noProof="0" dirty="0">
                <a:solidFill>
                  <a:schemeClr val="accent2">
                    <a:lumMod val="60000"/>
                    <a:lumOff val="40000"/>
                  </a:schemeClr>
                </a:solidFill>
              </a:rPr>
              <a:t>Starting in the 2025 submission for Paris Agreement period </a:t>
            </a:r>
          </a:p>
          <a:p>
            <a:pPr algn="ctr"/>
            <a:r>
              <a:rPr lang="en-US" noProof="0" dirty="0">
                <a:solidFill>
                  <a:schemeClr val="accent2">
                    <a:lumMod val="60000"/>
                    <a:lumOff val="40000"/>
                  </a:schemeClr>
                </a:solidFill>
              </a:rPr>
              <a:t>(to be compared with fist  BTR 2024 inventory)</a:t>
            </a:r>
          </a:p>
        </p:txBody>
      </p:sp>
    </p:spTree>
    <p:extLst>
      <p:ext uri="{BB962C8B-B14F-4D97-AF65-F5344CB8AC3E}">
        <p14:creationId xmlns:p14="http://schemas.microsoft.com/office/powerpoint/2010/main" val="365884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9CC789F-81C9-F827-E071-85CB584DF088}"/>
              </a:ext>
            </a:extLst>
          </p:cNvPr>
          <p:cNvSpPr>
            <a:spLocks noGrp="1"/>
          </p:cNvSpPr>
          <p:nvPr>
            <p:ph type="title"/>
          </p:nvPr>
        </p:nvSpPr>
        <p:spPr/>
        <p:txBody>
          <a:bodyPr/>
          <a:lstStyle/>
          <a:p>
            <a:r>
              <a:rPr lang="en-US" noProof="0" dirty="0"/>
              <a:t>Uncertainties</a:t>
            </a:r>
          </a:p>
        </p:txBody>
      </p:sp>
      <p:pic>
        <p:nvPicPr>
          <p:cNvPr id="8" name="Image 7">
            <a:extLst>
              <a:ext uri="{FF2B5EF4-FFF2-40B4-BE49-F238E27FC236}">
                <a16:creationId xmlns:a16="http://schemas.microsoft.com/office/drawing/2014/main" id="{38610DDF-8380-8D9A-F629-4A0DD29100C0}"/>
              </a:ext>
            </a:extLst>
          </p:cNvPr>
          <p:cNvPicPr>
            <a:picLocks noChangeAspect="1"/>
          </p:cNvPicPr>
          <p:nvPr/>
        </p:nvPicPr>
        <p:blipFill>
          <a:blip r:embed="rId3"/>
          <a:stretch>
            <a:fillRect/>
          </a:stretch>
        </p:blipFill>
        <p:spPr>
          <a:xfrm>
            <a:off x="60449" y="1182413"/>
            <a:ext cx="9669244" cy="4146331"/>
          </a:xfrm>
          <a:prstGeom prst="rect">
            <a:avLst/>
          </a:prstGeom>
        </p:spPr>
      </p:pic>
      <p:sp>
        <p:nvSpPr>
          <p:cNvPr id="9" name="ZoneTexte 9">
            <a:extLst>
              <a:ext uri="{FF2B5EF4-FFF2-40B4-BE49-F238E27FC236}">
                <a16:creationId xmlns:a16="http://schemas.microsoft.com/office/drawing/2014/main" id="{EEDAB1F4-3536-B638-40A0-AF616D97016C}"/>
              </a:ext>
            </a:extLst>
          </p:cNvPr>
          <p:cNvSpPr txBox="1">
            <a:spLocks noChangeArrowheads="1"/>
          </p:cNvSpPr>
          <p:nvPr/>
        </p:nvSpPr>
        <p:spPr bwMode="auto">
          <a:xfrm>
            <a:off x="6864044" y="5454188"/>
            <a:ext cx="2800592" cy="408623"/>
          </a:xfrm>
          <a:prstGeom prst="roundRect">
            <a:avLst>
              <a:gd name="adj" fmla="val 50000"/>
            </a:avLst>
          </a:prstGeom>
          <a:solidFill>
            <a:schemeClr val="accent2">
              <a:lumMod val="40000"/>
              <a:lumOff val="60000"/>
            </a:schemeClr>
          </a:solidFill>
          <a:ln>
            <a:noFill/>
          </a:ln>
        </p:spPr>
        <p:txBody>
          <a:bodyPr wrap="square" anchor="ctr">
            <a:spAutoFit/>
          </a:bodyPr>
          <a:lstStyle>
            <a:defPPr>
              <a:defRPr kern="0"/>
            </a:defPPr>
            <a:lvl1pPr algn="ctr">
              <a:spcBef>
                <a:spcPct val="20000"/>
              </a:spcBef>
              <a:buClr>
                <a:srgbClr val="53116D"/>
              </a:buClr>
              <a:buFont typeface="Wingdings" panose="05000000000000000000" pitchFamily="2" charset="2"/>
              <a:buNone/>
              <a:defRPr sz="1800">
                <a:solidFill>
                  <a:schemeClr val="bg1"/>
                </a:solidFill>
                <a:latin typeface="+mn-lt"/>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r>
              <a:rPr lang="en-US" noProof="0" dirty="0"/>
              <a:t>Decision 18/CMA.1 </a:t>
            </a:r>
          </a:p>
        </p:txBody>
      </p:sp>
      <p:sp>
        <p:nvSpPr>
          <p:cNvPr id="2" name="Rectangle 1">
            <a:extLst>
              <a:ext uri="{FF2B5EF4-FFF2-40B4-BE49-F238E27FC236}">
                <a16:creationId xmlns:a16="http://schemas.microsoft.com/office/drawing/2014/main" id="{AF633497-454E-1A41-4756-F44801411FF9}"/>
              </a:ext>
            </a:extLst>
          </p:cNvPr>
          <p:cNvSpPr/>
          <p:nvPr/>
        </p:nvSpPr>
        <p:spPr>
          <a:xfrm>
            <a:off x="176307" y="1263814"/>
            <a:ext cx="9553386" cy="1798563"/>
          </a:xfrm>
          <a:prstGeom prst="rect">
            <a:avLst/>
          </a:prstGeom>
          <a:solidFill>
            <a:srgbClr val="F9DEE0">
              <a:alpha val="20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21984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F7AB62B-0BC7-754C-40A8-D5803FA3C72D}"/>
              </a:ext>
            </a:extLst>
          </p:cNvPr>
          <p:cNvPicPr>
            <a:picLocks noChangeAspect="1"/>
          </p:cNvPicPr>
          <p:nvPr/>
        </p:nvPicPr>
        <p:blipFill>
          <a:blip r:embed="rId3"/>
          <a:stretch>
            <a:fillRect/>
          </a:stretch>
        </p:blipFill>
        <p:spPr>
          <a:xfrm>
            <a:off x="0" y="895068"/>
            <a:ext cx="9906000" cy="4487333"/>
          </a:xfrm>
          <a:prstGeom prst="rect">
            <a:avLst/>
          </a:prstGeom>
        </p:spPr>
      </p:pic>
      <p:sp>
        <p:nvSpPr>
          <p:cNvPr id="2" name="ZoneTexte 1">
            <a:extLst>
              <a:ext uri="{FF2B5EF4-FFF2-40B4-BE49-F238E27FC236}">
                <a16:creationId xmlns:a16="http://schemas.microsoft.com/office/drawing/2014/main" id="{B417FCF5-6323-DD65-EAA6-3B5C0DF6D025}"/>
              </a:ext>
            </a:extLst>
          </p:cNvPr>
          <p:cNvSpPr txBox="1">
            <a:spLocks noChangeArrowheads="1"/>
          </p:cNvSpPr>
          <p:nvPr/>
        </p:nvSpPr>
        <p:spPr bwMode="auto">
          <a:xfrm>
            <a:off x="8139901" y="4651538"/>
            <a:ext cx="1621537" cy="519351"/>
          </a:xfrm>
          <a:prstGeom prst="roundRect">
            <a:avLst>
              <a:gd name="adj" fmla="val 50000"/>
            </a:avLst>
          </a:prstGeom>
          <a:solidFill>
            <a:schemeClr val="accent2">
              <a:lumMod val="40000"/>
              <a:lumOff val="60000"/>
            </a:schemeClr>
          </a:solidFill>
          <a:ln>
            <a:noFill/>
          </a:ln>
        </p:spPr>
        <p:txBody>
          <a:bodyPr wrap="squar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buClr>
                <a:srgbClr val="53116D"/>
              </a:buClr>
              <a:buFont typeface="Wingdings" panose="05000000000000000000" pitchFamily="2" charset="2"/>
              <a:buNone/>
            </a:pPr>
            <a:r>
              <a:rPr lang="en-US" sz="1800" noProof="0" dirty="0">
                <a:solidFill>
                  <a:schemeClr val="bg1"/>
                </a:solidFill>
                <a:latin typeface="+mn-lt"/>
              </a:rPr>
              <a:t>IPCC 2019</a:t>
            </a:r>
          </a:p>
        </p:txBody>
      </p:sp>
      <p:sp>
        <p:nvSpPr>
          <p:cNvPr id="6" name="Titre 5">
            <a:extLst>
              <a:ext uri="{FF2B5EF4-FFF2-40B4-BE49-F238E27FC236}">
                <a16:creationId xmlns:a16="http://schemas.microsoft.com/office/drawing/2014/main" id="{54057BF3-871B-A916-44FB-895600327559}"/>
              </a:ext>
            </a:extLst>
          </p:cNvPr>
          <p:cNvSpPr>
            <a:spLocks noGrp="1"/>
          </p:cNvSpPr>
          <p:nvPr>
            <p:ph type="title"/>
          </p:nvPr>
        </p:nvSpPr>
        <p:spPr/>
        <p:txBody>
          <a:bodyPr/>
          <a:lstStyle/>
          <a:p>
            <a:r>
              <a:rPr lang="en-US" noProof="0" dirty="0"/>
              <a:t>Improvement plan</a:t>
            </a:r>
          </a:p>
        </p:txBody>
      </p:sp>
    </p:spTree>
    <p:extLst>
      <p:ext uri="{BB962C8B-B14F-4D97-AF65-F5344CB8AC3E}">
        <p14:creationId xmlns:p14="http://schemas.microsoft.com/office/powerpoint/2010/main" val="675884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3C12-4F8B-A9F8-82D0-819E9588A886}"/>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4E95D1EF-5CA5-8DEA-82CD-981B9A605E14}"/>
              </a:ext>
            </a:extLst>
          </p:cNvPr>
          <p:cNvSpPr>
            <a:spLocks noGrp="1"/>
          </p:cNvSpPr>
          <p:nvPr>
            <p:ph type="title"/>
          </p:nvPr>
        </p:nvSpPr>
        <p:spPr/>
        <p:txBody>
          <a:bodyPr/>
          <a:lstStyle/>
          <a:p>
            <a:r>
              <a:rPr lang="en-US" noProof="0" dirty="0"/>
              <a:t>Improvement plan</a:t>
            </a:r>
            <a:br>
              <a:rPr lang="en-US" noProof="0" dirty="0"/>
            </a:br>
            <a:endParaRPr lang="en-US" noProof="0" dirty="0"/>
          </a:p>
        </p:txBody>
      </p:sp>
      <p:sp>
        <p:nvSpPr>
          <p:cNvPr id="7" name="ZoneTexte 6">
            <a:extLst>
              <a:ext uri="{FF2B5EF4-FFF2-40B4-BE49-F238E27FC236}">
                <a16:creationId xmlns:a16="http://schemas.microsoft.com/office/drawing/2014/main" id="{0B8E883C-9696-8D6F-615A-A49988DBF325}"/>
              </a:ext>
            </a:extLst>
          </p:cNvPr>
          <p:cNvSpPr txBox="1"/>
          <p:nvPr/>
        </p:nvSpPr>
        <p:spPr>
          <a:xfrm>
            <a:off x="247194" y="1414437"/>
            <a:ext cx="9242453" cy="3816429"/>
          </a:xfrm>
          <a:prstGeom prst="rect">
            <a:avLst/>
          </a:prstGeom>
          <a:noFill/>
        </p:spPr>
        <p:txBody>
          <a:bodyPr wrap="square">
            <a:spAutoFit/>
          </a:bodyPr>
          <a:lstStyle/>
          <a:p>
            <a:pPr algn="just"/>
            <a:r>
              <a:rPr lang="en-US" sz="2400" b="1" i="0" u="none" strike="noStrike" baseline="0" noProof="0" dirty="0">
                <a:solidFill>
                  <a:srgbClr val="000000"/>
                </a:solidFill>
                <a:latin typeface="Minion Pro"/>
              </a:rPr>
              <a:t>Example of general possible improvements to be planned</a:t>
            </a:r>
          </a:p>
          <a:p>
            <a:pPr algn="just"/>
            <a:endParaRPr lang="en-US" sz="1800" b="1" i="0" u="none" strike="noStrike" baseline="0" noProof="0" dirty="0">
              <a:solidFill>
                <a:srgbClr val="000000"/>
              </a:solidFill>
              <a:latin typeface="Myriad Pro"/>
            </a:endParaRPr>
          </a:p>
          <a:p>
            <a:pPr algn="just"/>
            <a:r>
              <a:rPr lang="en-US" sz="1800" b="1" i="0" u="none" strike="noStrike" baseline="0" noProof="0" dirty="0">
                <a:solidFill>
                  <a:srgbClr val="000000"/>
                </a:solidFill>
                <a:latin typeface="Myriad Pro"/>
              </a:rPr>
              <a:t>Institutional and Procedural/technical Improvements </a:t>
            </a:r>
          </a:p>
          <a:p>
            <a:pPr algn="just"/>
            <a:r>
              <a:rPr lang="en-US" sz="1800" b="0" i="0" u="none" strike="noStrike" baseline="0" noProof="0" dirty="0">
                <a:solidFill>
                  <a:srgbClr val="000000"/>
                </a:solidFill>
                <a:latin typeface="Minion Pro"/>
              </a:rPr>
              <a:t>GHG emissions and removals could be enhanced through institutional and procedural / technical improvements to be planned for next inventory submissions, e.g. : </a:t>
            </a:r>
          </a:p>
          <a:p>
            <a:pPr algn="l">
              <a:spcBef>
                <a:spcPts val="600"/>
              </a:spcBef>
            </a:pPr>
            <a:r>
              <a:rPr lang="en-US" sz="1800" b="0" i="0" u="none" strike="noStrike" baseline="0" noProof="0" dirty="0">
                <a:solidFill>
                  <a:srgbClr val="000000"/>
                </a:solidFill>
                <a:latin typeface="Minion Pro"/>
              </a:rPr>
              <a:t>. Enhancing the national inventory system, the data management system, the archiving and the documentation of the GHG inventory, in order to improve transparency and traceability</a:t>
            </a:r>
            <a:r>
              <a:rPr lang="en-US" noProof="0" dirty="0">
                <a:solidFill>
                  <a:srgbClr val="000000"/>
                </a:solidFill>
                <a:latin typeface="Minion Pro"/>
              </a:rPr>
              <a:t>.</a:t>
            </a:r>
            <a:endParaRPr lang="en-US" sz="1800" b="0" i="0" u="none" strike="noStrike" baseline="0" noProof="0" dirty="0">
              <a:solidFill>
                <a:srgbClr val="000000"/>
              </a:solidFill>
              <a:latin typeface="Minion Pro"/>
            </a:endParaRPr>
          </a:p>
          <a:p>
            <a:pPr algn="l">
              <a:spcBef>
                <a:spcPts val="600"/>
              </a:spcBef>
            </a:pPr>
            <a:r>
              <a:rPr lang="en-US" sz="1800" b="0" i="0" u="none" strike="noStrike" baseline="0" noProof="0" dirty="0">
                <a:solidFill>
                  <a:srgbClr val="000000"/>
                </a:solidFill>
                <a:latin typeface="Minion Pro"/>
              </a:rPr>
              <a:t>. Enhancing the level of capacity of national experts and institutions involved in the compilation of the national GHG inventory (trainings, international supports…). </a:t>
            </a:r>
          </a:p>
          <a:p>
            <a:pPr algn="l">
              <a:spcBef>
                <a:spcPts val="600"/>
              </a:spcBef>
            </a:pPr>
            <a:r>
              <a:rPr lang="en-US" sz="1800" b="0" i="0" u="none" strike="noStrike" baseline="0" noProof="0" dirty="0">
                <a:solidFill>
                  <a:srgbClr val="000000"/>
                </a:solidFill>
                <a:latin typeface="Minion Pro"/>
              </a:rPr>
              <a:t>. Improving the methodologies for the Key Categories, e.g. shifting  from default emission factors and Tier 1 to country-specific emission factors and Tiers 2 / 3 methodologies.</a:t>
            </a:r>
          </a:p>
          <a:p>
            <a:pPr algn="l">
              <a:spcBef>
                <a:spcPts val="600"/>
              </a:spcBef>
            </a:pPr>
            <a:r>
              <a:rPr lang="en-US" noProof="0" dirty="0">
                <a:solidFill>
                  <a:srgbClr val="000000"/>
                </a:solidFill>
                <a:latin typeface="Minion Pro"/>
              </a:rPr>
              <a:t>.Etc.</a:t>
            </a:r>
            <a:endParaRPr lang="en-US" sz="1800" b="0" i="0" u="none" strike="noStrike" baseline="0" noProof="0" dirty="0">
              <a:solidFill>
                <a:srgbClr val="000000"/>
              </a:solidFill>
              <a:latin typeface="Minion Pro"/>
            </a:endParaRPr>
          </a:p>
        </p:txBody>
      </p:sp>
    </p:spTree>
    <p:extLst>
      <p:ext uri="{BB962C8B-B14F-4D97-AF65-F5344CB8AC3E}">
        <p14:creationId xmlns:p14="http://schemas.microsoft.com/office/powerpoint/2010/main" val="2033659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BB971-4116-18BB-B018-DA3E25A726D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6ABBC69-EFF0-FAB1-EA4B-D849A0EC4D43}"/>
              </a:ext>
            </a:extLst>
          </p:cNvPr>
          <p:cNvSpPr>
            <a:spLocks noGrp="1"/>
          </p:cNvSpPr>
          <p:nvPr>
            <p:ph type="sldNum" sz="quarter" idx="11"/>
          </p:nvPr>
        </p:nvSpPr>
        <p:spPr/>
        <p:txBody>
          <a:bodyPr/>
          <a:lstStyle/>
          <a:p>
            <a:fld id="{909D9AA9-2800-6742-B3AC-1FC34B18C60A}" type="slidenum">
              <a:rPr lang="en-US" noProof="0" smtClean="0"/>
              <a:pPr/>
              <a:t>27</a:t>
            </a:fld>
            <a:endParaRPr lang="en-US" noProof="0" dirty="0"/>
          </a:p>
        </p:txBody>
      </p:sp>
      <p:sp>
        <p:nvSpPr>
          <p:cNvPr id="4" name="Titre 1">
            <a:extLst>
              <a:ext uri="{FF2B5EF4-FFF2-40B4-BE49-F238E27FC236}">
                <a16:creationId xmlns:a16="http://schemas.microsoft.com/office/drawing/2014/main" id="{6AB9CAE3-808C-A530-EB98-F6CA5121A733}"/>
              </a:ext>
            </a:extLst>
          </p:cNvPr>
          <p:cNvSpPr>
            <a:spLocks noGrp="1"/>
          </p:cNvSpPr>
          <p:nvPr>
            <p:ph type="title"/>
          </p:nvPr>
        </p:nvSpPr>
        <p:spPr>
          <a:xfrm>
            <a:off x="3200400" y="2438400"/>
            <a:ext cx="6705600" cy="2133600"/>
          </a:xfrm>
          <a:prstGeom prst="rect">
            <a:avLst/>
          </a:prstGeom>
        </p:spPr>
        <p:txBody>
          <a:bodyPr anchor="ctr"/>
          <a:lstStyle/>
          <a:p>
            <a:r>
              <a:rPr lang="en-US" noProof="0" dirty="0">
                <a:solidFill>
                  <a:schemeClr val="bg1"/>
                </a:solidFill>
              </a:rPr>
              <a:t>Good practices</a:t>
            </a:r>
          </a:p>
        </p:txBody>
      </p:sp>
      <p:sp>
        <p:nvSpPr>
          <p:cNvPr id="2" name="Rectangle 1">
            <a:extLst>
              <a:ext uri="{FF2B5EF4-FFF2-40B4-BE49-F238E27FC236}">
                <a16:creationId xmlns:a16="http://schemas.microsoft.com/office/drawing/2014/main" id="{8C382461-D2F6-BFC8-B5DE-EE1F155DEF62}"/>
              </a:ext>
            </a:extLst>
          </p:cNvPr>
          <p:cNvSpPr/>
          <p:nvPr/>
        </p:nvSpPr>
        <p:spPr>
          <a:xfrm>
            <a:off x="0" y="0"/>
            <a:ext cx="9906000" cy="6400800"/>
          </a:xfrm>
          <a:prstGeom prst="rect">
            <a:avLst/>
          </a:prstGeom>
          <a:solidFill>
            <a:srgbClr val="0053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Titre 1">
            <a:extLst>
              <a:ext uri="{FF2B5EF4-FFF2-40B4-BE49-F238E27FC236}">
                <a16:creationId xmlns:a16="http://schemas.microsoft.com/office/drawing/2014/main" id="{DF4C1268-4EEB-5A01-952C-8FDD49226B9F}"/>
              </a:ext>
            </a:extLst>
          </p:cNvPr>
          <p:cNvSpPr txBox="1">
            <a:spLocks/>
          </p:cNvSpPr>
          <p:nvPr/>
        </p:nvSpPr>
        <p:spPr>
          <a:xfrm>
            <a:off x="1876425" y="2362200"/>
            <a:ext cx="6705600" cy="2133600"/>
          </a:xfrm>
          <a:prstGeom prst="rect">
            <a:avLst/>
          </a:prstGeom>
        </p:spPr>
        <p:txBody>
          <a:bodyPr anchor="ctr"/>
          <a:lstStyle>
            <a:lvl1pPr>
              <a:defRPr>
                <a:latin typeface="+mj-lt"/>
                <a:ea typeface="+mj-ea"/>
                <a:cs typeface="+mj-cs"/>
              </a:defRPr>
            </a:lvl1pPr>
          </a:lstStyle>
          <a:p>
            <a:r>
              <a:rPr lang="en-US" sz="4000" noProof="0" dirty="0">
                <a:solidFill>
                  <a:schemeClr val="bg1"/>
                </a:solidFill>
              </a:rPr>
              <a:t>CRT Common Reporting Tables</a:t>
            </a:r>
          </a:p>
        </p:txBody>
      </p:sp>
    </p:spTree>
    <p:extLst>
      <p:ext uri="{BB962C8B-B14F-4D97-AF65-F5344CB8AC3E}">
        <p14:creationId xmlns:p14="http://schemas.microsoft.com/office/powerpoint/2010/main" val="3921255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356828-CEA6-0D16-B407-CEAB1A7EA96E}"/>
              </a:ext>
            </a:extLst>
          </p:cNvPr>
          <p:cNvSpPr>
            <a:spLocks noGrp="1"/>
          </p:cNvSpPr>
          <p:nvPr>
            <p:ph type="title"/>
          </p:nvPr>
        </p:nvSpPr>
        <p:spPr>
          <a:xfrm>
            <a:off x="421322" y="287751"/>
            <a:ext cx="8915400" cy="589465"/>
          </a:xfrm>
        </p:spPr>
        <p:txBody>
          <a:bodyPr/>
          <a:lstStyle/>
          <a:p>
            <a:pPr algn="ctr"/>
            <a:r>
              <a:rPr lang="en-US" sz="2494" noProof="0" dirty="0">
                <a:solidFill>
                  <a:srgbClr val="005399"/>
                </a:solidFill>
                <a:latin typeface="+mn-lt"/>
              </a:rPr>
              <a:t>Common Reporting Tables (CRT)</a:t>
            </a:r>
          </a:p>
        </p:txBody>
      </p:sp>
      <p:sp>
        <p:nvSpPr>
          <p:cNvPr id="4" name="Espace réservé du numéro de diapositive 3">
            <a:extLst>
              <a:ext uri="{FF2B5EF4-FFF2-40B4-BE49-F238E27FC236}">
                <a16:creationId xmlns:a16="http://schemas.microsoft.com/office/drawing/2014/main" id="{985B56C2-3B10-FD75-3B8A-2E90D477B51C}"/>
              </a:ext>
            </a:extLst>
          </p:cNvPr>
          <p:cNvSpPr>
            <a:spLocks noGrp="1"/>
          </p:cNvSpPr>
          <p:nvPr>
            <p:ph type="sldNum" sz="quarter" idx="12"/>
          </p:nvPr>
        </p:nvSpPr>
        <p:spPr/>
        <p:txBody>
          <a:bodyPr/>
          <a:lstStyle/>
          <a:p>
            <a:fld id="{88A2BA05-9848-4797-9DBE-1A056B539626}" type="slidenum">
              <a:rPr lang="en-US" noProof="0" smtClean="0"/>
              <a:pPr/>
              <a:t>28</a:t>
            </a:fld>
            <a:endParaRPr lang="en-US" noProof="0" dirty="0"/>
          </a:p>
        </p:txBody>
      </p:sp>
      <p:pic>
        <p:nvPicPr>
          <p:cNvPr id="6" name="Image 5">
            <a:extLst>
              <a:ext uri="{FF2B5EF4-FFF2-40B4-BE49-F238E27FC236}">
                <a16:creationId xmlns:a16="http://schemas.microsoft.com/office/drawing/2014/main" id="{7A47036A-881A-CAED-EBBE-8F01FDAC8AC1}"/>
              </a:ext>
            </a:extLst>
          </p:cNvPr>
          <p:cNvPicPr>
            <a:picLocks noChangeAspect="1"/>
          </p:cNvPicPr>
          <p:nvPr/>
        </p:nvPicPr>
        <p:blipFill>
          <a:blip r:embed="rId2"/>
          <a:stretch>
            <a:fillRect/>
          </a:stretch>
        </p:blipFill>
        <p:spPr>
          <a:xfrm>
            <a:off x="241255" y="877216"/>
            <a:ext cx="7934325" cy="5295900"/>
          </a:xfrm>
          <a:prstGeom prst="rect">
            <a:avLst/>
          </a:prstGeom>
        </p:spPr>
      </p:pic>
      <p:sp>
        <p:nvSpPr>
          <p:cNvPr id="7" name="Titre 1">
            <a:extLst>
              <a:ext uri="{FF2B5EF4-FFF2-40B4-BE49-F238E27FC236}">
                <a16:creationId xmlns:a16="http://schemas.microsoft.com/office/drawing/2014/main" id="{861E03D5-CE58-3860-9E46-82F7913AAAC5}"/>
              </a:ext>
            </a:extLst>
          </p:cNvPr>
          <p:cNvSpPr txBox="1">
            <a:spLocks/>
          </p:cNvSpPr>
          <p:nvPr/>
        </p:nvSpPr>
        <p:spPr>
          <a:xfrm>
            <a:off x="6735762" y="1942083"/>
            <a:ext cx="2600960" cy="2325117"/>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2800" b="1" i="0" kern="1200">
                <a:solidFill>
                  <a:srgbClr val="0070C0"/>
                </a:solidFill>
                <a:latin typeface="Trebuchet MS" pitchFamily="34" charset="0"/>
                <a:ea typeface="+mj-ea"/>
                <a:cs typeface="Trebuchet MS" pitchFamily="34" charset="0"/>
              </a:defRPr>
            </a:lvl1pPr>
          </a:lstStyle>
          <a:p>
            <a:r>
              <a:rPr lang="en-US" sz="2200" noProof="0" dirty="0">
                <a:solidFill>
                  <a:schemeClr val="accent2">
                    <a:lumMod val="50000"/>
                  </a:schemeClr>
                </a:solidFill>
                <a:cs typeface="Arial" charset="0"/>
              </a:rPr>
              <a:t>60 tables</a:t>
            </a:r>
            <a:endParaRPr lang="en-US" sz="2200" noProof="0" dirty="0"/>
          </a:p>
        </p:txBody>
      </p:sp>
    </p:spTree>
    <p:extLst>
      <p:ext uri="{BB962C8B-B14F-4D97-AF65-F5344CB8AC3E}">
        <p14:creationId xmlns:p14="http://schemas.microsoft.com/office/powerpoint/2010/main" val="2332782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51611-6DF5-9C42-FF9D-8C5922862FD5}"/>
              </a:ext>
            </a:extLst>
          </p:cNvPr>
          <p:cNvSpPr>
            <a:spLocks noGrp="1"/>
          </p:cNvSpPr>
          <p:nvPr>
            <p:ph type="title"/>
          </p:nvPr>
        </p:nvSpPr>
        <p:spPr>
          <a:xfrm>
            <a:off x="932664" y="328629"/>
            <a:ext cx="6738134" cy="383823"/>
          </a:xfrm>
        </p:spPr>
        <p:txBody>
          <a:bodyPr/>
          <a:lstStyle/>
          <a:p>
            <a:pPr algn="ctr"/>
            <a:r>
              <a:rPr lang="en-US" noProof="0" dirty="0"/>
              <a:t>Common Reporting Tables – CRT</a:t>
            </a:r>
          </a:p>
        </p:txBody>
      </p:sp>
      <p:sp>
        <p:nvSpPr>
          <p:cNvPr id="3" name="ZoneTexte 2">
            <a:extLst>
              <a:ext uri="{FF2B5EF4-FFF2-40B4-BE49-F238E27FC236}">
                <a16:creationId xmlns:a16="http://schemas.microsoft.com/office/drawing/2014/main" id="{4BDF5E36-5344-F398-234B-1D36D9907A82}"/>
              </a:ext>
            </a:extLst>
          </p:cNvPr>
          <p:cNvSpPr txBox="1"/>
          <p:nvPr/>
        </p:nvSpPr>
        <p:spPr>
          <a:xfrm>
            <a:off x="331773" y="897118"/>
            <a:ext cx="8675067" cy="2616101"/>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noProof="0" dirty="0">
                <a:latin typeface="+mn-lt"/>
              </a:rPr>
              <a:t>CRTs are standardized set of reporting tables that all Parties must submit under the reporting requirements of the MPGs. </a:t>
            </a:r>
          </a:p>
          <a:p>
            <a:pPr marL="285750" indent="-285750">
              <a:spcBef>
                <a:spcPts val="1200"/>
              </a:spcBef>
              <a:buFont typeface="Arial" panose="020B0604020202020204" pitchFamily="34" charset="0"/>
              <a:buChar char="•"/>
            </a:pPr>
            <a:r>
              <a:rPr lang="en-US" noProof="0" dirty="0">
                <a:latin typeface="+mn-lt"/>
              </a:rPr>
              <a:t>Parties prepare the CRTs using a reporting tool - </a:t>
            </a:r>
            <a:r>
              <a:rPr lang="en-US" b="1" noProof="0" dirty="0">
                <a:latin typeface="+mn-lt"/>
              </a:rPr>
              <a:t>CRT Reporting software</a:t>
            </a:r>
          </a:p>
          <a:p>
            <a:pPr marL="285750" indent="-285750">
              <a:spcBef>
                <a:spcPts val="1200"/>
              </a:spcBef>
              <a:buFont typeface="Arial" panose="020B0604020202020204" pitchFamily="34" charset="0"/>
              <a:buChar char="•"/>
            </a:pPr>
            <a:r>
              <a:rPr lang="en-US" noProof="0" dirty="0">
                <a:latin typeface="+mn-lt"/>
              </a:rPr>
              <a:t>Developing country Parties that need flexibility in the light of their capacities may collapse relevant row(s), column(s) and/or table(s) in cases where they have applied flexibility</a:t>
            </a:r>
          </a:p>
          <a:p>
            <a:endParaRPr lang="en-US" i="1" noProof="0" dirty="0">
              <a:latin typeface="+mn-lt"/>
            </a:endParaRPr>
          </a:p>
          <a:p>
            <a:endParaRPr lang="en-US" noProof="0" dirty="0">
              <a:latin typeface="+mn-lt"/>
            </a:endParaRPr>
          </a:p>
        </p:txBody>
      </p:sp>
      <p:pic>
        <p:nvPicPr>
          <p:cNvPr id="10" name="Image 9">
            <a:extLst>
              <a:ext uri="{FF2B5EF4-FFF2-40B4-BE49-F238E27FC236}">
                <a16:creationId xmlns:a16="http://schemas.microsoft.com/office/drawing/2014/main" id="{712CC935-0726-CDF3-E62A-0A613A2F6C4F}"/>
              </a:ext>
            </a:extLst>
          </p:cNvPr>
          <p:cNvPicPr>
            <a:picLocks noChangeAspect="1"/>
          </p:cNvPicPr>
          <p:nvPr/>
        </p:nvPicPr>
        <p:blipFill rotWithShape="1">
          <a:blip r:embed="rId2"/>
          <a:srcRect b="25539"/>
          <a:stretch/>
        </p:blipFill>
        <p:spPr>
          <a:xfrm>
            <a:off x="449420" y="3272662"/>
            <a:ext cx="8675067" cy="2985263"/>
          </a:xfrm>
          <a:prstGeom prst="rect">
            <a:avLst/>
          </a:prstGeom>
        </p:spPr>
      </p:pic>
      <p:sp>
        <p:nvSpPr>
          <p:cNvPr id="11" name="ZoneTexte 10">
            <a:extLst>
              <a:ext uri="{FF2B5EF4-FFF2-40B4-BE49-F238E27FC236}">
                <a16:creationId xmlns:a16="http://schemas.microsoft.com/office/drawing/2014/main" id="{E02C1337-2679-7D89-F76B-623D2132F3A8}"/>
              </a:ext>
            </a:extLst>
          </p:cNvPr>
          <p:cNvSpPr txBox="1"/>
          <p:nvPr/>
        </p:nvSpPr>
        <p:spPr>
          <a:xfrm>
            <a:off x="4028996" y="2903330"/>
            <a:ext cx="3238496" cy="369332"/>
          </a:xfrm>
          <a:prstGeom prst="rect">
            <a:avLst/>
          </a:prstGeom>
          <a:noFill/>
        </p:spPr>
        <p:txBody>
          <a:bodyPr wrap="square" rtlCol="0">
            <a:spAutoFit/>
          </a:bodyPr>
          <a:lstStyle/>
          <a:p>
            <a:r>
              <a:rPr lang="en-US" i="1" noProof="0" dirty="0">
                <a:solidFill>
                  <a:schemeClr val="accent1"/>
                </a:solidFill>
                <a:latin typeface="+mn-lt"/>
              </a:rPr>
              <a:t>Example of CRT table↓</a:t>
            </a:r>
          </a:p>
        </p:txBody>
      </p:sp>
    </p:spTree>
    <p:extLst>
      <p:ext uri="{BB962C8B-B14F-4D97-AF65-F5344CB8AC3E}">
        <p14:creationId xmlns:p14="http://schemas.microsoft.com/office/powerpoint/2010/main" val="980135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A13FA8E-3141-B635-8720-1A239D70C937}"/>
              </a:ext>
            </a:extLst>
          </p:cNvPr>
          <p:cNvSpPr>
            <a:spLocks noGrp="1"/>
          </p:cNvSpPr>
          <p:nvPr>
            <p:ph type="title"/>
          </p:nvPr>
        </p:nvSpPr>
        <p:spPr>
          <a:xfrm>
            <a:off x="331773" y="116685"/>
            <a:ext cx="6738134" cy="383823"/>
          </a:xfrm>
        </p:spPr>
        <p:txBody>
          <a:bodyPr/>
          <a:lstStyle/>
          <a:p>
            <a:pPr algn="ctr"/>
            <a:r>
              <a:rPr lang="en-US" noProof="0" dirty="0"/>
              <a:t>Common Reporting Tables – CRT</a:t>
            </a:r>
          </a:p>
        </p:txBody>
      </p:sp>
      <p:sp>
        <p:nvSpPr>
          <p:cNvPr id="5" name="Espace réservé du numéro de diapositive 4">
            <a:extLst>
              <a:ext uri="{FF2B5EF4-FFF2-40B4-BE49-F238E27FC236}">
                <a16:creationId xmlns:a16="http://schemas.microsoft.com/office/drawing/2014/main" id="{653B4369-71C2-8984-ECD9-0209C1F99FBD}"/>
              </a:ext>
            </a:extLst>
          </p:cNvPr>
          <p:cNvSpPr>
            <a:spLocks noGrp="1"/>
          </p:cNvSpPr>
          <p:nvPr>
            <p:ph type="sldNum" sz="quarter" idx="4294967295"/>
          </p:nvPr>
        </p:nvSpPr>
        <p:spPr>
          <a:xfrm>
            <a:off x="9110663" y="6356350"/>
            <a:ext cx="795337" cy="365125"/>
          </a:xfrm>
        </p:spPr>
        <p:txBody>
          <a:bodyPr/>
          <a:lstStyle/>
          <a:p>
            <a:fld id="{88A2BA05-9848-4797-9DBE-1A056B539626}" type="slidenum">
              <a:rPr lang="en-US" noProof="0" smtClean="0"/>
              <a:pPr/>
              <a:t>30</a:t>
            </a:fld>
            <a:endParaRPr lang="en-US" noProof="0" dirty="0"/>
          </a:p>
        </p:txBody>
      </p:sp>
      <p:pic>
        <p:nvPicPr>
          <p:cNvPr id="7" name="Image 6">
            <a:extLst>
              <a:ext uri="{FF2B5EF4-FFF2-40B4-BE49-F238E27FC236}">
                <a16:creationId xmlns:a16="http://schemas.microsoft.com/office/drawing/2014/main" id="{7702BBCA-FF09-9B3A-8407-F089BA40468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8689" y="1050894"/>
            <a:ext cx="8675067" cy="5450136"/>
          </a:xfrm>
          <a:prstGeom prst="rect">
            <a:avLst/>
          </a:prstGeom>
        </p:spPr>
      </p:pic>
      <p:sp>
        <p:nvSpPr>
          <p:cNvPr id="8" name="ZoneTexte 7">
            <a:extLst>
              <a:ext uri="{FF2B5EF4-FFF2-40B4-BE49-F238E27FC236}">
                <a16:creationId xmlns:a16="http://schemas.microsoft.com/office/drawing/2014/main" id="{D2F9744F-265C-761C-220A-19ACEC10D970}"/>
              </a:ext>
            </a:extLst>
          </p:cNvPr>
          <p:cNvSpPr txBox="1"/>
          <p:nvPr/>
        </p:nvSpPr>
        <p:spPr>
          <a:xfrm>
            <a:off x="331773" y="519910"/>
            <a:ext cx="8675067" cy="369332"/>
          </a:xfrm>
          <a:prstGeom prst="rect">
            <a:avLst/>
          </a:prstGeom>
          <a:noFill/>
        </p:spPr>
        <p:txBody>
          <a:bodyPr wrap="square" rtlCol="0">
            <a:spAutoFit/>
          </a:bodyPr>
          <a:lstStyle/>
          <a:p>
            <a:r>
              <a:rPr lang="en-US" noProof="0" dirty="0">
                <a:latin typeface="+mn-lt"/>
              </a:rPr>
              <a:t>The CRTs can be split into 3 different levels of aggregation:</a:t>
            </a:r>
          </a:p>
        </p:txBody>
      </p:sp>
      <p:sp>
        <p:nvSpPr>
          <p:cNvPr id="9" name="ZoneTexte 8">
            <a:extLst>
              <a:ext uri="{FF2B5EF4-FFF2-40B4-BE49-F238E27FC236}">
                <a16:creationId xmlns:a16="http://schemas.microsoft.com/office/drawing/2014/main" id="{E26595F0-0F5B-E53F-CB73-B13F709EBD20}"/>
              </a:ext>
            </a:extLst>
          </p:cNvPr>
          <p:cNvSpPr txBox="1"/>
          <p:nvPr/>
        </p:nvSpPr>
        <p:spPr>
          <a:xfrm>
            <a:off x="8398444" y="1512379"/>
            <a:ext cx="1493135" cy="1569660"/>
          </a:xfrm>
          <a:prstGeom prst="rect">
            <a:avLst/>
          </a:prstGeom>
          <a:noFill/>
        </p:spPr>
        <p:txBody>
          <a:bodyPr wrap="square" rtlCol="0">
            <a:spAutoFit/>
          </a:bodyPr>
          <a:lstStyle/>
          <a:p>
            <a:r>
              <a:rPr lang="en-US" sz="1600" noProof="0" dirty="0">
                <a:solidFill>
                  <a:schemeClr val="accent2">
                    <a:lumMod val="60000"/>
                    <a:lumOff val="40000"/>
                  </a:schemeClr>
                </a:solidFill>
                <a:latin typeface="+mn-lt"/>
              </a:rPr>
              <a:t>1. National summary reports and cross-cutting information tables</a:t>
            </a:r>
          </a:p>
        </p:txBody>
      </p:sp>
      <p:sp>
        <p:nvSpPr>
          <p:cNvPr id="10" name="ZoneTexte 9">
            <a:extLst>
              <a:ext uri="{FF2B5EF4-FFF2-40B4-BE49-F238E27FC236}">
                <a16:creationId xmlns:a16="http://schemas.microsoft.com/office/drawing/2014/main" id="{777D8A05-E302-12CE-1E6E-E8A86B493133}"/>
              </a:ext>
            </a:extLst>
          </p:cNvPr>
          <p:cNvSpPr txBox="1"/>
          <p:nvPr/>
        </p:nvSpPr>
        <p:spPr>
          <a:xfrm>
            <a:off x="8351147" y="3366714"/>
            <a:ext cx="1540432" cy="830997"/>
          </a:xfrm>
          <a:prstGeom prst="rect">
            <a:avLst/>
          </a:prstGeom>
          <a:noFill/>
        </p:spPr>
        <p:txBody>
          <a:bodyPr wrap="square" rtlCol="0">
            <a:spAutoFit/>
          </a:bodyPr>
          <a:lstStyle/>
          <a:p>
            <a:r>
              <a:rPr lang="en-US" sz="1600" noProof="0" dirty="0">
                <a:solidFill>
                  <a:schemeClr val="accent1"/>
                </a:solidFill>
                <a:latin typeface="+mn-lt"/>
              </a:rPr>
              <a:t>2. Sectoral reporting tables</a:t>
            </a:r>
          </a:p>
        </p:txBody>
      </p:sp>
      <p:sp>
        <p:nvSpPr>
          <p:cNvPr id="11" name="ZoneTexte 10">
            <a:extLst>
              <a:ext uri="{FF2B5EF4-FFF2-40B4-BE49-F238E27FC236}">
                <a16:creationId xmlns:a16="http://schemas.microsoft.com/office/drawing/2014/main" id="{1E036054-E1CC-72B7-D0E2-3EDF5F7D56FF}"/>
              </a:ext>
            </a:extLst>
          </p:cNvPr>
          <p:cNvSpPr txBox="1"/>
          <p:nvPr/>
        </p:nvSpPr>
        <p:spPr>
          <a:xfrm>
            <a:off x="8377974" y="4619754"/>
            <a:ext cx="1513605" cy="830997"/>
          </a:xfrm>
          <a:prstGeom prst="rect">
            <a:avLst/>
          </a:prstGeom>
          <a:noFill/>
        </p:spPr>
        <p:txBody>
          <a:bodyPr wrap="square" rtlCol="0">
            <a:spAutoFit/>
          </a:bodyPr>
          <a:lstStyle/>
          <a:p>
            <a:r>
              <a:rPr lang="en-US" sz="1600" noProof="0" dirty="0">
                <a:latin typeface="+mn-lt"/>
              </a:rPr>
              <a:t>3. Background data tables (transparency)</a:t>
            </a:r>
          </a:p>
        </p:txBody>
      </p:sp>
    </p:spTree>
    <p:extLst>
      <p:ext uri="{BB962C8B-B14F-4D97-AF65-F5344CB8AC3E}">
        <p14:creationId xmlns:p14="http://schemas.microsoft.com/office/powerpoint/2010/main" val="631340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3D6DD5-984E-69AE-D3F8-1B9566BBB15E}"/>
              </a:ext>
            </a:extLst>
          </p:cNvPr>
          <p:cNvSpPr>
            <a:spLocks noGrp="1"/>
          </p:cNvSpPr>
          <p:nvPr>
            <p:ph type="title"/>
          </p:nvPr>
        </p:nvSpPr>
        <p:spPr>
          <a:xfrm>
            <a:off x="1583933" y="370062"/>
            <a:ext cx="6738134" cy="383823"/>
          </a:xfrm>
        </p:spPr>
        <p:txBody>
          <a:bodyPr/>
          <a:lstStyle/>
          <a:p>
            <a:pPr algn="ctr"/>
            <a:r>
              <a:rPr lang="en-US" noProof="0" dirty="0"/>
              <a:t>CRT – Level 3: Sectoral background data</a:t>
            </a:r>
          </a:p>
        </p:txBody>
      </p:sp>
      <p:pic>
        <p:nvPicPr>
          <p:cNvPr id="4" name="Image 3">
            <a:extLst>
              <a:ext uri="{FF2B5EF4-FFF2-40B4-BE49-F238E27FC236}">
                <a16:creationId xmlns:a16="http://schemas.microsoft.com/office/drawing/2014/main" id="{0CD90A61-8B3A-CF86-C298-2CA7653C7C4E}"/>
              </a:ext>
            </a:extLst>
          </p:cNvPr>
          <p:cNvPicPr>
            <a:picLocks noChangeAspect="1"/>
          </p:cNvPicPr>
          <p:nvPr/>
        </p:nvPicPr>
        <p:blipFill rotWithShape="1">
          <a:blip r:embed="rId2"/>
          <a:srcRect b="23136"/>
          <a:stretch/>
        </p:blipFill>
        <p:spPr>
          <a:xfrm>
            <a:off x="190117" y="923054"/>
            <a:ext cx="5785014" cy="5372972"/>
          </a:xfrm>
          <a:prstGeom prst="rect">
            <a:avLst/>
          </a:prstGeom>
        </p:spPr>
      </p:pic>
      <p:sp>
        <p:nvSpPr>
          <p:cNvPr id="6" name="ZoneTexte 5">
            <a:extLst>
              <a:ext uri="{FF2B5EF4-FFF2-40B4-BE49-F238E27FC236}">
                <a16:creationId xmlns:a16="http://schemas.microsoft.com/office/drawing/2014/main" id="{711B79CE-60A6-2E4A-E806-3E94A74B1D4E}"/>
              </a:ext>
            </a:extLst>
          </p:cNvPr>
          <p:cNvSpPr txBox="1"/>
          <p:nvPr/>
        </p:nvSpPr>
        <p:spPr>
          <a:xfrm>
            <a:off x="6381750" y="1415417"/>
            <a:ext cx="3524250" cy="4278094"/>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noProof="0" dirty="0">
                <a:latin typeface="+mn-lt"/>
              </a:rPr>
              <a:t>Require detailed information on emissions, removals, AD and other relevant information at the category and subcategory level.</a:t>
            </a:r>
          </a:p>
          <a:p>
            <a:pPr marL="285750" indent="-285750">
              <a:spcBef>
                <a:spcPts val="1200"/>
              </a:spcBef>
              <a:buFont typeface="Arial" panose="020B0604020202020204" pitchFamily="34" charset="0"/>
              <a:buChar char="•"/>
            </a:pPr>
            <a:r>
              <a:rPr lang="en-US" noProof="0" dirty="0">
                <a:latin typeface="+mn-lt"/>
              </a:rPr>
              <a:t>Most of the data in the sectoral background tables are filled in by the inventory compiler. </a:t>
            </a:r>
          </a:p>
          <a:p>
            <a:pPr marL="285750" indent="-285750">
              <a:spcBef>
                <a:spcPts val="1200"/>
              </a:spcBef>
              <a:buFont typeface="Arial" panose="020B0604020202020204" pitchFamily="34" charset="0"/>
              <a:buChar char="•"/>
            </a:pPr>
            <a:r>
              <a:rPr lang="en-US" noProof="0" dirty="0">
                <a:latin typeface="+mn-lt"/>
              </a:rPr>
              <a:t>Cells in which emissions are summed at the category level, along with IEFs or implied carbon stock change factors. are automatically calculated by the CRT software</a:t>
            </a:r>
          </a:p>
        </p:txBody>
      </p:sp>
    </p:spTree>
    <p:extLst>
      <p:ext uri="{BB962C8B-B14F-4D97-AF65-F5344CB8AC3E}">
        <p14:creationId xmlns:p14="http://schemas.microsoft.com/office/powerpoint/2010/main" val="1888180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D040FD-969F-BD4D-F8D6-A31CE27B0A5C}"/>
              </a:ext>
            </a:extLst>
          </p:cNvPr>
          <p:cNvSpPr>
            <a:spLocks noGrp="1"/>
          </p:cNvSpPr>
          <p:nvPr>
            <p:ph type="title"/>
          </p:nvPr>
        </p:nvSpPr>
        <p:spPr>
          <a:xfrm>
            <a:off x="1490013" y="560978"/>
            <a:ext cx="6738134" cy="383823"/>
          </a:xfrm>
        </p:spPr>
        <p:txBody>
          <a:bodyPr/>
          <a:lstStyle/>
          <a:p>
            <a:pPr algn="ctr"/>
            <a:r>
              <a:rPr lang="en-US" noProof="0" dirty="0"/>
              <a:t>CRT – Level 2: Sectoral reporting data</a:t>
            </a:r>
          </a:p>
        </p:txBody>
      </p:sp>
      <p:sp>
        <p:nvSpPr>
          <p:cNvPr id="4" name="ZoneTexte 3">
            <a:extLst>
              <a:ext uri="{FF2B5EF4-FFF2-40B4-BE49-F238E27FC236}">
                <a16:creationId xmlns:a16="http://schemas.microsoft.com/office/drawing/2014/main" id="{C9747C0E-72E7-F8E1-C279-B3AF7469BAA7}"/>
              </a:ext>
            </a:extLst>
          </p:cNvPr>
          <p:cNvSpPr txBox="1"/>
          <p:nvPr/>
        </p:nvSpPr>
        <p:spPr>
          <a:xfrm>
            <a:off x="5847530" y="1599247"/>
            <a:ext cx="3879097" cy="3177705"/>
          </a:xfrm>
          <a:prstGeom prst="rect">
            <a:avLst/>
          </a:prstGeom>
          <a:noFill/>
        </p:spPr>
        <p:txBody>
          <a:bodyPr wrap="square">
            <a:spAutoFit/>
          </a:bodyPr>
          <a:lstStyle/>
          <a:p>
            <a:pPr marL="285750" indent="-285750">
              <a:buFont typeface="Arial" panose="020B0604020202020204" pitchFamily="34" charset="0"/>
              <a:buChar char="•"/>
            </a:pPr>
            <a:r>
              <a:rPr lang="en-US" noProof="0" dirty="0">
                <a:latin typeface="+mn-lt"/>
              </a:rPr>
              <a:t>Level 2 CRTs essentially aggregate the data from the sectoral background data tables at the sectoral level. There is one level 2 table for each sector</a:t>
            </a: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Most of the data are automatically calculated by the reporting software tool based on the data provided in the background data tables (level 3). </a:t>
            </a:r>
          </a:p>
        </p:txBody>
      </p:sp>
      <p:pic>
        <p:nvPicPr>
          <p:cNvPr id="6" name="Image 5">
            <a:extLst>
              <a:ext uri="{FF2B5EF4-FFF2-40B4-BE49-F238E27FC236}">
                <a16:creationId xmlns:a16="http://schemas.microsoft.com/office/drawing/2014/main" id="{68DCD4C1-685F-4F4E-FC03-3D30C9422E40}"/>
              </a:ext>
            </a:extLst>
          </p:cNvPr>
          <p:cNvPicPr>
            <a:picLocks noChangeAspect="1"/>
          </p:cNvPicPr>
          <p:nvPr/>
        </p:nvPicPr>
        <p:blipFill>
          <a:blip r:embed="rId2"/>
          <a:stretch>
            <a:fillRect/>
          </a:stretch>
        </p:blipFill>
        <p:spPr>
          <a:xfrm>
            <a:off x="179373" y="1195125"/>
            <a:ext cx="5601482" cy="3762900"/>
          </a:xfrm>
          <a:prstGeom prst="rect">
            <a:avLst/>
          </a:prstGeom>
        </p:spPr>
      </p:pic>
    </p:spTree>
    <p:extLst>
      <p:ext uri="{BB962C8B-B14F-4D97-AF65-F5344CB8AC3E}">
        <p14:creationId xmlns:p14="http://schemas.microsoft.com/office/powerpoint/2010/main" val="1266424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D040FD-969F-BD4D-F8D6-A31CE27B0A5C}"/>
              </a:ext>
            </a:extLst>
          </p:cNvPr>
          <p:cNvSpPr>
            <a:spLocks noGrp="1"/>
          </p:cNvSpPr>
          <p:nvPr>
            <p:ph type="title"/>
          </p:nvPr>
        </p:nvSpPr>
        <p:spPr>
          <a:xfrm>
            <a:off x="331773" y="447766"/>
            <a:ext cx="7354902" cy="383823"/>
          </a:xfrm>
        </p:spPr>
        <p:txBody>
          <a:bodyPr/>
          <a:lstStyle/>
          <a:p>
            <a:pPr algn="ctr"/>
            <a:r>
              <a:rPr lang="en-US" noProof="0" dirty="0"/>
              <a:t>CRT – Level 1: Summary and cross-cutting data</a:t>
            </a:r>
          </a:p>
        </p:txBody>
      </p:sp>
      <p:sp>
        <p:nvSpPr>
          <p:cNvPr id="4" name="ZoneTexte 3">
            <a:extLst>
              <a:ext uri="{FF2B5EF4-FFF2-40B4-BE49-F238E27FC236}">
                <a16:creationId xmlns:a16="http://schemas.microsoft.com/office/drawing/2014/main" id="{C9747C0E-72E7-F8E1-C279-B3AF7469BAA7}"/>
              </a:ext>
            </a:extLst>
          </p:cNvPr>
          <p:cNvSpPr txBox="1"/>
          <p:nvPr/>
        </p:nvSpPr>
        <p:spPr>
          <a:xfrm>
            <a:off x="5257800" y="1456521"/>
            <a:ext cx="4333875" cy="4939814"/>
          </a:xfrm>
          <a:prstGeom prst="rect">
            <a:avLst/>
          </a:prstGeom>
          <a:noFill/>
        </p:spPr>
        <p:txBody>
          <a:bodyPr wrap="square">
            <a:spAutoFit/>
          </a:bodyPr>
          <a:lstStyle/>
          <a:p>
            <a:pPr marL="285750" indent="-285750">
              <a:buFont typeface="Arial" panose="020B0604020202020204" pitchFamily="34" charset="0"/>
              <a:buChar char="•"/>
            </a:pPr>
            <a:r>
              <a:rPr lang="en-US" sz="1500" noProof="0" dirty="0">
                <a:latin typeface="+mn-lt"/>
              </a:rPr>
              <a:t>Summary 1: summary report of total emissions by sector and category </a:t>
            </a:r>
          </a:p>
          <a:p>
            <a:pPr marL="285750" indent="-285750">
              <a:buFont typeface="Arial" panose="020B0604020202020204" pitchFamily="34" charset="0"/>
              <a:buChar char="•"/>
            </a:pPr>
            <a:r>
              <a:rPr lang="en-US" sz="1500" noProof="0" dirty="0">
                <a:latin typeface="+mn-lt"/>
              </a:rPr>
              <a:t>Summary 2: summary report for CO</a:t>
            </a:r>
            <a:r>
              <a:rPr lang="en-US" sz="1500" baseline="-25000" noProof="0" dirty="0">
                <a:latin typeface="+mn-lt"/>
              </a:rPr>
              <a:t>2</a:t>
            </a:r>
            <a:r>
              <a:rPr lang="en-US" sz="1500" noProof="0" dirty="0">
                <a:latin typeface="+mn-lt"/>
              </a:rPr>
              <a:t> eq emissions; </a:t>
            </a:r>
          </a:p>
          <a:p>
            <a:pPr marL="285750" indent="-285750">
              <a:buFont typeface="Arial" panose="020B0604020202020204" pitchFamily="34" charset="0"/>
              <a:buChar char="•"/>
            </a:pPr>
            <a:r>
              <a:rPr lang="en-US" sz="1500" noProof="0" dirty="0">
                <a:latin typeface="+mn-lt"/>
              </a:rPr>
              <a:t>Summary 3: summary report for methods and EFs that the Party used for its estimates</a:t>
            </a:r>
          </a:p>
          <a:p>
            <a:pPr marL="285750" indent="-285750">
              <a:buFont typeface="Arial" panose="020B0604020202020204" pitchFamily="34" charset="0"/>
              <a:buChar char="•"/>
            </a:pPr>
            <a:r>
              <a:rPr lang="en-US" sz="1500" noProof="0" dirty="0">
                <a:latin typeface="+mn-lt"/>
              </a:rPr>
              <a:t>Other summary and cross-cutting tables</a:t>
            </a:r>
          </a:p>
          <a:p>
            <a:pPr marL="1000125" lvl="6" indent="-285750">
              <a:buFont typeface="Courier New" panose="02070309020205020404" pitchFamily="49" charset="0"/>
              <a:buChar char="o"/>
              <a:tabLst>
                <a:tab pos="1076325" algn="l"/>
                <a:tab pos="1162050" algn="l"/>
              </a:tabLst>
            </a:pPr>
            <a:r>
              <a:rPr lang="en-US" sz="1500" noProof="0" dirty="0">
                <a:latin typeface="+mn-lt"/>
              </a:rPr>
              <a:t>Table 6: indirect emissions of N</a:t>
            </a:r>
            <a:r>
              <a:rPr lang="en-US" sz="1500" baseline="-25000" noProof="0" dirty="0">
                <a:latin typeface="+mn-lt"/>
              </a:rPr>
              <a:t>2</a:t>
            </a:r>
            <a:r>
              <a:rPr lang="en-US" sz="1500" noProof="0" dirty="0">
                <a:latin typeface="+mn-lt"/>
              </a:rPr>
              <a:t>O and CO</a:t>
            </a:r>
            <a:r>
              <a:rPr lang="en-US" sz="1500" baseline="-25000" noProof="0" dirty="0">
                <a:latin typeface="+mn-lt"/>
              </a:rPr>
              <a:t>2</a:t>
            </a:r>
            <a:r>
              <a:rPr lang="en-US" sz="1500" noProof="0" dirty="0">
                <a:latin typeface="+mn-lt"/>
              </a:rPr>
              <a:t>; </a:t>
            </a:r>
          </a:p>
          <a:p>
            <a:pPr marL="1000125" lvl="6" indent="-285750">
              <a:buFont typeface="Courier New" panose="02070309020205020404" pitchFamily="49" charset="0"/>
              <a:buChar char="o"/>
              <a:tabLst>
                <a:tab pos="1076325" algn="l"/>
                <a:tab pos="1162050" algn="l"/>
              </a:tabLst>
            </a:pPr>
            <a:r>
              <a:rPr lang="en-US" sz="1500" noProof="0" dirty="0">
                <a:latin typeface="+mn-lt"/>
              </a:rPr>
              <a:t>Table 7: key categories; </a:t>
            </a:r>
          </a:p>
          <a:p>
            <a:pPr marL="1000125" lvl="6" indent="-285750">
              <a:buFont typeface="Courier New" panose="02070309020205020404" pitchFamily="49" charset="0"/>
              <a:buChar char="o"/>
              <a:tabLst>
                <a:tab pos="1076325" algn="l"/>
                <a:tab pos="1162050" algn="l"/>
              </a:tabLst>
            </a:pPr>
            <a:r>
              <a:rPr lang="en-US" sz="1500" noProof="0" dirty="0">
                <a:latin typeface="+mn-lt"/>
              </a:rPr>
              <a:t>Table 8: recalculations in the Party’s inventory relative to its previous submission; </a:t>
            </a:r>
          </a:p>
          <a:p>
            <a:pPr marL="1000125" lvl="6" indent="-285750">
              <a:buFont typeface="Courier New" panose="02070309020205020404" pitchFamily="49" charset="0"/>
              <a:buChar char="o"/>
              <a:tabLst>
                <a:tab pos="1076325" algn="l"/>
                <a:tab pos="1162050" algn="l"/>
              </a:tabLst>
            </a:pPr>
            <a:r>
              <a:rPr lang="en-US" sz="1500" noProof="0" dirty="0">
                <a:latin typeface="+mn-lt"/>
              </a:rPr>
              <a:t>Table 9: categories or subcategories that were not estimated, including the reasons, or reported elsewhere, including a reference to where the emissions were reported. </a:t>
            </a:r>
          </a:p>
          <a:p>
            <a:pPr marL="1000125" lvl="6" indent="-285750">
              <a:buFont typeface="Courier New" panose="02070309020205020404" pitchFamily="49" charset="0"/>
              <a:buChar char="o"/>
              <a:tabLst>
                <a:tab pos="1076325" algn="l"/>
                <a:tab pos="1162050" algn="l"/>
              </a:tabLst>
            </a:pPr>
            <a:r>
              <a:rPr lang="en-US" sz="1500" noProof="0" dirty="0">
                <a:latin typeface="+mn-lt"/>
              </a:rPr>
              <a:t>Table 10: summary of emission trends over the entire time series (e.g. 1990–2022).</a:t>
            </a:r>
          </a:p>
        </p:txBody>
      </p:sp>
      <p:pic>
        <p:nvPicPr>
          <p:cNvPr id="5" name="Image 4">
            <a:extLst>
              <a:ext uri="{FF2B5EF4-FFF2-40B4-BE49-F238E27FC236}">
                <a16:creationId xmlns:a16="http://schemas.microsoft.com/office/drawing/2014/main" id="{EA870EFD-5B43-AC83-8C11-072934B2DA32}"/>
              </a:ext>
            </a:extLst>
          </p:cNvPr>
          <p:cNvPicPr>
            <a:picLocks noChangeAspect="1"/>
          </p:cNvPicPr>
          <p:nvPr/>
        </p:nvPicPr>
        <p:blipFill rotWithShape="1">
          <a:blip r:embed="rId2"/>
          <a:srcRect b="29307"/>
          <a:stretch/>
        </p:blipFill>
        <p:spPr>
          <a:xfrm>
            <a:off x="314325" y="1110234"/>
            <a:ext cx="4843745" cy="4995292"/>
          </a:xfrm>
          <a:prstGeom prst="rect">
            <a:avLst/>
          </a:prstGeom>
        </p:spPr>
      </p:pic>
    </p:spTree>
    <p:extLst>
      <p:ext uri="{BB962C8B-B14F-4D97-AF65-F5344CB8AC3E}">
        <p14:creationId xmlns:p14="http://schemas.microsoft.com/office/powerpoint/2010/main" val="910087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79995-8A1D-E5EF-DD3D-AD0BF398E1A9}"/>
              </a:ext>
            </a:extLst>
          </p:cNvPr>
          <p:cNvSpPr>
            <a:spLocks noGrp="1"/>
          </p:cNvSpPr>
          <p:nvPr>
            <p:ph type="title"/>
          </p:nvPr>
        </p:nvSpPr>
        <p:spPr/>
        <p:txBody>
          <a:bodyPr/>
          <a:lstStyle/>
          <a:p>
            <a:pPr algn="ctr"/>
            <a:r>
              <a:rPr lang="en-US" sz="2900" noProof="0" dirty="0">
                <a:solidFill>
                  <a:schemeClr val="accent2">
                    <a:lumMod val="50000"/>
                  </a:schemeClr>
                </a:solidFill>
                <a:latin typeface="+mj-lt"/>
                <a:cs typeface="Arial" charset="0"/>
              </a:rPr>
              <a:t>Accessing the Reporting Tool</a:t>
            </a:r>
          </a:p>
        </p:txBody>
      </p:sp>
      <p:pic>
        <p:nvPicPr>
          <p:cNvPr id="5" name="Picture 4">
            <a:extLst>
              <a:ext uri="{FF2B5EF4-FFF2-40B4-BE49-F238E27FC236}">
                <a16:creationId xmlns:a16="http://schemas.microsoft.com/office/drawing/2014/main" id="{BBBA04B0-3C92-E53E-6C3A-29C41A6CA9C2}"/>
              </a:ext>
            </a:extLst>
          </p:cNvPr>
          <p:cNvPicPr>
            <a:picLocks noChangeAspect="1"/>
          </p:cNvPicPr>
          <p:nvPr/>
        </p:nvPicPr>
        <p:blipFill>
          <a:blip r:embed="rId2"/>
          <a:stretch>
            <a:fillRect/>
          </a:stretch>
        </p:blipFill>
        <p:spPr>
          <a:xfrm>
            <a:off x="0" y="1606334"/>
            <a:ext cx="9906000" cy="4045382"/>
          </a:xfrm>
          <a:prstGeom prst="rect">
            <a:avLst/>
          </a:prstGeom>
        </p:spPr>
      </p:pic>
      <p:sp>
        <p:nvSpPr>
          <p:cNvPr id="7" name="TextBox 6">
            <a:extLst>
              <a:ext uri="{FF2B5EF4-FFF2-40B4-BE49-F238E27FC236}">
                <a16:creationId xmlns:a16="http://schemas.microsoft.com/office/drawing/2014/main" id="{1978FD7B-3C5A-7D79-2992-C2C7C7913EA3}"/>
              </a:ext>
            </a:extLst>
          </p:cNvPr>
          <p:cNvSpPr txBox="1"/>
          <p:nvPr/>
        </p:nvSpPr>
        <p:spPr>
          <a:xfrm>
            <a:off x="261938" y="1117141"/>
            <a:ext cx="8596312" cy="369332"/>
          </a:xfrm>
          <a:prstGeom prst="rect">
            <a:avLst/>
          </a:prstGeom>
          <a:noFill/>
        </p:spPr>
        <p:txBody>
          <a:bodyPr wrap="square">
            <a:spAutoFit/>
          </a:bodyPr>
          <a:lstStyle/>
          <a:p>
            <a:r>
              <a:rPr lang="en-US" noProof="0" dirty="0">
                <a:latin typeface="+mj-lt"/>
              </a:rPr>
              <a:t>Users can access the reporting tools at UNFCCC My Apps (</a:t>
            </a:r>
            <a:r>
              <a:rPr lang="en-US" noProof="0" dirty="0">
                <a:latin typeface="+mj-lt"/>
                <a:hlinkClick r:id="rId3"/>
              </a:rPr>
              <a:t>https://myapps.unfccc.int</a:t>
            </a:r>
            <a:r>
              <a:rPr lang="en-US" noProof="0" dirty="0">
                <a:latin typeface="+mj-lt"/>
              </a:rPr>
              <a:t>).</a:t>
            </a:r>
          </a:p>
        </p:txBody>
      </p:sp>
    </p:spTree>
    <p:extLst>
      <p:ext uri="{BB962C8B-B14F-4D97-AF65-F5344CB8AC3E}">
        <p14:creationId xmlns:p14="http://schemas.microsoft.com/office/powerpoint/2010/main" val="2863738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C428-6AF0-466B-1AD8-215E98049BF8}"/>
              </a:ext>
            </a:extLst>
          </p:cNvPr>
          <p:cNvSpPr>
            <a:spLocks noGrp="1"/>
          </p:cNvSpPr>
          <p:nvPr>
            <p:ph type="title"/>
          </p:nvPr>
        </p:nvSpPr>
        <p:spPr>
          <a:xfrm>
            <a:off x="331772" y="447766"/>
            <a:ext cx="8659827" cy="383823"/>
          </a:xfrm>
        </p:spPr>
        <p:txBody>
          <a:bodyPr/>
          <a:lstStyle/>
          <a:p>
            <a:pPr algn="ctr"/>
            <a:r>
              <a:rPr lang="en-US" noProof="0" dirty="0"/>
              <a:t>(1) Create an inventory version</a:t>
            </a:r>
          </a:p>
        </p:txBody>
      </p:sp>
      <p:pic>
        <p:nvPicPr>
          <p:cNvPr id="6" name="Picture 5">
            <a:extLst>
              <a:ext uri="{FF2B5EF4-FFF2-40B4-BE49-F238E27FC236}">
                <a16:creationId xmlns:a16="http://schemas.microsoft.com/office/drawing/2014/main" id="{0D4DC8D6-908B-1DF8-AD6C-39A7C956DF18}"/>
              </a:ext>
            </a:extLst>
          </p:cNvPr>
          <p:cNvPicPr>
            <a:picLocks noChangeAspect="1"/>
          </p:cNvPicPr>
          <p:nvPr/>
        </p:nvPicPr>
        <p:blipFill>
          <a:blip r:embed="rId2"/>
          <a:stretch>
            <a:fillRect/>
          </a:stretch>
        </p:blipFill>
        <p:spPr>
          <a:xfrm>
            <a:off x="0" y="1536442"/>
            <a:ext cx="9906000" cy="1437409"/>
          </a:xfrm>
          <a:prstGeom prst="rect">
            <a:avLst/>
          </a:prstGeom>
        </p:spPr>
      </p:pic>
      <p:sp>
        <p:nvSpPr>
          <p:cNvPr id="7" name="TextBox 6">
            <a:extLst>
              <a:ext uri="{FF2B5EF4-FFF2-40B4-BE49-F238E27FC236}">
                <a16:creationId xmlns:a16="http://schemas.microsoft.com/office/drawing/2014/main" id="{A2F5A519-DDFB-D065-F3B6-DD94C45BE4EF}"/>
              </a:ext>
            </a:extLst>
          </p:cNvPr>
          <p:cNvSpPr txBox="1"/>
          <p:nvPr/>
        </p:nvSpPr>
        <p:spPr>
          <a:xfrm>
            <a:off x="331773" y="1167110"/>
            <a:ext cx="8839200" cy="369332"/>
          </a:xfrm>
          <a:prstGeom prst="rect">
            <a:avLst/>
          </a:prstGeom>
          <a:noFill/>
        </p:spPr>
        <p:txBody>
          <a:bodyPr wrap="square">
            <a:spAutoFit/>
          </a:bodyPr>
          <a:lstStyle>
            <a:defPPr>
              <a:defRPr kern="0"/>
            </a:defPPr>
            <a:lvl1pPr marL="285750" indent="-285750">
              <a:buFont typeface="Arial" panose="020B0604020202020204" pitchFamily="34" charset="0"/>
              <a:buChar char="•"/>
              <a:defRPr>
                <a:latin typeface="+mn-lt"/>
              </a:defRPr>
            </a:lvl1pPr>
          </a:lstStyle>
          <a:p>
            <a:pPr marL="0" indent="0">
              <a:buNone/>
            </a:pPr>
            <a:r>
              <a:rPr lang="en-US" noProof="0" dirty="0"/>
              <a:t>• In the inventories tab, select “+ Create version”</a:t>
            </a:r>
          </a:p>
        </p:txBody>
      </p:sp>
      <p:sp>
        <p:nvSpPr>
          <p:cNvPr id="8" name="TextBox 7">
            <a:extLst>
              <a:ext uri="{FF2B5EF4-FFF2-40B4-BE49-F238E27FC236}">
                <a16:creationId xmlns:a16="http://schemas.microsoft.com/office/drawing/2014/main" id="{44243FE4-100C-3838-3F37-26ABD3A4905A}"/>
              </a:ext>
            </a:extLst>
          </p:cNvPr>
          <p:cNvSpPr txBox="1"/>
          <p:nvPr/>
        </p:nvSpPr>
        <p:spPr>
          <a:xfrm>
            <a:off x="331772" y="2925893"/>
            <a:ext cx="8839200" cy="646331"/>
          </a:xfrm>
          <a:prstGeom prst="rect">
            <a:avLst/>
          </a:prstGeom>
          <a:noFill/>
        </p:spPr>
        <p:txBody>
          <a:bodyPr wrap="square">
            <a:spAutoFit/>
          </a:bodyPr>
          <a:lstStyle>
            <a:defPPr>
              <a:defRPr kern="0"/>
            </a:defPPr>
            <a:lvl1pPr marL="285750" indent="-285750">
              <a:buFont typeface="Arial" panose="020B0604020202020204" pitchFamily="34" charset="0"/>
              <a:buChar char="•"/>
              <a:defRPr>
                <a:latin typeface="+mn-lt"/>
              </a:defRPr>
            </a:lvl1pPr>
          </a:lstStyle>
          <a:p>
            <a:pPr marL="0" indent="0">
              <a:buNone/>
            </a:pPr>
            <a:r>
              <a:rPr lang="en-US" noProof="0" dirty="0"/>
              <a:t>• Then select “Create blank inventory” – the most relevant solution when preparing a first GHG Inventory</a:t>
            </a:r>
          </a:p>
        </p:txBody>
      </p:sp>
      <p:pic>
        <p:nvPicPr>
          <p:cNvPr id="10" name="Picture 9">
            <a:extLst>
              <a:ext uri="{FF2B5EF4-FFF2-40B4-BE49-F238E27FC236}">
                <a16:creationId xmlns:a16="http://schemas.microsoft.com/office/drawing/2014/main" id="{F7863EFB-5DF7-7468-DBA9-648EF0352D92}"/>
              </a:ext>
            </a:extLst>
          </p:cNvPr>
          <p:cNvPicPr>
            <a:picLocks noChangeAspect="1"/>
          </p:cNvPicPr>
          <p:nvPr/>
        </p:nvPicPr>
        <p:blipFill>
          <a:blip r:embed="rId3"/>
          <a:stretch>
            <a:fillRect/>
          </a:stretch>
        </p:blipFill>
        <p:spPr>
          <a:xfrm>
            <a:off x="2734222" y="3343182"/>
            <a:ext cx="6436750" cy="2845465"/>
          </a:xfrm>
          <a:prstGeom prst="rect">
            <a:avLst/>
          </a:prstGeom>
        </p:spPr>
      </p:pic>
    </p:spTree>
    <p:extLst>
      <p:ext uri="{BB962C8B-B14F-4D97-AF65-F5344CB8AC3E}">
        <p14:creationId xmlns:p14="http://schemas.microsoft.com/office/powerpoint/2010/main" val="145158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3F75-6555-6BF0-B113-1E1939C41609}"/>
              </a:ext>
            </a:extLst>
          </p:cNvPr>
          <p:cNvSpPr>
            <a:spLocks noGrp="1"/>
          </p:cNvSpPr>
          <p:nvPr>
            <p:ph type="title"/>
          </p:nvPr>
        </p:nvSpPr>
        <p:spPr>
          <a:xfrm>
            <a:off x="331773" y="447766"/>
            <a:ext cx="8212152" cy="383823"/>
          </a:xfrm>
        </p:spPr>
        <p:txBody>
          <a:bodyPr/>
          <a:lstStyle/>
          <a:p>
            <a:r>
              <a:rPr lang="en-US" noProof="0" dirty="0"/>
              <a:t>(1) Inventory versions – Specification of settings </a:t>
            </a:r>
          </a:p>
        </p:txBody>
      </p:sp>
      <p:sp>
        <p:nvSpPr>
          <p:cNvPr id="5" name="TextBox 4">
            <a:extLst>
              <a:ext uri="{FF2B5EF4-FFF2-40B4-BE49-F238E27FC236}">
                <a16:creationId xmlns:a16="http://schemas.microsoft.com/office/drawing/2014/main" id="{6C93E57D-5BC1-D9C0-7430-945EB3AA879F}"/>
              </a:ext>
            </a:extLst>
          </p:cNvPr>
          <p:cNvSpPr txBox="1"/>
          <p:nvPr/>
        </p:nvSpPr>
        <p:spPr>
          <a:xfrm>
            <a:off x="533399" y="951398"/>
            <a:ext cx="8839200" cy="4955203"/>
          </a:xfrm>
          <a:prstGeom prst="rect">
            <a:avLst/>
          </a:prstGeom>
          <a:noFill/>
        </p:spPr>
        <p:txBody>
          <a:bodyPr wrap="square">
            <a:spAutoFit/>
          </a:bodyPr>
          <a:lstStyle>
            <a:defPPr>
              <a:defRPr kern="0"/>
            </a:defPPr>
            <a:lvl1pPr marL="285750" indent="-285750">
              <a:buFont typeface="Arial" panose="020B0604020202020204" pitchFamily="34" charset="0"/>
              <a:buChar char="•"/>
              <a:defRPr>
                <a:latin typeface="+mn-lt"/>
              </a:defRPr>
            </a:lvl1pPr>
          </a:lstStyle>
          <a:p>
            <a:pPr marL="0" indent="0">
              <a:buNone/>
            </a:pPr>
            <a:r>
              <a:rPr lang="en-US" noProof="0" dirty="0"/>
              <a:t>• Once </a:t>
            </a:r>
            <a:r>
              <a:rPr lang="en-US" noProof="0" dirty="0">
                <a:latin typeface="+mj-lt"/>
              </a:rPr>
              <a:t>the version is created, the user must specify the following information. It will influence on the automatic filling of the tables and how the tables are structured:</a:t>
            </a:r>
          </a:p>
          <a:p>
            <a:pPr marL="0" indent="0">
              <a:buNone/>
            </a:pPr>
            <a:endParaRPr lang="en-US" sz="1000" noProof="0" dirty="0">
              <a:latin typeface="+mj-lt"/>
            </a:endParaRPr>
          </a:p>
          <a:p>
            <a:pPr>
              <a:buFontTx/>
              <a:buChar char="-"/>
            </a:pPr>
            <a:r>
              <a:rPr lang="en-US" noProof="0" dirty="0">
                <a:latin typeface="+mj-lt"/>
              </a:rPr>
              <a:t>Submission year and flag for the default version</a:t>
            </a:r>
          </a:p>
          <a:p>
            <a:pPr>
              <a:buFontTx/>
              <a:buChar char="-"/>
            </a:pPr>
            <a:r>
              <a:rPr lang="en-US" noProof="0" dirty="0">
                <a:latin typeface="+mj-lt"/>
              </a:rPr>
              <a:t>Flexibility provisions (Yes / No)</a:t>
            </a:r>
          </a:p>
          <a:p>
            <a:pPr>
              <a:buFontTx/>
              <a:buChar char="-"/>
            </a:pPr>
            <a:endParaRPr lang="en-US" noProof="0" dirty="0">
              <a:latin typeface="+mj-lt"/>
            </a:endParaRPr>
          </a:p>
          <a:p>
            <a:pPr>
              <a:buFontTx/>
              <a:buChar char="-"/>
            </a:pPr>
            <a:r>
              <a:rPr lang="en-US" noProof="0" dirty="0">
                <a:latin typeface="+mj-lt"/>
              </a:rPr>
              <a:t>Sector-related settings</a:t>
            </a:r>
          </a:p>
          <a:p>
            <a:pPr marL="285750" lvl="1" indent="428625">
              <a:buFont typeface="Arial" panose="020B0604020202020204" pitchFamily="34" charset="0"/>
              <a:buChar char="•"/>
            </a:pPr>
            <a:r>
              <a:rPr lang="en-US" noProof="0" dirty="0">
                <a:latin typeface="+mj-lt"/>
              </a:rPr>
              <a:t>Energy (optional): </a:t>
            </a:r>
          </a:p>
          <a:p>
            <a:pPr marL="1076325" lvl="2">
              <a:buFont typeface="Courier New" panose="02070309020205020404" pitchFamily="49" charset="0"/>
              <a:buChar char="o"/>
            </a:pPr>
            <a:r>
              <a:rPr lang="en-US" noProof="0" dirty="0">
                <a:latin typeface="+mj-lt"/>
              </a:rPr>
              <a:t> Calorific value for fuels in category 1A (either NCV or GCV)</a:t>
            </a:r>
          </a:p>
          <a:p>
            <a:pPr marL="1076325" lvl="2">
              <a:buFont typeface="Courier New" panose="02070309020205020404" pitchFamily="49" charset="0"/>
              <a:buChar char="o"/>
            </a:pPr>
            <a:r>
              <a:rPr lang="en-US" noProof="0" dirty="0">
                <a:latin typeface="+mj-lt"/>
              </a:rPr>
              <a:t> Specify fuel(s) that are not occurring (“NO”) </a:t>
            </a:r>
          </a:p>
          <a:p>
            <a:pPr marL="285750" lvl="1" indent="428625">
              <a:buFont typeface="Arial" panose="020B0604020202020204" pitchFamily="34" charset="0"/>
              <a:buChar char="•"/>
            </a:pPr>
            <a:r>
              <a:rPr lang="en-US" noProof="0" dirty="0">
                <a:latin typeface="+mj-lt"/>
              </a:rPr>
              <a:t>IPPU (optional): </a:t>
            </a:r>
          </a:p>
          <a:p>
            <a:pPr marL="1076325" lvl="2" indent="-285750">
              <a:buFont typeface="Courier New" panose="02070309020205020404" pitchFamily="49" charset="0"/>
              <a:buChar char="o"/>
            </a:pPr>
            <a:r>
              <a:rPr lang="en-US" noProof="0" dirty="0">
                <a:latin typeface="+mj-lt"/>
              </a:rPr>
              <a:t>F-Gas(es) that are not occurring (“NO”)</a:t>
            </a:r>
          </a:p>
          <a:p>
            <a:pPr marL="285750" lvl="1" indent="428625">
              <a:buFont typeface="Arial" panose="020B0604020202020204" pitchFamily="34" charset="0"/>
              <a:buChar char="•"/>
            </a:pPr>
            <a:r>
              <a:rPr lang="en-US" noProof="0" dirty="0">
                <a:latin typeface="+mj-lt"/>
              </a:rPr>
              <a:t>Agriculture (mandatory)</a:t>
            </a:r>
          </a:p>
          <a:p>
            <a:pPr marL="1076325" lvl="2" indent="-285750">
              <a:buFont typeface="Courier New" panose="02070309020205020404" pitchFamily="49" charset="0"/>
              <a:buChar char="o"/>
            </a:pPr>
            <a:r>
              <a:rPr lang="en-US" noProof="0" dirty="0">
                <a:latin typeface="+mj-lt"/>
              </a:rPr>
              <a:t>Cattle categorization</a:t>
            </a:r>
          </a:p>
          <a:p>
            <a:pPr marL="285750" lvl="1" indent="428625">
              <a:buFont typeface="Arial" panose="020B0604020202020204" pitchFamily="34" charset="0"/>
              <a:buChar char="•"/>
            </a:pPr>
            <a:r>
              <a:rPr lang="en-US" noProof="0" dirty="0">
                <a:latin typeface="+mj-lt"/>
              </a:rPr>
              <a:t>LULUCF</a:t>
            </a:r>
          </a:p>
          <a:p>
            <a:pPr marL="1076325" lvl="2" indent="-285750">
              <a:buFont typeface="Courier New" panose="02070309020205020404" pitchFamily="49" charset="0"/>
              <a:buChar char="o"/>
            </a:pPr>
            <a:r>
              <a:rPr lang="en-US" noProof="0" dirty="0">
                <a:latin typeface="+mj-lt"/>
              </a:rPr>
              <a:t>Approach for HWP (default options pre-selected; may change) </a:t>
            </a:r>
          </a:p>
          <a:p>
            <a:pPr marL="1076325" lvl="2" indent="-285750">
              <a:buFont typeface="Courier New" panose="02070309020205020404" pitchFamily="49" charset="0"/>
              <a:buChar char="o"/>
            </a:pPr>
            <a:r>
              <a:rPr lang="en-US" noProof="0" dirty="0">
                <a:latin typeface="+mj-lt"/>
              </a:rPr>
              <a:t>Reporting information</a:t>
            </a:r>
            <a:endParaRPr lang="en-US" noProof="0" dirty="0"/>
          </a:p>
          <a:p>
            <a:pPr marL="0" indent="0">
              <a:buNone/>
            </a:pPr>
            <a:endParaRPr lang="en-US" noProof="0" dirty="0"/>
          </a:p>
        </p:txBody>
      </p:sp>
      <p:sp>
        <p:nvSpPr>
          <p:cNvPr id="6" name="Rectangle : coins arrondis 8">
            <a:extLst>
              <a:ext uri="{FF2B5EF4-FFF2-40B4-BE49-F238E27FC236}">
                <a16:creationId xmlns:a16="http://schemas.microsoft.com/office/drawing/2014/main" id="{DBAB6D14-3A44-95F4-9BD6-1DC851F9F753}"/>
              </a:ext>
            </a:extLst>
          </p:cNvPr>
          <p:cNvSpPr/>
          <p:nvPr/>
        </p:nvSpPr>
        <p:spPr>
          <a:xfrm>
            <a:off x="251745" y="5823204"/>
            <a:ext cx="9402509" cy="383823"/>
          </a:xfrm>
          <a:prstGeom prst="roundRect">
            <a:avLst>
              <a:gd name="adj" fmla="val 50000"/>
            </a:avLst>
          </a:prstGeom>
          <a:solidFill>
            <a:srgbClr val="D1EAFF"/>
          </a:solidFill>
          <a:ln>
            <a:solidFill>
              <a:srgbClr val="0051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r>
              <a:rPr lang="en-US" noProof="0" dirty="0">
                <a:solidFill>
                  <a:schemeClr val="tx1"/>
                </a:solidFill>
              </a:rPr>
              <a:t>You can edit these settings later, even when data has already been filled in the inventory</a:t>
            </a:r>
          </a:p>
        </p:txBody>
      </p:sp>
    </p:spTree>
    <p:extLst>
      <p:ext uri="{BB962C8B-B14F-4D97-AF65-F5344CB8AC3E}">
        <p14:creationId xmlns:p14="http://schemas.microsoft.com/office/powerpoint/2010/main" val="3583440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6E3C2B-E190-E823-C3B7-1AB6CA9DF577}"/>
              </a:ext>
            </a:extLst>
          </p:cNvPr>
          <p:cNvSpPr>
            <a:spLocks noGrp="1"/>
          </p:cNvSpPr>
          <p:nvPr>
            <p:ph type="title"/>
          </p:nvPr>
        </p:nvSpPr>
        <p:spPr>
          <a:xfrm>
            <a:off x="331773" y="447766"/>
            <a:ext cx="7716852" cy="383823"/>
          </a:xfrm>
        </p:spPr>
        <p:txBody>
          <a:bodyPr/>
          <a:lstStyle/>
          <a:p>
            <a:r>
              <a:rPr lang="en-US" noProof="0" dirty="0"/>
              <a:t>(2) Data entry – </a:t>
            </a:r>
            <a:r>
              <a:rPr lang="en-US" noProof="0" dirty="0" err="1"/>
              <a:t>Colour</a:t>
            </a:r>
            <a:r>
              <a:rPr lang="en-US" noProof="0" dirty="0"/>
              <a:t> code in the Data Entry Grid</a:t>
            </a:r>
          </a:p>
        </p:txBody>
      </p:sp>
      <p:sp>
        <p:nvSpPr>
          <p:cNvPr id="3" name="ZoneTexte 2">
            <a:extLst>
              <a:ext uri="{FF2B5EF4-FFF2-40B4-BE49-F238E27FC236}">
                <a16:creationId xmlns:a16="http://schemas.microsoft.com/office/drawing/2014/main" id="{FF61903D-0051-F854-A245-92BA5F89B7DD}"/>
              </a:ext>
            </a:extLst>
          </p:cNvPr>
          <p:cNvSpPr txBox="1"/>
          <p:nvPr/>
        </p:nvSpPr>
        <p:spPr>
          <a:xfrm>
            <a:off x="331773" y="1067194"/>
            <a:ext cx="8675067" cy="2585323"/>
          </a:xfrm>
          <a:prstGeom prst="rect">
            <a:avLst/>
          </a:prstGeom>
          <a:noFill/>
        </p:spPr>
        <p:txBody>
          <a:bodyPr wrap="square" rtlCol="0">
            <a:spAutoFit/>
          </a:bodyPr>
          <a:lstStyle/>
          <a:p>
            <a:pPr marL="285750" indent="-285750">
              <a:buFont typeface="Arial" panose="020B0604020202020204" pitchFamily="34" charset="0"/>
              <a:buChar char="•"/>
            </a:pPr>
            <a:r>
              <a:rPr lang="en-US" b="1" noProof="0" dirty="0" err="1">
                <a:latin typeface="+mn-lt"/>
              </a:rPr>
              <a:t>Colour</a:t>
            </a:r>
            <a:r>
              <a:rPr lang="en-US" b="1" noProof="0" dirty="0">
                <a:latin typeface="+mn-lt"/>
              </a:rPr>
              <a:t> code:</a:t>
            </a:r>
          </a:p>
          <a:p>
            <a:pPr marL="895350" lvl="4"/>
            <a:r>
              <a:rPr lang="en-US" noProof="0" dirty="0">
                <a:latin typeface="+mn-lt"/>
              </a:rPr>
              <a:t>	→ </a:t>
            </a:r>
            <a:r>
              <a:rPr lang="en-US" u="sng" noProof="0" dirty="0">
                <a:latin typeface="+mn-lt"/>
              </a:rPr>
              <a:t>Colored cells are automatically completed </a:t>
            </a:r>
            <a:r>
              <a:rPr lang="en-US" noProof="0" dirty="0">
                <a:latin typeface="+mn-lt"/>
              </a:rPr>
              <a:t>by the software when Parties submit their data</a:t>
            </a:r>
          </a:p>
          <a:p>
            <a:pPr marL="895350" lvl="4"/>
            <a:r>
              <a:rPr lang="en-US" noProof="0" dirty="0">
                <a:latin typeface="+mn-lt"/>
              </a:rPr>
              <a:t>	→ </a:t>
            </a:r>
            <a:r>
              <a:rPr lang="en-US" u="sng" noProof="0" dirty="0">
                <a:latin typeface="+mn-lt"/>
              </a:rPr>
              <a:t>Grey shaded cells should not be filled</a:t>
            </a:r>
          </a:p>
          <a:p>
            <a:pPr marL="895350" lvl="4"/>
            <a:r>
              <a:rPr lang="en-US" noProof="0" dirty="0">
                <a:latin typeface="+mn-lt"/>
              </a:rPr>
              <a:t>	→ </a:t>
            </a:r>
            <a:r>
              <a:rPr lang="en-US" u="sng" noProof="0" dirty="0">
                <a:latin typeface="+mn-lt"/>
              </a:rPr>
              <a:t>White cells must be filled by the Party</a:t>
            </a:r>
            <a:r>
              <a:rPr lang="en-US" noProof="0" dirty="0">
                <a:latin typeface="+mn-lt"/>
              </a:rPr>
              <a:t>. Parties are required to use the </a:t>
            </a:r>
            <a:r>
              <a:rPr lang="en-US" u="sng" noProof="0" dirty="0">
                <a:latin typeface="+mn-lt"/>
              </a:rPr>
              <a:t>standard notation keys </a:t>
            </a:r>
            <a:r>
              <a:rPr lang="en-US" noProof="0" dirty="0">
                <a:latin typeface="+mn-lt"/>
              </a:rPr>
              <a:t>« NO », « NE », « NA », « IE », « C », « FX », where no numerical values are available – to ensure that their inventories are complete,</a:t>
            </a:r>
          </a:p>
          <a:p>
            <a:endParaRPr lang="en-US" noProof="0" dirty="0">
              <a:latin typeface="+mn-lt"/>
            </a:endParaRPr>
          </a:p>
        </p:txBody>
      </p:sp>
      <p:pic>
        <p:nvPicPr>
          <p:cNvPr id="5" name="Image 4">
            <a:extLst>
              <a:ext uri="{FF2B5EF4-FFF2-40B4-BE49-F238E27FC236}">
                <a16:creationId xmlns:a16="http://schemas.microsoft.com/office/drawing/2014/main" id="{41632339-7182-C3C9-A1F5-D659437AA9EA}"/>
              </a:ext>
            </a:extLst>
          </p:cNvPr>
          <p:cNvPicPr>
            <a:picLocks noChangeAspect="1"/>
          </p:cNvPicPr>
          <p:nvPr/>
        </p:nvPicPr>
        <p:blipFill>
          <a:blip r:embed="rId2"/>
          <a:stretch>
            <a:fillRect/>
          </a:stretch>
        </p:blipFill>
        <p:spPr>
          <a:xfrm>
            <a:off x="331773" y="3429000"/>
            <a:ext cx="9394636" cy="3238500"/>
          </a:xfrm>
          <a:prstGeom prst="rect">
            <a:avLst/>
          </a:prstGeom>
        </p:spPr>
      </p:pic>
    </p:spTree>
    <p:extLst>
      <p:ext uri="{BB962C8B-B14F-4D97-AF65-F5344CB8AC3E}">
        <p14:creationId xmlns:p14="http://schemas.microsoft.com/office/powerpoint/2010/main" val="3620818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A740-B9E9-F3B4-76FA-4840C90B26EE}"/>
              </a:ext>
            </a:extLst>
          </p:cNvPr>
          <p:cNvSpPr>
            <a:spLocks noGrp="1"/>
          </p:cNvSpPr>
          <p:nvPr>
            <p:ph type="title"/>
          </p:nvPr>
        </p:nvSpPr>
        <p:spPr/>
        <p:txBody>
          <a:bodyPr/>
          <a:lstStyle/>
          <a:p>
            <a:r>
              <a:rPr lang="en-US" noProof="0" dirty="0"/>
              <a:t>(2) Data entry – How to enter data</a:t>
            </a:r>
          </a:p>
        </p:txBody>
      </p:sp>
      <p:sp>
        <p:nvSpPr>
          <p:cNvPr id="4" name="TextBox 3">
            <a:extLst>
              <a:ext uri="{FF2B5EF4-FFF2-40B4-BE49-F238E27FC236}">
                <a16:creationId xmlns:a16="http://schemas.microsoft.com/office/drawing/2014/main" id="{F5FCA3CE-C363-3408-89AC-E923E1A20D42}"/>
              </a:ext>
            </a:extLst>
          </p:cNvPr>
          <p:cNvSpPr txBox="1"/>
          <p:nvPr/>
        </p:nvSpPr>
        <p:spPr>
          <a:xfrm>
            <a:off x="752475" y="1342162"/>
            <a:ext cx="7600950" cy="2308324"/>
          </a:xfrm>
          <a:prstGeom prst="rect">
            <a:avLst/>
          </a:prstGeom>
          <a:noFill/>
        </p:spPr>
        <p:txBody>
          <a:bodyPr wrap="square">
            <a:spAutoFit/>
          </a:bodyPr>
          <a:lstStyle>
            <a:defPPr>
              <a:defRPr kern="0"/>
            </a:defPPr>
            <a:lvl1pPr marL="0" indent="0">
              <a:buFont typeface="Arial" panose="020B0604020202020204" pitchFamily="34" charset="0"/>
              <a:buNone/>
              <a:defRPr>
                <a:latin typeface="+mn-lt"/>
              </a:defRPr>
            </a:lvl1pPr>
          </a:lstStyle>
          <a:p>
            <a:pPr marL="342900" indent="-342900">
              <a:buAutoNum type="arabicPeriod"/>
            </a:pPr>
            <a:r>
              <a:rPr lang="en-US" noProof="0" dirty="0"/>
              <a:t>Manual input into the data entry grids in the application. </a:t>
            </a:r>
          </a:p>
          <a:p>
            <a:pPr marL="342900" indent="-342900">
              <a:buAutoNum type="arabicPeriod"/>
            </a:pPr>
            <a:endParaRPr lang="en-US" noProof="0" dirty="0"/>
          </a:p>
          <a:p>
            <a:pPr marL="342900" indent="-342900">
              <a:buAutoNum type="arabicPeriod"/>
            </a:pPr>
            <a:endParaRPr lang="en-US" noProof="0" dirty="0"/>
          </a:p>
          <a:p>
            <a:pPr marL="342900" indent="-342900">
              <a:buAutoNum type="arabicPeriod"/>
            </a:pPr>
            <a:r>
              <a:rPr lang="en-US" noProof="0" dirty="0"/>
              <a:t>Export and import of data using Excel. </a:t>
            </a:r>
          </a:p>
          <a:p>
            <a:pPr marL="342900" indent="-342900">
              <a:buAutoNum type="arabicPeriod"/>
            </a:pPr>
            <a:endParaRPr lang="en-US" noProof="0" dirty="0"/>
          </a:p>
          <a:p>
            <a:pPr marL="342900" indent="-342900">
              <a:buAutoNum type="arabicPeriod"/>
            </a:pPr>
            <a:endParaRPr lang="en-US" noProof="0" dirty="0"/>
          </a:p>
          <a:p>
            <a:pPr marL="342900" indent="-342900">
              <a:buAutoNum type="arabicPeriod"/>
            </a:pPr>
            <a:r>
              <a:rPr lang="en-US" noProof="0" dirty="0"/>
              <a:t>Export and import of data using .</a:t>
            </a:r>
            <a:r>
              <a:rPr lang="en-US" noProof="0" dirty="0" err="1"/>
              <a:t>json</a:t>
            </a:r>
            <a:r>
              <a:rPr lang="en-US" noProof="0" dirty="0"/>
              <a:t> (for connecting with a national system or interoperability with the IPCC tool). </a:t>
            </a:r>
          </a:p>
        </p:txBody>
      </p:sp>
      <p:sp>
        <p:nvSpPr>
          <p:cNvPr id="3" name="Rectangle : coins arrondis 8">
            <a:extLst>
              <a:ext uri="{FF2B5EF4-FFF2-40B4-BE49-F238E27FC236}">
                <a16:creationId xmlns:a16="http://schemas.microsoft.com/office/drawing/2014/main" id="{7E3047AB-40EF-661D-D30B-2FA7A8044EDD}"/>
              </a:ext>
            </a:extLst>
          </p:cNvPr>
          <p:cNvSpPr/>
          <p:nvPr/>
        </p:nvSpPr>
        <p:spPr>
          <a:xfrm>
            <a:off x="3295650" y="4065809"/>
            <a:ext cx="6229350" cy="1019758"/>
          </a:xfrm>
          <a:prstGeom prst="roundRect">
            <a:avLst>
              <a:gd name="adj" fmla="val 30612"/>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buFontTx/>
              <a:buChar char="-"/>
            </a:pPr>
            <a:endParaRPr lang="en-US" noProof="0" dirty="0">
              <a:solidFill>
                <a:schemeClr val="tx1"/>
              </a:solidFill>
            </a:endParaRPr>
          </a:p>
          <a:p>
            <a:pPr marL="0" indent="0">
              <a:buNone/>
            </a:pPr>
            <a:r>
              <a:rPr lang="en-US" b="1" noProof="0" dirty="0">
                <a:solidFill>
                  <a:schemeClr val="tx1"/>
                </a:solidFill>
              </a:rPr>
              <a:t>Beware</a:t>
            </a:r>
            <a:r>
              <a:rPr lang="en-US" noProof="0" dirty="0">
                <a:solidFill>
                  <a:schemeClr val="tx1"/>
                </a:solidFill>
              </a:rPr>
              <a:t> when importing .</a:t>
            </a:r>
            <a:r>
              <a:rPr lang="en-US" noProof="0" dirty="0" err="1">
                <a:solidFill>
                  <a:schemeClr val="tx1"/>
                </a:solidFill>
              </a:rPr>
              <a:t>json</a:t>
            </a:r>
            <a:r>
              <a:rPr lang="en-US" noProof="0" dirty="0">
                <a:solidFill>
                  <a:schemeClr val="tx1"/>
                </a:solidFill>
              </a:rPr>
              <a:t> file from the IPCC tool: IPCC tool does not accept the notation keys.</a:t>
            </a:r>
          </a:p>
          <a:p>
            <a:pPr marL="0" indent="0">
              <a:buNone/>
            </a:pPr>
            <a:r>
              <a:rPr lang="en-US" b="1" noProof="0" dirty="0">
                <a:solidFill>
                  <a:schemeClr val="tx1"/>
                </a:solidFill>
              </a:rPr>
              <a:t>→ NK should be filled separately in addition</a:t>
            </a:r>
          </a:p>
          <a:p>
            <a:pPr algn="ctr"/>
            <a:endParaRPr lang="en-US" noProof="0" dirty="0">
              <a:solidFill>
                <a:schemeClr val="tx1"/>
              </a:solidFill>
            </a:endParaRPr>
          </a:p>
        </p:txBody>
      </p:sp>
    </p:spTree>
    <p:extLst>
      <p:ext uri="{BB962C8B-B14F-4D97-AF65-F5344CB8AC3E}">
        <p14:creationId xmlns:p14="http://schemas.microsoft.com/office/powerpoint/2010/main" val="336000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08CB5-3023-0669-CF28-DD8466A44AE4}"/>
              </a:ext>
            </a:extLst>
          </p:cNvPr>
          <p:cNvSpPr>
            <a:spLocks noGrp="1"/>
          </p:cNvSpPr>
          <p:nvPr>
            <p:ph type="title"/>
          </p:nvPr>
        </p:nvSpPr>
        <p:spPr/>
        <p:txBody>
          <a:bodyPr/>
          <a:lstStyle/>
          <a:p>
            <a:r>
              <a:rPr lang="en-US" noProof="0" dirty="0"/>
              <a:t>(3) Generate CRT tables</a:t>
            </a:r>
          </a:p>
        </p:txBody>
      </p:sp>
      <p:sp>
        <p:nvSpPr>
          <p:cNvPr id="4" name="TextBox 3">
            <a:extLst>
              <a:ext uri="{FF2B5EF4-FFF2-40B4-BE49-F238E27FC236}">
                <a16:creationId xmlns:a16="http://schemas.microsoft.com/office/drawing/2014/main" id="{EAC3AFF1-BC68-BDCA-43E7-99D0598BFB28}"/>
              </a:ext>
            </a:extLst>
          </p:cNvPr>
          <p:cNvSpPr txBox="1"/>
          <p:nvPr/>
        </p:nvSpPr>
        <p:spPr>
          <a:xfrm>
            <a:off x="476249" y="1238161"/>
            <a:ext cx="8677275" cy="923330"/>
          </a:xfrm>
          <a:prstGeom prst="rect">
            <a:avLst/>
          </a:prstGeom>
          <a:noFill/>
        </p:spPr>
        <p:txBody>
          <a:bodyPr wrap="square">
            <a:spAutoFit/>
          </a:bodyPr>
          <a:lstStyle>
            <a:defPPr>
              <a:defRPr kern="0"/>
            </a:defPPr>
            <a:lvl1pPr marL="0" lvl="0" indent="0">
              <a:buFont typeface="Arial" panose="020B0604020202020204" pitchFamily="34" charset="0"/>
              <a:buNone/>
              <a:defRPr>
                <a:latin typeface="+mn-lt"/>
              </a:defRPr>
            </a:lvl1pPr>
          </a:lstStyle>
          <a:p>
            <a:r>
              <a:rPr lang="en-US" noProof="0" dirty="0"/>
              <a:t>The user may generate a single reporting table, multiple reporting tables or the entire GHG inventory CRT tables for one or more years. </a:t>
            </a:r>
          </a:p>
          <a:p>
            <a:endParaRPr lang="en-US" noProof="0" dirty="0"/>
          </a:p>
        </p:txBody>
      </p:sp>
      <p:pic>
        <p:nvPicPr>
          <p:cNvPr id="6" name="Picture 5">
            <a:extLst>
              <a:ext uri="{FF2B5EF4-FFF2-40B4-BE49-F238E27FC236}">
                <a16:creationId xmlns:a16="http://schemas.microsoft.com/office/drawing/2014/main" id="{A5B0E503-40F5-3C64-1D6D-72465D073924}"/>
              </a:ext>
            </a:extLst>
          </p:cNvPr>
          <p:cNvPicPr>
            <a:picLocks noChangeAspect="1"/>
          </p:cNvPicPr>
          <p:nvPr/>
        </p:nvPicPr>
        <p:blipFill>
          <a:blip r:embed="rId3"/>
          <a:stretch>
            <a:fillRect/>
          </a:stretch>
        </p:blipFill>
        <p:spPr>
          <a:xfrm>
            <a:off x="66675" y="2000504"/>
            <a:ext cx="9725025" cy="3619335"/>
          </a:xfrm>
          <a:prstGeom prst="rect">
            <a:avLst/>
          </a:prstGeom>
        </p:spPr>
      </p:pic>
    </p:spTree>
    <p:extLst>
      <p:ext uri="{BB962C8B-B14F-4D97-AF65-F5344CB8AC3E}">
        <p14:creationId xmlns:p14="http://schemas.microsoft.com/office/powerpoint/2010/main" val="2145793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A4528A-FB59-1DCE-DC5E-AF4F964A4D41}"/>
              </a:ext>
            </a:extLst>
          </p:cNvPr>
          <p:cNvSpPr>
            <a:spLocks noGrp="1"/>
          </p:cNvSpPr>
          <p:nvPr>
            <p:ph type="title"/>
          </p:nvPr>
        </p:nvSpPr>
        <p:spPr/>
        <p:txBody>
          <a:bodyPr/>
          <a:lstStyle/>
          <a:p>
            <a:r>
              <a:rPr lang="en-US" noProof="0" dirty="0"/>
              <a:t>NID: National inventory document</a:t>
            </a:r>
            <a:endParaRPr lang="en-US" sz="3000" noProof="0" dirty="0"/>
          </a:p>
        </p:txBody>
      </p:sp>
      <p:sp>
        <p:nvSpPr>
          <p:cNvPr id="3" name="Espace réservé du numéro de diapositive 2">
            <a:extLst>
              <a:ext uri="{FF2B5EF4-FFF2-40B4-BE49-F238E27FC236}">
                <a16:creationId xmlns:a16="http://schemas.microsoft.com/office/drawing/2014/main" id="{52FE0DD5-177E-04E5-7C22-C118A7DF866B}"/>
              </a:ext>
            </a:extLst>
          </p:cNvPr>
          <p:cNvSpPr>
            <a:spLocks noGrp="1"/>
          </p:cNvSpPr>
          <p:nvPr>
            <p:ph type="sldNum" sz="quarter" idx="11"/>
          </p:nvPr>
        </p:nvSpPr>
        <p:spPr/>
        <p:txBody>
          <a:bodyPr/>
          <a:lstStyle/>
          <a:p>
            <a:fld id="{909D9AA9-2800-6742-B3AC-1FC34B18C60A}" type="slidenum">
              <a:rPr lang="en-US" noProof="0" smtClean="0"/>
              <a:pPr/>
              <a:t>40</a:t>
            </a:fld>
            <a:endParaRPr lang="en-US" noProof="0" dirty="0"/>
          </a:p>
        </p:txBody>
      </p:sp>
    </p:spTree>
    <p:extLst>
      <p:ext uri="{BB962C8B-B14F-4D97-AF65-F5344CB8AC3E}">
        <p14:creationId xmlns:p14="http://schemas.microsoft.com/office/powerpoint/2010/main" val="119256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 coins arrondis 8">
            <a:extLst>
              <a:ext uri="{FF2B5EF4-FFF2-40B4-BE49-F238E27FC236}">
                <a16:creationId xmlns:a16="http://schemas.microsoft.com/office/drawing/2014/main" id="{2EAD81DB-FFC7-A838-2BA3-F29A7D8218AD}"/>
              </a:ext>
            </a:extLst>
          </p:cNvPr>
          <p:cNvSpPr/>
          <p:nvPr/>
        </p:nvSpPr>
        <p:spPr>
          <a:xfrm rot="2363036">
            <a:off x="2790957" y="1840524"/>
            <a:ext cx="3268197" cy="1661248"/>
          </a:xfrm>
          <a:prstGeom prst="roundRect">
            <a:avLst>
              <a:gd name="adj" fmla="val 50000"/>
            </a:avLst>
          </a:prstGeom>
          <a:solidFill>
            <a:srgbClr val="0064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re 1">
            <a:extLst>
              <a:ext uri="{FF2B5EF4-FFF2-40B4-BE49-F238E27FC236}">
                <a16:creationId xmlns:a16="http://schemas.microsoft.com/office/drawing/2014/main" id="{14AA6F7B-A6E6-1FAF-1E09-DE20B720D50A}"/>
              </a:ext>
            </a:extLst>
          </p:cNvPr>
          <p:cNvSpPr>
            <a:spLocks noGrp="1"/>
          </p:cNvSpPr>
          <p:nvPr>
            <p:ph type="title"/>
          </p:nvPr>
        </p:nvSpPr>
        <p:spPr/>
        <p:txBody>
          <a:bodyPr/>
          <a:lstStyle/>
          <a:p>
            <a:r>
              <a:rPr lang="en-US" noProof="0" dirty="0"/>
              <a:t>NIR – Overview </a:t>
            </a:r>
          </a:p>
        </p:txBody>
      </p:sp>
      <p:sp>
        <p:nvSpPr>
          <p:cNvPr id="4" name="ZoneTexte 3">
            <a:extLst>
              <a:ext uri="{FF2B5EF4-FFF2-40B4-BE49-F238E27FC236}">
                <a16:creationId xmlns:a16="http://schemas.microsoft.com/office/drawing/2014/main" id="{F60EBB8E-59C5-B95C-00C8-4C2172F02919}"/>
              </a:ext>
            </a:extLst>
          </p:cNvPr>
          <p:cNvSpPr txBox="1"/>
          <p:nvPr/>
        </p:nvSpPr>
        <p:spPr>
          <a:xfrm>
            <a:off x="7426094" y="1337252"/>
            <a:ext cx="2479905" cy="1754326"/>
          </a:xfrm>
          <a:prstGeom prst="rect">
            <a:avLst/>
          </a:prstGeom>
          <a:noFill/>
        </p:spPr>
        <p:txBody>
          <a:bodyPr wrap="square">
            <a:spAutoFit/>
          </a:bodyPr>
          <a:lstStyle/>
          <a:p>
            <a:r>
              <a:rPr lang="en-US" b="1" noProof="0" dirty="0">
                <a:latin typeface="+mn-lt"/>
              </a:rPr>
              <a:t>NID</a:t>
            </a:r>
            <a:r>
              <a:rPr lang="en-US" noProof="0" dirty="0">
                <a:latin typeface="+mn-lt"/>
              </a:rPr>
              <a:t> </a:t>
            </a:r>
          </a:p>
          <a:p>
            <a:r>
              <a:rPr lang="en-US" noProof="0" dirty="0">
                <a:latin typeface="+mn-lt"/>
              </a:rPr>
              <a:t>Comprehensive and detailed information on how emissions and removals were estimated. </a:t>
            </a:r>
          </a:p>
        </p:txBody>
      </p:sp>
      <p:sp>
        <p:nvSpPr>
          <p:cNvPr id="10" name="Rectangle : coins arrondis 9">
            <a:extLst>
              <a:ext uri="{FF2B5EF4-FFF2-40B4-BE49-F238E27FC236}">
                <a16:creationId xmlns:a16="http://schemas.microsoft.com/office/drawing/2014/main" id="{EFAA12ED-43BF-F010-3311-9C0DB70AD29D}"/>
              </a:ext>
            </a:extLst>
          </p:cNvPr>
          <p:cNvSpPr/>
          <p:nvPr/>
        </p:nvSpPr>
        <p:spPr>
          <a:xfrm rot="19025641">
            <a:off x="4018594" y="1879072"/>
            <a:ext cx="3393984" cy="1661248"/>
          </a:xfrm>
          <a:prstGeom prst="roundRect">
            <a:avLst>
              <a:gd name="adj" fmla="val 50000"/>
            </a:avLst>
          </a:prstGeom>
          <a:solidFill>
            <a:srgbClr val="F58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Ellipse 10">
            <a:extLst>
              <a:ext uri="{FF2B5EF4-FFF2-40B4-BE49-F238E27FC236}">
                <a16:creationId xmlns:a16="http://schemas.microsoft.com/office/drawing/2014/main" id="{765CCADB-E2BD-4F3E-4A60-936AD539ABED}"/>
              </a:ext>
            </a:extLst>
          </p:cNvPr>
          <p:cNvSpPr/>
          <p:nvPr/>
        </p:nvSpPr>
        <p:spPr>
          <a:xfrm>
            <a:off x="3857625" y="2109532"/>
            <a:ext cx="2306357" cy="214876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noProof="0" dirty="0">
              <a:solidFill>
                <a:srgbClr val="005195"/>
              </a:solidFill>
            </a:endParaRPr>
          </a:p>
        </p:txBody>
      </p:sp>
      <p:sp>
        <p:nvSpPr>
          <p:cNvPr id="13" name="ZoneTexte 12">
            <a:extLst>
              <a:ext uri="{FF2B5EF4-FFF2-40B4-BE49-F238E27FC236}">
                <a16:creationId xmlns:a16="http://schemas.microsoft.com/office/drawing/2014/main" id="{12E96C50-2334-8BB1-59F9-2318653DC126}"/>
              </a:ext>
            </a:extLst>
          </p:cNvPr>
          <p:cNvSpPr txBox="1"/>
          <p:nvPr/>
        </p:nvSpPr>
        <p:spPr>
          <a:xfrm>
            <a:off x="0" y="1346866"/>
            <a:ext cx="2660482" cy="1477328"/>
          </a:xfrm>
          <a:prstGeom prst="rect">
            <a:avLst/>
          </a:prstGeom>
          <a:noFill/>
        </p:spPr>
        <p:txBody>
          <a:bodyPr wrap="square" rtlCol="0">
            <a:spAutoFit/>
          </a:bodyPr>
          <a:lstStyle/>
          <a:p>
            <a:pPr algn="r"/>
            <a:r>
              <a:rPr lang="en-US" b="1" noProof="0" dirty="0">
                <a:latin typeface="+mn-lt"/>
              </a:rPr>
              <a:t>CRTs</a:t>
            </a:r>
          </a:p>
          <a:p>
            <a:pPr algn="r"/>
            <a:r>
              <a:rPr lang="en-US" noProof="0" dirty="0">
                <a:latin typeface="+mn-lt"/>
              </a:rPr>
              <a:t>Quantitative information on emissions and removals in a common format</a:t>
            </a:r>
          </a:p>
        </p:txBody>
      </p:sp>
      <p:pic>
        <p:nvPicPr>
          <p:cNvPr id="14" name="Graphique 13" descr="Graphique en secteurs avec un remplissage uni">
            <a:extLst>
              <a:ext uri="{FF2B5EF4-FFF2-40B4-BE49-F238E27FC236}">
                <a16:creationId xmlns:a16="http://schemas.microsoft.com/office/drawing/2014/main" id="{5FB9C829-FBED-286F-E55A-26230E6A16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54520" y="3342978"/>
            <a:ext cx="659185" cy="659185"/>
          </a:xfrm>
          <a:prstGeom prst="rect">
            <a:avLst/>
          </a:prstGeom>
        </p:spPr>
      </p:pic>
      <p:cxnSp>
        <p:nvCxnSpPr>
          <p:cNvPr id="15" name="Connecteur droit 14">
            <a:extLst>
              <a:ext uri="{FF2B5EF4-FFF2-40B4-BE49-F238E27FC236}">
                <a16:creationId xmlns:a16="http://schemas.microsoft.com/office/drawing/2014/main" id="{4D69E55E-8090-D76C-35A2-0A66992DC55D}"/>
              </a:ext>
            </a:extLst>
          </p:cNvPr>
          <p:cNvCxnSpPr>
            <a:cxnSpLocks/>
          </p:cNvCxnSpPr>
          <p:nvPr/>
        </p:nvCxnSpPr>
        <p:spPr>
          <a:xfrm>
            <a:off x="2799989" y="1383387"/>
            <a:ext cx="0" cy="1708191"/>
          </a:xfrm>
          <a:prstGeom prst="line">
            <a:avLst/>
          </a:prstGeom>
          <a:ln w="28575">
            <a:solidFill>
              <a:srgbClr val="00643D"/>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BFB13E97-B9F4-F2A3-C1D7-BF6902933287}"/>
              </a:ext>
            </a:extLst>
          </p:cNvPr>
          <p:cNvCxnSpPr>
            <a:cxnSpLocks/>
          </p:cNvCxnSpPr>
          <p:nvPr/>
        </p:nvCxnSpPr>
        <p:spPr>
          <a:xfrm>
            <a:off x="7333447" y="1337252"/>
            <a:ext cx="0" cy="1754326"/>
          </a:xfrm>
          <a:prstGeom prst="line">
            <a:avLst/>
          </a:prstGeom>
          <a:ln w="28575">
            <a:solidFill>
              <a:srgbClr val="F58227"/>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5E45965C-1A33-8CAE-9176-FD409C711A4B}"/>
              </a:ext>
            </a:extLst>
          </p:cNvPr>
          <p:cNvSpPr txBox="1"/>
          <p:nvPr/>
        </p:nvSpPr>
        <p:spPr>
          <a:xfrm>
            <a:off x="3910299" y="2814580"/>
            <a:ext cx="2201007" cy="369332"/>
          </a:xfrm>
          <a:prstGeom prst="rect">
            <a:avLst/>
          </a:prstGeom>
          <a:noFill/>
        </p:spPr>
        <p:txBody>
          <a:bodyPr wrap="square">
            <a:spAutoFit/>
          </a:bodyPr>
          <a:lstStyle/>
          <a:p>
            <a:pPr algn="ctr"/>
            <a:r>
              <a:rPr lang="en-US" sz="1800" b="1" noProof="0" dirty="0">
                <a:solidFill>
                  <a:schemeClr val="tx1"/>
                </a:solidFill>
                <a:latin typeface="+mn-lt"/>
              </a:rPr>
              <a:t>Complementarity</a:t>
            </a:r>
          </a:p>
        </p:txBody>
      </p:sp>
      <p:sp>
        <p:nvSpPr>
          <p:cNvPr id="6" name="ZoneTexte 5">
            <a:extLst>
              <a:ext uri="{FF2B5EF4-FFF2-40B4-BE49-F238E27FC236}">
                <a16:creationId xmlns:a16="http://schemas.microsoft.com/office/drawing/2014/main" id="{695B55B7-F16B-CADF-2B58-BD25824D3550}"/>
              </a:ext>
            </a:extLst>
          </p:cNvPr>
          <p:cNvSpPr txBox="1"/>
          <p:nvPr/>
        </p:nvSpPr>
        <p:spPr>
          <a:xfrm>
            <a:off x="628649" y="4033807"/>
            <a:ext cx="8376007" cy="2031325"/>
          </a:xfrm>
          <a:prstGeom prst="rect">
            <a:avLst/>
          </a:prstGeom>
          <a:noFill/>
        </p:spPr>
        <p:txBody>
          <a:bodyPr wrap="square">
            <a:spAutoFit/>
          </a:bodyPr>
          <a:lstStyle/>
          <a:p>
            <a:pPr marL="285750" indent="-285750">
              <a:buFont typeface="Arial" panose="020B0604020202020204" pitchFamily="34" charset="0"/>
              <a:buChar char="•"/>
            </a:pPr>
            <a:r>
              <a:rPr lang="en-US" noProof="0" dirty="0">
                <a:latin typeface="+mn-lt"/>
              </a:rPr>
              <a:t>Under UNFCCC, the NID can be submitted as part of the BTR or as a stand-alone report.</a:t>
            </a: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Under the Energy Community, the NID is submitted as a stand-alone document.</a:t>
            </a: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Common outline and structure that is provided in </a:t>
            </a:r>
            <a:r>
              <a:rPr lang="en-US" noProof="0" dirty="0">
                <a:latin typeface="+mn-lt"/>
                <a:hlinkClick r:id="rId4"/>
              </a:rPr>
              <a:t>annex V to decision 5/CMA.3</a:t>
            </a:r>
            <a:endParaRPr lang="en-US" noProof="0" dirty="0">
              <a:latin typeface="+mn-lt"/>
            </a:endParaRPr>
          </a:p>
          <a:p>
            <a:pPr marL="285750" indent="-285750">
              <a:buFont typeface="Arial" panose="020B0604020202020204" pitchFamily="34" charset="0"/>
              <a:buChar char="•"/>
            </a:pPr>
            <a:endParaRPr lang="en-US" noProof="0" dirty="0">
              <a:latin typeface="+mn-lt"/>
            </a:endParaRPr>
          </a:p>
        </p:txBody>
      </p:sp>
      <p:pic>
        <p:nvPicPr>
          <p:cNvPr id="22" name="Graphique 21" descr="Tableau avec un remplissage uni">
            <a:extLst>
              <a:ext uri="{FF2B5EF4-FFF2-40B4-BE49-F238E27FC236}">
                <a16:creationId xmlns:a16="http://schemas.microsoft.com/office/drawing/2014/main" id="{92309782-00E0-527C-7899-F9922B22C7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5919" y="1629363"/>
            <a:ext cx="823677" cy="823677"/>
          </a:xfrm>
          <a:prstGeom prst="rect">
            <a:avLst/>
          </a:prstGeom>
        </p:spPr>
      </p:pic>
      <p:pic>
        <p:nvPicPr>
          <p:cNvPr id="24" name="Graphique 23" descr="Document avec un remplissage uni">
            <a:extLst>
              <a:ext uri="{FF2B5EF4-FFF2-40B4-BE49-F238E27FC236}">
                <a16:creationId xmlns:a16="http://schemas.microsoft.com/office/drawing/2014/main" id="{324E2ACF-0868-CB61-59BC-3B0F1CDD74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63824" y="1582772"/>
            <a:ext cx="805768" cy="805768"/>
          </a:xfrm>
          <a:prstGeom prst="rect">
            <a:avLst/>
          </a:prstGeom>
        </p:spPr>
      </p:pic>
    </p:spTree>
    <p:extLst>
      <p:ext uri="{BB962C8B-B14F-4D97-AF65-F5344CB8AC3E}">
        <p14:creationId xmlns:p14="http://schemas.microsoft.com/office/powerpoint/2010/main" val="2052045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a:blip r:embed="rId3"/>
          <a:stretch>
            <a:fillRect/>
          </a:stretch>
        </p:blipFill>
        <p:spPr>
          <a:xfrm>
            <a:off x="0" y="1211625"/>
            <a:ext cx="9906000" cy="4434749"/>
          </a:xfrm>
          <a:prstGeom prst="rect">
            <a:avLst/>
          </a:prstGeom>
        </p:spPr>
      </p:pic>
      <p:sp>
        <p:nvSpPr>
          <p:cNvPr id="5" name="ZoneTexte 4">
            <a:extLst>
              <a:ext uri="{FF2B5EF4-FFF2-40B4-BE49-F238E27FC236}">
                <a16:creationId xmlns:a16="http://schemas.microsoft.com/office/drawing/2014/main" id="{D638DE52-AC1B-7427-9929-3D82ACF7F068}"/>
              </a:ext>
            </a:extLst>
          </p:cNvPr>
          <p:cNvSpPr txBox="1"/>
          <p:nvPr/>
        </p:nvSpPr>
        <p:spPr>
          <a:xfrm>
            <a:off x="331773" y="5700059"/>
            <a:ext cx="9421827" cy="605909"/>
          </a:xfrm>
          <a:prstGeom prst="roundRect">
            <a:avLst>
              <a:gd name="adj" fmla="val 50000"/>
            </a:avLst>
          </a:prstGeom>
          <a:solidFill>
            <a:schemeClr val="accent6">
              <a:lumMod val="20000"/>
              <a:lumOff val="80000"/>
            </a:schemeClr>
          </a:solidFill>
          <a:ln w="28575">
            <a:solidFill>
              <a:schemeClr val="accent6">
                <a:lumMod val="75000"/>
              </a:schemeClr>
            </a:solidFill>
          </a:ln>
        </p:spPr>
        <p:txBody>
          <a:bodyPr wrap="square" rtlCol="0">
            <a:spAutoFit/>
          </a:bodyPr>
          <a:lstStyle/>
          <a:p>
            <a:r>
              <a:rPr lang="en-US" sz="2200" noProof="0" dirty="0">
                <a:latin typeface="+mn-lt"/>
              </a:rPr>
              <a:t>           Outline not mandatory but encouraged for use</a:t>
            </a:r>
          </a:p>
        </p:txBody>
      </p:sp>
      <p:sp>
        <p:nvSpPr>
          <p:cNvPr id="6" name="Ellipse 5">
            <a:extLst>
              <a:ext uri="{FF2B5EF4-FFF2-40B4-BE49-F238E27FC236}">
                <a16:creationId xmlns:a16="http://schemas.microsoft.com/office/drawing/2014/main" id="{844D508E-A67F-316B-5825-F4D13097D291}"/>
              </a:ext>
            </a:extLst>
          </p:cNvPr>
          <p:cNvSpPr/>
          <p:nvPr/>
        </p:nvSpPr>
        <p:spPr>
          <a:xfrm>
            <a:off x="498726" y="5794423"/>
            <a:ext cx="434721" cy="428959"/>
          </a:xfrm>
          <a:prstGeom prst="ellipse">
            <a:avLst/>
          </a:prstGeom>
          <a:solidFill>
            <a:schemeClr val="bg1"/>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err="1">
                <a:solidFill>
                  <a:schemeClr val="accent6">
                    <a:lumMod val="75000"/>
                  </a:schemeClr>
                </a:solidFill>
              </a:rPr>
              <a:t>i</a:t>
            </a:r>
            <a:endParaRPr lang="en-US" b="1" noProof="0" dirty="0">
              <a:solidFill>
                <a:schemeClr val="accent6">
                  <a:lumMod val="75000"/>
                </a:schemeClr>
              </a:solidFill>
            </a:endParaRPr>
          </a:p>
        </p:txBody>
      </p:sp>
      <p:cxnSp>
        <p:nvCxnSpPr>
          <p:cNvPr id="7" name="Connecteur droit 6">
            <a:extLst>
              <a:ext uri="{FF2B5EF4-FFF2-40B4-BE49-F238E27FC236}">
                <a16:creationId xmlns:a16="http://schemas.microsoft.com/office/drawing/2014/main" id="{F6D45570-B378-02CE-4AA9-9D2AF1166432}"/>
              </a:ext>
            </a:extLst>
          </p:cNvPr>
          <p:cNvCxnSpPr>
            <a:cxnSpLocks/>
          </p:cNvCxnSpPr>
          <p:nvPr/>
        </p:nvCxnSpPr>
        <p:spPr>
          <a:xfrm>
            <a:off x="1036883" y="5811219"/>
            <a:ext cx="0" cy="383588"/>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697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86942"/>
          <a:stretch/>
        </p:blipFill>
        <p:spPr>
          <a:xfrm>
            <a:off x="0" y="1211625"/>
            <a:ext cx="9906000" cy="579075"/>
          </a:xfrm>
          <a:prstGeom prst="rect">
            <a:avLst/>
          </a:prstGeom>
        </p:spPr>
      </p:pic>
      <p:pic>
        <p:nvPicPr>
          <p:cNvPr id="6" name="Image 5">
            <a:extLst>
              <a:ext uri="{FF2B5EF4-FFF2-40B4-BE49-F238E27FC236}">
                <a16:creationId xmlns:a16="http://schemas.microsoft.com/office/drawing/2014/main" id="{59DE321B-FE8A-8ABC-5658-95C70D2F5494}"/>
              </a:ext>
            </a:extLst>
          </p:cNvPr>
          <p:cNvPicPr>
            <a:picLocks noChangeAspect="1"/>
          </p:cNvPicPr>
          <p:nvPr/>
        </p:nvPicPr>
        <p:blipFill rotWithShape="1">
          <a:blip r:embed="rId2">
            <a:duotone>
              <a:schemeClr val="accent1">
                <a:shade val="45000"/>
                <a:satMod val="135000"/>
              </a:schemeClr>
              <a:prstClr val="white"/>
            </a:duotone>
          </a:blip>
          <a:srcRect b="86942"/>
          <a:stretch/>
        </p:blipFill>
        <p:spPr>
          <a:xfrm>
            <a:off x="0" y="1211625"/>
            <a:ext cx="9906000" cy="579075"/>
          </a:xfrm>
          <a:prstGeom prst="rect">
            <a:avLst/>
          </a:prstGeom>
        </p:spPr>
      </p:pic>
      <p:sp>
        <p:nvSpPr>
          <p:cNvPr id="5" name="ZoneTexte 4">
            <a:extLst>
              <a:ext uri="{FF2B5EF4-FFF2-40B4-BE49-F238E27FC236}">
                <a16:creationId xmlns:a16="http://schemas.microsoft.com/office/drawing/2014/main" id="{CB55364C-E32F-BB72-E228-2EA9FF72E1AB}"/>
              </a:ext>
            </a:extLst>
          </p:cNvPr>
          <p:cNvSpPr txBox="1"/>
          <p:nvPr/>
        </p:nvSpPr>
        <p:spPr>
          <a:xfrm>
            <a:off x="451636" y="1762125"/>
            <a:ext cx="9155127" cy="1021556"/>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includes an overall summary of the national emissions and removals and trends, the key categories in the country, national circumstances affecting emissions and key improvement</a:t>
            </a:r>
          </a:p>
        </p:txBody>
      </p:sp>
    </p:spTree>
    <p:extLst>
      <p:ext uri="{BB962C8B-B14F-4D97-AF65-F5344CB8AC3E}">
        <p14:creationId xmlns:p14="http://schemas.microsoft.com/office/powerpoint/2010/main" val="300299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75129"/>
          <a:stretch/>
        </p:blipFill>
        <p:spPr>
          <a:xfrm>
            <a:off x="0" y="1211626"/>
            <a:ext cx="9906000" cy="1102950"/>
          </a:xfrm>
          <a:prstGeom prst="rect">
            <a:avLst/>
          </a:prstGeom>
        </p:spPr>
      </p:pic>
      <p:pic>
        <p:nvPicPr>
          <p:cNvPr id="3" name="Image 2">
            <a:extLst>
              <a:ext uri="{FF2B5EF4-FFF2-40B4-BE49-F238E27FC236}">
                <a16:creationId xmlns:a16="http://schemas.microsoft.com/office/drawing/2014/main" id="{046291D7-DAFC-14BE-FC28-BBF5C5207924}"/>
              </a:ext>
            </a:extLst>
          </p:cNvPr>
          <p:cNvPicPr>
            <a:picLocks noChangeAspect="1"/>
          </p:cNvPicPr>
          <p:nvPr/>
        </p:nvPicPr>
        <p:blipFill rotWithShape="1">
          <a:blip r:embed="rId2">
            <a:duotone>
              <a:schemeClr val="accent1">
                <a:shade val="45000"/>
                <a:satMod val="135000"/>
              </a:schemeClr>
              <a:prstClr val="white"/>
            </a:duotone>
          </a:blip>
          <a:srcRect t="12628" b="75130"/>
          <a:stretch/>
        </p:blipFill>
        <p:spPr>
          <a:xfrm>
            <a:off x="0" y="1771650"/>
            <a:ext cx="9906000" cy="542925"/>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451636" y="2314575"/>
            <a:ext cx="9155127" cy="1940957"/>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includes a discussion on major drivers of climate in the country (e.g. weather, economy), the processes established to prepare the GHG inventory and an overview of cross-cutting information (e.g. methodological tiers used, key categories, QA/QC processes and plan, overview of uncertainty assessment, general assessment of completeness and the metrics used). This section also includes a summary of flexibilities applied.</a:t>
            </a:r>
          </a:p>
        </p:txBody>
      </p:sp>
    </p:spTree>
    <p:extLst>
      <p:ext uri="{BB962C8B-B14F-4D97-AF65-F5344CB8AC3E}">
        <p14:creationId xmlns:p14="http://schemas.microsoft.com/office/powerpoint/2010/main" val="577476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62672"/>
          <a:stretch/>
        </p:blipFill>
        <p:spPr>
          <a:xfrm>
            <a:off x="0" y="1211625"/>
            <a:ext cx="9906000" cy="1655399"/>
          </a:xfrm>
          <a:prstGeom prst="rect">
            <a:avLst/>
          </a:prstGeom>
        </p:spPr>
      </p:pic>
      <p:pic>
        <p:nvPicPr>
          <p:cNvPr id="5" name="Image 4">
            <a:extLst>
              <a:ext uri="{FF2B5EF4-FFF2-40B4-BE49-F238E27FC236}">
                <a16:creationId xmlns:a16="http://schemas.microsoft.com/office/drawing/2014/main" id="{76635F47-97D2-6264-C89A-B9DF0232C8C6}"/>
              </a:ext>
            </a:extLst>
          </p:cNvPr>
          <p:cNvPicPr>
            <a:picLocks noChangeAspect="1"/>
          </p:cNvPicPr>
          <p:nvPr/>
        </p:nvPicPr>
        <p:blipFill rotWithShape="1">
          <a:blip r:embed="rId2">
            <a:duotone>
              <a:schemeClr val="accent1">
                <a:shade val="45000"/>
                <a:satMod val="135000"/>
              </a:schemeClr>
              <a:prstClr val="white"/>
            </a:duotone>
          </a:blip>
          <a:srcRect t="25086" b="62457"/>
          <a:stretch/>
        </p:blipFill>
        <p:spPr>
          <a:xfrm>
            <a:off x="0" y="2324100"/>
            <a:ext cx="9906000" cy="55245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2870465"/>
            <a:ext cx="9155127" cy="715089"/>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provides an overview of GHG emissions and removals by total national level, by sector and by gas.</a:t>
            </a:r>
          </a:p>
        </p:txBody>
      </p:sp>
    </p:spTree>
    <p:extLst>
      <p:ext uri="{BB962C8B-B14F-4D97-AF65-F5344CB8AC3E}">
        <p14:creationId xmlns:p14="http://schemas.microsoft.com/office/powerpoint/2010/main" val="3433810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50000"/>
          <a:stretch/>
        </p:blipFill>
        <p:spPr>
          <a:xfrm>
            <a:off x="0" y="1211625"/>
            <a:ext cx="9906000" cy="2217375"/>
          </a:xfrm>
          <a:prstGeom prst="rect">
            <a:avLst/>
          </a:prstGeom>
        </p:spPr>
      </p:pic>
      <p:pic>
        <p:nvPicPr>
          <p:cNvPr id="3" name="Image 2">
            <a:extLst>
              <a:ext uri="{FF2B5EF4-FFF2-40B4-BE49-F238E27FC236}">
                <a16:creationId xmlns:a16="http://schemas.microsoft.com/office/drawing/2014/main" id="{460285AE-563F-FDC9-45CE-C20565B542D6}"/>
              </a:ext>
            </a:extLst>
          </p:cNvPr>
          <p:cNvPicPr>
            <a:picLocks noChangeAspect="1"/>
          </p:cNvPicPr>
          <p:nvPr/>
        </p:nvPicPr>
        <p:blipFill rotWithShape="1">
          <a:blip r:embed="rId2">
            <a:duotone>
              <a:schemeClr val="accent1">
                <a:shade val="45000"/>
                <a:satMod val="135000"/>
              </a:schemeClr>
              <a:prstClr val="white"/>
            </a:duotone>
          </a:blip>
          <a:srcRect t="37543" b="50000"/>
          <a:stretch/>
        </p:blipFill>
        <p:spPr>
          <a:xfrm>
            <a:off x="0" y="2876550"/>
            <a:ext cx="9906000" cy="55245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3422915"/>
            <a:ext cx="9155127" cy="2860358"/>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presents a disaggregated outline to be used for the energy sector only. </a:t>
            </a:r>
          </a:p>
          <a:p>
            <a:r>
              <a:rPr lang="en-US" noProof="0" dirty="0">
                <a:latin typeface="+mn-lt"/>
              </a:rPr>
              <a:t>Parties may elect to use the same less detailed outline used for the other sectors </a:t>
            </a:r>
          </a:p>
          <a:p>
            <a:r>
              <a:rPr lang="en-US" noProof="0" dirty="0">
                <a:latin typeface="+mn-lt"/>
              </a:rPr>
              <a:t>(presented in chaps. 4–7 of the NID). The more detailed outline includes an </a:t>
            </a:r>
          </a:p>
          <a:p>
            <a:r>
              <a:rPr lang="en-US" noProof="0" dirty="0">
                <a:latin typeface="+mn-lt"/>
              </a:rPr>
              <a:t>overview of the sector, and then separate detailed descriptions for fuel </a:t>
            </a:r>
          </a:p>
          <a:p>
            <a:r>
              <a:rPr lang="en-US" noProof="0" dirty="0">
                <a:latin typeface="+mn-lt"/>
              </a:rPr>
              <a:t>combustion, fugitive emissions and CO</a:t>
            </a:r>
            <a:r>
              <a:rPr lang="en-US" baseline="-25000" noProof="0" dirty="0">
                <a:latin typeface="+mn-lt"/>
              </a:rPr>
              <a:t>2</a:t>
            </a:r>
            <a:r>
              <a:rPr lang="en-US" noProof="0" dirty="0">
                <a:latin typeface="+mn-lt"/>
              </a:rPr>
              <a:t> transport and storage. For each of these </a:t>
            </a:r>
          </a:p>
          <a:p>
            <a:r>
              <a:rPr lang="en-US" noProof="0" dirty="0">
                <a:latin typeface="+mn-lt"/>
              </a:rPr>
              <a:t>three broad categories the outline includes a description of the category, </a:t>
            </a:r>
          </a:p>
          <a:p>
            <a:r>
              <a:rPr lang="en-US" noProof="0" dirty="0">
                <a:latin typeface="+mn-lt"/>
              </a:rPr>
              <a:t>methodological issues, description of flexibility, uncertainty assessment, category specific QA/QC, recalculations and planned improvements. In addition, there is a section on the reference approach, international bunkers and feedstocks.</a:t>
            </a:r>
          </a:p>
        </p:txBody>
      </p:sp>
    </p:spTree>
    <p:extLst>
      <p:ext uri="{BB962C8B-B14F-4D97-AF65-F5344CB8AC3E}">
        <p14:creationId xmlns:p14="http://schemas.microsoft.com/office/powerpoint/2010/main" val="883690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t="-1" b="37973"/>
          <a:stretch/>
        </p:blipFill>
        <p:spPr>
          <a:xfrm>
            <a:off x="0" y="1211625"/>
            <a:ext cx="9906000" cy="2750775"/>
          </a:xfrm>
          <a:prstGeom prst="rect">
            <a:avLst/>
          </a:prstGeom>
        </p:spPr>
      </p:pic>
      <p:pic>
        <p:nvPicPr>
          <p:cNvPr id="5" name="Image 4">
            <a:extLst>
              <a:ext uri="{FF2B5EF4-FFF2-40B4-BE49-F238E27FC236}">
                <a16:creationId xmlns:a16="http://schemas.microsoft.com/office/drawing/2014/main" id="{4BADB532-E154-B4A6-AA51-22D0133B46E1}"/>
              </a:ext>
            </a:extLst>
          </p:cNvPr>
          <p:cNvPicPr>
            <a:picLocks noChangeAspect="1"/>
          </p:cNvPicPr>
          <p:nvPr/>
        </p:nvPicPr>
        <p:blipFill rotWithShape="1">
          <a:blip r:embed="rId2">
            <a:duotone>
              <a:schemeClr val="accent1">
                <a:shade val="45000"/>
                <a:satMod val="135000"/>
              </a:schemeClr>
              <a:prstClr val="white"/>
            </a:duotone>
          </a:blip>
          <a:srcRect t="50000" b="37543"/>
          <a:stretch/>
        </p:blipFill>
        <p:spPr>
          <a:xfrm>
            <a:off x="0" y="3429000"/>
            <a:ext cx="9906000" cy="55245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3965840"/>
            <a:ext cx="9155127" cy="1940957"/>
          </a:xfrm>
          <a:prstGeom prst="round2DiagRect">
            <a:avLst/>
          </a:prstGeom>
          <a:solidFill>
            <a:schemeClr val="bg1"/>
          </a:solidFill>
          <a:ln w="28575">
            <a:solidFill>
              <a:schemeClr val="accent1"/>
            </a:solidFill>
          </a:ln>
        </p:spPr>
        <p:txBody>
          <a:bodyPr wrap="square">
            <a:spAutoFit/>
          </a:bodyPr>
          <a:lstStyle/>
          <a:p>
            <a:r>
              <a:rPr lang="en-US" noProof="0" dirty="0">
                <a:latin typeface="+mn-lt"/>
              </a:rPr>
              <a:t>For each sector, the same general outline applies, covering, for each category, a description of the category, methodological issues, description of any flexibility applied, uncertainty assessment, category-specific QA/QC, recalculations and planned improvements. In practice, Parties may include this discussion at different levels of aggregation, depending on the approach, methods used and institutional arrangements in the country. </a:t>
            </a:r>
          </a:p>
        </p:txBody>
      </p:sp>
    </p:spTree>
    <p:extLst>
      <p:ext uri="{BB962C8B-B14F-4D97-AF65-F5344CB8AC3E}">
        <p14:creationId xmlns:p14="http://schemas.microsoft.com/office/powerpoint/2010/main" val="1900824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25008"/>
          <a:stretch/>
        </p:blipFill>
        <p:spPr>
          <a:xfrm>
            <a:off x="0" y="1211625"/>
            <a:ext cx="9906000" cy="3325715"/>
          </a:xfrm>
          <a:prstGeom prst="rect">
            <a:avLst/>
          </a:prstGeom>
        </p:spPr>
      </p:pic>
      <p:pic>
        <p:nvPicPr>
          <p:cNvPr id="3" name="Image 2">
            <a:extLst>
              <a:ext uri="{FF2B5EF4-FFF2-40B4-BE49-F238E27FC236}">
                <a16:creationId xmlns:a16="http://schemas.microsoft.com/office/drawing/2014/main" id="{AAC566C4-D37C-B3E6-16A4-9D06A47C97A8}"/>
              </a:ext>
            </a:extLst>
          </p:cNvPr>
          <p:cNvPicPr>
            <a:picLocks noChangeAspect="1"/>
          </p:cNvPicPr>
          <p:nvPr/>
        </p:nvPicPr>
        <p:blipFill rotWithShape="1">
          <a:blip r:embed="rId2">
            <a:duotone>
              <a:schemeClr val="accent1">
                <a:shade val="45000"/>
                <a:satMod val="135000"/>
              </a:schemeClr>
              <a:prstClr val="white"/>
            </a:duotone>
          </a:blip>
          <a:srcRect t="62027" b="25086"/>
          <a:stretch/>
        </p:blipFill>
        <p:spPr>
          <a:xfrm>
            <a:off x="0" y="3962400"/>
            <a:ext cx="9906000" cy="57150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4518290"/>
            <a:ext cx="9155127" cy="1021556"/>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is not elaborated in the outline and few countries report emissions/removals here. One might expect that, if reported, this section would be organized in a similar, but likely less detailed manner than chapters 3–7 of the NID</a:t>
            </a:r>
          </a:p>
        </p:txBody>
      </p:sp>
    </p:spTree>
    <p:extLst>
      <p:ext uri="{BB962C8B-B14F-4D97-AF65-F5344CB8AC3E}">
        <p14:creationId xmlns:p14="http://schemas.microsoft.com/office/powerpoint/2010/main" val="3124219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12629"/>
          <a:stretch/>
        </p:blipFill>
        <p:spPr>
          <a:xfrm>
            <a:off x="0" y="1211625"/>
            <a:ext cx="9906000" cy="3874725"/>
          </a:xfrm>
          <a:prstGeom prst="rect">
            <a:avLst/>
          </a:prstGeom>
        </p:spPr>
      </p:pic>
      <p:pic>
        <p:nvPicPr>
          <p:cNvPr id="5" name="Image 4">
            <a:extLst>
              <a:ext uri="{FF2B5EF4-FFF2-40B4-BE49-F238E27FC236}">
                <a16:creationId xmlns:a16="http://schemas.microsoft.com/office/drawing/2014/main" id="{6BC92306-1A2D-64C4-7460-8B52C6336BCD}"/>
              </a:ext>
            </a:extLst>
          </p:cNvPr>
          <p:cNvPicPr>
            <a:picLocks noChangeAspect="1"/>
          </p:cNvPicPr>
          <p:nvPr/>
        </p:nvPicPr>
        <p:blipFill rotWithShape="1">
          <a:blip r:embed="rId2">
            <a:duotone>
              <a:schemeClr val="accent1">
                <a:shade val="45000"/>
                <a:satMod val="135000"/>
              </a:schemeClr>
              <a:prstClr val="white"/>
            </a:duotone>
          </a:blip>
          <a:srcRect t="74485" b="13058"/>
          <a:stretch/>
        </p:blipFill>
        <p:spPr>
          <a:xfrm>
            <a:off x="0" y="4514850"/>
            <a:ext cx="9906000" cy="55245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5061215"/>
            <a:ext cx="9155127" cy="1021556"/>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includes a description of the indirect emissions considered in the inventory, including methodological issues, uncertainty assessment, QA/QC, recalculations and planned improvements</a:t>
            </a:r>
          </a:p>
        </p:txBody>
      </p:sp>
    </p:spTree>
    <p:extLst>
      <p:ext uri="{BB962C8B-B14F-4D97-AF65-F5344CB8AC3E}">
        <p14:creationId xmlns:p14="http://schemas.microsoft.com/office/powerpoint/2010/main" val="17350423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D9725-6216-A4F4-4EAC-9BC5CBA84664}"/>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486CE977-B71D-E473-7C84-9D8E4B0179E4}"/>
              </a:ext>
            </a:extLst>
          </p:cNvPr>
          <p:cNvPicPr>
            <a:picLocks noChangeAspect="1"/>
          </p:cNvPicPr>
          <p:nvPr/>
        </p:nvPicPr>
        <p:blipFill rotWithShape="1">
          <a:blip r:embed="rId2"/>
          <a:srcRect b="815"/>
          <a:stretch/>
        </p:blipFill>
        <p:spPr>
          <a:xfrm>
            <a:off x="0" y="1211625"/>
            <a:ext cx="9906000" cy="4398600"/>
          </a:xfrm>
          <a:prstGeom prst="rect">
            <a:avLst/>
          </a:prstGeom>
        </p:spPr>
      </p:pic>
      <p:sp>
        <p:nvSpPr>
          <p:cNvPr id="6" name="ZoneTexte 5">
            <a:extLst>
              <a:ext uri="{FF2B5EF4-FFF2-40B4-BE49-F238E27FC236}">
                <a16:creationId xmlns:a16="http://schemas.microsoft.com/office/drawing/2014/main" id="{7CA636F8-9CBB-7EA1-EC54-6C44B2D1EDAA}"/>
              </a:ext>
            </a:extLst>
          </p:cNvPr>
          <p:cNvSpPr txBox="1"/>
          <p:nvPr/>
        </p:nvSpPr>
        <p:spPr>
          <a:xfrm>
            <a:off x="331773" y="5623190"/>
            <a:ext cx="9155127" cy="1021556"/>
          </a:xfrm>
          <a:prstGeom prst="round2DiagRect">
            <a:avLst/>
          </a:prstGeom>
          <a:solidFill>
            <a:schemeClr val="bg1"/>
          </a:solidFill>
          <a:ln w="28575">
            <a:solidFill>
              <a:schemeClr val="accent1"/>
            </a:solidFill>
          </a:ln>
        </p:spPr>
        <p:txBody>
          <a:bodyPr wrap="square">
            <a:spAutoFit/>
          </a:bodyPr>
          <a:lstStyle/>
          <a:p>
            <a:r>
              <a:rPr lang="en-US" noProof="0" dirty="0">
                <a:latin typeface="+mn-lt"/>
              </a:rPr>
              <a:t>This section explains the overall impact of the recalculations in the inventory, including those made in response to the review process. It looks at reasons for the recalculations, the quantitative impact on trends, and planned areas of improvements.</a:t>
            </a:r>
          </a:p>
        </p:txBody>
      </p:sp>
      <p:pic>
        <p:nvPicPr>
          <p:cNvPr id="3" name="Image 2">
            <a:extLst>
              <a:ext uri="{FF2B5EF4-FFF2-40B4-BE49-F238E27FC236}">
                <a16:creationId xmlns:a16="http://schemas.microsoft.com/office/drawing/2014/main" id="{BE85A57C-4D4F-995F-A1A6-6B98C3A1B492}"/>
              </a:ext>
            </a:extLst>
          </p:cNvPr>
          <p:cNvPicPr>
            <a:picLocks noChangeAspect="1"/>
          </p:cNvPicPr>
          <p:nvPr/>
        </p:nvPicPr>
        <p:blipFill rotWithShape="1">
          <a:blip r:embed="rId2">
            <a:duotone>
              <a:schemeClr val="accent1">
                <a:shade val="45000"/>
                <a:satMod val="135000"/>
              </a:schemeClr>
              <a:prstClr val="white"/>
            </a:duotone>
          </a:blip>
          <a:srcRect t="86514" b="600"/>
          <a:stretch/>
        </p:blipFill>
        <p:spPr>
          <a:xfrm>
            <a:off x="0" y="5048250"/>
            <a:ext cx="9906000" cy="571500"/>
          </a:xfrm>
          <a:prstGeom prst="rect">
            <a:avLst/>
          </a:prstGeom>
        </p:spPr>
      </p:pic>
    </p:spTree>
    <p:extLst>
      <p:ext uri="{BB962C8B-B14F-4D97-AF65-F5344CB8AC3E}">
        <p14:creationId xmlns:p14="http://schemas.microsoft.com/office/powerpoint/2010/main" val="16316367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595795EF-B815-39D7-5A0D-E6E14096329B}"/>
              </a:ext>
            </a:extLst>
          </p:cNvPr>
          <p:cNvPicPr>
            <a:picLocks noChangeAspect="1"/>
          </p:cNvPicPr>
          <p:nvPr/>
        </p:nvPicPr>
        <p:blipFill>
          <a:blip r:embed="rId2"/>
          <a:stretch>
            <a:fillRect/>
          </a:stretch>
        </p:blipFill>
        <p:spPr>
          <a:xfrm>
            <a:off x="0" y="1205658"/>
            <a:ext cx="9906000" cy="3341784"/>
          </a:xfrm>
          <a:prstGeom prst="rect">
            <a:avLst/>
          </a:prstGeom>
        </p:spPr>
      </p:pic>
    </p:spTree>
    <p:extLst>
      <p:ext uri="{BB962C8B-B14F-4D97-AF65-F5344CB8AC3E}">
        <p14:creationId xmlns:p14="http://schemas.microsoft.com/office/powerpoint/2010/main" val="306324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pic>
        <p:nvPicPr>
          <p:cNvPr id="3" name="Image 2">
            <a:extLst>
              <a:ext uri="{FF2B5EF4-FFF2-40B4-BE49-F238E27FC236}">
                <a16:creationId xmlns:a16="http://schemas.microsoft.com/office/drawing/2014/main" id="{E8B57833-CC69-2476-7CD2-759586F7A4E8}"/>
              </a:ext>
            </a:extLst>
          </p:cNvPr>
          <p:cNvPicPr>
            <a:picLocks noChangeAspect="1"/>
          </p:cNvPicPr>
          <p:nvPr/>
        </p:nvPicPr>
        <p:blipFill rotWithShape="1">
          <a:blip r:embed="rId2">
            <a:duotone>
              <a:schemeClr val="accent5">
                <a:shade val="45000"/>
                <a:satMod val="135000"/>
              </a:schemeClr>
              <a:prstClr val="white"/>
            </a:duotone>
          </a:blip>
          <a:srcRect b="82778"/>
          <a:stretch/>
        </p:blipFill>
        <p:spPr>
          <a:xfrm>
            <a:off x="0" y="1205658"/>
            <a:ext cx="9906000" cy="575517"/>
          </a:xfrm>
          <a:prstGeom prst="rect">
            <a:avLst/>
          </a:prstGeom>
        </p:spPr>
      </p:pic>
      <p:sp>
        <p:nvSpPr>
          <p:cNvPr id="4" name="ZoneTexte 3">
            <a:extLst>
              <a:ext uri="{FF2B5EF4-FFF2-40B4-BE49-F238E27FC236}">
                <a16:creationId xmlns:a16="http://schemas.microsoft.com/office/drawing/2014/main" id="{A81FDFCC-33DB-F18E-B528-A09D3A7CA371}"/>
              </a:ext>
            </a:extLst>
          </p:cNvPr>
          <p:cNvSpPr txBox="1"/>
          <p:nvPr/>
        </p:nvSpPr>
        <p:spPr>
          <a:xfrm>
            <a:off x="474648" y="1762125"/>
            <a:ext cx="9155127" cy="1413153"/>
          </a:xfrm>
          <a:prstGeom prst="round2DiagRect">
            <a:avLst/>
          </a:prstGeom>
          <a:solidFill>
            <a:schemeClr val="bg1"/>
          </a:solidFill>
          <a:ln w="28575">
            <a:solidFill>
              <a:srgbClr val="CAA034"/>
            </a:solidFill>
          </a:ln>
        </p:spPr>
        <p:txBody>
          <a:bodyPr wrap="square">
            <a:spAutoFit/>
          </a:bodyPr>
          <a:lstStyle/>
          <a:p>
            <a:pPr algn="l" fontAlgn="b">
              <a:spcAft>
                <a:spcPts val="600"/>
              </a:spcAft>
              <a:buClr>
                <a:schemeClr val="accent2"/>
              </a:buClr>
              <a:buSzPct val="130000"/>
            </a:pPr>
            <a:r>
              <a:rPr lang="en-US" noProof="0" dirty="0">
                <a:latin typeface="+mn-lt"/>
              </a:rPr>
              <a:t>This section is used to present the different key category analysis : in a</a:t>
            </a:r>
            <a:r>
              <a:rPr lang="en-US" noProof="0" dirty="0">
                <a:solidFill>
                  <a:srgbClr val="000000"/>
                </a:solidFill>
              </a:rPr>
              <a:t>bsolute level of emissions and removals, in trend of emissions and removals, and, </a:t>
            </a:r>
            <a:r>
              <a:rPr lang="en-US" noProof="0" dirty="0"/>
              <a:t>key category analysis combined with u</a:t>
            </a:r>
            <a:r>
              <a:rPr lang="en-US" noProof="0" dirty="0">
                <a:solidFill>
                  <a:srgbClr val="000000"/>
                </a:solidFill>
              </a:rPr>
              <a:t>ncertainty of emissions and removals. </a:t>
            </a:r>
          </a:p>
          <a:p>
            <a:endParaRPr lang="en-US" noProof="0" dirty="0">
              <a:latin typeface="+mn-lt"/>
            </a:endParaRPr>
          </a:p>
        </p:txBody>
      </p:sp>
    </p:spTree>
    <p:extLst>
      <p:ext uri="{BB962C8B-B14F-4D97-AF65-F5344CB8AC3E}">
        <p14:creationId xmlns:p14="http://schemas.microsoft.com/office/powerpoint/2010/main" val="40486591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CF6471B-0939-B0B2-C8C2-37618F684224}"/>
              </a:ext>
            </a:extLst>
          </p:cNvPr>
          <p:cNvPicPr>
            <a:picLocks noChangeAspect="1"/>
          </p:cNvPicPr>
          <p:nvPr/>
        </p:nvPicPr>
        <p:blipFill rotWithShape="1">
          <a:blip r:embed="rId2"/>
          <a:srcRect b="66247"/>
          <a:stretch/>
        </p:blipFill>
        <p:spPr>
          <a:xfrm>
            <a:off x="0" y="1205658"/>
            <a:ext cx="9906000" cy="1127967"/>
          </a:xfrm>
          <a:prstGeom prst="rect">
            <a:avLst/>
          </a:prstGeom>
        </p:spPr>
      </p:pic>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pic>
        <p:nvPicPr>
          <p:cNvPr id="3" name="Image 2">
            <a:extLst>
              <a:ext uri="{FF2B5EF4-FFF2-40B4-BE49-F238E27FC236}">
                <a16:creationId xmlns:a16="http://schemas.microsoft.com/office/drawing/2014/main" id="{4C6AEF59-B79E-B797-638B-82CA58858CE3}"/>
              </a:ext>
            </a:extLst>
          </p:cNvPr>
          <p:cNvPicPr>
            <a:picLocks noChangeAspect="1"/>
          </p:cNvPicPr>
          <p:nvPr/>
        </p:nvPicPr>
        <p:blipFill rotWithShape="1">
          <a:blip r:embed="rId2">
            <a:duotone>
              <a:schemeClr val="accent5">
                <a:shade val="45000"/>
                <a:satMod val="135000"/>
              </a:schemeClr>
              <a:prstClr val="white"/>
            </a:duotone>
          </a:blip>
          <a:srcRect t="16652" b="66247"/>
          <a:stretch/>
        </p:blipFill>
        <p:spPr>
          <a:xfrm>
            <a:off x="0" y="1762124"/>
            <a:ext cx="9906000" cy="571501"/>
          </a:xfrm>
          <a:prstGeom prst="rect">
            <a:avLst/>
          </a:prstGeom>
        </p:spPr>
      </p:pic>
      <p:sp>
        <p:nvSpPr>
          <p:cNvPr id="6" name="ZoneTexte 5">
            <a:extLst>
              <a:ext uri="{FF2B5EF4-FFF2-40B4-BE49-F238E27FC236}">
                <a16:creationId xmlns:a16="http://schemas.microsoft.com/office/drawing/2014/main" id="{A57AB724-5351-A288-40EC-96F087EF4573}"/>
              </a:ext>
            </a:extLst>
          </p:cNvPr>
          <p:cNvSpPr txBox="1"/>
          <p:nvPr/>
        </p:nvSpPr>
        <p:spPr>
          <a:xfrm>
            <a:off x="375436" y="2333625"/>
            <a:ext cx="9155127" cy="715089"/>
          </a:xfrm>
          <a:prstGeom prst="round2DiagRect">
            <a:avLst/>
          </a:prstGeom>
          <a:solidFill>
            <a:schemeClr val="bg1"/>
          </a:solidFill>
          <a:ln w="28575">
            <a:solidFill>
              <a:srgbClr val="CAA034"/>
            </a:solidFill>
          </a:ln>
        </p:spPr>
        <p:txBody>
          <a:bodyPr wrap="square">
            <a:spAutoFit/>
          </a:bodyPr>
          <a:lstStyle/>
          <a:p>
            <a:r>
              <a:rPr lang="en-US" noProof="0" dirty="0">
                <a:latin typeface="+mn-lt"/>
              </a:rPr>
              <a:t>This section would highlight the country’s uncertainty analysis, including the methodology used and the results.</a:t>
            </a:r>
          </a:p>
        </p:txBody>
      </p:sp>
    </p:spTree>
    <p:extLst>
      <p:ext uri="{BB962C8B-B14F-4D97-AF65-F5344CB8AC3E}">
        <p14:creationId xmlns:p14="http://schemas.microsoft.com/office/powerpoint/2010/main" val="3060208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CF6471B-0939-B0B2-C8C2-37618F684224}"/>
              </a:ext>
            </a:extLst>
          </p:cNvPr>
          <p:cNvPicPr>
            <a:picLocks noChangeAspect="1"/>
          </p:cNvPicPr>
          <p:nvPr/>
        </p:nvPicPr>
        <p:blipFill rotWithShape="1">
          <a:blip r:embed="rId2"/>
          <a:srcRect b="49715"/>
          <a:stretch/>
        </p:blipFill>
        <p:spPr>
          <a:xfrm>
            <a:off x="0" y="1205658"/>
            <a:ext cx="9906000" cy="1680417"/>
          </a:xfrm>
          <a:prstGeom prst="rect">
            <a:avLst/>
          </a:prstGeom>
        </p:spPr>
      </p:pic>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pic>
        <p:nvPicPr>
          <p:cNvPr id="4" name="Image 3">
            <a:extLst>
              <a:ext uri="{FF2B5EF4-FFF2-40B4-BE49-F238E27FC236}">
                <a16:creationId xmlns:a16="http://schemas.microsoft.com/office/drawing/2014/main" id="{CB4E57AA-0ED9-9C5C-BA55-CAA5437E93AC}"/>
              </a:ext>
            </a:extLst>
          </p:cNvPr>
          <p:cNvPicPr>
            <a:picLocks noChangeAspect="1"/>
          </p:cNvPicPr>
          <p:nvPr/>
        </p:nvPicPr>
        <p:blipFill rotWithShape="1">
          <a:blip r:embed="rId2">
            <a:duotone>
              <a:schemeClr val="accent5">
                <a:shade val="45000"/>
                <a:satMod val="135000"/>
              </a:schemeClr>
              <a:prstClr val="white"/>
            </a:duotone>
          </a:blip>
          <a:srcRect t="33182" b="50002"/>
          <a:stretch/>
        </p:blipFill>
        <p:spPr>
          <a:xfrm>
            <a:off x="0" y="2314574"/>
            <a:ext cx="9906000" cy="561975"/>
          </a:xfrm>
          <a:prstGeom prst="rect">
            <a:avLst/>
          </a:prstGeom>
        </p:spPr>
      </p:pic>
      <p:sp>
        <p:nvSpPr>
          <p:cNvPr id="6" name="ZoneTexte 5">
            <a:extLst>
              <a:ext uri="{FF2B5EF4-FFF2-40B4-BE49-F238E27FC236}">
                <a16:creationId xmlns:a16="http://schemas.microsoft.com/office/drawing/2014/main" id="{A57AB724-5351-A288-40EC-96F087EF4573}"/>
              </a:ext>
            </a:extLst>
          </p:cNvPr>
          <p:cNvSpPr txBox="1"/>
          <p:nvPr/>
        </p:nvSpPr>
        <p:spPr>
          <a:xfrm>
            <a:off x="375436" y="2876550"/>
            <a:ext cx="9155127" cy="715089"/>
          </a:xfrm>
          <a:prstGeom prst="round2DiagRect">
            <a:avLst/>
          </a:prstGeom>
          <a:solidFill>
            <a:schemeClr val="bg1"/>
          </a:solidFill>
          <a:ln w="28575">
            <a:solidFill>
              <a:srgbClr val="CAA034"/>
            </a:solidFill>
          </a:ln>
        </p:spPr>
        <p:txBody>
          <a:bodyPr wrap="square">
            <a:spAutoFit/>
          </a:bodyPr>
          <a:lstStyle/>
          <a:p>
            <a:r>
              <a:rPr lang="en-US" noProof="0" dirty="0">
                <a:latin typeface="+mn-lt"/>
              </a:rPr>
              <a:t>This section would highlight the country’s reference approach, including inputs and how the results compare with emission estimates calculated using the sectoral approach.</a:t>
            </a:r>
          </a:p>
        </p:txBody>
      </p:sp>
    </p:spTree>
    <p:extLst>
      <p:ext uri="{BB962C8B-B14F-4D97-AF65-F5344CB8AC3E}">
        <p14:creationId xmlns:p14="http://schemas.microsoft.com/office/powerpoint/2010/main" val="1009113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CF6471B-0939-B0B2-C8C2-37618F684224}"/>
              </a:ext>
            </a:extLst>
          </p:cNvPr>
          <p:cNvPicPr>
            <a:picLocks noChangeAspect="1"/>
          </p:cNvPicPr>
          <p:nvPr/>
        </p:nvPicPr>
        <p:blipFill rotWithShape="1">
          <a:blip r:embed="rId2"/>
          <a:srcRect b="49715"/>
          <a:stretch/>
        </p:blipFill>
        <p:spPr>
          <a:xfrm>
            <a:off x="0" y="1205658"/>
            <a:ext cx="9906000" cy="1680417"/>
          </a:xfrm>
          <a:prstGeom prst="rect">
            <a:avLst/>
          </a:prstGeom>
        </p:spPr>
      </p:pic>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sp>
        <p:nvSpPr>
          <p:cNvPr id="6" name="ZoneTexte 5">
            <a:extLst>
              <a:ext uri="{FF2B5EF4-FFF2-40B4-BE49-F238E27FC236}">
                <a16:creationId xmlns:a16="http://schemas.microsoft.com/office/drawing/2014/main" id="{A57AB724-5351-A288-40EC-96F087EF4573}"/>
              </a:ext>
            </a:extLst>
          </p:cNvPr>
          <p:cNvSpPr txBox="1"/>
          <p:nvPr/>
        </p:nvSpPr>
        <p:spPr>
          <a:xfrm>
            <a:off x="375436" y="3429000"/>
            <a:ext cx="9155127" cy="1328023"/>
          </a:xfrm>
          <a:prstGeom prst="round2DiagRect">
            <a:avLst/>
          </a:prstGeom>
          <a:solidFill>
            <a:schemeClr val="bg1"/>
          </a:solidFill>
          <a:ln w="28575">
            <a:solidFill>
              <a:srgbClr val="CAA034"/>
            </a:solidFill>
          </a:ln>
        </p:spPr>
        <p:txBody>
          <a:bodyPr wrap="square">
            <a:spAutoFit/>
          </a:bodyPr>
          <a:lstStyle/>
          <a:p>
            <a:r>
              <a:rPr lang="en-US" noProof="0" dirty="0">
                <a:latin typeface="+mn-lt"/>
              </a:rPr>
              <a:t>This section could contain the QA/QC plan developed by the Party. Remember that developing countries that need flexibility in light of their capacities with respect to the provision on elaboration of a QA/QC plan are encouraged but not required to provide such a plan.</a:t>
            </a:r>
          </a:p>
        </p:txBody>
      </p:sp>
      <p:pic>
        <p:nvPicPr>
          <p:cNvPr id="3" name="Image 2">
            <a:extLst>
              <a:ext uri="{FF2B5EF4-FFF2-40B4-BE49-F238E27FC236}">
                <a16:creationId xmlns:a16="http://schemas.microsoft.com/office/drawing/2014/main" id="{392738A1-8D3C-A910-CE49-1FC2B7731947}"/>
              </a:ext>
            </a:extLst>
          </p:cNvPr>
          <p:cNvPicPr>
            <a:picLocks noChangeAspect="1"/>
          </p:cNvPicPr>
          <p:nvPr/>
        </p:nvPicPr>
        <p:blipFill rotWithShape="1">
          <a:blip r:embed="rId2">
            <a:duotone>
              <a:schemeClr val="accent5">
                <a:shade val="45000"/>
                <a:satMod val="135000"/>
              </a:schemeClr>
              <a:prstClr val="white"/>
            </a:duotone>
          </a:blip>
          <a:srcRect t="49998" b="33471"/>
          <a:stretch/>
        </p:blipFill>
        <p:spPr>
          <a:xfrm>
            <a:off x="0" y="2876550"/>
            <a:ext cx="9906000" cy="552450"/>
          </a:xfrm>
          <a:prstGeom prst="rect">
            <a:avLst/>
          </a:prstGeom>
        </p:spPr>
      </p:pic>
    </p:spTree>
    <p:extLst>
      <p:ext uri="{BB962C8B-B14F-4D97-AF65-F5344CB8AC3E}">
        <p14:creationId xmlns:p14="http://schemas.microsoft.com/office/powerpoint/2010/main" val="1605954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CF6471B-0939-B0B2-C8C2-37618F684224}"/>
              </a:ext>
            </a:extLst>
          </p:cNvPr>
          <p:cNvPicPr>
            <a:picLocks noChangeAspect="1"/>
          </p:cNvPicPr>
          <p:nvPr/>
        </p:nvPicPr>
        <p:blipFill rotWithShape="1">
          <a:blip r:embed="rId2"/>
          <a:srcRect b="16651"/>
          <a:stretch/>
        </p:blipFill>
        <p:spPr>
          <a:xfrm>
            <a:off x="0" y="1205658"/>
            <a:ext cx="9906000" cy="2785317"/>
          </a:xfrm>
          <a:prstGeom prst="rect">
            <a:avLst/>
          </a:prstGeom>
        </p:spPr>
      </p:pic>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sp>
        <p:nvSpPr>
          <p:cNvPr id="6" name="ZoneTexte 5">
            <a:extLst>
              <a:ext uri="{FF2B5EF4-FFF2-40B4-BE49-F238E27FC236}">
                <a16:creationId xmlns:a16="http://schemas.microsoft.com/office/drawing/2014/main" id="{A57AB724-5351-A288-40EC-96F087EF4573}"/>
              </a:ext>
            </a:extLst>
          </p:cNvPr>
          <p:cNvSpPr txBox="1"/>
          <p:nvPr/>
        </p:nvSpPr>
        <p:spPr>
          <a:xfrm>
            <a:off x="375436" y="3981450"/>
            <a:ext cx="9155127" cy="1021556"/>
          </a:xfrm>
          <a:prstGeom prst="round2DiagRect">
            <a:avLst/>
          </a:prstGeom>
          <a:solidFill>
            <a:schemeClr val="bg1"/>
          </a:solidFill>
          <a:ln w="28575">
            <a:solidFill>
              <a:srgbClr val="CAA034"/>
            </a:solidFill>
          </a:ln>
        </p:spPr>
        <p:txBody>
          <a:bodyPr wrap="square">
            <a:spAutoFit/>
          </a:bodyPr>
          <a:lstStyle/>
          <a:p>
            <a:r>
              <a:rPr lang="en-US" noProof="0" dirty="0">
                <a:latin typeface="+mn-lt"/>
              </a:rPr>
              <a:t>This section provides space for the inclusion of any additional information, as applicable, including e.g. more detailed methodological description of categories and on national energy balance</a:t>
            </a:r>
          </a:p>
        </p:txBody>
      </p:sp>
      <p:pic>
        <p:nvPicPr>
          <p:cNvPr id="4" name="Image 3">
            <a:extLst>
              <a:ext uri="{FF2B5EF4-FFF2-40B4-BE49-F238E27FC236}">
                <a16:creationId xmlns:a16="http://schemas.microsoft.com/office/drawing/2014/main" id="{E4A1A713-C6DC-6881-1E8B-E60698CA184D}"/>
              </a:ext>
            </a:extLst>
          </p:cNvPr>
          <p:cNvPicPr>
            <a:picLocks noChangeAspect="1"/>
          </p:cNvPicPr>
          <p:nvPr/>
        </p:nvPicPr>
        <p:blipFill rotWithShape="1">
          <a:blip r:embed="rId2">
            <a:duotone>
              <a:schemeClr val="accent5">
                <a:shade val="45000"/>
                <a:satMod val="135000"/>
              </a:schemeClr>
              <a:prstClr val="white"/>
            </a:duotone>
          </a:blip>
          <a:srcRect t="66529" b="16940"/>
          <a:stretch/>
        </p:blipFill>
        <p:spPr>
          <a:xfrm>
            <a:off x="0" y="3429000"/>
            <a:ext cx="9906000" cy="552450"/>
          </a:xfrm>
          <a:prstGeom prst="rect">
            <a:avLst/>
          </a:prstGeom>
        </p:spPr>
      </p:pic>
    </p:spTree>
    <p:extLst>
      <p:ext uri="{BB962C8B-B14F-4D97-AF65-F5344CB8AC3E}">
        <p14:creationId xmlns:p14="http://schemas.microsoft.com/office/powerpoint/2010/main" val="3479742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CF6471B-0939-B0B2-C8C2-37618F684224}"/>
              </a:ext>
            </a:extLst>
          </p:cNvPr>
          <p:cNvPicPr>
            <a:picLocks noChangeAspect="1"/>
          </p:cNvPicPr>
          <p:nvPr/>
        </p:nvPicPr>
        <p:blipFill rotWithShape="1">
          <a:blip r:embed="rId2"/>
          <a:srcRect b="16651"/>
          <a:stretch/>
        </p:blipFill>
        <p:spPr>
          <a:xfrm>
            <a:off x="0" y="1205658"/>
            <a:ext cx="9906000" cy="2785317"/>
          </a:xfrm>
          <a:prstGeom prst="rect">
            <a:avLst/>
          </a:prstGeom>
        </p:spPr>
      </p:pic>
      <p:sp>
        <p:nvSpPr>
          <p:cNvPr id="2" name="Titre 1">
            <a:extLst>
              <a:ext uri="{FF2B5EF4-FFF2-40B4-BE49-F238E27FC236}">
                <a16:creationId xmlns:a16="http://schemas.microsoft.com/office/drawing/2014/main" id="{5AE83EDC-4125-651D-7A25-B9558696F9CF}"/>
              </a:ext>
            </a:extLst>
          </p:cNvPr>
          <p:cNvSpPr>
            <a:spLocks noGrp="1"/>
          </p:cNvSpPr>
          <p:nvPr>
            <p:ph type="title"/>
          </p:nvPr>
        </p:nvSpPr>
        <p:spPr/>
        <p:txBody>
          <a:bodyPr/>
          <a:lstStyle/>
          <a:p>
            <a:r>
              <a:rPr lang="en-US" noProof="0" dirty="0"/>
              <a:t>NID Outline</a:t>
            </a:r>
          </a:p>
        </p:txBody>
      </p:sp>
      <p:pic>
        <p:nvPicPr>
          <p:cNvPr id="3" name="Image 2">
            <a:extLst>
              <a:ext uri="{FF2B5EF4-FFF2-40B4-BE49-F238E27FC236}">
                <a16:creationId xmlns:a16="http://schemas.microsoft.com/office/drawing/2014/main" id="{4A3EC530-1F08-D4C0-8641-069B1907C6F1}"/>
              </a:ext>
            </a:extLst>
          </p:cNvPr>
          <p:cNvPicPr>
            <a:picLocks noChangeAspect="1"/>
          </p:cNvPicPr>
          <p:nvPr/>
        </p:nvPicPr>
        <p:blipFill rotWithShape="1">
          <a:blip r:embed="rId2">
            <a:duotone>
              <a:schemeClr val="accent5">
                <a:shade val="45000"/>
                <a:satMod val="135000"/>
              </a:schemeClr>
              <a:prstClr val="white"/>
            </a:duotone>
          </a:blip>
          <a:srcRect t="82775" b="-446"/>
          <a:stretch/>
        </p:blipFill>
        <p:spPr>
          <a:xfrm>
            <a:off x="0" y="3971925"/>
            <a:ext cx="9906000" cy="590549"/>
          </a:xfrm>
          <a:prstGeom prst="rect">
            <a:avLst/>
          </a:prstGeom>
        </p:spPr>
      </p:pic>
      <p:sp>
        <p:nvSpPr>
          <p:cNvPr id="6" name="ZoneTexte 5">
            <a:extLst>
              <a:ext uri="{FF2B5EF4-FFF2-40B4-BE49-F238E27FC236}">
                <a16:creationId xmlns:a16="http://schemas.microsoft.com/office/drawing/2014/main" id="{A57AB724-5351-A288-40EC-96F087EF4573}"/>
              </a:ext>
            </a:extLst>
          </p:cNvPr>
          <p:cNvSpPr txBox="1"/>
          <p:nvPr/>
        </p:nvSpPr>
        <p:spPr>
          <a:xfrm>
            <a:off x="384961" y="4524375"/>
            <a:ext cx="9155127" cy="715089"/>
          </a:xfrm>
          <a:prstGeom prst="round2DiagRect">
            <a:avLst/>
          </a:prstGeom>
          <a:solidFill>
            <a:schemeClr val="bg1"/>
          </a:solidFill>
          <a:ln w="28575">
            <a:solidFill>
              <a:srgbClr val="CAA034"/>
            </a:solidFill>
          </a:ln>
        </p:spPr>
        <p:txBody>
          <a:bodyPr wrap="square">
            <a:spAutoFit/>
          </a:bodyPr>
          <a:lstStyle/>
          <a:p>
            <a:r>
              <a:rPr lang="en-US" noProof="0" dirty="0">
                <a:latin typeface="+mn-lt"/>
              </a:rPr>
              <a:t>Some Parties attach their CRTs to the NID submission or provide a link to the CRTs, but this is not necessary. The CRTs will also be available on the UNFCCC website.</a:t>
            </a:r>
          </a:p>
        </p:txBody>
      </p:sp>
    </p:spTree>
    <p:extLst>
      <p:ext uri="{BB962C8B-B14F-4D97-AF65-F5344CB8AC3E}">
        <p14:creationId xmlns:p14="http://schemas.microsoft.com/office/powerpoint/2010/main" val="9500932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3CBB05-2380-81CE-D1D8-375B65926DDA}"/>
              </a:ext>
            </a:extLst>
          </p:cNvPr>
          <p:cNvSpPr>
            <a:spLocks noGrp="1"/>
          </p:cNvSpPr>
          <p:nvPr>
            <p:ph type="title"/>
          </p:nvPr>
        </p:nvSpPr>
        <p:spPr/>
        <p:txBody>
          <a:bodyPr/>
          <a:lstStyle/>
          <a:p>
            <a:r>
              <a:rPr lang="en-US" noProof="0" dirty="0"/>
              <a:t>NID -  Transparency on methodologies</a:t>
            </a:r>
          </a:p>
        </p:txBody>
      </p:sp>
      <p:sp>
        <p:nvSpPr>
          <p:cNvPr id="4" name="ZoneTexte 3">
            <a:extLst>
              <a:ext uri="{FF2B5EF4-FFF2-40B4-BE49-F238E27FC236}">
                <a16:creationId xmlns:a16="http://schemas.microsoft.com/office/drawing/2014/main" id="{C20D0D92-72BE-FFB6-06AB-951BE4BBEB1C}"/>
              </a:ext>
            </a:extLst>
          </p:cNvPr>
          <p:cNvSpPr txBox="1"/>
          <p:nvPr/>
        </p:nvSpPr>
        <p:spPr>
          <a:xfrm>
            <a:off x="476251" y="1379488"/>
            <a:ext cx="8524874" cy="3693319"/>
          </a:xfrm>
          <a:prstGeom prst="rect">
            <a:avLst/>
          </a:prstGeom>
          <a:noFill/>
        </p:spPr>
        <p:txBody>
          <a:bodyPr wrap="square">
            <a:spAutoFit/>
          </a:bodyPr>
          <a:lstStyle/>
          <a:p>
            <a:pPr marL="285750" indent="-285750">
              <a:buFont typeface="Arial" panose="020B0604020202020204" pitchFamily="34" charset="0"/>
              <a:buChar char="•"/>
            </a:pPr>
            <a:r>
              <a:rPr lang="en-US" noProof="0" dirty="0">
                <a:latin typeface="+mn-lt"/>
              </a:rPr>
              <a:t>Methodologies used to estimate emissions and removals of GHGs from all sources and sinks must be </a:t>
            </a:r>
            <a:r>
              <a:rPr lang="en-US" b="1" noProof="0" dirty="0">
                <a:latin typeface="+mn-lt"/>
              </a:rPr>
              <a:t>transparently documented </a:t>
            </a:r>
            <a:r>
              <a:rPr lang="en-US" noProof="0" dirty="0">
                <a:latin typeface="+mn-lt"/>
              </a:rPr>
              <a:t>in the NID, including the rationale for their selection. </a:t>
            </a: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Clear reference to the methods is needed, description of the methodologies contained in the 2006 IPCC Guidelines need not be duplicated in the NID.</a:t>
            </a: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The reporting of transparent information on the higher-tier methods and models used is particularly important for Key </a:t>
            </a:r>
            <a:r>
              <a:rPr lang="en-US" noProof="0">
                <a:latin typeface="+mn-lt"/>
              </a:rPr>
              <a:t>category sources.</a:t>
            </a:r>
            <a:endParaRPr lang="en-US" noProof="0" dirty="0">
              <a:latin typeface="+mn-lt"/>
            </a:endParaRPr>
          </a:p>
          <a:p>
            <a:pPr marL="285750" indent="-285750">
              <a:buFont typeface="Arial" panose="020B0604020202020204" pitchFamily="34" charset="0"/>
              <a:buChar char="•"/>
            </a:pPr>
            <a:endParaRPr lang="en-US" noProof="0" dirty="0">
              <a:latin typeface="+mn-lt"/>
            </a:endParaRPr>
          </a:p>
          <a:p>
            <a:pPr marL="285750" indent="-285750">
              <a:buFont typeface="Arial" panose="020B0604020202020204" pitchFamily="34" charset="0"/>
              <a:buChar char="•"/>
            </a:pPr>
            <a:r>
              <a:rPr lang="en-US" noProof="0" dirty="0">
                <a:latin typeface="+mn-lt"/>
              </a:rPr>
              <a:t>Where the Parties use country-specific methodologies to better reflect their national situation, they must show that these are compatible with the 2006 IPCC Guidelines and are well documented and scientifically based. </a:t>
            </a:r>
          </a:p>
        </p:txBody>
      </p:sp>
    </p:spTree>
    <p:extLst>
      <p:ext uri="{BB962C8B-B14F-4D97-AF65-F5344CB8AC3E}">
        <p14:creationId xmlns:p14="http://schemas.microsoft.com/office/powerpoint/2010/main" val="2251900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7">
            <a:extLst>
              <a:ext uri="{FF2B5EF4-FFF2-40B4-BE49-F238E27FC236}">
                <a16:creationId xmlns:a16="http://schemas.microsoft.com/office/drawing/2014/main" id="{83EF008B-10BD-B5C5-4288-FC3340699F2C}"/>
              </a:ext>
            </a:extLst>
          </p:cNvPr>
          <p:cNvGrpSpPr/>
          <p:nvPr/>
        </p:nvGrpSpPr>
        <p:grpSpPr>
          <a:xfrm>
            <a:off x="6235802" y="2565400"/>
            <a:ext cx="1955164" cy="863600"/>
            <a:chOff x="415105" y="2565707"/>
            <a:chExt cx="1955164" cy="863600"/>
          </a:xfrm>
        </p:grpSpPr>
        <p:pic>
          <p:nvPicPr>
            <p:cNvPr id="7" name="object 8">
              <a:extLst>
                <a:ext uri="{FF2B5EF4-FFF2-40B4-BE49-F238E27FC236}">
                  <a16:creationId xmlns:a16="http://schemas.microsoft.com/office/drawing/2014/main" id="{BDB5BCA6-3A36-D967-9B7A-25CDAFA3357C}"/>
                </a:ext>
              </a:extLst>
            </p:cNvPr>
            <p:cNvPicPr/>
            <p:nvPr/>
          </p:nvPicPr>
          <p:blipFill>
            <a:blip r:embed="rId2" cstate="print"/>
            <a:stretch>
              <a:fillRect/>
            </a:stretch>
          </p:blipFill>
          <p:spPr>
            <a:xfrm>
              <a:off x="2221487" y="3236360"/>
              <a:ext cx="147762" cy="192646"/>
            </a:xfrm>
            <a:prstGeom prst="rect">
              <a:avLst/>
            </a:prstGeom>
          </p:spPr>
        </p:pic>
        <p:pic>
          <p:nvPicPr>
            <p:cNvPr id="8" name="object 9">
              <a:extLst>
                <a:ext uri="{FF2B5EF4-FFF2-40B4-BE49-F238E27FC236}">
                  <a16:creationId xmlns:a16="http://schemas.microsoft.com/office/drawing/2014/main" id="{F122B291-2D9A-EFAA-FD04-8902256C3655}"/>
                </a:ext>
              </a:extLst>
            </p:cNvPr>
            <p:cNvPicPr/>
            <p:nvPr/>
          </p:nvPicPr>
          <p:blipFill>
            <a:blip r:embed="rId3" cstate="print"/>
            <a:stretch>
              <a:fillRect/>
            </a:stretch>
          </p:blipFill>
          <p:spPr>
            <a:xfrm>
              <a:off x="415105" y="2565707"/>
              <a:ext cx="1954570" cy="863286"/>
            </a:xfrm>
            <a:prstGeom prst="rect">
              <a:avLst/>
            </a:prstGeom>
          </p:spPr>
        </p:pic>
      </p:grpSp>
      <p:sp>
        <p:nvSpPr>
          <p:cNvPr id="11" name="object 5">
            <a:extLst>
              <a:ext uri="{FF2B5EF4-FFF2-40B4-BE49-F238E27FC236}">
                <a16:creationId xmlns:a16="http://schemas.microsoft.com/office/drawing/2014/main" id="{D8E9EFD9-6574-3086-6675-204A5091F758}"/>
              </a:ext>
            </a:extLst>
          </p:cNvPr>
          <p:cNvSpPr/>
          <p:nvPr/>
        </p:nvSpPr>
        <p:spPr>
          <a:xfrm>
            <a:off x="6518658" y="6248467"/>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lang="en-US" noProof="0" dirty="0"/>
          </a:p>
        </p:txBody>
      </p:sp>
      <p:sp>
        <p:nvSpPr>
          <p:cNvPr id="12" name="object 3">
            <a:extLst>
              <a:ext uri="{FF2B5EF4-FFF2-40B4-BE49-F238E27FC236}">
                <a16:creationId xmlns:a16="http://schemas.microsoft.com/office/drawing/2014/main" id="{4EE7E82E-52DF-7074-E97F-14E886412530}"/>
              </a:ext>
            </a:extLst>
          </p:cNvPr>
          <p:cNvSpPr txBox="1"/>
          <p:nvPr/>
        </p:nvSpPr>
        <p:spPr>
          <a:xfrm>
            <a:off x="8018010" y="6208044"/>
            <a:ext cx="721360" cy="256480"/>
          </a:xfrm>
          <a:prstGeom prst="rect">
            <a:avLst/>
          </a:prstGeom>
        </p:spPr>
        <p:txBody>
          <a:bodyPr vert="horz" wrap="square" lIns="0" tIns="12700" rIns="0" bIns="0" rtlCol="0">
            <a:spAutoFit/>
          </a:bodyPr>
          <a:lstStyle/>
          <a:p>
            <a:pPr marL="12700">
              <a:lnSpc>
                <a:spcPts val="850"/>
              </a:lnSpc>
              <a:spcBef>
                <a:spcPts val="100"/>
              </a:spcBef>
            </a:pPr>
            <a:r>
              <a:rPr lang="en-US" sz="750" noProof="0" dirty="0">
                <a:solidFill>
                  <a:srgbClr val="005399"/>
                </a:solidFill>
                <a:latin typeface="Aptos"/>
                <a:cs typeface="Aptos"/>
              </a:rPr>
              <a:t>01</a:t>
            </a:r>
            <a:r>
              <a:rPr lang="en-US" sz="750" spc="-10" noProof="0" dirty="0">
                <a:solidFill>
                  <a:srgbClr val="005399"/>
                </a:solidFill>
                <a:latin typeface="Aptos"/>
                <a:cs typeface="Aptos"/>
              </a:rPr>
              <a:t> </a:t>
            </a:r>
            <a:r>
              <a:rPr lang="en-US" sz="750" noProof="0" dirty="0">
                <a:solidFill>
                  <a:srgbClr val="005399"/>
                </a:solidFill>
                <a:latin typeface="Aptos"/>
                <a:cs typeface="Aptos"/>
              </a:rPr>
              <a:t>44</a:t>
            </a:r>
            <a:r>
              <a:rPr lang="en-US" sz="750" spc="-10" noProof="0" dirty="0">
                <a:solidFill>
                  <a:srgbClr val="005399"/>
                </a:solidFill>
                <a:latin typeface="Aptos"/>
                <a:cs typeface="Aptos"/>
              </a:rPr>
              <a:t> </a:t>
            </a:r>
            <a:r>
              <a:rPr lang="en-US" sz="750" noProof="0" dirty="0">
                <a:solidFill>
                  <a:srgbClr val="005399"/>
                </a:solidFill>
                <a:latin typeface="Aptos"/>
                <a:cs typeface="Aptos"/>
              </a:rPr>
              <a:t>83</a:t>
            </a:r>
            <a:r>
              <a:rPr lang="en-US" sz="750" spc="-10" noProof="0" dirty="0">
                <a:solidFill>
                  <a:srgbClr val="005399"/>
                </a:solidFill>
                <a:latin typeface="Aptos"/>
                <a:cs typeface="Aptos"/>
              </a:rPr>
              <a:t> </a:t>
            </a:r>
            <a:r>
              <a:rPr lang="en-US" sz="750" noProof="0" dirty="0">
                <a:solidFill>
                  <a:srgbClr val="005399"/>
                </a:solidFill>
                <a:latin typeface="Aptos"/>
                <a:cs typeface="Aptos"/>
              </a:rPr>
              <a:t>68</a:t>
            </a:r>
            <a:r>
              <a:rPr lang="en-US" sz="750" spc="-10" noProof="0" dirty="0">
                <a:solidFill>
                  <a:srgbClr val="005399"/>
                </a:solidFill>
                <a:latin typeface="Aptos"/>
                <a:cs typeface="Aptos"/>
              </a:rPr>
              <a:t> </a:t>
            </a:r>
            <a:r>
              <a:rPr lang="en-US" sz="750" spc="-25" noProof="0" dirty="0">
                <a:solidFill>
                  <a:srgbClr val="005399"/>
                </a:solidFill>
                <a:latin typeface="Aptos"/>
                <a:cs typeface="Aptos"/>
              </a:rPr>
              <a:t>83</a:t>
            </a:r>
          </a:p>
          <a:p>
            <a:pPr marL="12700">
              <a:lnSpc>
                <a:spcPts val="850"/>
              </a:lnSpc>
              <a:spcBef>
                <a:spcPts val="100"/>
              </a:spcBef>
            </a:pPr>
            <a:r>
              <a:rPr lang="en-US" sz="750" u="none" spc="-25" noProof="0" dirty="0">
                <a:ln>
                  <a:noFill/>
                </a:ln>
                <a:solidFill>
                  <a:srgbClr val="005399"/>
                </a:solidFill>
                <a:latin typeface="Aptos"/>
                <a:cs typeface="Aptos"/>
              </a:rPr>
              <a:t>infos@citepa.org</a:t>
            </a:r>
            <a:endParaRPr lang="en-US" sz="750" u="none" noProof="0" dirty="0">
              <a:ln>
                <a:noFill/>
              </a:ln>
              <a:solidFill>
                <a:srgbClr val="000000"/>
              </a:solidFill>
              <a:latin typeface="Aptos"/>
              <a:cs typeface="Aptos"/>
            </a:endParaRPr>
          </a:p>
        </p:txBody>
      </p:sp>
      <p:sp>
        <p:nvSpPr>
          <p:cNvPr id="13" name="object 4">
            <a:extLst>
              <a:ext uri="{FF2B5EF4-FFF2-40B4-BE49-F238E27FC236}">
                <a16:creationId xmlns:a16="http://schemas.microsoft.com/office/drawing/2014/main" id="{95A74085-4D43-2011-5446-22B0BC5D3417}"/>
              </a:ext>
            </a:extLst>
          </p:cNvPr>
          <p:cNvSpPr txBox="1"/>
          <p:nvPr/>
        </p:nvSpPr>
        <p:spPr>
          <a:xfrm>
            <a:off x="9076523" y="6335076"/>
            <a:ext cx="461645" cy="139700"/>
          </a:xfrm>
          <a:prstGeom prst="rect">
            <a:avLst/>
          </a:prstGeom>
        </p:spPr>
        <p:txBody>
          <a:bodyPr vert="horz" wrap="square" lIns="0" tIns="12700" rIns="0" bIns="0" rtlCol="0">
            <a:spAutoFit/>
          </a:bodyPr>
          <a:lstStyle/>
          <a:p>
            <a:pPr marL="12700">
              <a:lnSpc>
                <a:spcPct val="100000"/>
              </a:lnSpc>
              <a:spcBef>
                <a:spcPts val="100"/>
              </a:spcBef>
            </a:pPr>
            <a:r>
              <a:rPr lang="en-US" sz="750" b="1" spc="-10" noProof="0" dirty="0">
                <a:solidFill>
                  <a:srgbClr val="29A457"/>
                </a:solidFill>
                <a:latin typeface="Aptos"/>
                <a:cs typeface="Aptos"/>
              </a:rPr>
              <a:t>citepa.org</a:t>
            </a:r>
            <a:endParaRPr lang="en-US" sz="750" noProof="0" dirty="0">
              <a:latin typeface="Aptos"/>
              <a:cs typeface="Aptos"/>
            </a:endParaRPr>
          </a:p>
        </p:txBody>
      </p:sp>
      <p:sp>
        <p:nvSpPr>
          <p:cNvPr id="14" name="object 2">
            <a:extLst>
              <a:ext uri="{FF2B5EF4-FFF2-40B4-BE49-F238E27FC236}">
                <a16:creationId xmlns:a16="http://schemas.microsoft.com/office/drawing/2014/main" id="{29CD6A1D-77BC-4282-675C-6C9ECAB37325}"/>
              </a:ext>
            </a:extLst>
          </p:cNvPr>
          <p:cNvSpPr txBox="1"/>
          <p:nvPr/>
        </p:nvSpPr>
        <p:spPr>
          <a:xfrm>
            <a:off x="6883963" y="6233444"/>
            <a:ext cx="728345" cy="241935"/>
          </a:xfrm>
          <a:prstGeom prst="rect">
            <a:avLst/>
          </a:prstGeom>
        </p:spPr>
        <p:txBody>
          <a:bodyPr vert="horz" wrap="square" lIns="0" tIns="26670" rIns="0" bIns="0" rtlCol="0">
            <a:spAutoFit/>
          </a:bodyPr>
          <a:lstStyle/>
          <a:p>
            <a:pPr marL="12700" marR="5080">
              <a:lnSpc>
                <a:spcPts val="800"/>
              </a:lnSpc>
              <a:spcBef>
                <a:spcPts val="210"/>
              </a:spcBef>
            </a:pPr>
            <a:r>
              <a:rPr lang="en-US" sz="750" noProof="0" dirty="0">
                <a:solidFill>
                  <a:srgbClr val="005399"/>
                </a:solidFill>
                <a:latin typeface="Aptos"/>
                <a:cs typeface="Aptos"/>
              </a:rPr>
              <a:t>42</a:t>
            </a:r>
            <a:r>
              <a:rPr lang="en-US" sz="750" spc="-20" noProof="0" dirty="0">
                <a:solidFill>
                  <a:srgbClr val="005399"/>
                </a:solidFill>
                <a:latin typeface="Aptos"/>
                <a:cs typeface="Aptos"/>
              </a:rPr>
              <a:t> </a:t>
            </a:r>
            <a:r>
              <a:rPr lang="en-US" sz="750" noProof="0" dirty="0">
                <a:solidFill>
                  <a:srgbClr val="005399"/>
                </a:solidFill>
                <a:latin typeface="Aptos"/>
                <a:cs typeface="Aptos"/>
              </a:rPr>
              <a:t>rue</a:t>
            </a:r>
            <a:r>
              <a:rPr lang="en-US" sz="750" spc="-15" noProof="0" dirty="0">
                <a:solidFill>
                  <a:srgbClr val="005399"/>
                </a:solidFill>
                <a:latin typeface="Aptos"/>
                <a:cs typeface="Aptos"/>
              </a:rPr>
              <a:t> </a:t>
            </a:r>
            <a:r>
              <a:rPr lang="en-US" sz="750" noProof="0" dirty="0">
                <a:solidFill>
                  <a:srgbClr val="005399"/>
                </a:solidFill>
                <a:latin typeface="Aptos"/>
                <a:cs typeface="Aptos"/>
              </a:rPr>
              <a:t>de</a:t>
            </a:r>
            <a:r>
              <a:rPr lang="en-US" sz="750" spc="-15" noProof="0" dirty="0">
                <a:solidFill>
                  <a:srgbClr val="005399"/>
                </a:solidFill>
                <a:latin typeface="Aptos"/>
                <a:cs typeface="Aptos"/>
              </a:rPr>
              <a:t> </a:t>
            </a:r>
            <a:r>
              <a:rPr lang="en-US" sz="750" spc="-10" noProof="0" dirty="0">
                <a:solidFill>
                  <a:srgbClr val="005399"/>
                </a:solidFill>
                <a:latin typeface="Aptos"/>
                <a:cs typeface="Aptos"/>
              </a:rPr>
              <a:t>Paradis</a:t>
            </a:r>
            <a:r>
              <a:rPr lang="en-US" sz="750" spc="500" noProof="0" dirty="0">
                <a:solidFill>
                  <a:srgbClr val="005399"/>
                </a:solidFill>
                <a:latin typeface="Aptos"/>
                <a:cs typeface="Aptos"/>
              </a:rPr>
              <a:t> </a:t>
            </a:r>
            <a:r>
              <a:rPr lang="en-US" sz="750" noProof="0" dirty="0">
                <a:solidFill>
                  <a:srgbClr val="005399"/>
                </a:solidFill>
                <a:latin typeface="Aptos"/>
                <a:cs typeface="Aptos"/>
              </a:rPr>
              <a:t>75010</a:t>
            </a:r>
            <a:r>
              <a:rPr lang="en-US" sz="750" spc="-25" noProof="0" dirty="0">
                <a:solidFill>
                  <a:srgbClr val="005399"/>
                </a:solidFill>
                <a:latin typeface="Aptos"/>
                <a:cs typeface="Aptos"/>
              </a:rPr>
              <a:t> </a:t>
            </a:r>
            <a:r>
              <a:rPr lang="en-US" sz="750" spc="-10" noProof="0" dirty="0">
                <a:solidFill>
                  <a:srgbClr val="005399"/>
                </a:solidFill>
                <a:latin typeface="Aptos"/>
                <a:cs typeface="Aptos"/>
              </a:rPr>
              <a:t>Paris</a:t>
            </a:r>
            <a:endParaRPr lang="en-US" sz="750" noProof="0" dirty="0">
              <a:latin typeface="Aptos"/>
              <a:cs typeface="Aptos"/>
            </a:endParaRPr>
          </a:p>
        </p:txBody>
      </p:sp>
      <p:sp>
        <p:nvSpPr>
          <p:cNvPr id="3" name="Rectangle 2">
            <a:extLst>
              <a:ext uri="{FF2B5EF4-FFF2-40B4-BE49-F238E27FC236}">
                <a16:creationId xmlns:a16="http://schemas.microsoft.com/office/drawing/2014/main" id="{E0F770EB-449B-0A6F-A341-5007C2AEA25B}"/>
              </a:ext>
            </a:extLst>
          </p:cNvPr>
          <p:cNvSpPr/>
          <p:nvPr/>
        </p:nvSpPr>
        <p:spPr>
          <a:xfrm>
            <a:off x="150026" y="0"/>
            <a:ext cx="5028073" cy="6891783"/>
          </a:xfrm>
          <a:prstGeom prst="rect">
            <a:avLst/>
          </a:prstGeom>
          <a:solidFill>
            <a:srgbClr val="00488B"/>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noProof="0" dirty="0"/>
          </a:p>
        </p:txBody>
      </p:sp>
      <p:sp>
        <p:nvSpPr>
          <p:cNvPr id="5" name="ZoneTexte 4">
            <a:extLst>
              <a:ext uri="{FF2B5EF4-FFF2-40B4-BE49-F238E27FC236}">
                <a16:creationId xmlns:a16="http://schemas.microsoft.com/office/drawing/2014/main" id="{BA5121D3-973F-824E-9D4E-1C96E8D35047}"/>
              </a:ext>
            </a:extLst>
          </p:cNvPr>
          <p:cNvSpPr txBox="1"/>
          <p:nvPr/>
        </p:nvSpPr>
        <p:spPr>
          <a:xfrm>
            <a:off x="767871" y="2196824"/>
            <a:ext cx="329272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noProof="0" dirty="0">
                <a:solidFill>
                  <a:schemeClr val="bg1"/>
                </a:solidFill>
                <a:latin typeface="Aptos Display"/>
              </a:rPr>
              <a:t>Thank you</a:t>
            </a:r>
          </a:p>
          <a:p>
            <a:pPr algn="l"/>
            <a:endParaRPr lang="en-US" sz="2000" noProof="0" dirty="0">
              <a:solidFill>
                <a:schemeClr val="bg1">
                  <a:lumMod val="85000"/>
                </a:schemeClr>
              </a:solidFill>
              <a:latin typeface="Aptos Display"/>
            </a:endParaRPr>
          </a:p>
          <a:p>
            <a:pPr algn="l"/>
            <a:r>
              <a:rPr lang="en-US" sz="1600" i="1" noProof="0" dirty="0">
                <a:solidFill>
                  <a:schemeClr val="bg1">
                    <a:lumMod val="85000"/>
                  </a:schemeClr>
                </a:solidFill>
                <a:latin typeface="Aptos Display"/>
                <a:hlinkClick r:id="rId4">
                  <a:extLst>
                    <a:ext uri="{A12FA001-AC4F-418D-AE19-62706E023703}">
                      <ahyp:hlinkClr xmlns:ahyp="http://schemas.microsoft.com/office/drawing/2018/hyperlinkcolor" val="tx"/>
                    </a:ext>
                  </a:extLst>
                </a:hlinkClick>
              </a:rPr>
              <a:t>Jean-pierre.chang@citepa.org</a:t>
            </a:r>
            <a:endParaRPr lang="en-US" sz="1600" i="1" noProof="0" dirty="0">
              <a:solidFill>
                <a:schemeClr val="bg1">
                  <a:lumMod val="85000"/>
                </a:schemeClr>
              </a:solidFill>
              <a:latin typeface="Aptos Display"/>
            </a:endParaRPr>
          </a:p>
          <a:p>
            <a:pPr algn="l"/>
            <a:endParaRPr lang="en-US" sz="1600" i="1" noProof="0" dirty="0">
              <a:solidFill>
                <a:schemeClr val="bg1">
                  <a:lumMod val="85000"/>
                </a:schemeClr>
              </a:solidFill>
              <a:latin typeface="Aptos Display"/>
            </a:endParaRPr>
          </a:p>
          <a:p>
            <a:pPr algn="l"/>
            <a:r>
              <a:rPr lang="en-US" sz="1600" i="1" noProof="0" dirty="0">
                <a:solidFill>
                  <a:schemeClr val="bg1">
                    <a:lumMod val="85000"/>
                  </a:schemeClr>
                </a:solidFill>
                <a:latin typeface="Aptos Display"/>
                <a:hlinkClick r:id="rId5">
                  <a:extLst>
                    <a:ext uri="{A12FA001-AC4F-418D-AE19-62706E023703}">
                      <ahyp:hlinkClr xmlns:ahyp="http://schemas.microsoft.com/office/drawing/2018/hyperlinkcolor" val="tx"/>
                    </a:ext>
                  </a:extLst>
                </a:hlinkClick>
              </a:rPr>
              <a:t>Julien.vincent@citepa.org</a:t>
            </a:r>
            <a:r>
              <a:rPr lang="en-US" sz="1600" i="1" noProof="0" dirty="0">
                <a:solidFill>
                  <a:schemeClr val="bg1">
                    <a:lumMod val="85000"/>
                  </a:schemeClr>
                </a:solidFill>
                <a:latin typeface="Aptos Display"/>
              </a:rPr>
              <a:t> </a:t>
            </a:r>
          </a:p>
        </p:txBody>
      </p:sp>
    </p:spTree>
    <p:extLst>
      <p:ext uri="{BB962C8B-B14F-4D97-AF65-F5344CB8AC3E}">
        <p14:creationId xmlns:p14="http://schemas.microsoft.com/office/powerpoint/2010/main" val="2070119259"/>
      </p:ext>
    </p:extLst>
  </p:cSld>
  <p:clrMapOvr>
    <a:masterClrMapping/>
  </p:clrMapOvr>
</p:sld>
</file>

<file path=ppt/theme/theme1.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0EB9CA-DC5A-4856-B828-4724E8AC1968}">
  <ds:schemaRefs>
    <ds:schemaRef ds:uri="6a719482-6e7f-454f-a5d4-f03a406291ce"/>
    <ds:schemaRef ds:uri="http://purl.org/dc/terms/"/>
    <ds:schemaRef ds:uri="http://schemas.openxmlformats.org/package/2006/metadata/core-properties"/>
    <ds:schemaRef ds:uri="http://purl.org/dc/dcmitype/"/>
    <ds:schemaRef ds:uri="http://schemas.microsoft.com/office/2006/documentManagement/types"/>
    <ds:schemaRef ds:uri="aa63012a-dca0-4847-9039-1b3f0d0527af"/>
    <ds:schemaRef ds:uri="http://purl.org/dc/elements/1.1/"/>
    <ds:schemaRef ds:uri="http://schemas.microsoft.com/office/2006/metadata/properties"/>
    <ds:schemaRef ds:uri="http://schemas.microsoft.com/office/infopath/2007/PartnerControls"/>
    <ds:schemaRef ds:uri="3331daee-1646-4c3a-8c45-78356b5a9d77"/>
    <ds:schemaRef ds:uri="e7ea681a-bbea-4e4a-abe1-e1ae1a52e2ef"/>
    <ds:schemaRef ds:uri="http://www.w3.org/XML/1998/namespace"/>
  </ds:schemaRefs>
</ds:datastoreItem>
</file>

<file path=customXml/itemProps2.xml><?xml version="1.0" encoding="utf-8"?>
<ds:datastoreItem xmlns:ds="http://schemas.openxmlformats.org/officeDocument/2006/customXml" ds:itemID="{D689F675-3E38-49BD-8E71-035DDB14BA7E}">
  <ds:schemaRefs>
    <ds:schemaRef ds:uri="http://schemas.microsoft.com/sharepoint/v3/contenttype/forms"/>
  </ds:schemaRefs>
</ds:datastoreItem>
</file>

<file path=customXml/itemProps3.xml><?xml version="1.0" encoding="utf-8"?>
<ds:datastoreItem xmlns:ds="http://schemas.openxmlformats.org/officeDocument/2006/customXml" ds:itemID="{9D2DCB94-F545-4DBF-9688-A648BF7194F7}"/>
</file>

<file path=docProps/app.xml><?xml version="1.0" encoding="utf-8"?>
<Properties xmlns="http://schemas.openxmlformats.org/officeDocument/2006/extended-properties" xmlns:vt="http://schemas.openxmlformats.org/officeDocument/2006/docPropsVTypes">
  <Template/>
  <TotalTime>5411</TotalTime>
  <Words>3106</Words>
  <Application>Microsoft Office PowerPoint</Application>
  <PresentationFormat>Format A4 (210 x 297 mm)</PresentationFormat>
  <Paragraphs>304</Paragraphs>
  <Slides>59</Slides>
  <Notes>10</Notes>
  <HiddenSlides>1</HiddenSlides>
  <MMClips>0</MMClips>
  <ScaleCrop>false</ScaleCrop>
  <HeadingPairs>
    <vt:vector size="6" baseType="variant">
      <vt:variant>
        <vt:lpstr>Polices utilisées</vt:lpstr>
      </vt:variant>
      <vt:variant>
        <vt:i4>14</vt:i4>
      </vt:variant>
      <vt:variant>
        <vt:lpstr>Thème</vt:lpstr>
      </vt:variant>
      <vt:variant>
        <vt:i4>10</vt:i4>
      </vt:variant>
      <vt:variant>
        <vt:lpstr>Titres des diapositives</vt:lpstr>
      </vt:variant>
      <vt:variant>
        <vt:i4>59</vt:i4>
      </vt:variant>
    </vt:vector>
  </HeadingPairs>
  <TitlesOfParts>
    <vt:vector size="83" baseType="lpstr">
      <vt:lpstr>Abadi</vt:lpstr>
      <vt:lpstr>Aptos</vt:lpstr>
      <vt:lpstr>Aptos Black</vt:lpstr>
      <vt:lpstr>Aptos Display</vt:lpstr>
      <vt:lpstr>Aptos Light</vt:lpstr>
      <vt:lpstr>Arial</vt:lpstr>
      <vt:lpstr>Arial Black</vt:lpstr>
      <vt:lpstr>Courier New</vt:lpstr>
      <vt:lpstr>Lucida Grande</vt:lpstr>
      <vt:lpstr>Minion Pro</vt:lpstr>
      <vt:lpstr>Myriad Pro</vt:lpstr>
      <vt:lpstr>Roboto</vt:lpstr>
      <vt:lpstr>Wingdings</vt:lpstr>
      <vt:lpstr>Zapf Dingbats</vt:lpstr>
      <vt:lpstr>Conception personnalisée</vt:lpstr>
      <vt:lpstr>1_Conception personnalisée</vt:lpstr>
      <vt:lpstr>1_Office Theme</vt:lpstr>
      <vt:lpstr>3_Conception personnalisée</vt:lpstr>
      <vt:lpstr>1_Conception personnalisée</vt:lpstr>
      <vt:lpstr>1_Office Theme</vt:lpstr>
      <vt:lpstr>3_Conception personnalisée</vt:lpstr>
      <vt:lpstr>1_Office Theme</vt:lpstr>
      <vt:lpstr>1_Conception personnalisée</vt:lpstr>
      <vt:lpstr>Conception personnalisée</vt:lpstr>
      <vt:lpstr>GHG inventory Reporting</vt:lpstr>
      <vt:lpstr>Reporting obligations</vt:lpstr>
      <vt:lpstr>MPGs: GHG-I (chap. II)</vt:lpstr>
      <vt:lpstr>MPGs: GHG-I (chap. II)</vt:lpstr>
      <vt:lpstr>MPGs: GHG-I (chap. II)</vt:lpstr>
      <vt:lpstr>MPGs: GHG-I (chap. II)</vt:lpstr>
      <vt:lpstr>MPGs: GHG-I (chap. II)</vt:lpstr>
      <vt:lpstr>MPGs: GHG-I (chap. II, flexibility)</vt:lpstr>
      <vt:lpstr>MPGs: GHG-I (flexibility, chap. II)</vt:lpstr>
      <vt:lpstr>MPGs: flexibility  II</vt:lpstr>
      <vt:lpstr>Some focus  on Guidelines  &amp; Good practices</vt:lpstr>
      <vt:lpstr>Good practice – TACCC principles</vt:lpstr>
      <vt:lpstr>Good practice – TACCC principles</vt:lpstr>
      <vt:lpstr>Good practice – TACCC principles</vt:lpstr>
      <vt:lpstr>Good practice – TACCC principles</vt:lpstr>
      <vt:lpstr>Focus on – Assessment of completeness and transparency</vt:lpstr>
      <vt:lpstr>Focus on – Assessment of completeness</vt:lpstr>
      <vt:lpstr>Focus on – Assessment of completeness</vt:lpstr>
      <vt:lpstr>Guidelines on reporting </vt:lpstr>
      <vt:lpstr>Guidelines on reporting   </vt:lpstr>
      <vt:lpstr>Methodological Guidelines to be used</vt:lpstr>
      <vt:lpstr>Key categories / Key Category Analysis</vt:lpstr>
      <vt:lpstr>Time series consistency and recalculations</vt:lpstr>
      <vt:lpstr>Uncertainties</vt:lpstr>
      <vt:lpstr>Improvement plan</vt:lpstr>
      <vt:lpstr>Improvement plan </vt:lpstr>
      <vt:lpstr>Good practices</vt:lpstr>
      <vt:lpstr>Common Reporting Tables (CRT)</vt:lpstr>
      <vt:lpstr>Common Reporting Tables – CRT</vt:lpstr>
      <vt:lpstr>Common Reporting Tables – CRT</vt:lpstr>
      <vt:lpstr>CRT – Level 3: Sectoral background data</vt:lpstr>
      <vt:lpstr>CRT – Level 2: Sectoral reporting data</vt:lpstr>
      <vt:lpstr>CRT – Level 1: Summary and cross-cutting data</vt:lpstr>
      <vt:lpstr>Accessing the Reporting Tool</vt:lpstr>
      <vt:lpstr>(1) Create an inventory version</vt:lpstr>
      <vt:lpstr>(1) Inventory versions – Specification of settings </vt:lpstr>
      <vt:lpstr>(2) Data entry – Colour code in the Data Entry Grid</vt:lpstr>
      <vt:lpstr>(2) Data entry – How to enter data</vt:lpstr>
      <vt:lpstr>(3) Generate CRT tables</vt:lpstr>
      <vt:lpstr>NID: National inventory document</vt:lpstr>
      <vt:lpstr>NIR – Overview </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Outline</vt:lpstr>
      <vt:lpstr>NID -  Transparency on methodologies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Alexia</dc:creator>
  <cp:lastModifiedBy>Jean-Pierre Chang</cp:lastModifiedBy>
  <cp:revision>12</cp:revision>
  <cp:lastPrinted>2025-10-05T19:46:16Z</cp:lastPrinted>
  <dcterms:created xsi:type="dcterms:W3CDTF">2024-06-06T06:17:41Z</dcterms:created>
  <dcterms:modified xsi:type="dcterms:W3CDTF">2025-10-07T13:33:49Z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2024-04-29T00:00:00Z</vt:filetime>
  </property>
  <property fmtid="{D5CDD505-2E9C-101B-9397-08002B2CF9AE}" pid="3" name="Creator">
    <vt:lpwstr>Adobe InDesign 19.3 (Macintosh)</vt:lpwstr>
  </property>
  <property fmtid="{D5CDD505-2E9C-101B-9397-08002B2CF9AE}" pid="4" name="LastSaved">
    <vt:filetime>2024-06-06T00:00:00Z</vt:filetime>
  </property>
  <property fmtid="{D5CDD505-2E9C-101B-9397-08002B2CF9AE}" pid="5" name="Producer">
    <vt:lpwstr>Adobe PDF Library 17.0</vt:lpwstr>
  </property>
  <property fmtid="{D5CDD505-2E9C-101B-9397-08002B2CF9AE}" pid="6" name="ContentTypeId">
    <vt:lpwstr>0x010100CA9E40BF7383784999BA1B34A435B410</vt:lpwstr>
  </property>
  <property fmtid="{D5CDD505-2E9C-101B-9397-08002B2CF9AE}" pid="7" name="MediaServiceImageTags">
    <vt:lpwstr/>
  </property>
  <property fmtid="{D5CDD505-2E9C-101B-9397-08002B2CF9AE}" pid="8" name="Order">
    <vt:lpwstr>13500.0000000000</vt:lpwstr>
  </property>
  <property fmtid="{D5CDD505-2E9C-101B-9397-08002B2CF9AE}" pid="9" name="xd_ProgID">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lpwstr/>
  </property>
  <property fmtid="{D5CDD505-2E9C-101B-9397-08002B2CF9AE}" pid="15" name="_SourceUrl">
    <vt:lpwstr/>
  </property>
  <property fmtid="{D5CDD505-2E9C-101B-9397-08002B2CF9AE}" pid="16" name="_SharedFileIndex">
    <vt:lpwstr/>
  </property>
</Properties>
</file>