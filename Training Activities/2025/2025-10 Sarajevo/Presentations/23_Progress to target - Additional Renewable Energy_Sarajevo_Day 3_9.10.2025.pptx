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2"/>
  </p:notesMasterIdLst>
  <p:sldIdLst>
    <p:sldId id="1995" r:id="rId5"/>
    <p:sldId id="1811" r:id="rId6"/>
    <p:sldId id="2029" r:id="rId7"/>
    <p:sldId id="1812" r:id="rId8"/>
    <p:sldId id="1996" r:id="rId9"/>
    <p:sldId id="1997" r:id="rId10"/>
    <p:sldId id="1999" r:id="rId11"/>
    <p:sldId id="1650" r:id="rId12"/>
    <p:sldId id="2048" r:id="rId13"/>
    <p:sldId id="2050" r:id="rId14"/>
    <p:sldId id="1941" r:id="rId15"/>
    <p:sldId id="1877" r:id="rId16"/>
    <p:sldId id="1960" r:id="rId17"/>
    <p:sldId id="2027" r:id="rId18"/>
    <p:sldId id="1961" r:id="rId19"/>
    <p:sldId id="1962" r:id="rId20"/>
    <p:sldId id="1963" r:id="rId21"/>
    <p:sldId id="1966" r:id="rId22"/>
    <p:sldId id="1965" r:id="rId23"/>
    <p:sldId id="1964" r:id="rId24"/>
    <p:sldId id="1967" r:id="rId25"/>
    <p:sldId id="1968" r:id="rId26"/>
    <p:sldId id="2049" r:id="rId27"/>
    <p:sldId id="1959" r:id="rId28"/>
    <p:sldId id="1920" r:id="rId29"/>
    <p:sldId id="1970" r:id="rId30"/>
    <p:sldId id="1971" r:id="rId31"/>
    <p:sldId id="1973" r:id="rId32"/>
    <p:sldId id="1974" r:id="rId33"/>
    <p:sldId id="1975" r:id="rId34"/>
    <p:sldId id="1976" r:id="rId35"/>
    <p:sldId id="1978" r:id="rId36"/>
    <p:sldId id="1979" r:id="rId37"/>
    <p:sldId id="1980" r:id="rId38"/>
    <p:sldId id="1981" r:id="rId39"/>
    <p:sldId id="2051" r:id="rId40"/>
    <p:sldId id="2052" r:id="rId41"/>
    <p:sldId id="2053" r:id="rId42"/>
    <p:sldId id="2046" r:id="rId43"/>
    <p:sldId id="1846" r:id="rId44"/>
    <p:sldId id="1754" r:id="rId45"/>
    <p:sldId id="1781" r:id="rId46"/>
    <p:sldId id="286" r:id="rId47"/>
    <p:sldId id="1832" r:id="rId48"/>
    <p:sldId id="1847" r:id="rId49"/>
    <p:sldId id="2044" r:id="rId50"/>
    <p:sldId id="1790" r:id="rId51"/>
    <p:sldId id="1853" r:id="rId52"/>
    <p:sldId id="1884" r:id="rId53"/>
    <p:sldId id="1885" r:id="rId54"/>
    <p:sldId id="1918" r:id="rId55"/>
    <p:sldId id="1800" r:id="rId56"/>
    <p:sldId id="1798" r:id="rId57"/>
    <p:sldId id="1799" r:id="rId58"/>
    <p:sldId id="1886" r:id="rId59"/>
    <p:sldId id="2024" r:id="rId60"/>
    <p:sldId id="2025" r:id="rId61"/>
    <p:sldId id="1795" r:id="rId62"/>
    <p:sldId id="1916" r:id="rId63"/>
    <p:sldId id="1985" r:id="rId64"/>
    <p:sldId id="2026" r:id="rId65"/>
    <p:sldId id="1809" r:id="rId66"/>
    <p:sldId id="2028" r:id="rId67"/>
    <p:sldId id="256" r:id="rId68"/>
    <p:sldId id="1986" r:id="rId69"/>
    <p:sldId id="1993" r:id="rId70"/>
    <p:sldId id="1994" r:id="rId71"/>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018823-1834-2C18-11F0-6F8E01AD1C51}" name="Marta Giulia Baldi" initials="MB" userId="S::Marta.Baldi@eea.europa.eu::6dc62c41-b90b-4b5d-9f07-096888b693d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316300"/>
    <a:srgbClr val="908669"/>
    <a:srgbClr val="6D6DC0"/>
    <a:srgbClr val="FFC000"/>
    <a:srgbClr val="3B7D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5B1AEE-7DC6-4D30-BE50-3B81DD9D4364}" v="24" dt="2025-10-09T07:10:41.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732" autoAdjust="0"/>
    <p:restoredTop sz="72263" autoAdjust="0"/>
  </p:normalViewPr>
  <p:slideViewPr>
    <p:cSldViewPr snapToGrid="0">
      <p:cViewPr>
        <p:scale>
          <a:sx n="70" d="100"/>
          <a:sy n="70" d="100"/>
        </p:scale>
        <p:origin x="32" y="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79"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a Giulia Baldi" userId="6dc62c41-b90b-4b5d-9f07-096888b693de" providerId="ADAL" clId="{2E62A740-FB0F-42DC-9831-15CFE3447E58}"/>
    <pc:docChg chg="modSld">
      <pc:chgData name="Marta Giulia Baldi" userId="6dc62c41-b90b-4b5d-9f07-096888b693de" providerId="ADAL" clId="{2E62A740-FB0F-42DC-9831-15CFE3447E58}" dt="2025-09-29T13:48:06.312" v="3" actId="20577"/>
      <pc:docMkLst>
        <pc:docMk/>
      </pc:docMkLst>
      <pc:sldChg chg="mod modShow">
        <pc:chgData name="Marta Giulia Baldi" userId="6dc62c41-b90b-4b5d-9f07-096888b693de" providerId="ADAL" clId="{2E62A740-FB0F-42DC-9831-15CFE3447E58}" dt="2025-09-29T12:20:13.486" v="0" actId="729"/>
        <pc:sldMkLst>
          <pc:docMk/>
          <pc:sldMk cId="3286057478" sldId="1877"/>
        </pc:sldMkLst>
      </pc:sldChg>
      <pc:sldChg chg="mod modShow">
        <pc:chgData name="Marta Giulia Baldi" userId="6dc62c41-b90b-4b5d-9f07-096888b693de" providerId="ADAL" clId="{2E62A740-FB0F-42DC-9831-15CFE3447E58}" dt="2025-09-29T12:20:16.146" v="1" actId="729"/>
        <pc:sldMkLst>
          <pc:docMk/>
          <pc:sldMk cId="2678989047" sldId="1960"/>
        </pc:sldMkLst>
      </pc:sldChg>
      <pc:sldChg chg="mod modShow">
        <pc:chgData name="Marta Giulia Baldi" userId="6dc62c41-b90b-4b5d-9f07-096888b693de" providerId="ADAL" clId="{2E62A740-FB0F-42DC-9831-15CFE3447E58}" dt="2025-09-29T12:20:24.258" v="2" actId="729"/>
        <pc:sldMkLst>
          <pc:docMk/>
          <pc:sldMk cId="366428035" sldId="1961"/>
        </pc:sldMkLst>
      </pc:sldChg>
      <pc:sldChg chg="mod modShow">
        <pc:chgData name="Marta Giulia Baldi" userId="6dc62c41-b90b-4b5d-9f07-096888b693de" providerId="ADAL" clId="{2E62A740-FB0F-42DC-9831-15CFE3447E58}" dt="2025-09-29T12:20:24.258" v="2" actId="729"/>
        <pc:sldMkLst>
          <pc:docMk/>
          <pc:sldMk cId="1745080450" sldId="1962"/>
        </pc:sldMkLst>
      </pc:sldChg>
      <pc:sldChg chg="mod modShow">
        <pc:chgData name="Marta Giulia Baldi" userId="6dc62c41-b90b-4b5d-9f07-096888b693de" providerId="ADAL" clId="{2E62A740-FB0F-42DC-9831-15CFE3447E58}" dt="2025-09-29T12:20:24.258" v="2" actId="729"/>
        <pc:sldMkLst>
          <pc:docMk/>
          <pc:sldMk cId="1974605693" sldId="1963"/>
        </pc:sldMkLst>
      </pc:sldChg>
      <pc:sldChg chg="mod modShow">
        <pc:chgData name="Marta Giulia Baldi" userId="6dc62c41-b90b-4b5d-9f07-096888b693de" providerId="ADAL" clId="{2E62A740-FB0F-42DC-9831-15CFE3447E58}" dt="2025-09-29T12:20:24.258" v="2" actId="729"/>
        <pc:sldMkLst>
          <pc:docMk/>
          <pc:sldMk cId="2752666794" sldId="1964"/>
        </pc:sldMkLst>
      </pc:sldChg>
      <pc:sldChg chg="mod modShow">
        <pc:chgData name="Marta Giulia Baldi" userId="6dc62c41-b90b-4b5d-9f07-096888b693de" providerId="ADAL" clId="{2E62A740-FB0F-42DC-9831-15CFE3447E58}" dt="2025-09-29T12:20:24.258" v="2" actId="729"/>
        <pc:sldMkLst>
          <pc:docMk/>
          <pc:sldMk cId="3098896223" sldId="1965"/>
        </pc:sldMkLst>
      </pc:sldChg>
      <pc:sldChg chg="mod modShow">
        <pc:chgData name="Marta Giulia Baldi" userId="6dc62c41-b90b-4b5d-9f07-096888b693de" providerId="ADAL" clId="{2E62A740-FB0F-42DC-9831-15CFE3447E58}" dt="2025-09-29T12:20:24.258" v="2" actId="729"/>
        <pc:sldMkLst>
          <pc:docMk/>
          <pc:sldMk cId="540827869" sldId="1966"/>
        </pc:sldMkLst>
      </pc:sldChg>
      <pc:sldChg chg="mod modShow">
        <pc:chgData name="Marta Giulia Baldi" userId="6dc62c41-b90b-4b5d-9f07-096888b693de" providerId="ADAL" clId="{2E62A740-FB0F-42DC-9831-15CFE3447E58}" dt="2025-09-29T12:20:24.258" v="2" actId="729"/>
        <pc:sldMkLst>
          <pc:docMk/>
          <pc:sldMk cId="495383085" sldId="1967"/>
        </pc:sldMkLst>
      </pc:sldChg>
      <pc:sldChg chg="mod modShow">
        <pc:chgData name="Marta Giulia Baldi" userId="6dc62c41-b90b-4b5d-9f07-096888b693de" providerId="ADAL" clId="{2E62A740-FB0F-42DC-9831-15CFE3447E58}" dt="2025-09-29T12:20:24.258" v="2" actId="729"/>
        <pc:sldMkLst>
          <pc:docMk/>
          <pc:sldMk cId="3826395279" sldId="1968"/>
        </pc:sldMkLst>
      </pc:sldChg>
      <pc:sldChg chg="mod modShow">
        <pc:chgData name="Marta Giulia Baldi" userId="6dc62c41-b90b-4b5d-9f07-096888b693de" providerId="ADAL" clId="{2E62A740-FB0F-42DC-9831-15CFE3447E58}" dt="2025-09-29T12:20:24.258" v="2" actId="729"/>
        <pc:sldMkLst>
          <pc:docMk/>
          <pc:sldMk cId="3590864800" sldId="2027"/>
        </pc:sldMkLst>
      </pc:sldChg>
      <pc:sldChg chg="modSp mod">
        <pc:chgData name="Marta Giulia Baldi" userId="6dc62c41-b90b-4b5d-9f07-096888b693de" providerId="ADAL" clId="{2E62A740-FB0F-42DC-9831-15CFE3447E58}" dt="2025-09-29T13:48:06.312" v="3" actId="20577"/>
        <pc:sldMkLst>
          <pc:docMk/>
          <pc:sldMk cId="2118316660" sldId="2028"/>
        </pc:sldMkLst>
        <pc:spChg chg="mod">
          <ac:chgData name="Marta Giulia Baldi" userId="6dc62c41-b90b-4b5d-9f07-096888b693de" providerId="ADAL" clId="{2E62A740-FB0F-42DC-9831-15CFE3447E58}" dt="2025-09-29T13:48:06.312" v="3" actId="20577"/>
          <ac:spMkLst>
            <pc:docMk/>
            <pc:sldMk cId="2118316660" sldId="2028"/>
            <ac:spMk id="4" creationId="{CE80D80E-3CA3-6055-F591-276AA76BA2D8}"/>
          </ac:spMkLst>
        </pc:spChg>
      </pc:sldChg>
    </pc:docChg>
  </pc:docChgLst>
  <pc:docChgLst>
    <pc:chgData name="Stephane  Quefelec" userId="fcffc988-bc4d-4b81-a6eb-94c617d18c4c" providerId="ADAL" clId="{14C83A0C-649B-4374-A008-45A5A3112510}"/>
    <pc:docChg chg="custSel addSld delSld modSld sldOrd">
      <pc:chgData name="Stephane  Quefelec" userId="fcffc988-bc4d-4b81-a6eb-94c617d18c4c" providerId="ADAL" clId="{14C83A0C-649B-4374-A008-45A5A3112510}" dt="2025-10-09T07:11:15.392" v="999" actId="20577"/>
      <pc:docMkLst>
        <pc:docMk/>
      </pc:docMkLst>
      <pc:sldChg chg="addSp modSp add mod">
        <pc:chgData name="Stephane  Quefelec" userId="fcffc988-bc4d-4b81-a6eb-94c617d18c4c" providerId="ADAL" clId="{14C83A0C-649B-4374-A008-45A5A3112510}" dt="2025-10-07T11:51:36.324" v="694" actId="14100"/>
        <pc:sldMkLst>
          <pc:docMk/>
          <pc:sldMk cId="195017079" sldId="286"/>
        </pc:sldMkLst>
        <pc:picChg chg="add mod">
          <ac:chgData name="Stephane  Quefelec" userId="fcffc988-bc4d-4b81-a6eb-94c617d18c4c" providerId="ADAL" clId="{14C83A0C-649B-4374-A008-45A5A3112510}" dt="2025-10-07T11:51:36.324" v="694" actId="14100"/>
          <ac:picMkLst>
            <pc:docMk/>
            <pc:sldMk cId="195017079" sldId="286"/>
            <ac:picMk id="7" creationId="{74EDD506-5D49-203C-DD56-7CA203DADA4B}"/>
          </ac:picMkLst>
        </pc:picChg>
      </pc:sldChg>
      <pc:sldChg chg="add del">
        <pc:chgData name="Stephane  Quefelec" userId="fcffc988-bc4d-4b81-a6eb-94c617d18c4c" providerId="ADAL" clId="{14C83A0C-649B-4374-A008-45A5A3112510}" dt="2025-10-07T11:46:33.413" v="670" actId="47"/>
        <pc:sldMkLst>
          <pc:docMk/>
          <pc:sldMk cId="1720295788" sldId="307"/>
        </pc:sldMkLst>
      </pc:sldChg>
      <pc:sldChg chg="modSp add del mod">
        <pc:chgData name="Stephane  Quefelec" userId="fcffc988-bc4d-4b81-a6eb-94c617d18c4c" providerId="ADAL" clId="{14C83A0C-649B-4374-A008-45A5A3112510}" dt="2025-10-07T11:43:38.539" v="663" actId="47"/>
        <pc:sldMkLst>
          <pc:docMk/>
          <pc:sldMk cId="4109688137" sldId="395"/>
        </pc:sldMkLst>
      </pc:sldChg>
      <pc:sldChg chg="add del">
        <pc:chgData name="Stephane  Quefelec" userId="fcffc988-bc4d-4b81-a6eb-94c617d18c4c" providerId="ADAL" clId="{14C83A0C-649B-4374-A008-45A5A3112510}" dt="2025-10-07T11:43:40.012" v="664" actId="47"/>
        <pc:sldMkLst>
          <pc:docMk/>
          <pc:sldMk cId="12079954" sldId="396"/>
        </pc:sldMkLst>
      </pc:sldChg>
      <pc:sldChg chg="add del">
        <pc:chgData name="Stephane  Quefelec" userId="fcffc988-bc4d-4b81-a6eb-94c617d18c4c" providerId="ADAL" clId="{14C83A0C-649B-4374-A008-45A5A3112510}" dt="2025-10-07T11:43:42.458" v="665" actId="47"/>
        <pc:sldMkLst>
          <pc:docMk/>
          <pc:sldMk cId="3169246772" sldId="397"/>
        </pc:sldMkLst>
      </pc:sldChg>
      <pc:sldChg chg="add del">
        <pc:chgData name="Stephane  Quefelec" userId="fcffc988-bc4d-4b81-a6eb-94c617d18c4c" providerId="ADAL" clId="{14C83A0C-649B-4374-A008-45A5A3112510}" dt="2025-10-07T12:20:55.078" v="775" actId="47"/>
        <pc:sldMkLst>
          <pc:docMk/>
          <pc:sldMk cId="1370785820" sldId="1666"/>
        </pc:sldMkLst>
      </pc:sldChg>
      <pc:sldChg chg="add del">
        <pc:chgData name="Stephane  Quefelec" userId="fcffc988-bc4d-4b81-a6eb-94c617d18c4c" providerId="ADAL" clId="{14C83A0C-649B-4374-A008-45A5A3112510}" dt="2025-10-07T11:46:11.381" v="669" actId="47"/>
        <pc:sldMkLst>
          <pc:docMk/>
          <pc:sldMk cId="2420867186" sldId="1667"/>
        </pc:sldMkLst>
      </pc:sldChg>
      <pc:sldChg chg="del">
        <pc:chgData name="Stephane  Quefelec" userId="fcffc988-bc4d-4b81-a6eb-94c617d18c4c" providerId="ADAL" clId="{14C83A0C-649B-4374-A008-45A5A3112510}" dt="2025-10-06T16:51:27.925" v="280" actId="47"/>
        <pc:sldMkLst>
          <pc:docMk/>
          <pc:sldMk cId="1366438685" sldId="1732"/>
        </pc:sldMkLst>
      </pc:sldChg>
      <pc:sldChg chg="add">
        <pc:chgData name="Stephane  Quefelec" userId="fcffc988-bc4d-4b81-a6eb-94c617d18c4c" providerId="ADAL" clId="{14C83A0C-649B-4374-A008-45A5A3112510}" dt="2025-10-07T11:45:19.234" v="667"/>
        <pc:sldMkLst>
          <pc:docMk/>
          <pc:sldMk cId="292959202" sldId="1754"/>
        </pc:sldMkLst>
      </pc:sldChg>
      <pc:sldChg chg="del">
        <pc:chgData name="Stephane  Quefelec" userId="fcffc988-bc4d-4b81-a6eb-94c617d18c4c" providerId="ADAL" clId="{14C83A0C-649B-4374-A008-45A5A3112510}" dt="2025-10-07T11:56:39.911" v="704" actId="47"/>
        <pc:sldMkLst>
          <pc:docMk/>
          <pc:sldMk cId="2531850251" sldId="1772"/>
        </pc:sldMkLst>
      </pc:sldChg>
      <pc:sldChg chg="add">
        <pc:chgData name="Stephane  Quefelec" userId="fcffc988-bc4d-4b81-a6eb-94c617d18c4c" providerId="ADAL" clId="{14C83A0C-649B-4374-A008-45A5A3112510}" dt="2025-10-07T11:45:19.234" v="667"/>
        <pc:sldMkLst>
          <pc:docMk/>
          <pc:sldMk cId="3760074107" sldId="1781"/>
        </pc:sldMkLst>
      </pc:sldChg>
      <pc:sldChg chg="del mod modShow">
        <pc:chgData name="Stephane  Quefelec" userId="fcffc988-bc4d-4b81-a6eb-94c617d18c4c" providerId="ADAL" clId="{14C83A0C-649B-4374-A008-45A5A3112510}" dt="2025-10-07T11:46:54.873" v="677" actId="47"/>
        <pc:sldMkLst>
          <pc:docMk/>
          <pc:sldMk cId="1706660465" sldId="1784"/>
        </pc:sldMkLst>
      </pc:sldChg>
      <pc:sldChg chg="del">
        <pc:chgData name="Stephane  Quefelec" userId="fcffc988-bc4d-4b81-a6eb-94c617d18c4c" providerId="ADAL" clId="{14C83A0C-649B-4374-A008-45A5A3112510}" dt="2025-10-07T11:26:51.905" v="606" actId="2696"/>
        <pc:sldMkLst>
          <pc:docMk/>
          <pc:sldMk cId="230437882" sldId="1785"/>
        </pc:sldMkLst>
      </pc:sldChg>
      <pc:sldChg chg="del mod modShow">
        <pc:chgData name="Stephane  Quefelec" userId="fcffc988-bc4d-4b81-a6eb-94c617d18c4c" providerId="ADAL" clId="{14C83A0C-649B-4374-A008-45A5A3112510}" dt="2025-10-07T11:47:24.437" v="681" actId="47"/>
        <pc:sldMkLst>
          <pc:docMk/>
          <pc:sldMk cId="566942422" sldId="1787"/>
        </pc:sldMkLst>
      </pc:sldChg>
      <pc:sldChg chg="modSp mod ord">
        <pc:chgData name="Stephane  Quefelec" userId="fcffc988-bc4d-4b81-a6eb-94c617d18c4c" providerId="ADAL" clId="{14C83A0C-649B-4374-A008-45A5A3112510}" dt="2025-10-07T12:21:47.389" v="779"/>
        <pc:sldMkLst>
          <pc:docMk/>
          <pc:sldMk cId="4011194787" sldId="1790"/>
        </pc:sldMkLst>
        <pc:spChg chg="mod">
          <ac:chgData name="Stephane  Quefelec" userId="fcffc988-bc4d-4b81-a6eb-94c617d18c4c" providerId="ADAL" clId="{14C83A0C-649B-4374-A008-45A5A3112510}" dt="2025-10-07T11:24:24.189" v="605" actId="6549"/>
          <ac:spMkLst>
            <pc:docMk/>
            <pc:sldMk cId="4011194787" sldId="1790"/>
            <ac:spMk id="9" creationId="{232E17AC-2D41-7387-1A24-E649D608AD68}"/>
          </ac:spMkLst>
        </pc:spChg>
      </pc:sldChg>
      <pc:sldChg chg="add">
        <pc:chgData name="Stephane  Quefelec" userId="fcffc988-bc4d-4b81-a6eb-94c617d18c4c" providerId="ADAL" clId="{14C83A0C-649B-4374-A008-45A5A3112510}" dt="2025-10-07T12:22:57.945" v="783"/>
        <pc:sldMkLst>
          <pc:docMk/>
          <pc:sldMk cId="1865372352" sldId="1798"/>
        </pc:sldMkLst>
      </pc:sldChg>
      <pc:sldChg chg="del ord">
        <pc:chgData name="Stephane  Quefelec" userId="fcffc988-bc4d-4b81-a6eb-94c617d18c4c" providerId="ADAL" clId="{14C83A0C-649B-4374-A008-45A5A3112510}" dt="2025-10-07T12:22:48.354" v="782" actId="2696"/>
        <pc:sldMkLst>
          <pc:docMk/>
          <pc:sldMk cId="3188239985" sldId="1798"/>
        </pc:sldMkLst>
      </pc:sldChg>
      <pc:sldChg chg="del ord">
        <pc:chgData name="Stephane  Quefelec" userId="fcffc988-bc4d-4b81-a6eb-94c617d18c4c" providerId="ADAL" clId="{14C83A0C-649B-4374-A008-45A5A3112510}" dt="2025-10-07T12:23:15.576" v="786" actId="2696"/>
        <pc:sldMkLst>
          <pc:docMk/>
          <pc:sldMk cId="322708229" sldId="1799"/>
        </pc:sldMkLst>
      </pc:sldChg>
      <pc:sldChg chg="add">
        <pc:chgData name="Stephane  Quefelec" userId="fcffc988-bc4d-4b81-a6eb-94c617d18c4c" providerId="ADAL" clId="{14C83A0C-649B-4374-A008-45A5A3112510}" dt="2025-10-07T12:23:18.926" v="787"/>
        <pc:sldMkLst>
          <pc:docMk/>
          <pc:sldMk cId="3084495619" sldId="1799"/>
        </pc:sldMkLst>
      </pc:sldChg>
      <pc:sldChg chg="add">
        <pc:chgData name="Stephane  Quefelec" userId="fcffc988-bc4d-4b81-a6eb-94c617d18c4c" providerId="ADAL" clId="{14C83A0C-649B-4374-A008-45A5A3112510}" dt="2025-10-07T12:22:57.945" v="783"/>
        <pc:sldMkLst>
          <pc:docMk/>
          <pc:sldMk cId="1908972371" sldId="1800"/>
        </pc:sldMkLst>
      </pc:sldChg>
      <pc:sldChg chg="del ord">
        <pc:chgData name="Stephane  Quefelec" userId="fcffc988-bc4d-4b81-a6eb-94c617d18c4c" providerId="ADAL" clId="{14C83A0C-649B-4374-A008-45A5A3112510}" dt="2025-10-07T12:22:48.354" v="782" actId="2696"/>
        <pc:sldMkLst>
          <pc:docMk/>
          <pc:sldMk cId="3370507577" sldId="1800"/>
        </pc:sldMkLst>
      </pc:sldChg>
      <pc:sldChg chg="modSp mod">
        <pc:chgData name="Stephane  Quefelec" userId="fcffc988-bc4d-4b81-a6eb-94c617d18c4c" providerId="ADAL" clId="{14C83A0C-649B-4374-A008-45A5A3112510}" dt="2025-10-07T06:56:00.249" v="506" actId="27636"/>
        <pc:sldMkLst>
          <pc:docMk/>
          <pc:sldMk cId="1252492" sldId="1809"/>
        </pc:sldMkLst>
        <pc:spChg chg="mod">
          <ac:chgData name="Stephane  Quefelec" userId="fcffc988-bc4d-4b81-a6eb-94c617d18c4c" providerId="ADAL" clId="{14C83A0C-649B-4374-A008-45A5A3112510}" dt="2025-10-07T06:56:00.249" v="506" actId="27636"/>
          <ac:spMkLst>
            <pc:docMk/>
            <pc:sldMk cId="1252492" sldId="1809"/>
            <ac:spMk id="2" creationId="{ED2329AE-22D4-EEF0-723C-669475075FA7}"/>
          </ac:spMkLst>
        </pc:spChg>
      </pc:sldChg>
      <pc:sldChg chg="del">
        <pc:chgData name="Stephane  Quefelec" userId="fcffc988-bc4d-4b81-a6eb-94c617d18c4c" providerId="ADAL" clId="{14C83A0C-649B-4374-A008-45A5A3112510}" dt="2025-10-08T16:37:41.299" v="801" actId="47"/>
        <pc:sldMkLst>
          <pc:docMk/>
          <pc:sldMk cId="3683664375" sldId="1810"/>
        </pc:sldMkLst>
      </pc:sldChg>
      <pc:sldChg chg="delSp modSp mod delAnim modNotesTx">
        <pc:chgData name="Stephane  Quefelec" userId="fcffc988-bc4d-4b81-a6eb-94c617d18c4c" providerId="ADAL" clId="{14C83A0C-649B-4374-A008-45A5A3112510}" dt="2025-10-09T07:11:15.392" v="999" actId="20577"/>
        <pc:sldMkLst>
          <pc:docMk/>
          <pc:sldMk cId="1344746568" sldId="1811"/>
        </pc:sldMkLst>
        <pc:spChg chg="mod">
          <ac:chgData name="Stephane  Quefelec" userId="fcffc988-bc4d-4b81-a6eb-94c617d18c4c" providerId="ADAL" clId="{14C83A0C-649B-4374-A008-45A5A3112510}" dt="2025-10-09T07:11:15.392" v="999" actId="20577"/>
          <ac:spMkLst>
            <pc:docMk/>
            <pc:sldMk cId="1344746568" sldId="1811"/>
            <ac:spMk id="4" creationId="{0F197D9A-90B5-3023-1ABD-1686DC56C6B8}"/>
          </ac:spMkLst>
        </pc:spChg>
        <pc:spChg chg="mod">
          <ac:chgData name="Stephane  Quefelec" userId="fcffc988-bc4d-4b81-a6eb-94c617d18c4c" providerId="ADAL" clId="{14C83A0C-649B-4374-A008-45A5A3112510}" dt="2025-10-03T09:21:56.072" v="86" actId="1076"/>
          <ac:spMkLst>
            <pc:docMk/>
            <pc:sldMk cId="1344746568" sldId="1811"/>
            <ac:spMk id="5" creationId="{C950D62F-A72F-B4E4-47E7-94CED1ED8EB1}"/>
          </ac:spMkLst>
        </pc:spChg>
      </pc:sldChg>
      <pc:sldChg chg="modSp mod modNotesTx">
        <pc:chgData name="Stephane  Quefelec" userId="fcffc988-bc4d-4b81-a6eb-94c617d18c4c" providerId="ADAL" clId="{14C83A0C-649B-4374-A008-45A5A3112510}" dt="2025-10-07T11:16:07.201" v="557" actId="20577"/>
        <pc:sldMkLst>
          <pc:docMk/>
          <pc:sldMk cId="4230210892" sldId="1812"/>
        </pc:sldMkLst>
        <pc:spChg chg="mod">
          <ac:chgData name="Stephane  Quefelec" userId="fcffc988-bc4d-4b81-a6eb-94c617d18c4c" providerId="ADAL" clId="{14C83A0C-649B-4374-A008-45A5A3112510}" dt="2025-10-03T09:24:32.957" v="170" actId="20577"/>
          <ac:spMkLst>
            <pc:docMk/>
            <pc:sldMk cId="4230210892" sldId="1812"/>
            <ac:spMk id="2" creationId="{41A2936B-584E-D5BB-A91B-217134D19BE1}"/>
          </ac:spMkLst>
        </pc:spChg>
        <pc:spChg chg="mod">
          <ac:chgData name="Stephane  Quefelec" userId="fcffc988-bc4d-4b81-a6eb-94c617d18c4c" providerId="ADAL" clId="{14C83A0C-649B-4374-A008-45A5A3112510}" dt="2025-10-03T09:25:33.658" v="181" actId="27636"/>
          <ac:spMkLst>
            <pc:docMk/>
            <pc:sldMk cId="4230210892" sldId="1812"/>
            <ac:spMk id="4" creationId="{6903A251-7108-675E-F71E-8CF80485167C}"/>
          </ac:spMkLst>
        </pc:spChg>
      </pc:sldChg>
      <pc:sldChg chg="del mod modShow">
        <pc:chgData name="Stephane  Quefelec" userId="fcffc988-bc4d-4b81-a6eb-94c617d18c4c" providerId="ADAL" clId="{14C83A0C-649B-4374-A008-45A5A3112510}" dt="2025-10-07T11:46:36.170" v="672" actId="47"/>
        <pc:sldMkLst>
          <pc:docMk/>
          <pc:sldMk cId="2282010507" sldId="1813"/>
        </pc:sldMkLst>
      </pc:sldChg>
      <pc:sldChg chg="del">
        <pc:chgData name="Stephane  Quefelec" userId="fcffc988-bc4d-4b81-a6eb-94c617d18c4c" providerId="ADAL" clId="{14C83A0C-649B-4374-A008-45A5A3112510}" dt="2025-10-07T11:47:41.667" v="684" actId="47"/>
        <pc:sldMkLst>
          <pc:docMk/>
          <pc:sldMk cId="775600191" sldId="1820"/>
        </pc:sldMkLst>
      </pc:sldChg>
      <pc:sldChg chg="del">
        <pc:chgData name="Stephane  Quefelec" userId="fcffc988-bc4d-4b81-a6eb-94c617d18c4c" providerId="ADAL" clId="{14C83A0C-649B-4374-A008-45A5A3112510}" dt="2025-10-07T11:47:32.773" v="682" actId="47"/>
        <pc:sldMkLst>
          <pc:docMk/>
          <pc:sldMk cId="1299377937" sldId="1821"/>
        </pc:sldMkLst>
      </pc:sldChg>
      <pc:sldChg chg="del mod modShow">
        <pc:chgData name="Stephane  Quefelec" userId="fcffc988-bc4d-4b81-a6eb-94c617d18c4c" providerId="ADAL" clId="{14C83A0C-649B-4374-A008-45A5A3112510}" dt="2025-10-07T11:47:01.927" v="679" actId="47"/>
        <pc:sldMkLst>
          <pc:docMk/>
          <pc:sldMk cId="137612193" sldId="1822"/>
        </pc:sldMkLst>
      </pc:sldChg>
      <pc:sldChg chg="del">
        <pc:chgData name="Stephane  Quefelec" userId="fcffc988-bc4d-4b81-a6eb-94c617d18c4c" providerId="ADAL" clId="{14C83A0C-649B-4374-A008-45A5A3112510}" dt="2025-10-07T11:47:34.961" v="683" actId="47"/>
        <pc:sldMkLst>
          <pc:docMk/>
          <pc:sldMk cId="3125633941" sldId="1824"/>
        </pc:sldMkLst>
      </pc:sldChg>
      <pc:sldChg chg="add">
        <pc:chgData name="Stephane  Quefelec" userId="fcffc988-bc4d-4b81-a6eb-94c617d18c4c" providerId="ADAL" clId="{14C83A0C-649B-4374-A008-45A5A3112510}" dt="2025-10-07T11:45:19.234" v="667"/>
        <pc:sldMkLst>
          <pc:docMk/>
          <pc:sldMk cId="257645886" sldId="1832"/>
        </pc:sldMkLst>
      </pc:sldChg>
      <pc:sldChg chg="add del">
        <pc:chgData name="Stephane  Quefelec" userId="fcffc988-bc4d-4b81-a6eb-94c617d18c4c" providerId="ADAL" clId="{14C83A0C-649B-4374-A008-45A5A3112510}" dt="2025-10-07T11:32:55.186" v="611" actId="47"/>
        <pc:sldMkLst>
          <pc:docMk/>
          <pc:sldMk cId="605079922" sldId="1846"/>
        </pc:sldMkLst>
      </pc:sldChg>
      <pc:sldChg chg="delSp add del mod">
        <pc:chgData name="Stephane  Quefelec" userId="fcffc988-bc4d-4b81-a6eb-94c617d18c4c" providerId="ADAL" clId="{14C83A0C-649B-4374-A008-45A5A3112510}" dt="2025-10-07T11:45:19.234" v="667"/>
        <pc:sldMkLst>
          <pc:docMk/>
          <pc:sldMk cId="1352219456" sldId="1846"/>
        </pc:sldMkLst>
        <pc:spChg chg="del">
          <ac:chgData name="Stephane  Quefelec" userId="fcffc988-bc4d-4b81-a6eb-94c617d18c4c" providerId="ADAL" clId="{14C83A0C-649B-4374-A008-45A5A3112510}" dt="2025-10-06T16:50:12.025" v="242" actId="478"/>
          <ac:spMkLst>
            <pc:docMk/>
            <pc:sldMk cId="1352219456" sldId="1846"/>
            <ac:spMk id="4" creationId="{5BC776F0-848C-2695-CA82-B248A026401F}"/>
          </ac:spMkLst>
        </pc:spChg>
      </pc:sldChg>
      <pc:sldChg chg="add">
        <pc:chgData name="Stephane  Quefelec" userId="fcffc988-bc4d-4b81-a6eb-94c617d18c4c" providerId="ADAL" clId="{14C83A0C-649B-4374-A008-45A5A3112510}" dt="2025-10-07T11:43:48.005" v="666"/>
        <pc:sldMkLst>
          <pc:docMk/>
          <pc:sldMk cId="2601692479" sldId="1847"/>
        </pc:sldMkLst>
      </pc:sldChg>
      <pc:sldChg chg="addSp delSp modSp add del mod">
        <pc:chgData name="Stephane  Quefelec" userId="fcffc988-bc4d-4b81-a6eb-94c617d18c4c" providerId="ADAL" clId="{14C83A0C-649B-4374-A008-45A5A3112510}" dt="2025-10-07T11:56:07.841" v="703" actId="47"/>
        <pc:sldMkLst>
          <pc:docMk/>
          <pc:sldMk cId="4083541870" sldId="1848"/>
        </pc:sldMkLst>
      </pc:sldChg>
      <pc:sldChg chg="add">
        <pc:chgData name="Stephane  Quefelec" userId="fcffc988-bc4d-4b81-a6eb-94c617d18c4c" providerId="ADAL" clId="{14C83A0C-649B-4374-A008-45A5A3112510}" dt="2025-10-07T11:43:48.005" v="666"/>
        <pc:sldMkLst>
          <pc:docMk/>
          <pc:sldMk cId="3729693746" sldId="1853"/>
        </pc:sldMkLst>
      </pc:sldChg>
      <pc:sldChg chg="modSp mod ord">
        <pc:chgData name="Stephane  Quefelec" userId="fcffc988-bc4d-4b81-a6eb-94c617d18c4c" providerId="ADAL" clId="{14C83A0C-649B-4374-A008-45A5A3112510}" dt="2025-10-06T16:50:45.999" v="264" actId="20577"/>
        <pc:sldMkLst>
          <pc:docMk/>
          <pc:sldMk cId="3286057478" sldId="1877"/>
        </pc:sldMkLst>
        <pc:spChg chg="mod">
          <ac:chgData name="Stephane  Quefelec" userId="fcffc988-bc4d-4b81-a6eb-94c617d18c4c" providerId="ADAL" clId="{14C83A0C-649B-4374-A008-45A5A3112510}" dt="2025-10-06T16:50:45.999" v="264" actId="20577"/>
          <ac:spMkLst>
            <pc:docMk/>
            <pc:sldMk cId="3286057478" sldId="1877"/>
            <ac:spMk id="5" creationId="{088FE086-70D5-86CE-BFDA-6D1CED54D62D}"/>
          </ac:spMkLst>
        </pc:spChg>
      </pc:sldChg>
      <pc:sldChg chg="add">
        <pc:chgData name="Stephane  Quefelec" userId="fcffc988-bc4d-4b81-a6eb-94c617d18c4c" providerId="ADAL" clId="{14C83A0C-649B-4374-A008-45A5A3112510}" dt="2025-10-07T11:43:48.005" v="666"/>
        <pc:sldMkLst>
          <pc:docMk/>
          <pc:sldMk cId="2676459909" sldId="1884"/>
        </pc:sldMkLst>
      </pc:sldChg>
      <pc:sldChg chg="modSp add mod">
        <pc:chgData name="Stephane  Quefelec" userId="fcffc988-bc4d-4b81-a6eb-94c617d18c4c" providerId="ADAL" clId="{14C83A0C-649B-4374-A008-45A5A3112510}" dt="2025-10-07T11:55:23.112" v="700" actId="14100"/>
        <pc:sldMkLst>
          <pc:docMk/>
          <pc:sldMk cId="2032972355" sldId="1885"/>
        </pc:sldMkLst>
        <pc:cxnChg chg="mod">
          <ac:chgData name="Stephane  Quefelec" userId="fcffc988-bc4d-4b81-a6eb-94c617d18c4c" providerId="ADAL" clId="{14C83A0C-649B-4374-A008-45A5A3112510}" dt="2025-10-07T11:55:23.112" v="700" actId="14100"/>
          <ac:cxnSpMkLst>
            <pc:docMk/>
            <pc:sldMk cId="2032972355" sldId="1885"/>
            <ac:cxnSpMk id="19" creationId="{E1D39031-7456-6B45-DCC2-BF65C8A9EA40}"/>
          </ac:cxnSpMkLst>
        </pc:cxnChg>
      </pc:sldChg>
      <pc:sldChg chg="modSp add mod">
        <pc:chgData name="Stephane  Quefelec" userId="fcffc988-bc4d-4b81-a6eb-94c617d18c4c" providerId="ADAL" clId="{14C83A0C-649B-4374-A008-45A5A3112510}" dt="2025-10-07T12:23:56.547" v="795" actId="20577"/>
        <pc:sldMkLst>
          <pc:docMk/>
          <pc:sldMk cId="1485049055" sldId="1886"/>
        </pc:sldMkLst>
        <pc:spChg chg="mod">
          <ac:chgData name="Stephane  Quefelec" userId="fcffc988-bc4d-4b81-a6eb-94c617d18c4c" providerId="ADAL" clId="{14C83A0C-649B-4374-A008-45A5A3112510}" dt="2025-10-07T12:23:56.547" v="795" actId="20577"/>
          <ac:spMkLst>
            <pc:docMk/>
            <pc:sldMk cId="1485049055" sldId="1886"/>
            <ac:spMk id="7" creationId="{7AAF510F-DB99-D830-47B8-1406AC630E72}"/>
          </ac:spMkLst>
        </pc:spChg>
      </pc:sldChg>
      <pc:sldChg chg="add del">
        <pc:chgData name="Stephane  Quefelec" userId="fcffc988-bc4d-4b81-a6eb-94c617d18c4c" providerId="ADAL" clId="{14C83A0C-649B-4374-A008-45A5A3112510}" dt="2025-10-07T11:45:59.271" v="668" actId="47"/>
        <pc:sldMkLst>
          <pc:docMk/>
          <pc:sldMk cId="2957958116" sldId="1903"/>
        </pc:sldMkLst>
      </pc:sldChg>
      <pc:sldChg chg="mod modShow">
        <pc:chgData name="Stephane  Quefelec" userId="fcffc988-bc4d-4b81-a6eb-94c617d18c4c" providerId="ADAL" clId="{14C83A0C-649B-4374-A008-45A5A3112510}" dt="2025-10-09T07:10:16.003" v="971" actId="729"/>
        <pc:sldMkLst>
          <pc:docMk/>
          <pc:sldMk cId="744120571" sldId="1916"/>
        </pc:sldMkLst>
      </pc:sldChg>
      <pc:sldChg chg="del">
        <pc:chgData name="Stephane  Quefelec" userId="fcffc988-bc4d-4b81-a6eb-94c617d18c4c" providerId="ADAL" clId="{14C83A0C-649B-4374-A008-45A5A3112510}" dt="2025-10-07T12:24:15.771" v="797" actId="2696"/>
        <pc:sldMkLst>
          <pc:docMk/>
          <pc:sldMk cId="1544083530" sldId="1918"/>
        </pc:sldMkLst>
      </pc:sldChg>
      <pc:sldChg chg="modSp add mod modShow">
        <pc:chgData name="Stephane  Quefelec" userId="fcffc988-bc4d-4b81-a6eb-94c617d18c4c" providerId="ADAL" clId="{14C83A0C-649B-4374-A008-45A5A3112510}" dt="2025-10-07T12:27:29.663" v="800" actId="20577"/>
        <pc:sldMkLst>
          <pc:docMk/>
          <pc:sldMk cId="3927865540" sldId="1918"/>
        </pc:sldMkLst>
        <pc:spChg chg="mod">
          <ac:chgData name="Stephane  Quefelec" userId="fcffc988-bc4d-4b81-a6eb-94c617d18c4c" providerId="ADAL" clId="{14C83A0C-649B-4374-A008-45A5A3112510}" dt="2025-10-07T12:27:29.663" v="800" actId="20577"/>
          <ac:spMkLst>
            <pc:docMk/>
            <pc:sldMk cId="3927865540" sldId="1918"/>
            <ac:spMk id="11" creationId="{4D94DA4B-A97E-3CAC-D9A3-DAC700EDA818}"/>
          </ac:spMkLst>
        </pc:spChg>
      </pc:sldChg>
      <pc:sldChg chg="addSp modSp mod ord">
        <pc:chgData name="Stephane  Quefelec" userId="fcffc988-bc4d-4b81-a6eb-94c617d18c4c" providerId="ADAL" clId="{14C83A0C-649B-4374-A008-45A5A3112510}" dt="2025-10-06T16:51:07.108" v="278" actId="20577"/>
        <pc:sldMkLst>
          <pc:docMk/>
          <pc:sldMk cId="2689947097" sldId="1920"/>
        </pc:sldMkLst>
        <pc:spChg chg="add mod">
          <ac:chgData name="Stephane  Quefelec" userId="fcffc988-bc4d-4b81-a6eb-94c617d18c4c" providerId="ADAL" clId="{14C83A0C-649B-4374-A008-45A5A3112510}" dt="2025-10-03T09:37:56.824" v="235" actId="207"/>
          <ac:spMkLst>
            <pc:docMk/>
            <pc:sldMk cId="2689947097" sldId="1920"/>
            <ac:spMk id="5" creationId="{857B0AC4-A6AD-2E2B-937F-2F4D86080AB8}"/>
          </ac:spMkLst>
        </pc:spChg>
        <pc:spChg chg="mod">
          <ac:chgData name="Stephane  Quefelec" userId="fcffc988-bc4d-4b81-a6eb-94c617d18c4c" providerId="ADAL" clId="{14C83A0C-649B-4374-A008-45A5A3112510}" dt="2025-10-06T16:51:07.108" v="278" actId="20577"/>
          <ac:spMkLst>
            <pc:docMk/>
            <pc:sldMk cId="2689947097" sldId="1920"/>
            <ac:spMk id="11" creationId="{CE6F4825-EF02-C73C-3E31-59EED7596F9B}"/>
          </ac:spMkLst>
        </pc:spChg>
        <pc:cxnChg chg="add mod">
          <ac:chgData name="Stephane  Quefelec" userId="fcffc988-bc4d-4b81-a6eb-94c617d18c4c" providerId="ADAL" clId="{14C83A0C-649B-4374-A008-45A5A3112510}" dt="2025-10-03T09:58:32.192" v="240" actId="14100"/>
          <ac:cxnSpMkLst>
            <pc:docMk/>
            <pc:sldMk cId="2689947097" sldId="1920"/>
            <ac:cxnSpMk id="8" creationId="{9464E28B-A2E7-83C8-9614-5D6B11725BD5}"/>
          </ac:cxnSpMkLst>
        </pc:cxnChg>
      </pc:sldChg>
      <pc:sldChg chg="modSp mod ord">
        <pc:chgData name="Stephane  Quefelec" userId="fcffc988-bc4d-4b81-a6eb-94c617d18c4c" providerId="ADAL" clId="{14C83A0C-649B-4374-A008-45A5A3112510}" dt="2025-10-07T11:18:18.798" v="579" actId="20577"/>
        <pc:sldMkLst>
          <pc:docMk/>
          <pc:sldMk cId="2485267265" sldId="1941"/>
        </pc:sldMkLst>
        <pc:spChg chg="mod">
          <ac:chgData name="Stephane  Quefelec" userId="fcffc988-bc4d-4b81-a6eb-94c617d18c4c" providerId="ADAL" clId="{14C83A0C-649B-4374-A008-45A5A3112510}" dt="2025-10-07T11:18:18.798" v="579" actId="20577"/>
          <ac:spMkLst>
            <pc:docMk/>
            <pc:sldMk cId="2485267265" sldId="1941"/>
            <ac:spMk id="2" creationId="{4636BE03-BB8C-01B0-3CB9-7BECA3966681}"/>
          </ac:spMkLst>
        </pc:spChg>
      </pc:sldChg>
      <pc:sldChg chg="modSp mod ord">
        <pc:chgData name="Stephane  Quefelec" userId="fcffc988-bc4d-4b81-a6eb-94c617d18c4c" providerId="ADAL" clId="{14C83A0C-649B-4374-A008-45A5A3112510}" dt="2025-10-03T09:32:33.255" v="222" actId="20577"/>
        <pc:sldMkLst>
          <pc:docMk/>
          <pc:sldMk cId="805534209" sldId="1959"/>
        </pc:sldMkLst>
        <pc:spChg chg="mod">
          <ac:chgData name="Stephane  Quefelec" userId="fcffc988-bc4d-4b81-a6eb-94c617d18c4c" providerId="ADAL" clId="{14C83A0C-649B-4374-A008-45A5A3112510}" dt="2025-10-03T09:32:33.255" v="222" actId="20577"/>
          <ac:spMkLst>
            <pc:docMk/>
            <pc:sldMk cId="805534209" sldId="1959"/>
            <ac:spMk id="2" creationId="{5B47A36D-C1B1-A929-057D-9542C83035B1}"/>
          </ac:spMkLst>
        </pc:spChg>
      </pc:sldChg>
      <pc:sldChg chg="ord modNotesTx">
        <pc:chgData name="Stephane  Quefelec" userId="fcffc988-bc4d-4b81-a6eb-94c617d18c4c" providerId="ADAL" clId="{14C83A0C-649B-4374-A008-45A5A3112510}" dt="2025-10-09T05:40:46.468" v="841" actId="20577"/>
        <pc:sldMkLst>
          <pc:docMk/>
          <pc:sldMk cId="2678989047" sldId="1960"/>
        </pc:sldMkLst>
      </pc:sldChg>
      <pc:sldChg chg="ord">
        <pc:chgData name="Stephane  Quefelec" userId="fcffc988-bc4d-4b81-a6eb-94c617d18c4c" providerId="ADAL" clId="{14C83A0C-649B-4374-A008-45A5A3112510}" dt="2025-10-03T09:27:21.971" v="183"/>
        <pc:sldMkLst>
          <pc:docMk/>
          <pc:sldMk cId="366428035" sldId="1961"/>
        </pc:sldMkLst>
      </pc:sldChg>
      <pc:sldChg chg="modSp mod ord">
        <pc:chgData name="Stephane  Quefelec" userId="fcffc988-bc4d-4b81-a6eb-94c617d18c4c" providerId="ADAL" clId="{14C83A0C-649B-4374-A008-45A5A3112510}" dt="2025-10-09T05:41:45.805" v="843" actId="13926"/>
        <pc:sldMkLst>
          <pc:docMk/>
          <pc:sldMk cId="1745080450" sldId="1962"/>
        </pc:sldMkLst>
        <pc:spChg chg="mod">
          <ac:chgData name="Stephane  Quefelec" userId="fcffc988-bc4d-4b81-a6eb-94c617d18c4c" providerId="ADAL" clId="{14C83A0C-649B-4374-A008-45A5A3112510}" dt="2025-10-09T05:41:45.805" v="843" actId="13926"/>
          <ac:spMkLst>
            <pc:docMk/>
            <pc:sldMk cId="1745080450" sldId="1962"/>
            <ac:spMk id="7" creationId="{5B039C0A-C54C-4E3E-258F-40574CFFC4C0}"/>
          </ac:spMkLst>
        </pc:spChg>
      </pc:sldChg>
      <pc:sldChg chg="ord">
        <pc:chgData name="Stephane  Quefelec" userId="fcffc988-bc4d-4b81-a6eb-94c617d18c4c" providerId="ADAL" clId="{14C83A0C-649B-4374-A008-45A5A3112510}" dt="2025-10-03T09:27:21.971" v="183"/>
        <pc:sldMkLst>
          <pc:docMk/>
          <pc:sldMk cId="1974605693" sldId="1963"/>
        </pc:sldMkLst>
      </pc:sldChg>
      <pc:sldChg chg="ord">
        <pc:chgData name="Stephane  Quefelec" userId="fcffc988-bc4d-4b81-a6eb-94c617d18c4c" providerId="ADAL" clId="{14C83A0C-649B-4374-A008-45A5A3112510}" dt="2025-10-03T09:27:21.971" v="183"/>
        <pc:sldMkLst>
          <pc:docMk/>
          <pc:sldMk cId="2752666794" sldId="1964"/>
        </pc:sldMkLst>
      </pc:sldChg>
      <pc:sldChg chg="ord">
        <pc:chgData name="Stephane  Quefelec" userId="fcffc988-bc4d-4b81-a6eb-94c617d18c4c" providerId="ADAL" clId="{14C83A0C-649B-4374-A008-45A5A3112510}" dt="2025-10-03T09:27:21.971" v="183"/>
        <pc:sldMkLst>
          <pc:docMk/>
          <pc:sldMk cId="3098896223" sldId="1965"/>
        </pc:sldMkLst>
      </pc:sldChg>
      <pc:sldChg chg="ord">
        <pc:chgData name="Stephane  Quefelec" userId="fcffc988-bc4d-4b81-a6eb-94c617d18c4c" providerId="ADAL" clId="{14C83A0C-649B-4374-A008-45A5A3112510}" dt="2025-10-03T09:27:21.971" v="183"/>
        <pc:sldMkLst>
          <pc:docMk/>
          <pc:sldMk cId="540827869" sldId="1966"/>
        </pc:sldMkLst>
      </pc:sldChg>
      <pc:sldChg chg="mod ord modShow">
        <pc:chgData name="Stephane  Quefelec" userId="fcffc988-bc4d-4b81-a6eb-94c617d18c4c" providerId="ADAL" clId="{14C83A0C-649B-4374-A008-45A5A3112510}" dt="2025-10-09T05:43:45.831" v="844" actId="729"/>
        <pc:sldMkLst>
          <pc:docMk/>
          <pc:sldMk cId="495383085" sldId="1967"/>
        </pc:sldMkLst>
      </pc:sldChg>
      <pc:sldChg chg="modSp mod ord">
        <pc:chgData name="Stephane  Quefelec" userId="fcffc988-bc4d-4b81-a6eb-94c617d18c4c" providerId="ADAL" clId="{14C83A0C-649B-4374-A008-45A5A3112510}" dt="2025-10-07T11:20:19.554" v="583" actId="6549"/>
        <pc:sldMkLst>
          <pc:docMk/>
          <pc:sldMk cId="3826395279" sldId="1968"/>
        </pc:sldMkLst>
        <pc:spChg chg="mod">
          <ac:chgData name="Stephane  Quefelec" userId="fcffc988-bc4d-4b81-a6eb-94c617d18c4c" providerId="ADAL" clId="{14C83A0C-649B-4374-A008-45A5A3112510}" dt="2025-10-07T11:20:19.554" v="583" actId="6549"/>
          <ac:spMkLst>
            <pc:docMk/>
            <pc:sldMk cId="3826395279" sldId="1968"/>
            <ac:spMk id="6" creationId="{D3ED0014-7A2A-E97A-A503-572061DC2557}"/>
          </ac:spMkLst>
        </pc:spChg>
      </pc:sldChg>
      <pc:sldChg chg="ord">
        <pc:chgData name="Stephane  Quefelec" userId="fcffc988-bc4d-4b81-a6eb-94c617d18c4c" providerId="ADAL" clId="{14C83A0C-649B-4374-A008-45A5A3112510}" dt="2025-10-03T09:27:21.971" v="183"/>
        <pc:sldMkLst>
          <pc:docMk/>
          <pc:sldMk cId="1572102536" sldId="1970"/>
        </pc:sldMkLst>
      </pc:sldChg>
      <pc:sldChg chg="ord">
        <pc:chgData name="Stephane  Quefelec" userId="fcffc988-bc4d-4b81-a6eb-94c617d18c4c" providerId="ADAL" clId="{14C83A0C-649B-4374-A008-45A5A3112510}" dt="2025-10-03T09:27:21.971" v="183"/>
        <pc:sldMkLst>
          <pc:docMk/>
          <pc:sldMk cId="2254321785" sldId="1971"/>
        </pc:sldMkLst>
      </pc:sldChg>
      <pc:sldChg chg="ord">
        <pc:chgData name="Stephane  Quefelec" userId="fcffc988-bc4d-4b81-a6eb-94c617d18c4c" providerId="ADAL" clId="{14C83A0C-649B-4374-A008-45A5A3112510}" dt="2025-10-03T09:27:21.971" v="183"/>
        <pc:sldMkLst>
          <pc:docMk/>
          <pc:sldMk cId="90930602" sldId="1973"/>
        </pc:sldMkLst>
      </pc:sldChg>
      <pc:sldChg chg="ord">
        <pc:chgData name="Stephane  Quefelec" userId="fcffc988-bc4d-4b81-a6eb-94c617d18c4c" providerId="ADAL" clId="{14C83A0C-649B-4374-A008-45A5A3112510}" dt="2025-10-03T09:27:21.971" v="183"/>
        <pc:sldMkLst>
          <pc:docMk/>
          <pc:sldMk cId="2071549338" sldId="1974"/>
        </pc:sldMkLst>
      </pc:sldChg>
      <pc:sldChg chg="ord">
        <pc:chgData name="Stephane  Quefelec" userId="fcffc988-bc4d-4b81-a6eb-94c617d18c4c" providerId="ADAL" clId="{14C83A0C-649B-4374-A008-45A5A3112510}" dt="2025-10-03T09:27:21.971" v="183"/>
        <pc:sldMkLst>
          <pc:docMk/>
          <pc:sldMk cId="2296537108" sldId="1975"/>
        </pc:sldMkLst>
      </pc:sldChg>
      <pc:sldChg chg="ord">
        <pc:chgData name="Stephane  Quefelec" userId="fcffc988-bc4d-4b81-a6eb-94c617d18c4c" providerId="ADAL" clId="{14C83A0C-649B-4374-A008-45A5A3112510}" dt="2025-10-03T09:27:21.971" v="183"/>
        <pc:sldMkLst>
          <pc:docMk/>
          <pc:sldMk cId="3517240860" sldId="1976"/>
        </pc:sldMkLst>
      </pc:sldChg>
      <pc:sldChg chg="ord">
        <pc:chgData name="Stephane  Quefelec" userId="fcffc988-bc4d-4b81-a6eb-94c617d18c4c" providerId="ADAL" clId="{14C83A0C-649B-4374-A008-45A5A3112510}" dt="2025-10-03T09:27:21.971" v="183"/>
        <pc:sldMkLst>
          <pc:docMk/>
          <pc:sldMk cId="4272293645" sldId="1978"/>
        </pc:sldMkLst>
      </pc:sldChg>
      <pc:sldChg chg="ord">
        <pc:chgData name="Stephane  Quefelec" userId="fcffc988-bc4d-4b81-a6eb-94c617d18c4c" providerId="ADAL" clId="{14C83A0C-649B-4374-A008-45A5A3112510}" dt="2025-10-03T09:27:21.971" v="183"/>
        <pc:sldMkLst>
          <pc:docMk/>
          <pc:sldMk cId="2489206716" sldId="1979"/>
        </pc:sldMkLst>
      </pc:sldChg>
      <pc:sldChg chg="modSp mod ord modNotesTx">
        <pc:chgData name="Stephane  Quefelec" userId="fcffc988-bc4d-4b81-a6eb-94c617d18c4c" providerId="ADAL" clId="{14C83A0C-649B-4374-A008-45A5A3112510}" dt="2025-10-09T05:50:50.877" v="968" actId="20577"/>
        <pc:sldMkLst>
          <pc:docMk/>
          <pc:sldMk cId="1684579539" sldId="1980"/>
        </pc:sldMkLst>
        <pc:spChg chg="mod">
          <ac:chgData name="Stephane  Quefelec" userId="fcffc988-bc4d-4b81-a6eb-94c617d18c4c" providerId="ADAL" clId="{14C83A0C-649B-4374-A008-45A5A3112510}" dt="2025-10-09T05:49:13.788" v="846" actId="115"/>
          <ac:spMkLst>
            <pc:docMk/>
            <pc:sldMk cId="1684579539" sldId="1980"/>
            <ac:spMk id="7" creationId="{5B039C0A-C54C-4E3E-258F-40574CFFC4C0}"/>
          </ac:spMkLst>
        </pc:spChg>
        <pc:spChg chg="mod">
          <ac:chgData name="Stephane  Quefelec" userId="fcffc988-bc4d-4b81-a6eb-94c617d18c4c" providerId="ADAL" clId="{14C83A0C-649B-4374-A008-45A5A3112510}" dt="2025-10-09T05:48:37.175" v="845" actId="13926"/>
          <ac:spMkLst>
            <pc:docMk/>
            <pc:sldMk cId="1684579539" sldId="1980"/>
            <ac:spMk id="11" creationId="{E26EEEAE-9164-332B-F237-0CBFF67D9327}"/>
          </ac:spMkLst>
        </pc:spChg>
      </pc:sldChg>
      <pc:sldChg chg="ord">
        <pc:chgData name="Stephane  Quefelec" userId="fcffc988-bc4d-4b81-a6eb-94c617d18c4c" providerId="ADAL" clId="{14C83A0C-649B-4374-A008-45A5A3112510}" dt="2025-10-03T09:27:21.971" v="183"/>
        <pc:sldMkLst>
          <pc:docMk/>
          <pc:sldMk cId="4218346458" sldId="1981"/>
        </pc:sldMkLst>
      </pc:sldChg>
      <pc:sldChg chg="del mod modShow">
        <pc:chgData name="Stephane  Quefelec" userId="fcffc988-bc4d-4b81-a6eb-94c617d18c4c" providerId="ADAL" clId="{14C83A0C-649B-4374-A008-45A5A3112510}" dt="2025-10-07T11:47:06.684" v="680" actId="47"/>
        <pc:sldMkLst>
          <pc:docMk/>
          <pc:sldMk cId="119472937" sldId="1984"/>
        </pc:sldMkLst>
      </pc:sldChg>
      <pc:sldChg chg="mod modShow">
        <pc:chgData name="Stephane  Quefelec" userId="fcffc988-bc4d-4b81-a6eb-94c617d18c4c" providerId="ADAL" clId="{14C83A0C-649B-4374-A008-45A5A3112510}" dt="2025-10-09T05:51:27.934" v="969" actId="729"/>
        <pc:sldMkLst>
          <pc:docMk/>
          <pc:sldMk cId="1979290979" sldId="1985"/>
        </pc:sldMkLst>
      </pc:sldChg>
      <pc:sldChg chg="mod modShow">
        <pc:chgData name="Stephane  Quefelec" userId="fcffc988-bc4d-4b81-a6eb-94c617d18c4c" providerId="ADAL" clId="{14C83A0C-649B-4374-A008-45A5A3112510}" dt="2025-10-07T12:16:05.747" v="705" actId="729"/>
        <pc:sldMkLst>
          <pc:docMk/>
          <pc:sldMk cId="3149309958" sldId="1986"/>
        </pc:sldMkLst>
      </pc:sldChg>
      <pc:sldChg chg="addSp delSp modSp mod modShow">
        <pc:chgData name="Stephane  Quefelec" userId="fcffc988-bc4d-4b81-a6eb-94c617d18c4c" providerId="ADAL" clId="{14C83A0C-649B-4374-A008-45A5A3112510}" dt="2025-10-07T12:19:06.979" v="770" actId="20577"/>
        <pc:sldMkLst>
          <pc:docMk/>
          <pc:sldMk cId="787437524" sldId="1993"/>
        </pc:sldMkLst>
        <pc:spChg chg="mod">
          <ac:chgData name="Stephane  Quefelec" userId="fcffc988-bc4d-4b81-a6eb-94c617d18c4c" providerId="ADAL" clId="{14C83A0C-649B-4374-A008-45A5A3112510}" dt="2025-10-07T12:19:06.979" v="770" actId="20577"/>
          <ac:spMkLst>
            <pc:docMk/>
            <pc:sldMk cId="787437524" sldId="1993"/>
            <ac:spMk id="8" creationId="{4D7E68BC-FA71-E7E8-D056-3301B1D1BABD}"/>
          </ac:spMkLst>
        </pc:spChg>
        <pc:picChg chg="add mod">
          <ac:chgData name="Stephane  Quefelec" userId="fcffc988-bc4d-4b81-a6eb-94c617d18c4c" providerId="ADAL" clId="{14C83A0C-649B-4374-A008-45A5A3112510}" dt="2025-10-07T12:18:45.304" v="715" actId="1076"/>
          <ac:picMkLst>
            <pc:docMk/>
            <pc:sldMk cId="787437524" sldId="1993"/>
            <ac:picMk id="4" creationId="{46B716B6-72B8-2CAD-32ED-A8D37B335179}"/>
          </ac:picMkLst>
        </pc:picChg>
      </pc:sldChg>
      <pc:sldChg chg="addSp delSp modSp mod modShow">
        <pc:chgData name="Stephane  Quefelec" userId="fcffc988-bc4d-4b81-a6eb-94c617d18c4c" providerId="ADAL" clId="{14C83A0C-649B-4374-A008-45A5A3112510}" dt="2025-10-07T12:20:03.933" v="774" actId="729"/>
        <pc:sldMkLst>
          <pc:docMk/>
          <pc:sldMk cId="2074017868" sldId="1994"/>
        </pc:sldMkLst>
        <pc:spChg chg="add mod">
          <ac:chgData name="Stephane  Quefelec" userId="fcffc988-bc4d-4b81-a6eb-94c617d18c4c" providerId="ADAL" clId="{14C83A0C-649B-4374-A008-45A5A3112510}" dt="2025-10-07T12:19:57.391" v="773" actId="1076"/>
          <ac:spMkLst>
            <pc:docMk/>
            <pc:sldMk cId="2074017868" sldId="1994"/>
            <ac:spMk id="3" creationId="{5275F39A-E986-45B9-7D58-0DDB0F7F70A3}"/>
          </ac:spMkLst>
        </pc:spChg>
      </pc:sldChg>
      <pc:sldChg chg="modSp mod">
        <pc:chgData name="Stephane  Quefelec" userId="fcffc988-bc4d-4b81-a6eb-94c617d18c4c" providerId="ADAL" clId="{14C83A0C-649B-4374-A008-45A5A3112510}" dt="2025-10-06T17:06:53.496" v="489" actId="20577"/>
        <pc:sldMkLst>
          <pc:docMk/>
          <pc:sldMk cId="2347366309" sldId="1995"/>
        </pc:sldMkLst>
        <pc:spChg chg="mod">
          <ac:chgData name="Stephane  Quefelec" userId="fcffc988-bc4d-4b81-a6eb-94c617d18c4c" providerId="ADAL" clId="{14C83A0C-649B-4374-A008-45A5A3112510}" dt="2025-10-03T08:47:37.424" v="16" actId="20577"/>
          <ac:spMkLst>
            <pc:docMk/>
            <pc:sldMk cId="2347366309" sldId="1995"/>
            <ac:spMk id="8" creationId="{F96ECC34-C9C5-86CF-6D14-957EDDF105AD}"/>
          </ac:spMkLst>
        </pc:spChg>
        <pc:spChg chg="mod">
          <ac:chgData name="Stephane  Quefelec" userId="fcffc988-bc4d-4b81-a6eb-94c617d18c4c" providerId="ADAL" clId="{14C83A0C-649B-4374-A008-45A5A3112510}" dt="2025-10-06T17:06:53.496" v="489" actId="20577"/>
          <ac:spMkLst>
            <pc:docMk/>
            <pc:sldMk cId="2347366309" sldId="1995"/>
            <ac:spMk id="9" creationId="{DAD74A2F-28C7-65A6-88CB-B17DD66BC6FD}"/>
          </ac:spMkLst>
        </pc:spChg>
      </pc:sldChg>
      <pc:sldChg chg="mod modShow">
        <pc:chgData name="Stephane  Quefelec" userId="fcffc988-bc4d-4b81-a6eb-94c617d18c4c" providerId="ADAL" clId="{14C83A0C-649B-4374-A008-45A5A3112510}" dt="2025-10-07T11:16:37.108" v="558" actId="729"/>
        <pc:sldMkLst>
          <pc:docMk/>
          <pc:sldMk cId="561390410" sldId="1997"/>
        </pc:sldMkLst>
      </pc:sldChg>
      <pc:sldChg chg="del">
        <pc:chgData name="Stephane  Quefelec" userId="fcffc988-bc4d-4b81-a6eb-94c617d18c4c" providerId="ADAL" clId="{14C83A0C-649B-4374-A008-45A5A3112510}" dt="2025-10-07T11:46:35.111" v="671" actId="47"/>
        <pc:sldMkLst>
          <pc:docMk/>
          <pc:sldMk cId="3444765556" sldId="2007"/>
        </pc:sldMkLst>
      </pc:sldChg>
      <pc:sldChg chg="del">
        <pc:chgData name="Stephane  Quefelec" userId="fcffc988-bc4d-4b81-a6eb-94c617d18c4c" providerId="ADAL" clId="{14C83A0C-649B-4374-A008-45A5A3112510}" dt="2025-10-07T11:46:39.873" v="673" actId="47"/>
        <pc:sldMkLst>
          <pc:docMk/>
          <pc:sldMk cId="805463336" sldId="2008"/>
        </pc:sldMkLst>
      </pc:sldChg>
      <pc:sldChg chg="del">
        <pc:chgData name="Stephane  Quefelec" userId="fcffc988-bc4d-4b81-a6eb-94c617d18c4c" providerId="ADAL" clId="{14C83A0C-649B-4374-A008-45A5A3112510}" dt="2025-10-07T11:46:45.365" v="674" actId="47"/>
        <pc:sldMkLst>
          <pc:docMk/>
          <pc:sldMk cId="3964098613" sldId="2009"/>
        </pc:sldMkLst>
      </pc:sldChg>
      <pc:sldChg chg="del mod modShow">
        <pc:chgData name="Stephane  Quefelec" userId="fcffc988-bc4d-4b81-a6eb-94c617d18c4c" providerId="ADAL" clId="{14C83A0C-649B-4374-A008-45A5A3112510}" dt="2025-10-07T11:46:50.648" v="675" actId="47"/>
        <pc:sldMkLst>
          <pc:docMk/>
          <pc:sldMk cId="1067940674" sldId="2010"/>
        </pc:sldMkLst>
      </pc:sldChg>
      <pc:sldChg chg="del mod modShow">
        <pc:chgData name="Stephane  Quefelec" userId="fcffc988-bc4d-4b81-a6eb-94c617d18c4c" providerId="ADAL" clId="{14C83A0C-649B-4374-A008-45A5A3112510}" dt="2025-10-07T11:46:51.589" v="676" actId="47"/>
        <pc:sldMkLst>
          <pc:docMk/>
          <pc:sldMk cId="4220201501" sldId="2011"/>
        </pc:sldMkLst>
      </pc:sldChg>
      <pc:sldChg chg="del mod modShow">
        <pc:chgData name="Stephane  Quefelec" userId="fcffc988-bc4d-4b81-a6eb-94c617d18c4c" providerId="ADAL" clId="{14C83A0C-649B-4374-A008-45A5A3112510}" dt="2025-10-07T11:47:00.030" v="678" actId="47"/>
        <pc:sldMkLst>
          <pc:docMk/>
          <pc:sldMk cId="2709541373" sldId="2015"/>
        </pc:sldMkLst>
      </pc:sldChg>
      <pc:sldChg chg="del">
        <pc:chgData name="Stephane  Quefelec" userId="fcffc988-bc4d-4b81-a6eb-94c617d18c4c" providerId="ADAL" clId="{14C83A0C-649B-4374-A008-45A5A3112510}" dt="2025-10-07T11:47:43.819" v="685" actId="47"/>
        <pc:sldMkLst>
          <pc:docMk/>
          <pc:sldMk cId="3943695830" sldId="2017"/>
        </pc:sldMkLst>
      </pc:sldChg>
      <pc:sldChg chg="del mod modShow">
        <pc:chgData name="Stephane  Quefelec" userId="fcffc988-bc4d-4b81-a6eb-94c617d18c4c" providerId="ADAL" clId="{14C83A0C-649B-4374-A008-45A5A3112510}" dt="2025-10-07T11:47:52.053" v="686" actId="47"/>
        <pc:sldMkLst>
          <pc:docMk/>
          <pc:sldMk cId="3765195755" sldId="2018"/>
        </pc:sldMkLst>
      </pc:sldChg>
      <pc:sldChg chg="del mod modShow">
        <pc:chgData name="Stephane  Quefelec" userId="fcffc988-bc4d-4b81-a6eb-94c617d18c4c" providerId="ADAL" clId="{14C83A0C-649B-4374-A008-45A5A3112510}" dt="2025-10-07T11:47:52.892" v="687" actId="47"/>
        <pc:sldMkLst>
          <pc:docMk/>
          <pc:sldMk cId="4046752784" sldId="2019"/>
        </pc:sldMkLst>
      </pc:sldChg>
      <pc:sldChg chg="del mod modShow">
        <pc:chgData name="Stephane  Quefelec" userId="fcffc988-bc4d-4b81-a6eb-94c617d18c4c" providerId="ADAL" clId="{14C83A0C-649B-4374-A008-45A5A3112510}" dt="2025-10-07T11:47:54.298" v="688" actId="47"/>
        <pc:sldMkLst>
          <pc:docMk/>
          <pc:sldMk cId="3171049455" sldId="2020"/>
        </pc:sldMkLst>
      </pc:sldChg>
      <pc:sldChg chg="del mod modShow">
        <pc:chgData name="Stephane  Quefelec" userId="fcffc988-bc4d-4b81-a6eb-94c617d18c4c" providerId="ADAL" clId="{14C83A0C-649B-4374-A008-45A5A3112510}" dt="2025-10-07T11:47:56.588" v="689" actId="47"/>
        <pc:sldMkLst>
          <pc:docMk/>
          <pc:sldMk cId="765366439" sldId="2021"/>
        </pc:sldMkLst>
      </pc:sldChg>
      <pc:sldChg chg="del">
        <pc:chgData name="Stephane  Quefelec" userId="fcffc988-bc4d-4b81-a6eb-94c617d18c4c" providerId="ADAL" clId="{14C83A0C-649B-4374-A008-45A5A3112510}" dt="2025-10-07T11:47:58.530" v="690" actId="47"/>
        <pc:sldMkLst>
          <pc:docMk/>
          <pc:sldMk cId="1036417373" sldId="2022"/>
        </pc:sldMkLst>
      </pc:sldChg>
      <pc:sldChg chg="del">
        <pc:chgData name="Stephane  Quefelec" userId="fcffc988-bc4d-4b81-a6eb-94c617d18c4c" providerId="ADAL" clId="{14C83A0C-649B-4374-A008-45A5A3112510}" dt="2025-10-07T12:24:00.230" v="796" actId="47"/>
        <pc:sldMkLst>
          <pc:docMk/>
          <pc:sldMk cId="4286617900" sldId="2023"/>
        </pc:sldMkLst>
      </pc:sldChg>
      <pc:sldChg chg="mod ord modShow">
        <pc:chgData name="Stephane  Quefelec" userId="fcffc988-bc4d-4b81-a6eb-94c617d18c4c" providerId="ADAL" clId="{14C83A0C-649B-4374-A008-45A5A3112510}" dt="2025-10-09T05:40:53.675" v="842" actId="729"/>
        <pc:sldMkLst>
          <pc:docMk/>
          <pc:sldMk cId="3590864800" sldId="2027"/>
        </pc:sldMkLst>
      </pc:sldChg>
      <pc:sldChg chg="mod modShow">
        <pc:chgData name="Stephane  Quefelec" userId="fcffc988-bc4d-4b81-a6eb-94c617d18c4c" providerId="ADAL" clId="{14C83A0C-649B-4374-A008-45A5A3112510}" dt="2025-10-03T09:24:05.692" v="144" actId="729"/>
        <pc:sldMkLst>
          <pc:docMk/>
          <pc:sldMk cId="830147961" sldId="2029"/>
        </pc:sldMkLst>
      </pc:sldChg>
      <pc:sldChg chg="add">
        <pc:chgData name="Stephane  Quefelec" userId="fcffc988-bc4d-4b81-a6eb-94c617d18c4c" providerId="ADAL" clId="{14C83A0C-649B-4374-A008-45A5A3112510}" dt="2025-10-07T11:56:03.283" v="702"/>
        <pc:sldMkLst>
          <pc:docMk/>
          <pc:sldMk cId="1343485737" sldId="2044"/>
        </pc:sldMkLst>
      </pc:sldChg>
      <pc:sldChg chg="del">
        <pc:chgData name="Stephane  Quefelec" userId="fcffc988-bc4d-4b81-a6eb-94c617d18c4c" providerId="ADAL" clId="{14C83A0C-649B-4374-A008-45A5A3112510}" dt="2025-10-07T11:55:56.491" v="701" actId="2696"/>
        <pc:sldMkLst>
          <pc:docMk/>
          <pc:sldMk cId="1621861205" sldId="2044"/>
        </pc:sldMkLst>
      </pc:sldChg>
      <pc:sldChg chg="new del">
        <pc:chgData name="Stephane  Quefelec" userId="fcffc988-bc4d-4b81-a6eb-94c617d18c4c" providerId="ADAL" clId="{14C83A0C-649B-4374-A008-45A5A3112510}" dt="2025-10-06T16:51:22.560" v="279" actId="47"/>
        <pc:sldMkLst>
          <pc:docMk/>
          <pc:sldMk cId="1700710786" sldId="2045"/>
        </pc:sldMkLst>
      </pc:sldChg>
      <pc:sldChg chg="modSp add mod">
        <pc:chgData name="Stephane  Quefelec" userId="fcffc988-bc4d-4b81-a6eb-94c617d18c4c" providerId="ADAL" clId="{14C83A0C-649B-4374-A008-45A5A3112510}" dt="2025-10-07T11:21:09.259" v="602" actId="20577"/>
        <pc:sldMkLst>
          <pc:docMk/>
          <pc:sldMk cId="3731720068" sldId="2046"/>
        </pc:sldMkLst>
        <pc:spChg chg="mod">
          <ac:chgData name="Stephane  Quefelec" userId="fcffc988-bc4d-4b81-a6eb-94c617d18c4c" providerId="ADAL" clId="{14C83A0C-649B-4374-A008-45A5A3112510}" dt="2025-10-07T11:21:09.259" v="602" actId="20577"/>
          <ac:spMkLst>
            <pc:docMk/>
            <pc:sldMk cId="3731720068" sldId="2046"/>
            <ac:spMk id="3" creationId="{9DC01016-FC08-1DB1-94FF-F6F17B3FB5BF}"/>
          </ac:spMkLst>
        </pc:spChg>
      </pc:sldChg>
      <pc:sldChg chg="addSp modSp add del mod">
        <pc:chgData name="Stephane  Quefelec" userId="fcffc988-bc4d-4b81-a6eb-94c617d18c4c" providerId="ADAL" clId="{14C83A0C-649B-4374-A008-45A5A3112510}" dt="2025-10-07T11:19:15.654" v="580" actId="47"/>
        <pc:sldMkLst>
          <pc:docMk/>
          <pc:sldMk cId="2832014059" sldId="2047"/>
        </pc:sldMkLst>
      </pc:sldChg>
      <pc:sldChg chg="add mod modShow modNotesTx">
        <pc:chgData name="Stephane  Quefelec" userId="fcffc988-bc4d-4b81-a6eb-94c617d18c4c" providerId="ADAL" clId="{14C83A0C-649B-4374-A008-45A5A3112510}" dt="2025-10-08T16:44:47.944" v="803" actId="729"/>
        <pc:sldMkLst>
          <pc:docMk/>
          <pc:sldMk cId="561493271" sldId="2048"/>
        </pc:sldMkLst>
      </pc:sldChg>
      <pc:sldChg chg="add">
        <pc:chgData name="Stephane  Quefelec" userId="fcffc988-bc4d-4b81-a6eb-94c617d18c4c" providerId="ADAL" clId="{14C83A0C-649B-4374-A008-45A5A3112510}" dt="2025-10-07T11:19:37.477" v="581"/>
        <pc:sldMkLst>
          <pc:docMk/>
          <pc:sldMk cId="2624651262" sldId="2049"/>
        </pc:sldMkLst>
      </pc:sldChg>
      <pc:sldChg chg="add">
        <pc:chgData name="Stephane  Quefelec" userId="fcffc988-bc4d-4b81-a6eb-94c617d18c4c" providerId="ADAL" clId="{14C83A0C-649B-4374-A008-45A5A3112510}" dt="2025-10-08T16:49:33.620" v="804"/>
        <pc:sldMkLst>
          <pc:docMk/>
          <pc:sldMk cId="537171861" sldId="2050"/>
        </pc:sldMkLst>
      </pc:sldChg>
      <pc:sldChg chg="add">
        <pc:chgData name="Stephane  Quefelec" userId="fcffc988-bc4d-4b81-a6eb-94c617d18c4c" providerId="ADAL" clId="{14C83A0C-649B-4374-A008-45A5A3112510}" dt="2025-10-09T07:09:23.653" v="970"/>
        <pc:sldMkLst>
          <pc:docMk/>
          <pc:sldMk cId="345300853" sldId="2051"/>
        </pc:sldMkLst>
      </pc:sldChg>
      <pc:sldChg chg="add">
        <pc:chgData name="Stephane  Quefelec" userId="fcffc988-bc4d-4b81-a6eb-94c617d18c4c" providerId="ADAL" clId="{14C83A0C-649B-4374-A008-45A5A3112510}" dt="2025-10-09T07:10:30.687" v="972"/>
        <pc:sldMkLst>
          <pc:docMk/>
          <pc:sldMk cId="271125559" sldId="2052"/>
        </pc:sldMkLst>
      </pc:sldChg>
      <pc:sldChg chg="modSp add mod">
        <pc:chgData name="Stephane  Quefelec" userId="fcffc988-bc4d-4b81-a6eb-94c617d18c4c" providerId="ADAL" clId="{14C83A0C-649B-4374-A008-45A5A3112510}" dt="2025-10-09T07:10:58.748" v="997" actId="20577"/>
        <pc:sldMkLst>
          <pc:docMk/>
          <pc:sldMk cId="2021424405" sldId="2053"/>
        </pc:sldMkLst>
        <pc:spChg chg="mod">
          <ac:chgData name="Stephane  Quefelec" userId="fcffc988-bc4d-4b81-a6eb-94c617d18c4c" providerId="ADAL" clId="{14C83A0C-649B-4374-A008-45A5A3112510}" dt="2025-10-09T07:10:58.748" v="997" actId="20577"/>
          <ac:spMkLst>
            <pc:docMk/>
            <pc:sldMk cId="2021424405" sldId="2053"/>
            <ac:spMk id="3" creationId="{995BC22D-CE92-A780-A962-7FF5C168D04F}"/>
          </ac:spMkLst>
        </pc:spChg>
      </pc:sldChg>
    </pc:docChg>
  </pc:docChgLst>
  <pc:docChgLst>
    <pc:chgData name="Marta Giulia Baldi" userId="6dc62c41-b90b-4b5d-9f07-096888b693de" providerId="ADAL" clId="{FFF99EAB-0D03-4A3C-A00C-408A311D0987}"/>
    <pc:docChg chg="undo custSel addSld delSld modSld sldOrd">
      <pc:chgData name="Marta Giulia Baldi" userId="6dc62c41-b90b-4b5d-9f07-096888b693de" providerId="ADAL" clId="{FFF99EAB-0D03-4A3C-A00C-408A311D0987}" dt="2025-02-19T12:23:02.136" v="1422" actId="729"/>
      <pc:docMkLst>
        <pc:docMk/>
      </pc:docMkLst>
      <pc:sldChg chg="addSp delSp modSp add mod">
        <pc:chgData name="Marta Giulia Baldi" userId="6dc62c41-b90b-4b5d-9f07-096888b693de" providerId="ADAL" clId="{FFF99EAB-0D03-4A3C-A00C-408A311D0987}" dt="2025-02-11T12:44:48.570" v="437" actId="207"/>
        <pc:sldMkLst>
          <pc:docMk/>
          <pc:sldMk cId="3209547502" sldId="256"/>
        </pc:sldMkLst>
      </pc:sldChg>
      <pc:sldChg chg="modSp add mod ord">
        <pc:chgData name="Marta Giulia Baldi" userId="6dc62c41-b90b-4b5d-9f07-096888b693de" providerId="ADAL" clId="{FFF99EAB-0D03-4A3C-A00C-408A311D0987}" dt="2025-02-11T22:41:15.436" v="1020" actId="207"/>
        <pc:sldMkLst>
          <pc:docMk/>
          <pc:sldMk cId="3553565766" sldId="1650"/>
        </pc:sldMkLst>
      </pc:sldChg>
      <pc:sldChg chg="add modNotesTx">
        <pc:chgData name="Marta Giulia Baldi" userId="6dc62c41-b90b-4b5d-9f07-096888b693de" providerId="ADAL" clId="{FFF99EAB-0D03-4A3C-A00C-408A311D0987}" dt="2025-02-11T22:50:20.543" v="1195" actId="20577"/>
        <pc:sldMkLst>
          <pc:docMk/>
          <pc:sldMk cId="1366438685" sldId="1732"/>
        </pc:sldMkLst>
      </pc:sldChg>
      <pc:sldChg chg="add">
        <pc:chgData name="Marta Giulia Baldi" userId="6dc62c41-b90b-4b5d-9f07-096888b693de" providerId="ADAL" clId="{FFF99EAB-0D03-4A3C-A00C-408A311D0987}" dt="2025-02-06T10:08:51.417" v="83"/>
        <pc:sldMkLst>
          <pc:docMk/>
          <pc:sldMk cId="2531850251" sldId="1772"/>
        </pc:sldMkLst>
      </pc:sldChg>
      <pc:sldChg chg="add">
        <pc:chgData name="Marta Giulia Baldi" userId="6dc62c41-b90b-4b5d-9f07-096888b693de" providerId="ADAL" clId="{FFF99EAB-0D03-4A3C-A00C-408A311D0987}" dt="2025-02-06T10:05:42.458" v="78"/>
        <pc:sldMkLst>
          <pc:docMk/>
          <pc:sldMk cId="1706660465" sldId="1784"/>
        </pc:sldMkLst>
      </pc:sldChg>
      <pc:sldChg chg="add mod modShow">
        <pc:chgData name="Marta Giulia Baldi" userId="6dc62c41-b90b-4b5d-9f07-096888b693de" providerId="ADAL" clId="{FFF99EAB-0D03-4A3C-A00C-408A311D0987}" dt="2025-02-11T22:50:58.238" v="1196" actId="729"/>
        <pc:sldMkLst>
          <pc:docMk/>
          <pc:sldMk cId="230437882" sldId="1785"/>
        </pc:sldMkLst>
      </pc:sldChg>
      <pc:sldChg chg="add">
        <pc:chgData name="Marta Giulia Baldi" userId="6dc62c41-b90b-4b5d-9f07-096888b693de" providerId="ADAL" clId="{FFF99EAB-0D03-4A3C-A00C-408A311D0987}" dt="2025-02-06T10:06:38.003" v="79"/>
        <pc:sldMkLst>
          <pc:docMk/>
          <pc:sldMk cId="566942422" sldId="1787"/>
        </pc:sldMkLst>
      </pc:sldChg>
      <pc:sldChg chg="add">
        <pc:chgData name="Marta Giulia Baldi" userId="6dc62c41-b90b-4b5d-9f07-096888b693de" providerId="ADAL" clId="{FFF99EAB-0D03-4A3C-A00C-408A311D0987}" dt="2025-02-06T10:05:42.458" v="78"/>
        <pc:sldMkLst>
          <pc:docMk/>
          <pc:sldMk cId="4011194787" sldId="1790"/>
        </pc:sldMkLst>
      </pc:sldChg>
      <pc:sldChg chg="addSp delSp modSp add mod">
        <pc:chgData name="Marta Giulia Baldi" userId="6dc62c41-b90b-4b5d-9f07-096888b693de" providerId="ADAL" clId="{FFF99EAB-0D03-4A3C-A00C-408A311D0987}" dt="2025-02-11T23:17:39.778" v="1257" actId="1038"/>
        <pc:sldMkLst>
          <pc:docMk/>
          <pc:sldMk cId="798893770" sldId="1795"/>
        </pc:sldMkLst>
      </pc:sldChg>
      <pc:sldChg chg="add">
        <pc:chgData name="Marta Giulia Baldi" userId="6dc62c41-b90b-4b5d-9f07-096888b693de" providerId="ADAL" clId="{FFF99EAB-0D03-4A3C-A00C-408A311D0987}" dt="2025-02-06T10:08:51.417" v="83"/>
        <pc:sldMkLst>
          <pc:docMk/>
          <pc:sldMk cId="3188239985" sldId="1798"/>
        </pc:sldMkLst>
      </pc:sldChg>
      <pc:sldChg chg="add">
        <pc:chgData name="Marta Giulia Baldi" userId="6dc62c41-b90b-4b5d-9f07-096888b693de" providerId="ADAL" clId="{FFF99EAB-0D03-4A3C-A00C-408A311D0987}" dt="2025-02-06T10:08:51.417" v="83"/>
        <pc:sldMkLst>
          <pc:docMk/>
          <pc:sldMk cId="322708229" sldId="1799"/>
        </pc:sldMkLst>
      </pc:sldChg>
      <pc:sldChg chg="add">
        <pc:chgData name="Marta Giulia Baldi" userId="6dc62c41-b90b-4b5d-9f07-096888b693de" providerId="ADAL" clId="{FFF99EAB-0D03-4A3C-A00C-408A311D0987}" dt="2025-02-06T10:08:51.417" v="83"/>
        <pc:sldMkLst>
          <pc:docMk/>
          <pc:sldMk cId="3370507577" sldId="1800"/>
        </pc:sldMkLst>
      </pc:sldChg>
      <pc:sldChg chg="modSp add mod">
        <pc:chgData name="Marta Giulia Baldi" userId="6dc62c41-b90b-4b5d-9f07-096888b693de" providerId="ADAL" clId="{FFF99EAB-0D03-4A3C-A00C-408A311D0987}" dt="2025-02-06T10:16:08.224" v="135" actId="27636"/>
        <pc:sldMkLst>
          <pc:docMk/>
          <pc:sldMk cId="1252492" sldId="1809"/>
        </pc:sldMkLst>
      </pc:sldChg>
      <pc:sldChg chg="add mod modShow">
        <pc:chgData name="Marta Giulia Baldi" userId="6dc62c41-b90b-4b5d-9f07-096888b693de" providerId="ADAL" clId="{FFF99EAB-0D03-4A3C-A00C-408A311D0987}" dt="2025-02-06T09:14:43.935" v="65" actId="729"/>
        <pc:sldMkLst>
          <pc:docMk/>
          <pc:sldMk cId="3683664375" sldId="1810"/>
        </pc:sldMkLst>
      </pc:sldChg>
      <pc:sldChg chg="addSp modSp add mod modAnim">
        <pc:chgData name="Marta Giulia Baldi" userId="6dc62c41-b90b-4b5d-9f07-096888b693de" providerId="ADAL" clId="{FFF99EAB-0D03-4A3C-A00C-408A311D0987}" dt="2025-02-11T22:58:55.842" v="1207"/>
        <pc:sldMkLst>
          <pc:docMk/>
          <pc:sldMk cId="1344746568" sldId="1811"/>
        </pc:sldMkLst>
      </pc:sldChg>
      <pc:sldChg chg="addSp modSp add mod modNotesTx">
        <pc:chgData name="Marta Giulia Baldi" userId="6dc62c41-b90b-4b5d-9f07-096888b693de" providerId="ADAL" clId="{FFF99EAB-0D03-4A3C-A00C-408A311D0987}" dt="2025-02-12T11:11:22.952" v="1418" actId="1076"/>
        <pc:sldMkLst>
          <pc:docMk/>
          <pc:sldMk cId="4230210892" sldId="1812"/>
        </pc:sldMkLst>
      </pc:sldChg>
      <pc:sldChg chg="add">
        <pc:chgData name="Marta Giulia Baldi" userId="6dc62c41-b90b-4b5d-9f07-096888b693de" providerId="ADAL" clId="{FFF99EAB-0D03-4A3C-A00C-408A311D0987}" dt="2025-02-06T09:55:01.262" v="74"/>
        <pc:sldMkLst>
          <pc:docMk/>
          <pc:sldMk cId="2282010507" sldId="1813"/>
        </pc:sldMkLst>
      </pc:sldChg>
      <pc:sldChg chg="add">
        <pc:chgData name="Marta Giulia Baldi" userId="6dc62c41-b90b-4b5d-9f07-096888b693de" providerId="ADAL" clId="{FFF99EAB-0D03-4A3C-A00C-408A311D0987}" dt="2025-02-06T10:06:38.003" v="79"/>
        <pc:sldMkLst>
          <pc:docMk/>
          <pc:sldMk cId="775600191" sldId="1820"/>
        </pc:sldMkLst>
      </pc:sldChg>
      <pc:sldChg chg="add">
        <pc:chgData name="Marta Giulia Baldi" userId="6dc62c41-b90b-4b5d-9f07-096888b693de" providerId="ADAL" clId="{FFF99EAB-0D03-4A3C-A00C-408A311D0987}" dt="2025-02-06T10:06:38.003" v="79"/>
        <pc:sldMkLst>
          <pc:docMk/>
          <pc:sldMk cId="1299377937" sldId="1821"/>
        </pc:sldMkLst>
      </pc:sldChg>
      <pc:sldChg chg="add">
        <pc:chgData name="Marta Giulia Baldi" userId="6dc62c41-b90b-4b5d-9f07-096888b693de" providerId="ADAL" clId="{FFF99EAB-0D03-4A3C-A00C-408A311D0987}" dt="2025-02-06T10:05:42.458" v="78"/>
        <pc:sldMkLst>
          <pc:docMk/>
          <pc:sldMk cId="137612193" sldId="1822"/>
        </pc:sldMkLst>
      </pc:sldChg>
      <pc:sldChg chg="add">
        <pc:chgData name="Marta Giulia Baldi" userId="6dc62c41-b90b-4b5d-9f07-096888b693de" providerId="ADAL" clId="{FFF99EAB-0D03-4A3C-A00C-408A311D0987}" dt="2025-02-06T10:06:38.003" v="79"/>
        <pc:sldMkLst>
          <pc:docMk/>
          <pc:sldMk cId="3125633941" sldId="1824"/>
        </pc:sldMkLst>
      </pc:sldChg>
      <pc:sldChg chg="del">
        <pc:chgData name="Marta Giulia Baldi" userId="6dc62c41-b90b-4b5d-9f07-096888b693de" providerId="ADAL" clId="{FFF99EAB-0D03-4A3C-A00C-408A311D0987}" dt="2025-02-06T10:13:47.451" v="84" actId="47"/>
        <pc:sldMkLst>
          <pc:docMk/>
          <pc:sldMk cId="1067064732" sldId="1851"/>
        </pc:sldMkLst>
      </pc:sldChg>
      <pc:sldChg chg="del">
        <pc:chgData name="Marta Giulia Baldi" userId="6dc62c41-b90b-4b5d-9f07-096888b693de" providerId="ADAL" clId="{FFF99EAB-0D03-4A3C-A00C-408A311D0987}" dt="2025-02-06T10:13:47.451" v="84" actId="47"/>
        <pc:sldMkLst>
          <pc:docMk/>
          <pc:sldMk cId="2825039318" sldId="1852"/>
        </pc:sldMkLst>
      </pc:sldChg>
      <pc:sldChg chg="del">
        <pc:chgData name="Marta Giulia Baldi" userId="6dc62c41-b90b-4b5d-9f07-096888b693de" providerId="ADAL" clId="{FFF99EAB-0D03-4A3C-A00C-408A311D0987}" dt="2025-02-06T10:13:47.451" v="84" actId="47"/>
        <pc:sldMkLst>
          <pc:docMk/>
          <pc:sldMk cId="3028770575" sldId="1853"/>
        </pc:sldMkLst>
      </pc:sldChg>
      <pc:sldChg chg="del">
        <pc:chgData name="Marta Giulia Baldi" userId="6dc62c41-b90b-4b5d-9f07-096888b693de" providerId="ADAL" clId="{FFF99EAB-0D03-4A3C-A00C-408A311D0987}" dt="2025-02-06T10:03:46.086" v="76" actId="47"/>
        <pc:sldMkLst>
          <pc:docMk/>
          <pc:sldMk cId="2156722923" sldId="1854"/>
        </pc:sldMkLst>
      </pc:sldChg>
      <pc:sldChg chg="del">
        <pc:chgData name="Marta Giulia Baldi" userId="6dc62c41-b90b-4b5d-9f07-096888b693de" providerId="ADAL" clId="{FFF99EAB-0D03-4A3C-A00C-408A311D0987}" dt="2025-02-06T10:13:47.451" v="84" actId="47"/>
        <pc:sldMkLst>
          <pc:docMk/>
          <pc:sldMk cId="1045293963" sldId="1855"/>
        </pc:sldMkLst>
      </pc:sldChg>
      <pc:sldChg chg="del">
        <pc:chgData name="Marta Giulia Baldi" userId="6dc62c41-b90b-4b5d-9f07-096888b693de" providerId="ADAL" clId="{FFF99EAB-0D03-4A3C-A00C-408A311D0987}" dt="2025-02-06T10:13:47.451" v="84" actId="47"/>
        <pc:sldMkLst>
          <pc:docMk/>
          <pc:sldMk cId="342341131" sldId="1856"/>
        </pc:sldMkLst>
      </pc:sldChg>
      <pc:sldChg chg="del">
        <pc:chgData name="Marta Giulia Baldi" userId="6dc62c41-b90b-4b5d-9f07-096888b693de" providerId="ADAL" clId="{FFF99EAB-0D03-4A3C-A00C-408A311D0987}" dt="2025-02-06T10:13:47.451" v="84" actId="47"/>
        <pc:sldMkLst>
          <pc:docMk/>
          <pc:sldMk cId="1085072595" sldId="1858"/>
        </pc:sldMkLst>
      </pc:sldChg>
      <pc:sldChg chg="del">
        <pc:chgData name="Marta Giulia Baldi" userId="6dc62c41-b90b-4b5d-9f07-096888b693de" providerId="ADAL" clId="{FFF99EAB-0D03-4A3C-A00C-408A311D0987}" dt="2025-02-06T10:13:47.451" v="84" actId="47"/>
        <pc:sldMkLst>
          <pc:docMk/>
          <pc:sldMk cId="2756627282" sldId="1859"/>
        </pc:sldMkLst>
      </pc:sldChg>
      <pc:sldChg chg="del">
        <pc:chgData name="Marta Giulia Baldi" userId="6dc62c41-b90b-4b5d-9f07-096888b693de" providerId="ADAL" clId="{FFF99EAB-0D03-4A3C-A00C-408A311D0987}" dt="2025-02-06T10:13:47.451" v="84" actId="47"/>
        <pc:sldMkLst>
          <pc:docMk/>
          <pc:sldMk cId="3159469372" sldId="1860"/>
        </pc:sldMkLst>
      </pc:sldChg>
      <pc:sldChg chg="del">
        <pc:chgData name="Marta Giulia Baldi" userId="6dc62c41-b90b-4b5d-9f07-096888b693de" providerId="ADAL" clId="{FFF99EAB-0D03-4A3C-A00C-408A311D0987}" dt="2025-02-06T10:03:46.086" v="76" actId="47"/>
        <pc:sldMkLst>
          <pc:docMk/>
          <pc:sldMk cId="2107313138" sldId="1876"/>
        </pc:sldMkLst>
      </pc:sldChg>
      <pc:sldChg chg="mod modShow">
        <pc:chgData name="Marta Giulia Baldi" userId="6dc62c41-b90b-4b5d-9f07-096888b693de" providerId="ADAL" clId="{FFF99EAB-0D03-4A3C-A00C-408A311D0987}" dt="2025-02-11T16:28:20.518" v="967" actId="729"/>
        <pc:sldMkLst>
          <pc:docMk/>
          <pc:sldMk cId="3286057478" sldId="1877"/>
        </pc:sldMkLst>
      </pc:sldChg>
      <pc:sldChg chg="del">
        <pc:chgData name="Marta Giulia Baldi" userId="6dc62c41-b90b-4b5d-9f07-096888b693de" providerId="ADAL" clId="{FFF99EAB-0D03-4A3C-A00C-408A311D0987}" dt="2025-02-06T10:03:59.513" v="77" actId="47"/>
        <pc:sldMkLst>
          <pc:docMk/>
          <pc:sldMk cId="4221505068" sldId="1894"/>
        </pc:sldMkLst>
      </pc:sldChg>
      <pc:sldChg chg="del">
        <pc:chgData name="Marta Giulia Baldi" userId="6dc62c41-b90b-4b5d-9f07-096888b693de" providerId="ADAL" clId="{FFF99EAB-0D03-4A3C-A00C-408A311D0987}" dt="2025-02-06T10:13:47.451" v="84" actId="47"/>
        <pc:sldMkLst>
          <pc:docMk/>
          <pc:sldMk cId="1697684548" sldId="1898"/>
        </pc:sldMkLst>
      </pc:sldChg>
      <pc:sldChg chg="del">
        <pc:chgData name="Marta Giulia Baldi" userId="6dc62c41-b90b-4b5d-9f07-096888b693de" providerId="ADAL" clId="{FFF99EAB-0D03-4A3C-A00C-408A311D0987}" dt="2025-02-06T10:13:52.655" v="85" actId="47"/>
        <pc:sldMkLst>
          <pc:docMk/>
          <pc:sldMk cId="3064922872" sldId="1899"/>
        </pc:sldMkLst>
      </pc:sldChg>
      <pc:sldChg chg="addSp modSp mod ord modAnim modShow">
        <pc:chgData name="Marta Giulia Baldi" userId="6dc62c41-b90b-4b5d-9f07-096888b693de" providerId="ADAL" clId="{FFF99EAB-0D03-4A3C-A00C-408A311D0987}" dt="2025-02-11T23:17:20.486" v="1222"/>
        <pc:sldMkLst>
          <pc:docMk/>
          <pc:sldMk cId="744120571" sldId="1916"/>
        </pc:sldMkLst>
      </pc:sldChg>
      <pc:sldChg chg="mod modShow">
        <pc:chgData name="Marta Giulia Baldi" userId="6dc62c41-b90b-4b5d-9f07-096888b693de" providerId="ADAL" clId="{FFF99EAB-0D03-4A3C-A00C-408A311D0987}" dt="2025-02-11T11:06:26.076" v="327" actId="729"/>
        <pc:sldMkLst>
          <pc:docMk/>
          <pc:sldMk cId="1544083530" sldId="1918"/>
        </pc:sldMkLst>
      </pc:sldChg>
      <pc:sldChg chg="del">
        <pc:chgData name="Marta Giulia Baldi" userId="6dc62c41-b90b-4b5d-9f07-096888b693de" providerId="ADAL" clId="{FFF99EAB-0D03-4A3C-A00C-408A311D0987}" dt="2025-02-06T10:03:59.513" v="77" actId="47"/>
        <pc:sldMkLst>
          <pc:docMk/>
          <pc:sldMk cId="1271372210" sldId="1919"/>
        </pc:sldMkLst>
      </pc:sldChg>
      <pc:sldChg chg="del">
        <pc:chgData name="Marta Giulia Baldi" userId="6dc62c41-b90b-4b5d-9f07-096888b693de" providerId="ADAL" clId="{FFF99EAB-0D03-4A3C-A00C-408A311D0987}" dt="2025-02-06T10:13:52.655" v="85" actId="47"/>
        <pc:sldMkLst>
          <pc:docMk/>
          <pc:sldMk cId="1688175002" sldId="1923"/>
        </pc:sldMkLst>
      </pc:sldChg>
      <pc:sldChg chg="del">
        <pc:chgData name="Marta Giulia Baldi" userId="6dc62c41-b90b-4b5d-9f07-096888b693de" providerId="ADAL" clId="{FFF99EAB-0D03-4A3C-A00C-408A311D0987}" dt="2025-02-06T10:03:46.086" v="76" actId="47"/>
        <pc:sldMkLst>
          <pc:docMk/>
          <pc:sldMk cId="3131540843" sldId="1926"/>
        </pc:sldMkLst>
      </pc:sldChg>
      <pc:sldChg chg="del">
        <pc:chgData name="Marta Giulia Baldi" userId="6dc62c41-b90b-4b5d-9f07-096888b693de" providerId="ADAL" clId="{FFF99EAB-0D03-4A3C-A00C-408A311D0987}" dt="2025-02-06T10:03:46.086" v="76" actId="47"/>
        <pc:sldMkLst>
          <pc:docMk/>
          <pc:sldMk cId="847385627" sldId="1927"/>
        </pc:sldMkLst>
      </pc:sldChg>
      <pc:sldChg chg="del">
        <pc:chgData name="Marta Giulia Baldi" userId="6dc62c41-b90b-4b5d-9f07-096888b693de" providerId="ADAL" clId="{FFF99EAB-0D03-4A3C-A00C-408A311D0987}" dt="2025-02-06T10:03:46.086" v="76" actId="47"/>
        <pc:sldMkLst>
          <pc:docMk/>
          <pc:sldMk cId="2150545955" sldId="1928"/>
        </pc:sldMkLst>
      </pc:sldChg>
      <pc:sldChg chg="del">
        <pc:chgData name="Marta Giulia Baldi" userId="6dc62c41-b90b-4b5d-9f07-096888b693de" providerId="ADAL" clId="{FFF99EAB-0D03-4A3C-A00C-408A311D0987}" dt="2025-02-06T10:03:59.513" v="77" actId="47"/>
        <pc:sldMkLst>
          <pc:docMk/>
          <pc:sldMk cId="3874079208" sldId="1929"/>
        </pc:sldMkLst>
      </pc:sldChg>
      <pc:sldChg chg="del">
        <pc:chgData name="Marta Giulia Baldi" userId="6dc62c41-b90b-4b5d-9f07-096888b693de" providerId="ADAL" clId="{FFF99EAB-0D03-4A3C-A00C-408A311D0987}" dt="2025-02-06T10:03:59.513" v="77" actId="47"/>
        <pc:sldMkLst>
          <pc:docMk/>
          <pc:sldMk cId="2888432973" sldId="1937"/>
        </pc:sldMkLst>
      </pc:sldChg>
      <pc:sldChg chg="del">
        <pc:chgData name="Marta Giulia Baldi" userId="6dc62c41-b90b-4b5d-9f07-096888b693de" providerId="ADAL" clId="{FFF99EAB-0D03-4A3C-A00C-408A311D0987}" dt="2025-02-06T10:03:46.086" v="76" actId="47"/>
        <pc:sldMkLst>
          <pc:docMk/>
          <pc:sldMk cId="1177799390" sldId="1938"/>
        </pc:sldMkLst>
      </pc:sldChg>
      <pc:sldChg chg="del">
        <pc:chgData name="Marta Giulia Baldi" userId="6dc62c41-b90b-4b5d-9f07-096888b693de" providerId="ADAL" clId="{FFF99EAB-0D03-4A3C-A00C-408A311D0987}" dt="2025-02-06T10:13:47.451" v="84" actId="47"/>
        <pc:sldMkLst>
          <pc:docMk/>
          <pc:sldMk cId="2067970663" sldId="1939"/>
        </pc:sldMkLst>
      </pc:sldChg>
      <pc:sldChg chg="del">
        <pc:chgData name="Marta Giulia Baldi" userId="6dc62c41-b90b-4b5d-9f07-096888b693de" providerId="ADAL" clId="{FFF99EAB-0D03-4A3C-A00C-408A311D0987}" dt="2025-02-06T10:03:59.513" v="77" actId="47"/>
        <pc:sldMkLst>
          <pc:docMk/>
          <pc:sldMk cId="1312486266" sldId="1940"/>
        </pc:sldMkLst>
      </pc:sldChg>
      <pc:sldChg chg="addSp delSp modSp mod ord modShow">
        <pc:chgData name="Marta Giulia Baldi" userId="6dc62c41-b90b-4b5d-9f07-096888b693de" providerId="ADAL" clId="{FFF99EAB-0D03-4A3C-A00C-408A311D0987}" dt="2025-02-11T16:28:52.318" v="969" actId="729"/>
        <pc:sldMkLst>
          <pc:docMk/>
          <pc:sldMk cId="2485267265" sldId="1941"/>
        </pc:sldMkLst>
      </pc:sldChg>
      <pc:sldChg chg="del">
        <pc:chgData name="Marta Giulia Baldi" userId="6dc62c41-b90b-4b5d-9f07-096888b693de" providerId="ADAL" clId="{FFF99EAB-0D03-4A3C-A00C-408A311D0987}" dt="2025-02-06T10:13:47.451" v="84" actId="47"/>
        <pc:sldMkLst>
          <pc:docMk/>
          <pc:sldMk cId="2098585927" sldId="1942"/>
        </pc:sldMkLst>
      </pc:sldChg>
      <pc:sldChg chg="del">
        <pc:chgData name="Marta Giulia Baldi" userId="6dc62c41-b90b-4b5d-9f07-096888b693de" providerId="ADAL" clId="{FFF99EAB-0D03-4A3C-A00C-408A311D0987}" dt="2025-02-06T10:13:52.655" v="85" actId="47"/>
        <pc:sldMkLst>
          <pc:docMk/>
          <pc:sldMk cId="1110065848" sldId="1943"/>
        </pc:sldMkLst>
      </pc:sldChg>
      <pc:sldChg chg="del">
        <pc:chgData name="Marta Giulia Baldi" userId="6dc62c41-b90b-4b5d-9f07-096888b693de" providerId="ADAL" clId="{FFF99EAB-0D03-4A3C-A00C-408A311D0987}" dt="2025-02-06T10:13:47.451" v="84" actId="47"/>
        <pc:sldMkLst>
          <pc:docMk/>
          <pc:sldMk cId="3919113842" sldId="1944"/>
        </pc:sldMkLst>
      </pc:sldChg>
      <pc:sldChg chg="del">
        <pc:chgData name="Marta Giulia Baldi" userId="6dc62c41-b90b-4b5d-9f07-096888b693de" providerId="ADAL" clId="{FFF99EAB-0D03-4A3C-A00C-408A311D0987}" dt="2025-02-06T10:13:47.451" v="84" actId="47"/>
        <pc:sldMkLst>
          <pc:docMk/>
          <pc:sldMk cId="3806512749" sldId="1946"/>
        </pc:sldMkLst>
      </pc:sldChg>
      <pc:sldChg chg="del">
        <pc:chgData name="Marta Giulia Baldi" userId="6dc62c41-b90b-4b5d-9f07-096888b693de" providerId="ADAL" clId="{FFF99EAB-0D03-4A3C-A00C-408A311D0987}" dt="2025-02-06T10:13:47.451" v="84" actId="47"/>
        <pc:sldMkLst>
          <pc:docMk/>
          <pc:sldMk cId="1181237539" sldId="1947"/>
        </pc:sldMkLst>
      </pc:sldChg>
      <pc:sldChg chg="del">
        <pc:chgData name="Marta Giulia Baldi" userId="6dc62c41-b90b-4b5d-9f07-096888b693de" providerId="ADAL" clId="{FFF99EAB-0D03-4A3C-A00C-408A311D0987}" dt="2025-02-06T10:13:47.451" v="84" actId="47"/>
        <pc:sldMkLst>
          <pc:docMk/>
          <pc:sldMk cId="2122836848" sldId="1948"/>
        </pc:sldMkLst>
      </pc:sldChg>
      <pc:sldChg chg="del">
        <pc:chgData name="Marta Giulia Baldi" userId="6dc62c41-b90b-4b5d-9f07-096888b693de" providerId="ADAL" clId="{FFF99EAB-0D03-4A3C-A00C-408A311D0987}" dt="2025-02-06T10:13:47.451" v="84" actId="47"/>
        <pc:sldMkLst>
          <pc:docMk/>
          <pc:sldMk cId="1238888224" sldId="1949"/>
        </pc:sldMkLst>
      </pc:sldChg>
      <pc:sldChg chg="del">
        <pc:chgData name="Marta Giulia Baldi" userId="6dc62c41-b90b-4b5d-9f07-096888b693de" providerId="ADAL" clId="{FFF99EAB-0D03-4A3C-A00C-408A311D0987}" dt="2025-02-06T10:13:47.451" v="84" actId="47"/>
        <pc:sldMkLst>
          <pc:docMk/>
          <pc:sldMk cId="2425275235" sldId="1950"/>
        </pc:sldMkLst>
      </pc:sldChg>
      <pc:sldChg chg="del">
        <pc:chgData name="Marta Giulia Baldi" userId="6dc62c41-b90b-4b5d-9f07-096888b693de" providerId="ADAL" clId="{FFF99EAB-0D03-4A3C-A00C-408A311D0987}" dt="2025-02-06T10:13:47.451" v="84" actId="47"/>
        <pc:sldMkLst>
          <pc:docMk/>
          <pc:sldMk cId="2051874801" sldId="1951"/>
        </pc:sldMkLst>
      </pc:sldChg>
      <pc:sldChg chg="del">
        <pc:chgData name="Marta Giulia Baldi" userId="6dc62c41-b90b-4b5d-9f07-096888b693de" providerId="ADAL" clId="{FFF99EAB-0D03-4A3C-A00C-408A311D0987}" dt="2025-02-06T10:13:47.451" v="84" actId="47"/>
        <pc:sldMkLst>
          <pc:docMk/>
          <pc:sldMk cId="96473326" sldId="1952"/>
        </pc:sldMkLst>
      </pc:sldChg>
      <pc:sldChg chg="del">
        <pc:chgData name="Marta Giulia Baldi" userId="6dc62c41-b90b-4b5d-9f07-096888b693de" providerId="ADAL" clId="{FFF99EAB-0D03-4A3C-A00C-408A311D0987}" dt="2025-02-06T10:13:52.655" v="85" actId="47"/>
        <pc:sldMkLst>
          <pc:docMk/>
          <pc:sldMk cId="2792247814" sldId="1954"/>
        </pc:sldMkLst>
      </pc:sldChg>
      <pc:sldChg chg="del">
        <pc:chgData name="Marta Giulia Baldi" userId="6dc62c41-b90b-4b5d-9f07-096888b693de" providerId="ADAL" clId="{FFF99EAB-0D03-4A3C-A00C-408A311D0987}" dt="2025-02-06T10:13:52.655" v="85" actId="47"/>
        <pc:sldMkLst>
          <pc:docMk/>
          <pc:sldMk cId="4276975831" sldId="1955"/>
        </pc:sldMkLst>
      </pc:sldChg>
      <pc:sldChg chg="del">
        <pc:chgData name="Marta Giulia Baldi" userId="6dc62c41-b90b-4b5d-9f07-096888b693de" providerId="ADAL" clId="{FFF99EAB-0D03-4A3C-A00C-408A311D0987}" dt="2025-02-06T10:13:52.655" v="85" actId="47"/>
        <pc:sldMkLst>
          <pc:docMk/>
          <pc:sldMk cId="551734926" sldId="1956"/>
        </pc:sldMkLst>
      </pc:sldChg>
      <pc:sldChg chg="del">
        <pc:chgData name="Marta Giulia Baldi" userId="6dc62c41-b90b-4b5d-9f07-096888b693de" providerId="ADAL" clId="{FFF99EAB-0D03-4A3C-A00C-408A311D0987}" dt="2025-02-06T10:13:52.655" v="85" actId="47"/>
        <pc:sldMkLst>
          <pc:docMk/>
          <pc:sldMk cId="241987144" sldId="1957"/>
        </pc:sldMkLst>
      </pc:sldChg>
      <pc:sldChg chg="del">
        <pc:chgData name="Marta Giulia Baldi" userId="6dc62c41-b90b-4b5d-9f07-096888b693de" providerId="ADAL" clId="{FFF99EAB-0D03-4A3C-A00C-408A311D0987}" dt="2025-02-06T10:13:52.655" v="85" actId="47"/>
        <pc:sldMkLst>
          <pc:docMk/>
          <pc:sldMk cId="3307924941" sldId="1958"/>
        </pc:sldMkLst>
      </pc:sldChg>
      <pc:sldChg chg="addSp delSp modSp mod ord">
        <pc:chgData name="Marta Giulia Baldi" userId="6dc62c41-b90b-4b5d-9f07-096888b693de" providerId="ADAL" clId="{FFF99EAB-0D03-4A3C-A00C-408A311D0987}" dt="2025-02-11T11:46:53.446" v="419" actId="20578"/>
        <pc:sldMkLst>
          <pc:docMk/>
          <pc:sldMk cId="805534209" sldId="1959"/>
        </pc:sldMkLst>
      </pc:sldChg>
      <pc:sldChg chg="addSp delSp modSp mod modShow modNotesTx">
        <pc:chgData name="Marta Giulia Baldi" userId="6dc62c41-b90b-4b5d-9f07-096888b693de" providerId="ADAL" clId="{FFF99EAB-0D03-4A3C-A00C-408A311D0987}" dt="2025-02-11T16:28:20.518" v="967" actId="729"/>
        <pc:sldMkLst>
          <pc:docMk/>
          <pc:sldMk cId="2678989047" sldId="1960"/>
        </pc:sldMkLst>
      </pc:sldChg>
      <pc:sldChg chg="mod modShow">
        <pc:chgData name="Marta Giulia Baldi" userId="6dc62c41-b90b-4b5d-9f07-096888b693de" providerId="ADAL" clId="{FFF99EAB-0D03-4A3C-A00C-408A311D0987}" dt="2025-02-11T16:28:20.518" v="967" actId="729"/>
        <pc:sldMkLst>
          <pc:docMk/>
          <pc:sldMk cId="366428035" sldId="1961"/>
        </pc:sldMkLst>
      </pc:sldChg>
      <pc:sldChg chg="mod modShow">
        <pc:chgData name="Marta Giulia Baldi" userId="6dc62c41-b90b-4b5d-9f07-096888b693de" providerId="ADAL" clId="{FFF99EAB-0D03-4A3C-A00C-408A311D0987}" dt="2025-02-11T16:28:20.518" v="967" actId="729"/>
        <pc:sldMkLst>
          <pc:docMk/>
          <pc:sldMk cId="1745080450" sldId="1962"/>
        </pc:sldMkLst>
      </pc:sldChg>
      <pc:sldChg chg="modSp mod modShow">
        <pc:chgData name="Marta Giulia Baldi" userId="6dc62c41-b90b-4b5d-9f07-096888b693de" providerId="ADAL" clId="{FFF99EAB-0D03-4A3C-A00C-408A311D0987}" dt="2025-02-11T16:28:20.518" v="967" actId="729"/>
        <pc:sldMkLst>
          <pc:docMk/>
          <pc:sldMk cId="1974605693" sldId="1963"/>
        </pc:sldMkLst>
      </pc:sldChg>
      <pc:sldChg chg="mod modShow">
        <pc:chgData name="Marta Giulia Baldi" userId="6dc62c41-b90b-4b5d-9f07-096888b693de" providerId="ADAL" clId="{FFF99EAB-0D03-4A3C-A00C-408A311D0987}" dt="2025-02-11T16:28:20.518" v="967" actId="729"/>
        <pc:sldMkLst>
          <pc:docMk/>
          <pc:sldMk cId="2752666794" sldId="1964"/>
        </pc:sldMkLst>
      </pc:sldChg>
      <pc:sldChg chg="mod modShow">
        <pc:chgData name="Marta Giulia Baldi" userId="6dc62c41-b90b-4b5d-9f07-096888b693de" providerId="ADAL" clId="{FFF99EAB-0D03-4A3C-A00C-408A311D0987}" dt="2025-02-11T16:28:20.518" v="967" actId="729"/>
        <pc:sldMkLst>
          <pc:docMk/>
          <pc:sldMk cId="3098896223" sldId="1965"/>
        </pc:sldMkLst>
      </pc:sldChg>
      <pc:sldChg chg="mod modShow">
        <pc:chgData name="Marta Giulia Baldi" userId="6dc62c41-b90b-4b5d-9f07-096888b693de" providerId="ADAL" clId="{FFF99EAB-0D03-4A3C-A00C-408A311D0987}" dt="2025-02-11T16:28:20.518" v="967" actId="729"/>
        <pc:sldMkLst>
          <pc:docMk/>
          <pc:sldMk cId="540827869" sldId="1966"/>
        </pc:sldMkLst>
      </pc:sldChg>
      <pc:sldChg chg="mod modShow">
        <pc:chgData name="Marta Giulia Baldi" userId="6dc62c41-b90b-4b5d-9f07-096888b693de" providerId="ADAL" clId="{FFF99EAB-0D03-4A3C-A00C-408A311D0987}" dt="2025-02-11T10:44:11.673" v="294" actId="729"/>
        <pc:sldMkLst>
          <pc:docMk/>
          <pc:sldMk cId="495383085" sldId="1967"/>
        </pc:sldMkLst>
      </pc:sldChg>
      <pc:sldChg chg="mod modShow">
        <pc:chgData name="Marta Giulia Baldi" userId="6dc62c41-b90b-4b5d-9f07-096888b693de" providerId="ADAL" clId="{FFF99EAB-0D03-4A3C-A00C-408A311D0987}" dt="2025-02-11T16:28:20.518" v="967" actId="729"/>
        <pc:sldMkLst>
          <pc:docMk/>
          <pc:sldMk cId="3826395279" sldId="1968"/>
        </pc:sldMkLst>
      </pc:sldChg>
      <pc:sldChg chg="modSp mod">
        <pc:chgData name="Marta Giulia Baldi" userId="6dc62c41-b90b-4b5d-9f07-096888b693de" providerId="ADAL" clId="{FFF99EAB-0D03-4A3C-A00C-408A311D0987}" dt="2025-02-11T10:50:41.459" v="325" actId="20577"/>
        <pc:sldMkLst>
          <pc:docMk/>
          <pc:sldMk cId="2254321785" sldId="1971"/>
        </pc:sldMkLst>
      </pc:sldChg>
      <pc:sldChg chg="modSp mod">
        <pc:chgData name="Marta Giulia Baldi" userId="6dc62c41-b90b-4b5d-9f07-096888b693de" providerId="ADAL" clId="{FFF99EAB-0D03-4A3C-A00C-408A311D0987}" dt="2025-02-11T10:52:15.092" v="326" actId="14100"/>
        <pc:sldMkLst>
          <pc:docMk/>
          <pc:sldMk cId="90930602" sldId="1973"/>
        </pc:sldMkLst>
      </pc:sldChg>
      <pc:sldChg chg="modNotesTx">
        <pc:chgData name="Marta Giulia Baldi" userId="6dc62c41-b90b-4b5d-9f07-096888b693de" providerId="ADAL" clId="{FFF99EAB-0D03-4A3C-A00C-408A311D0987}" dt="2025-02-11T23:09:45.698" v="1216" actId="20577"/>
        <pc:sldMkLst>
          <pc:docMk/>
          <pc:sldMk cId="2296537108" sldId="1975"/>
        </pc:sldMkLst>
      </pc:sldChg>
      <pc:sldChg chg="modSp mod">
        <pc:chgData name="Marta Giulia Baldi" userId="6dc62c41-b90b-4b5d-9f07-096888b693de" providerId="ADAL" clId="{FFF99EAB-0D03-4A3C-A00C-408A311D0987}" dt="2025-02-11T23:11:49.684" v="1217" actId="1076"/>
        <pc:sldMkLst>
          <pc:docMk/>
          <pc:sldMk cId="3517240860" sldId="1976"/>
        </pc:sldMkLst>
      </pc:sldChg>
      <pc:sldChg chg="add del">
        <pc:chgData name="Marta Giulia Baldi" userId="6dc62c41-b90b-4b5d-9f07-096888b693de" providerId="ADAL" clId="{FFF99EAB-0D03-4A3C-A00C-408A311D0987}" dt="2025-02-11T22:43:02.495" v="1147" actId="47"/>
        <pc:sldMkLst>
          <pc:docMk/>
          <pc:sldMk cId="590257148" sldId="1977"/>
        </pc:sldMkLst>
      </pc:sldChg>
      <pc:sldChg chg="modSp mod">
        <pc:chgData name="Marta Giulia Baldi" userId="6dc62c41-b90b-4b5d-9f07-096888b693de" providerId="ADAL" clId="{FFF99EAB-0D03-4A3C-A00C-408A311D0987}" dt="2025-02-11T23:15:40.464" v="1219" actId="113"/>
        <pc:sldMkLst>
          <pc:docMk/>
          <pc:sldMk cId="1684579539" sldId="1980"/>
        </pc:sldMkLst>
      </pc:sldChg>
      <pc:sldChg chg="modSp mod">
        <pc:chgData name="Marta Giulia Baldi" userId="6dc62c41-b90b-4b5d-9f07-096888b693de" providerId="ADAL" clId="{FFF99EAB-0D03-4A3C-A00C-408A311D0987}" dt="2025-02-11T23:15:28.257" v="1218" actId="113"/>
        <pc:sldMkLst>
          <pc:docMk/>
          <pc:sldMk cId="4218346458" sldId="1981"/>
        </pc:sldMkLst>
      </pc:sldChg>
      <pc:sldChg chg="add del">
        <pc:chgData name="Marta Giulia Baldi" userId="6dc62c41-b90b-4b5d-9f07-096888b693de" providerId="ADAL" clId="{FFF99EAB-0D03-4A3C-A00C-408A311D0987}" dt="2025-02-11T11:12:14.544" v="411" actId="47"/>
        <pc:sldMkLst>
          <pc:docMk/>
          <pc:sldMk cId="1551441989" sldId="1982"/>
        </pc:sldMkLst>
      </pc:sldChg>
      <pc:sldChg chg="add del">
        <pc:chgData name="Marta Giulia Baldi" userId="6dc62c41-b90b-4b5d-9f07-096888b693de" providerId="ADAL" clId="{FFF99EAB-0D03-4A3C-A00C-408A311D0987}" dt="2025-02-11T11:12:12.553" v="410" actId="47"/>
        <pc:sldMkLst>
          <pc:docMk/>
          <pc:sldMk cId="3571262285" sldId="1983"/>
        </pc:sldMkLst>
      </pc:sldChg>
      <pc:sldChg chg="modSp add mod">
        <pc:chgData name="Marta Giulia Baldi" userId="6dc62c41-b90b-4b5d-9f07-096888b693de" providerId="ADAL" clId="{FFF99EAB-0D03-4A3C-A00C-408A311D0987}" dt="2025-02-11T11:12:22.779" v="412" actId="13926"/>
        <pc:sldMkLst>
          <pc:docMk/>
          <pc:sldMk cId="119472937" sldId="1984"/>
        </pc:sldMkLst>
      </pc:sldChg>
      <pc:sldChg chg="del">
        <pc:chgData name="Marta Giulia Baldi" userId="6dc62c41-b90b-4b5d-9f07-096888b693de" providerId="ADAL" clId="{FFF99EAB-0D03-4A3C-A00C-408A311D0987}" dt="2025-02-06T10:03:59.513" v="77" actId="47"/>
        <pc:sldMkLst>
          <pc:docMk/>
          <pc:sldMk cId="1484331460" sldId="1985"/>
        </pc:sldMkLst>
      </pc:sldChg>
      <pc:sldChg chg="modSp add mod">
        <pc:chgData name="Marta Giulia Baldi" userId="6dc62c41-b90b-4b5d-9f07-096888b693de" providerId="ADAL" clId="{FFF99EAB-0D03-4A3C-A00C-408A311D0987}" dt="2025-02-11T11:11:19.325" v="409" actId="1076"/>
        <pc:sldMkLst>
          <pc:docMk/>
          <pc:sldMk cId="1979290979" sldId="1985"/>
        </pc:sldMkLst>
      </pc:sldChg>
      <pc:sldChg chg="mod modShow">
        <pc:chgData name="Marta Giulia Baldi" userId="6dc62c41-b90b-4b5d-9f07-096888b693de" providerId="ADAL" clId="{FFF99EAB-0D03-4A3C-A00C-408A311D0987}" dt="2025-02-19T12:23:02.136" v="1422" actId="729"/>
        <pc:sldMkLst>
          <pc:docMk/>
          <pc:sldMk cId="3149309958" sldId="1986"/>
        </pc:sldMkLst>
      </pc:sldChg>
      <pc:sldChg chg="del">
        <pc:chgData name="Marta Giulia Baldi" userId="6dc62c41-b90b-4b5d-9f07-096888b693de" providerId="ADAL" clId="{FFF99EAB-0D03-4A3C-A00C-408A311D0987}" dt="2025-02-06T10:03:59.513" v="77" actId="47"/>
        <pc:sldMkLst>
          <pc:docMk/>
          <pc:sldMk cId="3040452374" sldId="1987"/>
        </pc:sldMkLst>
      </pc:sldChg>
      <pc:sldChg chg="del">
        <pc:chgData name="Marta Giulia Baldi" userId="6dc62c41-b90b-4b5d-9f07-096888b693de" providerId="ADAL" clId="{FFF99EAB-0D03-4A3C-A00C-408A311D0987}" dt="2025-02-06T10:03:59.513" v="77" actId="47"/>
        <pc:sldMkLst>
          <pc:docMk/>
          <pc:sldMk cId="3986875411" sldId="1989"/>
        </pc:sldMkLst>
      </pc:sldChg>
      <pc:sldChg chg="del">
        <pc:chgData name="Marta Giulia Baldi" userId="6dc62c41-b90b-4b5d-9f07-096888b693de" providerId="ADAL" clId="{FFF99EAB-0D03-4A3C-A00C-408A311D0987}" dt="2025-02-06T10:03:59.513" v="77" actId="47"/>
        <pc:sldMkLst>
          <pc:docMk/>
          <pc:sldMk cId="1107668298" sldId="1990"/>
        </pc:sldMkLst>
      </pc:sldChg>
      <pc:sldChg chg="modSp mod modShow">
        <pc:chgData name="Marta Giulia Baldi" userId="6dc62c41-b90b-4b5d-9f07-096888b693de" providerId="ADAL" clId="{FFF99EAB-0D03-4A3C-A00C-408A311D0987}" dt="2025-02-07T13:57:39.638" v="272" actId="729"/>
        <pc:sldMkLst>
          <pc:docMk/>
          <pc:sldMk cId="787437524" sldId="1993"/>
        </pc:sldMkLst>
      </pc:sldChg>
      <pc:sldChg chg="mod modShow">
        <pc:chgData name="Marta Giulia Baldi" userId="6dc62c41-b90b-4b5d-9f07-096888b693de" providerId="ADAL" clId="{FFF99EAB-0D03-4A3C-A00C-408A311D0987}" dt="2025-02-07T13:57:39.638" v="272" actId="729"/>
        <pc:sldMkLst>
          <pc:docMk/>
          <pc:sldMk cId="2074017868" sldId="1994"/>
        </pc:sldMkLst>
      </pc:sldChg>
      <pc:sldChg chg="modSp mod modTransition">
        <pc:chgData name="Marta Giulia Baldi" userId="6dc62c41-b90b-4b5d-9f07-096888b693de" providerId="ADAL" clId="{FFF99EAB-0D03-4A3C-A00C-408A311D0987}" dt="2025-02-11T22:59:17.196" v="1208"/>
        <pc:sldMkLst>
          <pc:docMk/>
          <pc:sldMk cId="2347366309" sldId="1995"/>
        </pc:sldMkLst>
      </pc:sldChg>
      <pc:sldChg chg="addSp delSp modSp mod modShow">
        <pc:chgData name="Marta Giulia Baldi" userId="6dc62c41-b90b-4b5d-9f07-096888b693de" providerId="ADAL" clId="{FFF99EAB-0D03-4A3C-A00C-408A311D0987}" dt="2025-02-12T11:12:55.073" v="1420" actId="729"/>
        <pc:sldMkLst>
          <pc:docMk/>
          <pc:sldMk cId="2825358248" sldId="1996"/>
        </pc:sldMkLst>
      </pc:sldChg>
      <pc:sldChg chg="modSp mod modShow">
        <pc:chgData name="Marta Giulia Baldi" userId="6dc62c41-b90b-4b5d-9f07-096888b693de" providerId="ADAL" clId="{FFF99EAB-0D03-4A3C-A00C-408A311D0987}" dt="2025-02-12T11:12:59.214" v="1421" actId="729"/>
        <pc:sldMkLst>
          <pc:docMk/>
          <pc:sldMk cId="561390410" sldId="1997"/>
        </pc:sldMkLst>
      </pc:sldChg>
      <pc:sldChg chg="del">
        <pc:chgData name="Marta Giulia Baldi" userId="6dc62c41-b90b-4b5d-9f07-096888b693de" providerId="ADAL" clId="{FFF99EAB-0D03-4A3C-A00C-408A311D0987}" dt="2025-02-06T09:53:09.082" v="70" actId="47"/>
        <pc:sldMkLst>
          <pc:docMk/>
          <pc:sldMk cId="788756374" sldId="1998"/>
        </pc:sldMkLst>
      </pc:sldChg>
      <pc:sldChg chg="mod modShow">
        <pc:chgData name="Marta Giulia Baldi" userId="6dc62c41-b90b-4b5d-9f07-096888b693de" providerId="ADAL" clId="{FFF99EAB-0D03-4A3C-A00C-408A311D0987}" dt="2025-02-11T22:41:28.244" v="1021" actId="729"/>
        <pc:sldMkLst>
          <pc:docMk/>
          <pc:sldMk cId="485163453" sldId="1999"/>
        </pc:sldMkLst>
      </pc:sldChg>
      <pc:sldChg chg="addSp modSp mod">
        <pc:chgData name="Marta Giulia Baldi" userId="6dc62c41-b90b-4b5d-9f07-096888b693de" providerId="ADAL" clId="{FFF99EAB-0D03-4A3C-A00C-408A311D0987}" dt="2025-02-06T09:53:55.569" v="73" actId="1076"/>
        <pc:sldMkLst>
          <pc:docMk/>
          <pc:sldMk cId="3444765556" sldId="2007"/>
        </pc:sldMkLst>
      </pc:sldChg>
      <pc:sldChg chg="del">
        <pc:chgData name="Marta Giulia Baldi" userId="6dc62c41-b90b-4b5d-9f07-096888b693de" providerId="ADAL" clId="{FFF99EAB-0D03-4A3C-A00C-408A311D0987}" dt="2025-02-06T10:03:59.513" v="77" actId="47"/>
        <pc:sldMkLst>
          <pc:docMk/>
          <pc:sldMk cId="71199970" sldId="2012"/>
        </pc:sldMkLst>
      </pc:sldChg>
      <pc:sldChg chg="del">
        <pc:chgData name="Marta Giulia Baldi" userId="6dc62c41-b90b-4b5d-9f07-096888b693de" providerId="ADAL" clId="{FFF99EAB-0D03-4A3C-A00C-408A311D0987}" dt="2025-02-06T10:03:59.513" v="77" actId="47"/>
        <pc:sldMkLst>
          <pc:docMk/>
          <pc:sldMk cId="3669530480" sldId="2013"/>
        </pc:sldMkLst>
      </pc:sldChg>
      <pc:sldChg chg="modSp del mod">
        <pc:chgData name="Marta Giulia Baldi" userId="6dc62c41-b90b-4b5d-9f07-096888b693de" providerId="ADAL" clId="{FFF99EAB-0D03-4A3C-A00C-408A311D0987}" dt="2025-02-11T16:28:31.272" v="968" actId="47"/>
        <pc:sldMkLst>
          <pc:docMk/>
          <pc:sldMk cId="317024901" sldId="2014"/>
        </pc:sldMkLst>
      </pc:sldChg>
      <pc:sldChg chg="add">
        <pc:chgData name="Marta Giulia Baldi" userId="6dc62c41-b90b-4b5d-9f07-096888b693de" providerId="ADAL" clId="{FFF99EAB-0D03-4A3C-A00C-408A311D0987}" dt="2025-02-06T10:05:42.458" v="78"/>
        <pc:sldMkLst>
          <pc:docMk/>
          <pc:sldMk cId="2709541373" sldId="2015"/>
        </pc:sldMkLst>
      </pc:sldChg>
      <pc:sldChg chg="add del">
        <pc:chgData name="Marta Giulia Baldi" userId="6dc62c41-b90b-4b5d-9f07-096888b693de" providerId="ADAL" clId="{FFF99EAB-0D03-4A3C-A00C-408A311D0987}" dt="2025-02-11T22:51:13.026" v="1197" actId="47"/>
        <pc:sldMkLst>
          <pc:docMk/>
          <pc:sldMk cId="3327310811" sldId="2016"/>
        </pc:sldMkLst>
      </pc:sldChg>
      <pc:sldChg chg="add">
        <pc:chgData name="Marta Giulia Baldi" userId="6dc62c41-b90b-4b5d-9f07-096888b693de" providerId="ADAL" clId="{FFF99EAB-0D03-4A3C-A00C-408A311D0987}" dt="2025-02-06T10:06:38.003" v="79"/>
        <pc:sldMkLst>
          <pc:docMk/>
          <pc:sldMk cId="3943695830" sldId="2017"/>
        </pc:sldMkLst>
      </pc:sldChg>
      <pc:sldChg chg="add">
        <pc:chgData name="Marta Giulia Baldi" userId="6dc62c41-b90b-4b5d-9f07-096888b693de" providerId="ADAL" clId="{FFF99EAB-0D03-4A3C-A00C-408A311D0987}" dt="2025-02-06T10:07:31.408" v="82"/>
        <pc:sldMkLst>
          <pc:docMk/>
          <pc:sldMk cId="3765195755" sldId="2018"/>
        </pc:sldMkLst>
      </pc:sldChg>
      <pc:sldChg chg="add">
        <pc:chgData name="Marta Giulia Baldi" userId="6dc62c41-b90b-4b5d-9f07-096888b693de" providerId="ADAL" clId="{FFF99EAB-0D03-4A3C-A00C-408A311D0987}" dt="2025-02-06T10:07:31.408" v="82"/>
        <pc:sldMkLst>
          <pc:docMk/>
          <pc:sldMk cId="4046752784" sldId="2019"/>
        </pc:sldMkLst>
      </pc:sldChg>
      <pc:sldChg chg="add">
        <pc:chgData name="Marta Giulia Baldi" userId="6dc62c41-b90b-4b5d-9f07-096888b693de" providerId="ADAL" clId="{FFF99EAB-0D03-4A3C-A00C-408A311D0987}" dt="2025-02-06T10:07:31.408" v="82"/>
        <pc:sldMkLst>
          <pc:docMk/>
          <pc:sldMk cId="3171049455" sldId="2020"/>
        </pc:sldMkLst>
      </pc:sldChg>
      <pc:sldChg chg="modSp add mod">
        <pc:chgData name="Marta Giulia Baldi" userId="6dc62c41-b90b-4b5d-9f07-096888b693de" providerId="ADAL" clId="{FFF99EAB-0D03-4A3C-A00C-408A311D0987}" dt="2025-02-11T11:16:20.278" v="413" actId="207"/>
        <pc:sldMkLst>
          <pc:docMk/>
          <pc:sldMk cId="765366439" sldId="2021"/>
        </pc:sldMkLst>
      </pc:sldChg>
      <pc:sldChg chg="add">
        <pc:chgData name="Marta Giulia Baldi" userId="6dc62c41-b90b-4b5d-9f07-096888b693de" providerId="ADAL" clId="{FFF99EAB-0D03-4A3C-A00C-408A311D0987}" dt="2025-02-06T10:08:51.417" v="83"/>
        <pc:sldMkLst>
          <pc:docMk/>
          <pc:sldMk cId="1036417373" sldId="2022"/>
        </pc:sldMkLst>
      </pc:sldChg>
      <pc:sldChg chg="add">
        <pc:chgData name="Marta Giulia Baldi" userId="6dc62c41-b90b-4b5d-9f07-096888b693de" providerId="ADAL" clId="{FFF99EAB-0D03-4A3C-A00C-408A311D0987}" dt="2025-02-06T10:08:51.417" v="83"/>
        <pc:sldMkLst>
          <pc:docMk/>
          <pc:sldMk cId="4286617900" sldId="2023"/>
        </pc:sldMkLst>
      </pc:sldChg>
      <pc:sldChg chg="add">
        <pc:chgData name="Marta Giulia Baldi" userId="6dc62c41-b90b-4b5d-9f07-096888b693de" providerId="ADAL" clId="{FFF99EAB-0D03-4A3C-A00C-408A311D0987}" dt="2025-02-06T10:08:51.417" v="83"/>
        <pc:sldMkLst>
          <pc:docMk/>
          <pc:sldMk cId="3123944938" sldId="2024"/>
        </pc:sldMkLst>
      </pc:sldChg>
      <pc:sldChg chg="add">
        <pc:chgData name="Marta Giulia Baldi" userId="6dc62c41-b90b-4b5d-9f07-096888b693de" providerId="ADAL" clId="{FFF99EAB-0D03-4A3C-A00C-408A311D0987}" dt="2025-02-06T10:15:23.359" v="86"/>
        <pc:sldMkLst>
          <pc:docMk/>
          <pc:sldMk cId="3471459737" sldId="2025"/>
        </pc:sldMkLst>
      </pc:sldChg>
      <pc:sldChg chg="add mod modShow">
        <pc:chgData name="Marta Giulia Baldi" userId="6dc62c41-b90b-4b5d-9f07-096888b693de" providerId="ADAL" clId="{FFF99EAB-0D03-4A3C-A00C-408A311D0987}" dt="2025-02-07T14:52:46.580" v="275" actId="729"/>
        <pc:sldMkLst>
          <pc:docMk/>
          <pc:sldMk cId="2946623295" sldId="2026"/>
        </pc:sldMkLst>
      </pc:sldChg>
      <pc:sldChg chg="addSp modSp new mod modShow">
        <pc:chgData name="Marta Giulia Baldi" userId="6dc62c41-b90b-4b5d-9f07-096888b693de" providerId="ADAL" clId="{FFF99EAB-0D03-4A3C-A00C-408A311D0987}" dt="2025-02-11T12:32:11.932" v="427" actId="729"/>
        <pc:sldMkLst>
          <pc:docMk/>
          <pc:sldMk cId="3590864800" sldId="2027"/>
        </pc:sldMkLst>
      </pc:sldChg>
      <pc:sldChg chg="addSp delSp modSp add mod modShow">
        <pc:chgData name="Marta Giulia Baldi" userId="6dc62c41-b90b-4b5d-9f07-096888b693de" providerId="ADAL" clId="{FFF99EAB-0D03-4A3C-A00C-408A311D0987}" dt="2025-02-11T23:25:22.152" v="1412" actId="729"/>
        <pc:sldMkLst>
          <pc:docMk/>
          <pc:sldMk cId="2118316660" sldId="2028"/>
        </pc:sldMkLst>
      </pc:sldChg>
      <pc:sldChg chg="modSp add mod modShow">
        <pc:chgData name="Marta Giulia Baldi" userId="6dc62c41-b90b-4b5d-9f07-096888b693de" providerId="ADAL" clId="{FFF99EAB-0D03-4A3C-A00C-408A311D0987}" dt="2025-02-12T11:12:17.283" v="1419" actId="729"/>
        <pc:sldMkLst>
          <pc:docMk/>
          <pc:sldMk cId="830147961" sldId="2029"/>
        </pc:sldMkLst>
      </pc:sldChg>
      <pc:sldChg chg="add">
        <pc:chgData name="Marta Giulia Baldi" userId="6dc62c41-b90b-4b5d-9f07-096888b693de" providerId="ADAL" clId="{FFF99EAB-0D03-4A3C-A00C-408A311D0987}" dt="2025-02-11T14:59:07.657" v="966"/>
        <pc:sldMkLst>
          <pc:docMk/>
          <pc:sldMk cId="1621861205" sldId="2044"/>
        </pc:sldMkLst>
      </pc:sldChg>
      <pc:sldChg chg="new del">
        <pc:chgData name="Marta Giulia Baldi" userId="6dc62c41-b90b-4b5d-9f07-096888b693de" providerId="ADAL" clId="{FFF99EAB-0D03-4A3C-A00C-408A311D0987}" dt="2025-02-11T23:04:36.194" v="1210" actId="2696"/>
        <pc:sldMkLst>
          <pc:docMk/>
          <pc:sldMk cId="432749769" sldId="2045"/>
        </pc:sldMkLst>
      </pc:sldChg>
      <pc:sldChg chg="add del">
        <pc:chgData name="Marta Giulia Baldi" userId="6dc62c41-b90b-4b5d-9f07-096888b693de" providerId="ADAL" clId="{FFF99EAB-0D03-4A3C-A00C-408A311D0987}" dt="2025-02-11T22:57:43.859" v="1205" actId="47"/>
        <pc:sldMkLst>
          <pc:docMk/>
          <pc:sldMk cId="4205837044" sldId="20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6B3C6-A3F5-4537-BA96-AA3EDD514642}" type="datetimeFigureOut">
              <a:rPr lang="en-DK" smtClean="0"/>
              <a:t>08/10/2025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BC6E5-9301-43B9-A908-14619FC78ED8}" type="slidenum">
              <a:rPr lang="en-DK" smtClean="0"/>
              <a:t>‹#›</a:t>
            </a:fld>
            <a:endParaRPr lang="en-DK"/>
          </a:p>
        </p:txBody>
      </p:sp>
    </p:spTree>
    <p:extLst>
      <p:ext uri="{BB962C8B-B14F-4D97-AF65-F5344CB8AC3E}">
        <p14:creationId xmlns:p14="http://schemas.microsoft.com/office/powerpoint/2010/main" val="348620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ur-lex.europa.eu/legal-content/EN/TXT/?uri=CELEX:52016PC0767R%2801%29"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a:t>
            </a:fld>
            <a:endParaRPr lang="en-DK"/>
          </a:p>
        </p:txBody>
      </p:sp>
    </p:spTree>
    <p:extLst>
      <p:ext uri="{BB962C8B-B14F-4D97-AF65-F5344CB8AC3E}">
        <p14:creationId xmlns:p14="http://schemas.microsoft.com/office/powerpoint/2010/main" val="258572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14:45</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2</a:t>
            </a:fld>
            <a:endParaRPr lang="en-DK"/>
          </a:p>
        </p:txBody>
      </p:sp>
    </p:spTree>
    <p:extLst>
      <p:ext uri="{BB962C8B-B14F-4D97-AF65-F5344CB8AC3E}">
        <p14:creationId xmlns:p14="http://schemas.microsoft.com/office/powerpoint/2010/main" val="2017016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a:t>Stéphane QUEFELEC</a:t>
            </a:r>
          </a:p>
          <a:p>
            <a:r>
              <a:rPr lang="fr-FR" sz="1200"/>
              <a:t>Oskar GUSTAFSSON</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3</a:t>
            </a:fld>
            <a:endParaRPr lang="en-DK"/>
          </a:p>
        </p:txBody>
      </p:sp>
    </p:spTree>
    <p:extLst>
      <p:ext uri="{BB962C8B-B14F-4D97-AF65-F5344CB8AC3E}">
        <p14:creationId xmlns:p14="http://schemas.microsoft.com/office/powerpoint/2010/main" val="1069369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Stéphane QUEFELEC</a:t>
            </a:r>
          </a:p>
          <a:p>
            <a:r>
              <a:rPr lang="fr-FR" sz="1200" dirty="0"/>
              <a:t>Tom </a:t>
            </a:r>
            <a:r>
              <a:rPr lang="fr-FR" sz="1200" dirty="0" err="1"/>
              <a:t>will</a:t>
            </a:r>
            <a:r>
              <a:rPr lang="fr-FR" sz="1200" dirty="0"/>
              <a:t> </a:t>
            </a:r>
            <a:r>
              <a:rPr lang="fr-FR" sz="1200" dirty="0" err="1"/>
              <a:t>present</a:t>
            </a:r>
            <a:r>
              <a:rPr lang="fr-FR" sz="1200" dirty="0"/>
              <a:t> MS </a:t>
            </a:r>
            <a:r>
              <a:rPr lang="fr-FR" sz="1200" dirty="0" err="1"/>
              <a:t>expereince</a:t>
            </a:r>
            <a:r>
              <a:rPr lang="fr-FR" sz="1200" dirty="0"/>
              <a:t> in </a:t>
            </a:r>
            <a:r>
              <a:rPr lang="fr-FR" sz="1200" dirty="0" err="1"/>
              <a:t>reporting</a:t>
            </a:r>
            <a:r>
              <a:rPr lang="fr-FR" sz="1200" dirty="0"/>
              <a:t> Annex II. </a:t>
            </a:r>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a:t>
            </a:fld>
            <a:endParaRPr lang="en-DK"/>
          </a:p>
        </p:txBody>
      </p:sp>
    </p:spTree>
    <p:extLst>
      <p:ext uri="{BB962C8B-B14F-4D97-AF65-F5344CB8AC3E}">
        <p14:creationId xmlns:p14="http://schemas.microsoft.com/office/powerpoint/2010/main" val="234035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70783294-E9FF-4F24-AF23-19B98F36DF0D}" type="slidenum">
              <a:rPr lang="en-DK" smtClean="0"/>
              <a:t>6</a:t>
            </a:fld>
            <a:endParaRPr lang="en-DK"/>
          </a:p>
        </p:txBody>
      </p:sp>
    </p:spTree>
    <p:extLst>
      <p:ext uri="{BB962C8B-B14F-4D97-AF65-F5344CB8AC3E}">
        <p14:creationId xmlns:p14="http://schemas.microsoft.com/office/powerpoint/2010/main" val="2903090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70783294-E9FF-4F24-AF23-19B98F36DF0D}" type="slidenum">
              <a:rPr lang="en-DK" smtClean="0"/>
              <a:t>7</a:t>
            </a:fld>
            <a:endParaRPr lang="en-DK"/>
          </a:p>
        </p:txBody>
      </p:sp>
    </p:spTree>
    <p:extLst>
      <p:ext uri="{BB962C8B-B14F-4D97-AF65-F5344CB8AC3E}">
        <p14:creationId xmlns:p14="http://schemas.microsoft.com/office/powerpoint/2010/main" val="601853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245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that are already collected elsewhere at EU level and that are required in the NECPR dataflow are not asked to you again !</a:t>
            </a:r>
          </a:p>
          <a:p>
            <a:r>
              <a:rPr lang="en-US" dirty="0"/>
              <a:t>Data available at Eurostat data are pre-filled or post filled </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9</a:t>
            </a:fld>
            <a:endParaRPr lang="en-DK"/>
          </a:p>
        </p:txBody>
      </p:sp>
    </p:spTree>
    <p:extLst>
      <p:ext uri="{BB962C8B-B14F-4D97-AF65-F5344CB8AC3E}">
        <p14:creationId xmlns:p14="http://schemas.microsoft.com/office/powerpoint/2010/main" val="3393985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12</a:t>
            </a:fld>
            <a:endParaRPr lang="en-DK"/>
          </a:p>
        </p:txBody>
      </p:sp>
    </p:spTree>
    <p:extLst>
      <p:ext uri="{BB962C8B-B14F-4D97-AF65-F5344CB8AC3E}">
        <p14:creationId xmlns:p14="http://schemas.microsoft.com/office/powerpoint/2010/main" val="28623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 would say that they should compare to latest contribution (target) and trajectory to said contribution. But I understand some MS/CPs will not be comfortable with this as ESTAT data is REDII and updated NECPS are REDIII - if that's the case they can compare to final NECP (REDII) but they have to detail this in the descriptions they provide. </a:t>
            </a:r>
          </a:p>
          <a:p>
            <a:r>
              <a:rPr lang="en-US" dirty="0"/>
              <a:t>This is what DG ENER said in our training last week of January.</a:t>
            </a:r>
          </a:p>
          <a:p>
            <a:r>
              <a:rPr lang="en-US" b="1" dirty="0"/>
              <a:t>they need to compare with the Eurostat data (grey/yellow) fields with their NECP trajectory/contribution.</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13</a:t>
            </a:fld>
            <a:endParaRPr lang="en-DK"/>
          </a:p>
        </p:txBody>
      </p:sp>
    </p:spTree>
    <p:extLst>
      <p:ext uri="{BB962C8B-B14F-4D97-AF65-F5344CB8AC3E}">
        <p14:creationId xmlns:p14="http://schemas.microsoft.com/office/powerpoint/2010/main" val="3640933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b="0" i="0" u="sng" dirty="0">
                <a:effectLst/>
                <a:latin typeface="arial" panose="020B0604020202020204" pitchFamily="34" charset="0"/>
                <a:hlinkClick r:id="rId3"/>
              </a:rPr>
              <a:t>Renewable Energy Directive</a:t>
            </a:r>
            <a:r>
              <a:rPr lang="it-IT" b="0" i="0" u="sng" dirty="0">
                <a:effectLst/>
                <a:latin typeface="arial" panose="020B0604020202020204" pitchFamily="34" charset="0"/>
              </a:rPr>
              <a:t> II </a:t>
            </a:r>
            <a:endParaRPr lang="it-IT" b="0" i="0" u="sng" dirty="0">
              <a:solidFill>
                <a:srgbClr val="26324B"/>
              </a:solidFill>
              <a:effectLst/>
              <a:latin typeface="arial" panose="020B0604020202020204" pitchFamily="34" charset="0"/>
            </a:endParaRP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15</a:t>
            </a:fld>
            <a:endParaRPr lang="en-DK"/>
          </a:p>
        </p:txBody>
      </p:sp>
    </p:spTree>
    <p:extLst>
      <p:ext uri="{BB962C8B-B14F-4D97-AF65-F5344CB8AC3E}">
        <p14:creationId xmlns:p14="http://schemas.microsoft.com/office/powerpoint/2010/main" val="1086824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16</a:t>
            </a:fld>
            <a:endParaRPr lang="en-DK"/>
          </a:p>
        </p:txBody>
      </p:sp>
    </p:spTree>
    <p:extLst>
      <p:ext uri="{BB962C8B-B14F-4D97-AF65-F5344CB8AC3E}">
        <p14:creationId xmlns:p14="http://schemas.microsoft.com/office/powerpoint/2010/main" val="3733349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17</a:t>
            </a:fld>
            <a:endParaRPr lang="en-DK"/>
          </a:p>
        </p:txBody>
      </p:sp>
    </p:spTree>
    <p:extLst>
      <p:ext uri="{BB962C8B-B14F-4D97-AF65-F5344CB8AC3E}">
        <p14:creationId xmlns:p14="http://schemas.microsoft.com/office/powerpoint/2010/main" val="3102949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18</a:t>
            </a:fld>
            <a:endParaRPr lang="en-DK"/>
          </a:p>
        </p:txBody>
      </p:sp>
    </p:spTree>
    <p:extLst>
      <p:ext uri="{BB962C8B-B14F-4D97-AF65-F5344CB8AC3E}">
        <p14:creationId xmlns:p14="http://schemas.microsoft.com/office/powerpoint/2010/main" val="3798568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19</a:t>
            </a:fld>
            <a:endParaRPr lang="en-DK"/>
          </a:p>
        </p:txBody>
      </p:sp>
    </p:spTree>
    <p:extLst>
      <p:ext uri="{BB962C8B-B14F-4D97-AF65-F5344CB8AC3E}">
        <p14:creationId xmlns:p14="http://schemas.microsoft.com/office/powerpoint/2010/main" val="3771902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20</a:t>
            </a:fld>
            <a:endParaRPr lang="en-DK"/>
          </a:p>
        </p:txBody>
      </p:sp>
    </p:spTree>
    <p:extLst>
      <p:ext uri="{BB962C8B-B14F-4D97-AF65-F5344CB8AC3E}">
        <p14:creationId xmlns:p14="http://schemas.microsoft.com/office/powerpoint/2010/main" val="3766036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21</a:t>
            </a:fld>
            <a:endParaRPr lang="en-DK"/>
          </a:p>
        </p:txBody>
      </p:sp>
    </p:spTree>
    <p:extLst>
      <p:ext uri="{BB962C8B-B14F-4D97-AF65-F5344CB8AC3E}">
        <p14:creationId xmlns:p14="http://schemas.microsoft.com/office/powerpoint/2010/main" val="3060392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accordance with Articles 7 to 13 of Directive 2018/2001/EU, </a:t>
            </a:r>
            <a:r>
              <a:rPr lang="en-US" dirty="0" err="1"/>
              <a:t>CPss</a:t>
            </a:r>
            <a:r>
              <a:rPr lang="en-US" dirty="0"/>
              <a:t> to decide to which extent they support electricity from renewable sources which is produced in another CPs. They may also open participation in support schemes for electricity from renewable sources to producers located in other </a:t>
            </a:r>
            <a:r>
              <a:rPr lang="en-US" dirty="0" err="1"/>
              <a:t>CPss</a:t>
            </a:r>
            <a:r>
              <a:rPr lang="en-US" dirty="0"/>
              <a:t>. </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22</a:t>
            </a:fld>
            <a:endParaRPr lang="en-DK"/>
          </a:p>
        </p:txBody>
      </p:sp>
    </p:spTree>
    <p:extLst>
      <p:ext uri="{BB962C8B-B14F-4D97-AF65-F5344CB8AC3E}">
        <p14:creationId xmlns:p14="http://schemas.microsoft.com/office/powerpoint/2010/main" val="306477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57BC-623F-5F0F-A351-2072E4B7B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32AAF-4262-C595-D2E0-6F02F1E9F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A3ADC-8479-0286-FBB1-C4EE476B922A}"/>
              </a:ext>
            </a:extLst>
          </p:cNvPr>
          <p:cNvSpPr>
            <a:spLocks noGrp="1"/>
          </p:cNvSpPr>
          <p:nvPr>
            <p:ph type="body" idx="1"/>
          </p:nvPr>
        </p:nvSpPr>
        <p:spPr/>
        <p:txBody>
          <a:bodyPr/>
          <a:lstStyle/>
          <a:p>
            <a:r>
              <a:rPr lang="en-US" dirty="0"/>
              <a:t>13:00 – 14:45</a:t>
            </a:r>
            <a:endParaRPr lang="en-DK" dirty="0"/>
          </a:p>
        </p:txBody>
      </p:sp>
      <p:sp>
        <p:nvSpPr>
          <p:cNvPr id="4" name="Slide Number Placeholder 3">
            <a:extLst>
              <a:ext uri="{FF2B5EF4-FFF2-40B4-BE49-F238E27FC236}">
                <a16:creationId xmlns:a16="http://schemas.microsoft.com/office/drawing/2014/main" id="{D08A98F0-284C-2C0E-63A2-49A6447D5726}"/>
              </a:ext>
            </a:extLst>
          </p:cNvPr>
          <p:cNvSpPr>
            <a:spLocks noGrp="1"/>
          </p:cNvSpPr>
          <p:nvPr>
            <p:ph type="sldNum" sz="quarter" idx="5"/>
          </p:nvPr>
        </p:nvSpPr>
        <p:spPr/>
        <p:txBody>
          <a:bodyPr/>
          <a:lstStyle/>
          <a:p>
            <a:fld id="{E81BC6E5-9301-43B9-A908-14619FC78ED8}" type="slidenum">
              <a:rPr lang="en-DK" smtClean="0"/>
              <a:t>23</a:t>
            </a:fld>
            <a:endParaRPr lang="en-DK"/>
          </a:p>
        </p:txBody>
      </p:sp>
    </p:spTree>
    <p:extLst>
      <p:ext uri="{BB962C8B-B14F-4D97-AF65-F5344CB8AC3E}">
        <p14:creationId xmlns:p14="http://schemas.microsoft.com/office/powerpoint/2010/main" val="2566184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24</a:t>
            </a:fld>
            <a:endParaRPr lang="en-DK"/>
          </a:p>
        </p:txBody>
      </p:sp>
    </p:spTree>
    <p:extLst>
      <p:ext uri="{BB962C8B-B14F-4D97-AF65-F5344CB8AC3E}">
        <p14:creationId xmlns:p14="http://schemas.microsoft.com/office/powerpoint/2010/main" val="3844297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Aptos" panose="020B0004020202020204" pitchFamily="34" charset="0"/>
              </a:rPr>
              <a:t>GO are guarantees of origin and they are reported in Table 1 for electricity, gas and heating.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is an European organization (Association of issuing bodies) and almost all countries (of the 27 MS) are included in it.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publishes yearly values of how many guarantees of origin were issued for each member country.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also does some oversight and harmonization of GO certification. Statistics that a MS reports is not identical to what is on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 due to two reasons – first is that time period of reported GO is not explicitly specified (it is 1 year, but that year can be from 1.1. to 1.1. or perhaps 1.10-1.10. and second, there are methodological options of what exactly to include in GO – for instance nuclear energy may be included or not, it is up to MS). Therefore we are limited to checking if reported value is close value in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a:t>
            </a:r>
            <a:endParaRPr lang="en-DK" sz="1800" dirty="0">
              <a:effectLst/>
              <a:latin typeface="Aptos" panose="020B0004020202020204" pitchFamily="34" charset="0"/>
              <a:ea typeface="Aptos" panose="020B0004020202020204" pitchFamily="34" charset="0"/>
              <a:cs typeface="Aptos" panose="020B0004020202020204" pitchFamily="34" charset="0"/>
            </a:endParaRPr>
          </a:p>
          <a:p>
            <a:r>
              <a:rPr lang="en-US" sz="1800" dirty="0">
                <a:effectLst/>
                <a:latin typeface="Aptos" panose="020B0004020202020204" pitchFamily="34" charset="0"/>
                <a:ea typeface="Aptos" panose="020B0004020202020204" pitchFamily="34" charset="0"/>
                <a:cs typeface="Aptos" panose="020B0004020202020204" pitchFamily="34" charset="0"/>
              </a:rPr>
              <a:t>In this table we also have resulting renewable energy consumption – this we compare with value calculated based on reported canceled (used) GO for electricity, residual mix reported by </a:t>
            </a:r>
            <a:r>
              <a:rPr lang="en-US" sz="1800" dirty="0" err="1">
                <a:effectLst/>
                <a:latin typeface="Aptos" panose="020B0004020202020204" pitchFamily="34" charset="0"/>
                <a:ea typeface="Aptos" panose="020B0004020202020204" pitchFamily="34" charset="0"/>
                <a:cs typeface="Aptos" panose="020B0004020202020204" pitchFamily="34" charset="0"/>
              </a:rPr>
              <a:t>AiB</a:t>
            </a:r>
            <a:r>
              <a:rPr lang="en-US" sz="1800" dirty="0">
                <a:effectLst/>
                <a:latin typeface="Aptos" panose="020B0004020202020204" pitchFamily="34" charset="0"/>
                <a:ea typeface="Aptos" panose="020B0004020202020204" pitchFamily="34" charset="0"/>
                <a:cs typeface="Aptos" panose="020B0004020202020204" pitchFamily="34" charset="0"/>
              </a:rPr>
              <a:t> and total electricity consumption from EUROSTAT.</a:t>
            </a:r>
            <a:endParaRPr lang="en-DK" sz="1800" dirty="0">
              <a:effectLst/>
              <a:latin typeface="Aptos" panose="020B0004020202020204" pitchFamily="34" charset="0"/>
              <a:ea typeface="Aptos" panose="020B0004020202020204" pitchFamily="34" charset="0"/>
              <a:cs typeface="Aptos" panose="020B0004020202020204" pitchFamily="34" charset="0"/>
            </a:endParaRP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25</a:t>
            </a:fld>
            <a:endParaRPr lang="en-DK"/>
          </a:p>
        </p:txBody>
      </p:sp>
    </p:spTree>
    <p:extLst>
      <p:ext uri="{BB962C8B-B14F-4D97-AF65-F5344CB8AC3E}">
        <p14:creationId xmlns:p14="http://schemas.microsoft.com/office/powerpoint/2010/main" val="39082544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Member States are obliged to have established a system to issue Guarantees of Origin of both electricity, gas and heating/cooling when RES producers request them, but exceptions can apply, for e.g., supported RES production or minimum capacity limits (article 19 of RED II).</a:t>
            </a:r>
            <a:endParaRPr lang="en-DK" dirty="0"/>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26</a:t>
            </a:fld>
            <a:endParaRPr lang="en-DK"/>
          </a:p>
        </p:txBody>
      </p:sp>
    </p:spTree>
    <p:extLst>
      <p:ext uri="{BB962C8B-B14F-4D97-AF65-F5344CB8AC3E}">
        <p14:creationId xmlns:p14="http://schemas.microsoft.com/office/powerpoint/2010/main" val="871712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27</a:t>
            </a:fld>
            <a:endParaRPr lang="en-DK"/>
          </a:p>
        </p:txBody>
      </p:sp>
    </p:spTree>
    <p:extLst>
      <p:ext uri="{BB962C8B-B14F-4D97-AF65-F5344CB8AC3E}">
        <p14:creationId xmlns:p14="http://schemas.microsoft.com/office/powerpoint/2010/main" val="1914093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28</a:t>
            </a:fld>
            <a:endParaRPr lang="en-DK"/>
          </a:p>
        </p:txBody>
      </p:sp>
    </p:spTree>
    <p:extLst>
      <p:ext uri="{BB962C8B-B14F-4D97-AF65-F5344CB8AC3E}">
        <p14:creationId xmlns:p14="http://schemas.microsoft.com/office/powerpoint/2010/main" val="187334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To determine/reduce the influence of other factors on the agriculture commodity prices dynamics, this data is to be supported by total land used to produce the feedstock (in ha), total annual yield (in </a:t>
            </a:r>
            <a:r>
              <a:rPr lang="en-US" dirty="0" err="1"/>
              <a:t>tonnes</a:t>
            </a:r>
            <a:r>
              <a:rPr lang="en-US" dirty="0"/>
              <a:t>), net trade balance of the feedstock (in </a:t>
            </a:r>
            <a:r>
              <a:rPr lang="en-US" dirty="0" err="1"/>
              <a:t>tonnes</a:t>
            </a:r>
            <a:r>
              <a:rPr lang="en-US" dirty="0"/>
              <a:t>) and share of feedstock in the net trade balance used for bioenergy for each feedstock type, including energy crops (e.g. short rotation coppice, perennial grasses etc.);</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29</a:t>
            </a:fld>
            <a:endParaRPr lang="en-DK"/>
          </a:p>
        </p:txBody>
      </p:sp>
    </p:spTree>
    <p:extLst>
      <p:ext uri="{BB962C8B-B14F-4D97-AF65-F5344CB8AC3E}">
        <p14:creationId xmlns:p14="http://schemas.microsoft.com/office/powerpoint/2010/main" val="3248909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EX-SES</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30</a:t>
            </a:fld>
            <a:endParaRPr lang="en-DK"/>
          </a:p>
        </p:txBody>
      </p:sp>
    </p:spTree>
    <p:extLst>
      <p:ext uri="{BB962C8B-B14F-4D97-AF65-F5344CB8AC3E}">
        <p14:creationId xmlns:p14="http://schemas.microsoft.com/office/powerpoint/2010/main" val="2246995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Times New Roman" panose="02020603050405020304" pitchFamily="18" charset="0"/>
              </a:rPr>
              <a:t>The revised Renewable Energy Directive (‘RED II’), which is the main EU instrument dealing with the promotion of energy from renewable sources.</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31</a:t>
            </a:fld>
            <a:endParaRPr lang="en-DK"/>
          </a:p>
        </p:txBody>
      </p:sp>
    </p:spTree>
    <p:extLst>
      <p:ext uri="{BB962C8B-B14F-4D97-AF65-F5344CB8AC3E}">
        <p14:creationId xmlns:p14="http://schemas.microsoft.com/office/powerpoint/2010/main" val="525641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32</a:t>
            </a:fld>
            <a:endParaRPr lang="en-DK"/>
          </a:p>
        </p:txBody>
      </p:sp>
    </p:spTree>
    <p:extLst>
      <p:ext uri="{BB962C8B-B14F-4D97-AF65-F5344CB8AC3E}">
        <p14:creationId xmlns:p14="http://schemas.microsoft.com/office/powerpoint/2010/main" val="2200613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Biodegradable waste is defined as biodegradable garden and park waste, food and kitchen waste from households, restaurants, caterers and retail premises, and comparable waste from food processing plants. The share of bio-degradable waste used have to be calculated against total amount of waste used and have to be reported as a percentage (%).</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33</a:t>
            </a:fld>
            <a:endParaRPr lang="en-DK"/>
          </a:p>
        </p:txBody>
      </p:sp>
    </p:spTree>
    <p:extLst>
      <p:ext uri="{BB962C8B-B14F-4D97-AF65-F5344CB8AC3E}">
        <p14:creationId xmlns:p14="http://schemas.microsoft.com/office/powerpoint/2010/main" val="15374071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RE produced and use in buildings</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34</a:t>
            </a:fld>
            <a:endParaRPr lang="en-DK"/>
          </a:p>
        </p:txBody>
      </p:sp>
    </p:spTree>
    <p:extLst>
      <p:ext uri="{BB962C8B-B14F-4D97-AF65-F5344CB8AC3E}">
        <p14:creationId xmlns:p14="http://schemas.microsoft.com/office/powerpoint/2010/main" val="10053075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Buildings approximation in energy statistics </a:t>
            </a:r>
          </a:p>
          <a:p>
            <a:r>
              <a:rPr lang="en-US" dirty="0"/>
              <a:t>Dedicated statistics on buildings is the best way to ensure high quality information on buildings. In the absence of such statistics, estimates and modelling could be used. </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35</a:t>
            </a:fld>
            <a:endParaRPr lang="en-DK"/>
          </a:p>
        </p:txBody>
      </p:sp>
    </p:spTree>
    <p:extLst>
      <p:ext uri="{BB962C8B-B14F-4D97-AF65-F5344CB8AC3E}">
        <p14:creationId xmlns:p14="http://schemas.microsoft.com/office/powerpoint/2010/main" val="14777785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CCAB0-C669-9323-E120-F0475564C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ECA86-61ED-475C-AC4C-A7F9E5636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C44A9-06F6-1C90-D161-80FB0F413F0A}"/>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DFED3617-342F-C0A3-5A2D-DAF8EC8B25FC}"/>
              </a:ext>
            </a:extLst>
          </p:cNvPr>
          <p:cNvSpPr>
            <a:spLocks noGrp="1"/>
          </p:cNvSpPr>
          <p:nvPr>
            <p:ph type="sldNum" sz="quarter" idx="5"/>
          </p:nvPr>
        </p:nvSpPr>
        <p:spPr/>
        <p:txBody>
          <a:bodyPr/>
          <a:lstStyle/>
          <a:p>
            <a:fld id="{E81BC6E5-9301-43B9-A908-14619FC78ED8}" type="slidenum">
              <a:rPr lang="en-DK" smtClean="0"/>
              <a:t>36</a:t>
            </a:fld>
            <a:endParaRPr lang="en-DK"/>
          </a:p>
        </p:txBody>
      </p:sp>
    </p:spTree>
    <p:extLst>
      <p:ext uri="{BB962C8B-B14F-4D97-AF65-F5344CB8AC3E}">
        <p14:creationId xmlns:p14="http://schemas.microsoft.com/office/powerpoint/2010/main" val="3731093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58BE-1117-8C00-FFD0-E03C4E32F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DCF98-FA1C-0E8F-9F75-5FC8E7BF7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5A09E-ED35-859D-7173-3D6ABC923834}"/>
              </a:ext>
            </a:extLst>
          </p:cNvPr>
          <p:cNvSpPr>
            <a:spLocks noGrp="1"/>
          </p:cNvSpPr>
          <p:nvPr>
            <p:ph type="body" idx="1"/>
          </p:nvPr>
        </p:nvSpPr>
        <p:spPr/>
        <p:txBody>
          <a:bodyPr/>
          <a:lstStyle/>
          <a:p>
            <a:r>
              <a:rPr lang="en-US" dirty="0"/>
              <a:t>I would like to highlight an aspect that characterizes our data analysis. </a:t>
            </a:r>
          </a:p>
          <a:p>
            <a:endParaRPr lang="en-US" dirty="0"/>
          </a:p>
          <a:p>
            <a:r>
              <a:rPr lang="en-US" dirty="0"/>
              <a:t>[..] We are able to perform additional checks on the criteria of compatibility and coherence, and this way, we can further improve the quality of your data.</a:t>
            </a:r>
            <a:endParaRPr lang="en-DK" dirty="0"/>
          </a:p>
        </p:txBody>
      </p:sp>
      <p:sp>
        <p:nvSpPr>
          <p:cNvPr id="4" name="Slide Number Placeholder 3">
            <a:extLst>
              <a:ext uri="{FF2B5EF4-FFF2-40B4-BE49-F238E27FC236}">
                <a16:creationId xmlns:a16="http://schemas.microsoft.com/office/drawing/2014/main" id="{F903F8CB-B6CD-6DC2-45A0-3FADDC03584A}"/>
              </a:ext>
            </a:extLst>
          </p:cNvPr>
          <p:cNvSpPr>
            <a:spLocks noGrp="1"/>
          </p:cNvSpPr>
          <p:nvPr>
            <p:ph type="sldNum" sz="quarter" idx="5"/>
          </p:nvPr>
        </p:nvSpPr>
        <p:spPr/>
        <p:txBody>
          <a:bodyPr/>
          <a:lstStyle/>
          <a:p>
            <a:fld id="{E81BC6E5-9301-43B9-A908-14619FC78ED8}" type="slidenum">
              <a:rPr lang="en-DK" smtClean="0"/>
              <a:t>37</a:t>
            </a:fld>
            <a:endParaRPr lang="en-DK"/>
          </a:p>
        </p:txBody>
      </p:sp>
    </p:spTree>
    <p:extLst>
      <p:ext uri="{BB962C8B-B14F-4D97-AF65-F5344CB8AC3E}">
        <p14:creationId xmlns:p14="http://schemas.microsoft.com/office/powerpoint/2010/main" val="2442100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6D4-3222-A12A-0C3E-59ECD7BE1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1BB94-31A8-AFE7-F355-B401F2AA2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96FE2-1DAA-05DB-4216-8D26310595A3}"/>
              </a:ext>
            </a:extLst>
          </p:cNvPr>
          <p:cNvSpPr>
            <a:spLocks noGrp="1"/>
          </p:cNvSpPr>
          <p:nvPr>
            <p:ph type="body" idx="1"/>
          </p:nvPr>
        </p:nvSpPr>
        <p:spPr/>
        <p:txBody>
          <a:bodyPr/>
          <a:lstStyle/>
          <a:p>
            <a:r>
              <a:rPr lang="en-US" dirty="0"/>
              <a:t>Instead of going through the entire RP3 presentation, is there any step that is not clear? I will focus MORE on that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Logging in &amp;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excel import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excel export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Quality assurance – validations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Release of data - submission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endParaRPr lang="en-DK" dirty="0"/>
          </a:p>
        </p:txBody>
      </p:sp>
      <p:sp>
        <p:nvSpPr>
          <p:cNvPr id="4" name="Slide Number Placeholder 3">
            <a:extLst>
              <a:ext uri="{FF2B5EF4-FFF2-40B4-BE49-F238E27FC236}">
                <a16:creationId xmlns:a16="http://schemas.microsoft.com/office/drawing/2014/main" id="{5603CCFE-0029-1E83-B54A-7BD496F44B48}"/>
              </a:ext>
            </a:extLst>
          </p:cNvPr>
          <p:cNvSpPr>
            <a:spLocks noGrp="1"/>
          </p:cNvSpPr>
          <p:nvPr>
            <p:ph type="sldNum" sz="quarter" idx="5"/>
          </p:nvPr>
        </p:nvSpPr>
        <p:spPr/>
        <p:txBody>
          <a:bodyPr/>
          <a:lstStyle/>
          <a:p>
            <a:fld id="{E81BC6E5-9301-43B9-A908-14619FC78ED8}" type="slidenum">
              <a:rPr lang="en-DK" smtClean="0"/>
              <a:t>38</a:t>
            </a:fld>
            <a:endParaRPr lang="en-DK"/>
          </a:p>
        </p:txBody>
      </p:sp>
    </p:spTree>
    <p:extLst>
      <p:ext uri="{BB962C8B-B14F-4D97-AF65-F5344CB8AC3E}">
        <p14:creationId xmlns:p14="http://schemas.microsoft.com/office/powerpoint/2010/main" val="1101600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F2DF-D7BA-3FC8-C131-23F40AA65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EC305-2D78-A3F3-D0CB-709A1F450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FB3B8-A2E7-2BD4-D216-2C0FB6C9CC6C}"/>
              </a:ext>
            </a:extLst>
          </p:cNvPr>
          <p:cNvSpPr>
            <a:spLocks noGrp="1"/>
          </p:cNvSpPr>
          <p:nvPr>
            <p:ph type="body" idx="1"/>
          </p:nvPr>
        </p:nvSpPr>
        <p:spPr/>
        <p:txBody>
          <a:bodyPr/>
          <a:lstStyle/>
          <a:p>
            <a:r>
              <a:rPr lang="en-US" dirty="0"/>
              <a:t>Instead of going through the entire RP3 presentation, is there any step that is not clear? I will focus MORE on that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Logging in &amp;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excel import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Data input – excel export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Quality assurance – validations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solidFill>
                  <a:schemeClr val="bg1"/>
                </a:solidFill>
              </a:rPr>
              <a:t>Release of data - submission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i="1" dirty="0">
              <a:solidFill>
                <a:schemeClr val="bg1"/>
              </a:solidFill>
            </a:endParaRPr>
          </a:p>
          <a:p>
            <a:endParaRPr lang="en-DK" dirty="0"/>
          </a:p>
        </p:txBody>
      </p:sp>
      <p:sp>
        <p:nvSpPr>
          <p:cNvPr id="4" name="Slide Number Placeholder 3">
            <a:extLst>
              <a:ext uri="{FF2B5EF4-FFF2-40B4-BE49-F238E27FC236}">
                <a16:creationId xmlns:a16="http://schemas.microsoft.com/office/drawing/2014/main" id="{9FCF8FE4-C4B5-5F5A-3CCA-833FA76754F5}"/>
              </a:ext>
            </a:extLst>
          </p:cNvPr>
          <p:cNvSpPr>
            <a:spLocks noGrp="1"/>
          </p:cNvSpPr>
          <p:nvPr>
            <p:ph type="sldNum" sz="quarter" idx="5"/>
          </p:nvPr>
        </p:nvSpPr>
        <p:spPr/>
        <p:txBody>
          <a:bodyPr/>
          <a:lstStyle/>
          <a:p>
            <a:fld id="{E81BC6E5-9301-43B9-A908-14619FC78ED8}" type="slidenum">
              <a:rPr lang="en-DK" smtClean="0"/>
              <a:t>39</a:t>
            </a:fld>
            <a:endParaRPr lang="en-DK"/>
          </a:p>
        </p:txBody>
      </p:sp>
    </p:spTree>
    <p:extLst>
      <p:ext uri="{BB962C8B-B14F-4D97-AF65-F5344CB8AC3E}">
        <p14:creationId xmlns:p14="http://schemas.microsoft.com/office/powerpoint/2010/main" val="15898971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a:p>
            <a:r>
              <a:rPr lang="en-US"/>
              <a:t>Step 1 and 2 + generic Reportnet Intro =&gt; Marc</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40</a:t>
            </a:fld>
            <a:endParaRPr lang="en-DK"/>
          </a:p>
        </p:txBody>
      </p:sp>
    </p:spTree>
    <p:extLst>
      <p:ext uri="{BB962C8B-B14F-4D97-AF65-F5344CB8AC3E}">
        <p14:creationId xmlns:p14="http://schemas.microsoft.com/office/powerpoint/2010/main" val="2174308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t>
            </a:r>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41</a:t>
            </a:fld>
            <a:endParaRPr lang="en-DK"/>
          </a:p>
        </p:txBody>
      </p:sp>
    </p:spTree>
    <p:extLst>
      <p:ext uri="{BB962C8B-B14F-4D97-AF65-F5344CB8AC3E}">
        <p14:creationId xmlns:p14="http://schemas.microsoft.com/office/powerpoint/2010/main" val="41580361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42</a:t>
            </a:fld>
            <a:endParaRPr lang="en-DK"/>
          </a:p>
        </p:txBody>
      </p:sp>
    </p:spTree>
    <p:extLst>
      <p:ext uri="{BB962C8B-B14F-4D97-AF65-F5344CB8AC3E}">
        <p14:creationId xmlns:p14="http://schemas.microsoft.com/office/powerpoint/2010/main" val="2390992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 </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43</a:t>
            </a:fld>
            <a:endParaRPr lang="en-DK"/>
          </a:p>
        </p:txBody>
      </p:sp>
    </p:spTree>
    <p:extLst>
      <p:ext uri="{BB962C8B-B14F-4D97-AF65-F5344CB8AC3E}">
        <p14:creationId xmlns:p14="http://schemas.microsoft.com/office/powerpoint/2010/main" val="4570964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44</a:t>
            </a:fld>
            <a:endParaRPr lang="en-DK"/>
          </a:p>
        </p:txBody>
      </p:sp>
    </p:spTree>
    <p:extLst>
      <p:ext uri="{BB962C8B-B14F-4D97-AF65-F5344CB8AC3E}">
        <p14:creationId xmlns:p14="http://schemas.microsoft.com/office/powerpoint/2010/main" val="14765274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Stephane </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45</a:t>
            </a:fld>
            <a:endParaRPr lang="en-DK"/>
          </a:p>
        </p:txBody>
      </p:sp>
    </p:spTree>
    <p:extLst>
      <p:ext uri="{BB962C8B-B14F-4D97-AF65-F5344CB8AC3E}">
        <p14:creationId xmlns:p14="http://schemas.microsoft.com/office/powerpoint/2010/main" val="3064797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48</a:t>
            </a:fld>
            <a:endParaRPr lang="en-DK"/>
          </a:p>
        </p:txBody>
      </p:sp>
    </p:spTree>
    <p:extLst>
      <p:ext uri="{BB962C8B-B14F-4D97-AF65-F5344CB8AC3E}">
        <p14:creationId xmlns:p14="http://schemas.microsoft.com/office/powerpoint/2010/main" val="35181845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000000"/>
                </a:solidFill>
                <a:latin typeface="CIDFont+F4"/>
              </a:rPr>
              <a:t>Marc</a:t>
            </a:r>
          </a:p>
          <a:p>
            <a:pPr algn="l"/>
            <a:endParaRPr lang="en-US" sz="1800" b="0" i="0" u="none" strike="noStrike" baseline="0" dirty="0">
              <a:solidFill>
                <a:srgbClr val="000000"/>
              </a:solidFill>
              <a:latin typeface="CIDFont+F4"/>
            </a:endParaRPr>
          </a:p>
          <a:p>
            <a:pPr algn="l"/>
            <a:r>
              <a:rPr lang="en-US" sz="1800" b="0" i="0" u="none" strike="noStrike" baseline="0" dirty="0">
                <a:solidFill>
                  <a:srgbClr val="000000"/>
                </a:solidFill>
                <a:latin typeface="CIDFont+F4"/>
              </a:rPr>
              <a:t>Step 4: Upload the filled in Excel template.</a:t>
            </a:r>
          </a:p>
          <a:p>
            <a:pPr algn="l"/>
            <a:r>
              <a:rPr lang="en-US" sz="1800" b="0" i="0" u="none" strike="noStrike" baseline="0" dirty="0">
                <a:solidFill>
                  <a:srgbClr val="000000"/>
                </a:solidFill>
                <a:latin typeface="CIDFont+F3"/>
              </a:rPr>
              <a:t>Once populated, you need to upload your filled in Excel template. </a:t>
            </a:r>
          </a:p>
          <a:p>
            <a:pPr algn="l"/>
            <a:r>
              <a:rPr lang="en-US" sz="1800" b="0" i="0" u="none" strike="noStrike" baseline="0" dirty="0">
                <a:solidFill>
                  <a:srgbClr val="000000"/>
                </a:solidFill>
                <a:latin typeface="CIDFont+F3"/>
              </a:rPr>
              <a:t>From the “</a:t>
            </a:r>
            <a:r>
              <a:rPr lang="en-US" sz="1800" b="0" i="0" u="none" strike="noStrike" baseline="0" dirty="0">
                <a:solidFill>
                  <a:srgbClr val="000000"/>
                </a:solidFill>
                <a:latin typeface="CIDFont+F4"/>
              </a:rPr>
              <a:t>Reporting data</a:t>
            </a:r>
            <a:r>
              <a:rPr lang="en-US" sz="1800" b="0" i="0" u="none" strike="noStrike" baseline="0" dirty="0">
                <a:solidFill>
                  <a:srgbClr val="000000"/>
                </a:solidFill>
                <a:latin typeface="CIDFont+F3"/>
              </a:rPr>
              <a:t>” page, click on “</a:t>
            </a:r>
            <a:r>
              <a:rPr lang="en-US" sz="1800" b="0" i="0" u="none" strike="noStrike" baseline="0" dirty="0">
                <a:solidFill>
                  <a:srgbClr val="000000"/>
                </a:solidFill>
                <a:latin typeface="CIDFont+F4"/>
              </a:rPr>
              <a:t>Import dataset data</a:t>
            </a:r>
            <a:r>
              <a:rPr lang="en-US" sz="1800" b="0" i="0" u="none" strike="noStrike" baseline="0" dirty="0">
                <a:solidFill>
                  <a:srgbClr val="000000"/>
                </a:solidFill>
                <a:latin typeface="CIDFont+F3"/>
              </a:rPr>
              <a:t>” (see the red rectangle below) and follow instructions.</a:t>
            </a:r>
          </a:p>
          <a:p>
            <a:pPr algn="l"/>
            <a:r>
              <a:rPr lang="en-US" sz="1800" b="0" i="0" u="none" strike="noStrike" baseline="0" dirty="0">
                <a:solidFill>
                  <a:srgbClr val="000000"/>
                </a:solidFill>
                <a:latin typeface="CIDFont+F3"/>
              </a:rPr>
              <a:t>When you click on “</a:t>
            </a:r>
            <a:r>
              <a:rPr lang="en-US" sz="1800" b="0" i="0" u="none" strike="noStrike" baseline="0" dirty="0">
                <a:solidFill>
                  <a:srgbClr val="000000"/>
                </a:solidFill>
                <a:latin typeface="CIDFont+F4"/>
              </a:rPr>
              <a:t>Upload</a:t>
            </a:r>
            <a:r>
              <a:rPr lang="en-US" sz="1800" b="0" i="0" u="none" strike="noStrike" baseline="0" dirty="0">
                <a:solidFill>
                  <a:srgbClr val="000000"/>
                </a:solidFill>
                <a:latin typeface="CIDFont+F3"/>
              </a:rPr>
              <a:t>”, the data included in the Excel template will automatically be pushed to the web platform. The system will inform you how the uploading is running using pop-up windows on the upper right corner of the screen.</a:t>
            </a:r>
          </a:p>
          <a:p>
            <a:pPr algn="l"/>
            <a:r>
              <a:rPr lang="en-US" sz="1800" b="0" i="0" u="none" strike="noStrike" baseline="0" dirty="0">
                <a:solidFill>
                  <a:srgbClr val="000000"/>
                </a:solidFill>
                <a:latin typeface="CIDFont+F3"/>
              </a:rPr>
              <a:t>It may take some time; a little bit of patience might be required; this is because the system runs a certain number of checks on your data. </a:t>
            </a:r>
          </a:p>
          <a:p>
            <a:pPr algn="l"/>
            <a:r>
              <a:rPr lang="en-US" sz="1800" b="0" i="0" u="none" strike="noStrike" baseline="0" dirty="0">
                <a:solidFill>
                  <a:srgbClr val="000000"/>
                </a:solidFill>
                <a:latin typeface="CIDFont+F3"/>
              </a:rPr>
              <a:t>You can also see the status of uploading in the “Notifications” (bell icon) on the left side.</a:t>
            </a:r>
          </a:p>
          <a:p>
            <a:pPr algn="l"/>
            <a:r>
              <a:rPr lang="en-US" sz="1800" b="0" i="0" u="none" strike="noStrike" baseline="0" dirty="0">
                <a:solidFill>
                  <a:srgbClr val="000000"/>
                </a:solidFill>
                <a:latin typeface="CIDFont+F3"/>
              </a:rPr>
              <a:t>If you do not see your data, use the “</a:t>
            </a:r>
            <a:r>
              <a:rPr lang="en-US" sz="1800" b="0" i="0" u="none" strike="noStrike" baseline="0" dirty="0">
                <a:solidFill>
                  <a:srgbClr val="FF0000"/>
                </a:solidFill>
                <a:latin typeface="CIDFont+F4"/>
              </a:rPr>
              <a:t>Refresh” </a:t>
            </a:r>
            <a:r>
              <a:rPr lang="en-US" sz="1800" b="0" i="0" u="none" strike="noStrike" baseline="0" dirty="0">
                <a:solidFill>
                  <a:srgbClr val="000000"/>
                </a:solidFill>
                <a:latin typeface="CIDFont+F3"/>
              </a:rPr>
              <a:t>button on the right-hand side. You can then check that the information is correctly transcribed in the different tables, which can be consulted with the </a:t>
            </a:r>
            <a:r>
              <a:rPr lang="en-GB" sz="1800" b="0" i="0" u="none" strike="noStrike" baseline="0" dirty="0">
                <a:solidFill>
                  <a:srgbClr val="000000"/>
                </a:solidFill>
                <a:latin typeface="CIDFont+F3"/>
              </a:rPr>
              <a:t>corresponding tabs.</a:t>
            </a:r>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49</a:t>
            </a:fld>
            <a:endParaRPr lang="en-DK"/>
          </a:p>
        </p:txBody>
      </p:sp>
    </p:spTree>
    <p:extLst>
      <p:ext uri="{BB962C8B-B14F-4D97-AF65-F5344CB8AC3E}">
        <p14:creationId xmlns:p14="http://schemas.microsoft.com/office/powerpoint/2010/main" val="35029917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Marc</a:t>
            </a:r>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50</a:t>
            </a:fld>
            <a:endParaRPr lang="en-DK"/>
          </a:p>
        </p:txBody>
      </p:sp>
    </p:spTree>
    <p:extLst>
      <p:ext uri="{BB962C8B-B14F-4D97-AF65-F5344CB8AC3E}">
        <p14:creationId xmlns:p14="http://schemas.microsoft.com/office/powerpoint/2010/main" val="17163348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Aptos" panose="020B0004020202020204" pitchFamily="34" charset="0"/>
              </a:rPr>
              <a:t>Annex 16: Miha: For table 7 reference from EUROSTAT is table NRG_IND_PEHCF. For Table 8 we use NRG_IND_URHCD, NRG_IND_PEHAP and SDG_07_40. Values from the first table are used as they are (since it reports use of renewables in heating and cooling and one of reported values in XVI is Final energy consumption from renewables in buildings for heating purposes) and the rest are used to calculate values used for comparison. Here we don’t have very reliable reference values, so we are limited to check if value is within range of expected values. </a:t>
            </a:r>
            <a:endParaRPr lang="en-DK" sz="1800" dirty="0">
              <a:effectLst/>
              <a:latin typeface="Aptos" panose="020B0004020202020204" pitchFamily="34" charset="0"/>
              <a:ea typeface="Aptos" panose="020B0004020202020204" pitchFamily="34" charset="0"/>
              <a:cs typeface="Aptos" panose="020B0004020202020204" pitchFamily="34" charset="0"/>
            </a:endParaRP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51</a:t>
            </a:fld>
            <a:endParaRPr lang="en-DK"/>
          </a:p>
        </p:txBody>
      </p:sp>
    </p:spTree>
    <p:extLst>
      <p:ext uri="{BB962C8B-B14F-4D97-AF65-F5344CB8AC3E}">
        <p14:creationId xmlns:p14="http://schemas.microsoft.com/office/powerpoint/2010/main" val="1467001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t>
            </a:r>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55</a:t>
            </a:fld>
            <a:endParaRPr lang="en-DK"/>
          </a:p>
        </p:txBody>
      </p:sp>
    </p:spTree>
    <p:extLst>
      <p:ext uri="{BB962C8B-B14F-4D97-AF65-F5344CB8AC3E}">
        <p14:creationId xmlns:p14="http://schemas.microsoft.com/office/powerpoint/2010/main" val="25831039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highlight an aspect that characterizes our data analysis. </a:t>
            </a:r>
          </a:p>
          <a:p>
            <a:endParaRPr lang="en-US" dirty="0"/>
          </a:p>
          <a:p>
            <a:r>
              <a:rPr lang="en-US" dirty="0"/>
              <a:t>[..] We are able to perform additional checks on the criteria of compatibility and coherence, and this way, we can further improve the quality of your data.</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59</a:t>
            </a:fld>
            <a:endParaRPr lang="en-DK"/>
          </a:p>
        </p:txBody>
      </p:sp>
    </p:spTree>
    <p:extLst>
      <p:ext uri="{BB962C8B-B14F-4D97-AF65-F5344CB8AC3E}">
        <p14:creationId xmlns:p14="http://schemas.microsoft.com/office/powerpoint/2010/main" val="14235516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63</a:t>
            </a:fld>
            <a:endParaRPr lang="en-DK"/>
          </a:p>
        </p:txBody>
      </p:sp>
    </p:spTree>
    <p:extLst>
      <p:ext uri="{BB962C8B-B14F-4D97-AF65-F5344CB8AC3E}">
        <p14:creationId xmlns:p14="http://schemas.microsoft.com/office/powerpoint/2010/main" val="26409314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Closing slide: you may want to use the same image as in the opening slide and thank your listeners. </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64</a:t>
            </a:fld>
            <a:endParaRPr lang="en-DK"/>
          </a:p>
        </p:txBody>
      </p:sp>
    </p:spTree>
    <p:extLst>
      <p:ext uri="{BB962C8B-B14F-4D97-AF65-F5344CB8AC3E}">
        <p14:creationId xmlns:p14="http://schemas.microsoft.com/office/powerpoint/2010/main" val="15301899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If you have any issues with the platform, questions, or would like to request any form of assistance from us, please do not hesitate to contact us. We will be happy to support you. I am sharing our emails here on this slide. You can reach out to me if you have any questions regarding reporting on climate adaptation, and you can reach out to my colleague Marc if you have any technical issues.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67</a:t>
            </a:fld>
            <a:endParaRPr lang="en-DK"/>
          </a:p>
        </p:txBody>
      </p:sp>
    </p:spTree>
    <p:extLst>
      <p:ext uri="{BB962C8B-B14F-4D97-AF65-F5344CB8AC3E}">
        <p14:creationId xmlns:p14="http://schemas.microsoft.com/office/powerpoint/2010/main" val="4191349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62DD0-C5DC-88A2-8DD6-BA0FF7F23E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7170ECA-95A9-F96E-E451-5254D5A1E9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80FCFEB9-5D2A-126A-7FDB-82B033E4F4FA}"/>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16349648-3547-E4D7-A86E-A374DA45A98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604172E3-CAB0-8838-D225-F2275F2D0A04}"/>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24493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84BE-BF78-E688-2ADE-976D17113B7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3366D5A3-1B7F-420A-AFD5-3CBB324A8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C68C310F-C70E-D8A3-2D2A-818D34128FCB}"/>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9F02C333-E84B-6B06-A054-7713E26E02EA}"/>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8A16DF8-2601-7934-0A30-001684A569A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6302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5106-A24B-8D43-28F2-03B7D02D22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041F93D2-B2A6-DABC-6B2E-809A8EDD99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1CD7AB-B6EB-573C-0F38-C85171B6D5C3}"/>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21E90584-4652-0A9E-14B8-9EDD0018DD4D}"/>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948C05A-CE98-3517-CC06-8F41AD00A21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938838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BCF-D6D3-034C-D858-790B8405412E}"/>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B6B0ACCB-AB5D-3F5C-1029-82DCD5330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6FBDE309-68A2-F95D-996D-799499197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02F97CA6-DA7A-014D-8EC1-7E4C4491110F}"/>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36FB7E1D-0AEF-0AF5-918B-DC0BF858DB2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09E5BF64-0071-370B-4095-F7AADD06A73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4173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3CD7-8C5E-55F6-5B9D-044CEEF08182}"/>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C229BD58-E342-E82A-47AB-B5BB21088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0E5085-8F9D-63E5-2971-AB6B9DB81D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02C513AD-10A2-D41F-2653-BE68AB722A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98C68D-B2FB-5B1D-A44B-D1ED2D69D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A32F890A-1DD5-FD31-737E-45F287229A69}"/>
              </a:ext>
            </a:extLst>
          </p:cNvPr>
          <p:cNvSpPr>
            <a:spLocks noGrp="1"/>
          </p:cNvSpPr>
          <p:nvPr>
            <p:ph type="dt" sz="half" idx="10"/>
          </p:nvPr>
        </p:nvSpPr>
        <p:spPr/>
        <p:txBody>
          <a:bodyPr/>
          <a:lstStyle/>
          <a:p>
            <a:endParaRPr lang="en-DK"/>
          </a:p>
        </p:txBody>
      </p:sp>
      <p:sp>
        <p:nvSpPr>
          <p:cNvPr id="8" name="Footer Placeholder 7">
            <a:extLst>
              <a:ext uri="{FF2B5EF4-FFF2-40B4-BE49-F238E27FC236}">
                <a16:creationId xmlns:a16="http://schemas.microsoft.com/office/drawing/2014/main" id="{915FBE75-074B-8C4F-044A-AAADE1E523CF}"/>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FA8E1DE9-148C-585A-EB49-6397C95AD1A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9868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D930-0A4F-EBBE-73CF-B0EDA15160AD}"/>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EAD1E07D-308F-9879-B709-3123A28C67B1}"/>
              </a:ext>
            </a:extLst>
          </p:cNvPr>
          <p:cNvSpPr>
            <a:spLocks noGrp="1"/>
          </p:cNvSpPr>
          <p:nvPr>
            <p:ph type="dt" sz="half" idx="10"/>
          </p:nvPr>
        </p:nvSpPr>
        <p:spPr/>
        <p:txBody>
          <a:bodyPr/>
          <a:lstStyle/>
          <a:p>
            <a:endParaRPr lang="en-DK"/>
          </a:p>
        </p:txBody>
      </p:sp>
      <p:sp>
        <p:nvSpPr>
          <p:cNvPr id="4" name="Footer Placeholder 3">
            <a:extLst>
              <a:ext uri="{FF2B5EF4-FFF2-40B4-BE49-F238E27FC236}">
                <a16:creationId xmlns:a16="http://schemas.microsoft.com/office/drawing/2014/main" id="{59EBEFA7-FC3B-64F8-96AA-626865748973}"/>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71212795-682B-7938-FE47-679AFD2B1EBF}"/>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09766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9487-B30E-7D18-2DFB-D100FD28B97E}"/>
              </a:ext>
            </a:extLst>
          </p:cNvPr>
          <p:cNvSpPr>
            <a:spLocks noGrp="1"/>
          </p:cNvSpPr>
          <p:nvPr>
            <p:ph type="dt" sz="half" idx="10"/>
          </p:nvPr>
        </p:nvSpPr>
        <p:spPr/>
        <p:txBody>
          <a:bodyPr/>
          <a:lstStyle/>
          <a:p>
            <a:endParaRPr lang="en-DK"/>
          </a:p>
        </p:txBody>
      </p:sp>
      <p:sp>
        <p:nvSpPr>
          <p:cNvPr id="3" name="Footer Placeholder 2">
            <a:extLst>
              <a:ext uri="{FF2B5EF4-FFF2-40B4-BE49-F238E27FC236}">
                <a16:creationId xmlns:a16="http://schemas.microsoft.com/office/drawing/2014/main" id="{EA6E9AD3-C86D-BD60-91F4-742654C19C7C}"/>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235E71EF-A352-E7AA-CED6-88CCC78B9B09}"/>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3529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3841-BFD5-2BB8-7ED7-73C6530AC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75CA06AF-411A-677F-A5AD-D420B4801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2FB69A09-87A4-54F7-24DD-9D4AF7C89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864E5-595F-27B7-9FF6-169C48C8A692}"/>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FBB46663-CEC3-0C08-C8D2-8ECE4D1E9D8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BB29CED0-AD28-7067-F54B-8019EF035183}"/>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66070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6CA-A3FA-914B-3AC4-7907E487E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6DF6CA86-E853-3A23-E029-FBEA52025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8EDE6E34-CCCB-44F1-740A-5270712E9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489F9-3489-F20C-347E-900CB7510691}"/>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B2A5D9C3-3DD0-7C49-7C68-3ED4C6FBC6E7}"/>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3B25455-DB6C-FB3F-323F-42C0B2114B9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94567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0178-9067-A5F1-B47F-62C9B0C74319}"/>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4AF1BF6-F4C2-12AE-D62E-8EC6821B37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093217D2-7AC3-94EF-D8DF-67D4BDB77261}"/>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E58EF233-BAA0-CEDD-4DED-BC4815E9F194}"/>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D339179-A308-372A-A01B-AF2503F8CC9E}"/>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677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A0DDD-306D-6CE0-B0BC-95EE8088C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D5B83538-0317-1D9A-219D-2119A747C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57DAAF87-0994-7BB5-56D7-BAA35FDD5FEE}"/>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D4CD6CE6-7FDF-78C8-EA4B-649ACA6A8BD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5167D42-A120-46AE-DA9E-1CF86B16893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38790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gative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A9E58F-F0E4-446A-9BDE-731A333E6E3D}"/>
              </a:ext>
            </a:extLst>
          </p:cNvPr>
          <p:cNvSpPr/>
          <p:nvPr userDrawn="1"/>
        </p:nvSpPr>
        <p:spPr>
          <a:xfrm>
            <a:off x="0" y="0"/>
            <a:ext cx="12192000" cy="6858000"/>
          </a:xfrm>
          <a:prstGeom prst="rect">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3" name="Picture 2" descr="Text&#10;&#10;Description automatically generated">
            <a:extLst>
              <a:ext uri="{FF2B5EF4-FFF2-40B4-BE49-F238E27FC236}">
                <a16:creationId xmlns:a16="http://schemas.microsoft.com/office/drawing/2014/main" id="{EECD597F-8AA8-4E51-9146-C063CEB955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0754" y="6019900"/>
            <a:ext cx="3057655" cy="576000"/>
          </a:xfrm>
          <a:prstGeom prst="rect">
            <a:avLst/>
          </a:prstGeom>
        </p:spPr>
      </p:pic>
    </p:spTree>
    <p:extLst>
      <p:ext uri="{BB962C8B-B14F-4D97-AF65-F5344CB8AC3E}">
        <p14:creationId xmlns:p14="http://schemas.microsoft.com/office/powerpoint/2010/main" val="997975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0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1904506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650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38F2D-64B1-7DE0-E06A-0255EA106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474BF234-12BB-9872-048D-91979AFAA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B926C628-0371-0724-8D39-BDE1C629E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DK"/>
          </a:p>
        </p:txBody>
      </p:sp>
      <p:sp>
        <p:nvSpPr>
          <p:cNvPr id="5" name="Footer Placeholder 4">
            <a:extLst>
              <a:ext uri="{FF2B5EF4-FFF2-40B4-BE49-F238E27FC236}">
                <a16:creationId xmlns:a16="http://schemas.microsoft.com/office/drawing/2014/main" id="{A967519F-7B8F-E46E-B9CE-5D13BB2CE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9577E2C1-F5A2-7F5C-70C0-3D1AB52B0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24DB6-78F0-4ADD-B66A-AFD80B81666A}" type="slidenum">
              <a:rPr lang="en-DK" smtClean="0"/>
              <a:t>‹#›</a:t>
            </a:fld>
            <a:endParaRPr lang="en-DK"/>
          </a:p>
        </p:txBody>
      </p:sp>
    </p:spTree>
    <p:extLst>
      <p:ext uri="{BB962C8B-B14F-4D97-AF65-F5344CB8AC3E}">
        <p14:creationId xmlns:p14="http://schemas.microsoft.com/office/powerpoint/2010/main" val="3725570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hyperlink" Target="https://reportnet.europa.eu/"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hyperlink" Target="https://www.eionet.europa.eu/reportnet/docs/prod/howto_login_reportnet3"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37.png"/><Relationship Id="rId7"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hyperlink" Target="https://reportnet.europa.eu/dataflow/1010" TargetMode="External"/><Relationship Id="rId9"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s/_rels/slide5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57.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svg"/><Relationship Id="rId7" Type="http://schemas.openxmlformats.org/officeDocument/2006/relationships/image" Target="../media/image77.svg"/><Relationship Id="rId2" Type="http://schemas.openxmlformats.org/officeDocument/2006/relationships/image" Target="../media/image74.png"/><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79.svg"/></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8" Type="http://schemas.openxmlformats.org/officeDocument/2006/relationships/hyperlink" Target="https://www.eea.europa.eu/en/datahub?size=n_10_n&amp;filters%5B0%5D%5Bfield%5D=issued.date&amp;filters%5B0%5D%5Btype%5D=any&amp;filters%5B0%5D%5Bvalues%5D%5B0%5D=All%20time" TargetMode="External"/><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13.xml"/><Relationship Id="rId6" Type="http://schemas.openxmlformats.org/officeDocument/2006/relationships/image" Target="../media/image85.png"/><Relationship Id="rId11" Type="http://schemas.openxmlformats.org/officeDocument/2006/relationships/hyperlink" Target="https://climate-energy.eea.europa.eu/" TargetMode="External"/><Relationship Id="rId5" Type="http://schemas.openxmlformats.org/officeDocument/2006/relationships/image" Target="../media/image84.png"/><Relationship Id="rId10" Type="http://schemas.openxmlformats.org/officeDocument/2006/relationships/image" Target="../media/image88.png"/><Relationship Id="rId4" Type="http://schemas.openxmlformats.org/officeDocument/2006/relationships/image" Target="../media/image83.png"/><Relationship Id="rId9" Type="http://schemas.openxmlformats.org/officeDocument/2006/relationships/image" Target="../media/image87.png"/></Relationships>
</file>

<file path=ppt/slides/_rels/slide62.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9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F8DADB-2704-493C-1EFC-F0B8CEE23CEA}"/>
              </a:ext>
            </a:extLst>
          </p:cNvPr>
          <p:cNvPicPr>
            <a:picLocks noChangeAspect="1"/>
          </p:cNvPicPr>
          <p:nvPr/>
        </p:nvPicPr>
        <p:blipFill>
          <a:blip r:embed="rId3">
            <a:extLst>
              <a:ext uri="{28A0092B-C50C-407E-A947-70E740481C1C}">
                <a14:useLocalDpi xmlns:a14="http://schemas.microsoft.com/office/drawing/2010/main" val="0"/>
              </a:ext>
            </a:extLst>
          </a:blip>
          <a:srcRect t="12500" b="12500"/>
          <a:stretch/>
        </p:blipFill>
        <p:spPr>
          <a:xfrm>
            <a:off x="0" y="0"/>
            <a:ext cx="12192000" cy="6858000"/>
          </a:xfrm>
          <a:prstGeom prst="rect">
            <a:avLst/>
          </a:prstGeom>
        </p:spPr>
      </p:pic>
      <p:sp>
        <p:nvSpPr>
          <p:cNvPr id="5" name="Text Placeholder 3">
            <a:extLst>
              <a:ext uri="{FF2B5EF4-FFF2-40B4-BE49-F238E27FC236}">
                <a16:creationId xmlns:a16="http://schemas.microsoft.com/office/drawing/2014/main" id="{793595B9-DB62-B8FC-1A47-8E588A3810B9}"/>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a:p>
        </p:txBody>
      </p:sp>
      <p:pic>
        <p:nvPicPr>
          <p:cNvPr id="6" name="Picture 4" descr="Text&#10;&#10;Description automatically generated">
            <a:extLst>
              <a:ext uri="{FF2B5EF4-FFF2-40B4-BE49-F238E27FC236}">
                <a16:creationId xmlns:a16="http://schemas.microsoft.com/office/drawing/2014/main" id="{4A56B853-524A-A71B-C24E-880A57633606}"/>
              </a:ext>
            </a:extLst>
          </p:cNvPr>
          <p:cNvPicPr>
            <a:picLocks noChangeAspect="1"/>
          </p:cNvPicPr>
          <p:nvPr/>
        </p:nvPicPr>
        <p:blipFill>
          <a:blip r:embed="rId4"/>
          <a:stretch>
            <a:fillRect/>
          </a:stretch>
        </p:blipFill>
        <p:spPr>
          <a:xfrm>
            <a:off x="9635478" y="6257780"/>
            <a:ext cx="2484335" cy="468000"/>
          </a:xfrm>
          <a:prstGeom prst="rect">
            <a:avLst/>
          </a:prstGeom>
        </p:spPr>
      </p:pic>
      <p:sp>
        <p:nvSpPr>
          <p:cNvPr id="7" name="TextBox 6">
            <a:extLst>
              <a:ext uri="{FF2B5EF4-FFF2-40B4-BE49-F238E27FC236}">
                <a16:creationId xmlns:a16="http://schemas.microsoft.com/office/drawing/2014/main" id="{8DE23F50-A075-9D5E-847E-4CFD887D9067}"/>
              </a:ext>
            </a:extLst>
          </p:cNvPr>
          <p:cNvSpPr txBox="1"/>
          <p:nvPr/>
        </p:nvSpPr>
        <p:spPr>
          <a:xfrm>
            <a:off x="1" y="892455"/>
            <a:ext cx="12191999" cy="1200329"/>
          </a:xfrm>
          <a:prstGeom prst="rect">
            <a:avLst/>
          </a:prstGeom>
          <a:solidFill>
            <a:srgbClr val="0D3512">
              <a:alpha val="80000"/>
            </a:srgbClr>
          </a:solidFill>
          <a:ln>
            <a:noFill/>
          </a:ln>
        </p:spPr>
        <p:txBody>
          <a:bodyPr wrap="square" rtlCol="0">
            <a:spAutoFit/>
          </a:bodyPr>
          <a:lstStyle>
            <a:defPPr>
              <a:defRPr lang="en-DK"/>
            </a:defPPr>
            <a:lvl1pPr algn="r">
              <a:defRPr sz="3600">
                <a:solidFill>
                  <a:schemeClr val="bg1"/>
                </a:solidFill>
              </a:defRPr>
            </a:lvl1pPr>
          </a:lstStyle>
          <a:p>
            <a:r>
              <a:rPr lang="en-US" dirty="0"/>
              <a:t>Training on Integrated Progress Report</a:t>
            </a:r>
          </a:p>
          <a:p>
            <a:r>
              <a:rPr lang="da-DK" b="1" dirty="0"/>
              <a:t>Renewable Energy – Annex II &amp; XVI</a:t>
            </a:r>
          </a:p>
        </p:txBody>
      </p:sp>
      <p:sp>
        <p:nvSpPr>
          <p:cNvPr id="8" name="TextBox 7">
            <a:extLst>
              <a:ext uri="{FF2B5EF4-FFF2-40B4-BE49-F238E27FC236}">
                <a16:creationId xmlns:a16="http://schemas.microsoft.com/office/drawing/2014/main" id="{F96ECC34-C9C5-86CF-6D14-957EDDF105AD}"/>
              </a:ext>
            </a:extLst>
          </p:cNvPr>
          <p:cNvSpPr txBox="1"/>
          <p:nvPr/>
        </p:nvSpPr>
        <p:spPr>
          <a:xfrm>
            <a:off x="6681534" y="4592833"/>
            <a:ext cx="5510466" cy="707886"/>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i="1" dirty="0">
                <a:solidFill>
                  <a:schemeClr val="bg1"/>
                </a:solidFill>
              </a:rPr>
              <a:t>Ph.D. Stephane QUEFELEC</a:t>
            </a:r>
            <a:br>
              <a:rPr lang="en-SE" sz="2000" b="1" i="1" dirty="0">
                <a:solidFill>
                  <a:schemeClr val="bg1"/>
                </a:solidFill>
              </a:rPr>
            </a:br>
            <a:r>
              <a:rPr lang="en-SE" sz="2000" b="1" i="1" dirty="0">
                <a:solidFill>
                  <a:schemeClr val="bg1"/>
                </a:solidFill>
              </a:rPr>
              <a:t>European Environment Agency</a:t>
            </a:r>
            <a:endParaRPr lang="en-US" sz="2000" b="1" i="1" dirty="0">
              <a:solidFill>
                <a:schemeClr val="bg1"/>
              </a:solidFill>
              <a:ea typeface="Calibri"/>
              <a:cs typeface="Calibri"/>
            </a:endParaRPr>
          </a:p>
        </p:txBody>
      </p:sp>
      <p:sp>
        <p:nvSpPr>
          <p:cNvPr id="9" name="TextBox 8">
            <a:extLst>
              <a:ext uri="{FF2B5EF4-FFF2-40B4-BE49-F238E27FC236}">
                <a16:creationId xmlns:a16="http://schemas.microsoft.com/office/drawing/2014/main" id="{DAD74A2F-28C7-65A6-88CB-B17DD66BC6FD}"/>
              </a:ext>
            </a:extLst>
          </p:cNvPr>
          <p:cNvSpPr txBox="1"/>
          <p:nvPr/>
        </p:nvSpPr>
        <p:spPr>
          <a:xfrm>
            <a:off x="6681534" y="5725450"/>
            <a:ext cx="5510465" cy="400110"/>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dirty="0">
                <a:solidFill>
                  <a:schemeClr val="bg1"/>
                </a:solidFill>
              </a:rPr>
              <a:t>9 October 2025</a:t>
            </a:r>
          </a:p>
        </p:txBody>
      </p:sp>
    </p:spTree>
    <p:extLst>
      <p:ext uri="{BB962C8B-B14F-4D97-AF65-F5344CB8AC3E}">
        <p14:creationId xmlns:p14="http://schemas.microsoft.com/office/powerpoint/2010/main" val="2347366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0B441-62EA-4975-3BE0-22F9CCC8425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Agenda</a:t>
            </a:r>
            <a:endParaRPr lang="en-GB" dirty="0"/>
          </a:p>
        </p:txBody>
      </p:sp>
      <p:sp>
        <p:nvSpPr>
          <p:cNvPr id="4" name="TextBox 3">
            <a:extLst>
              <a:ext uri="{FF2B5EF4-FFF2-40B4-BE49-F238E27FC236}">
                <a16:creationId xmlns:a16="http://schemas.microsoft.com/office/drawing/2014/main" id="{0F197D9A-90B5-3023-1ABD-1686DC56C6B8}"/>
              </a:ext>
            </a:extLst>
          </p:cNvPr>
          <p:cNvSpPr txBox="1"/>
          <p:nvPr/>
        </p:nvSpPr>
        <p:spPr>
          <a:xfrm>
            <a:off x="500863" y="1220469"/>
            <a:ext cx="11424307" cy="1477328"/>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800" dirty="0"/>
              <a:t>What to report: Overview of Reporting obligations on Renewable energy</a:t>
            </a:r>
          </a:p>
          <a:p>
            <a:pPr marL="0" indent="0">
              <a:buNone/>
            </a:pPr>
            <a:r>
              <a:rPr lang="en-GB" sz="2800" dirty="0">
                <a:solidFill>
                  <a:schemeClr val="bg1">
                    <a:lumMod val="50000"/>
                  </a:schemeClr>
                </a:solidFill>
              </a:rPr>
              <a:t>	</a:t>
            </a:r>
            <a:r>
              <a:rPr lang="en-GB" sz="2800" dirty="0"/>
              <a:t>Thematic aspects: Annex II - EEA</a:t>
            </a:r>
          </a:p>
          <a:p>
            <a:pPr marL="0" indent="0">
              <a:buNone/>
            </a:pPr>
            <a:r>
              <a:rPr lang="en-GB" sz="2800" dirty="0"/>
              <a:t>	Thematic aspects: Annex XVI- EEA</a:t>
            </a:r>
          </a:p>
          <a:p>
            <a:pPr marL="0" indent="0">
              <a:buNone/>
            </a:pPr>
            <a:endParaRPr lang="en-GB" sz="2800" dirty="0"/>
          </a:p>
          <a:p>
            <a:r>
              <a:rPr lang="en-GB" sz="2800" dirty="0"/>
              <a:t>Insight </a:t>
            </a:r>
            <a:r>
              <a:rPr lang="en-GB" sz="2800"/>
              <a:t>from EU Member States </a:t>
            </a:r>
            <a:r>
              <a:rPr lang="en-GB" sz="2800" dirty="0"/>
              <a:t>– VITO Belgium</a:t>
            </a:r>
          </a:p>
          <a:p>
            <a:pPr marL="0" indent="0">
              <a:buNone/>
            </a:pPr>
            <a:endParaRPr lang="en-GB" sz="2800" dirty="0"/>
          </a:p>
          <a:p>
            <a:pPr marL="0" indent="0">
              <a:buNone/>
            </a:pPr>
            <a:r>
              <a:rPr lang="en-GB" sz="2800" dirty="0"/>
              <a:t>How to report:</a:t>
            </a:r>
          </a:p>
          <a:p>
            <a:r>
              <a:rPr lang="en-GB" sz="2800" dirty="0"/>
              <a:t>Reportnet 3 – EEA  </a:t>
            </a:r>
          </a:p>
          <a:p>
            <a:r>
              <a:rPr lang="en-GB" sz="2800" dirty="0"/>
              <a:t>Exercise - EEA</a:t>
            </a:r>
          </a:p>
          <a:p>
            <a:pPr marL="0" indent="0">
              <a:buNone/>
            </a:pPr>
            <a:endParaRPr lang="en-GB" sz="2800" dirty="0"/>
          </a:p>
        </p:txBody>
      </p:sp>
      <p:sp>
        <p:nvSpPr>
          <p:cNvPr id="5" name="TextBox 4">
            <a:extLst>
              <a:ext uri="{FF2B5EF4-FFF2-40B4-BE49-F238E27FC236}">
                <a16:creationId xmlns:a16="http://schemas.microsoft.com/office/drawing/2014/main" id="{C950D62F-A72F-B4E4-47E7-94CED1ED8EB1}"/>
              </a:ext>
            </a:extLst>
          </p:cNvPr>
          <p:cNvSpPr txBox="1"/>
          <p:nvPr/>
        </p:nvSpPr>
        <p:spPr>
          <a:xfrm>
            <a:off x="6945846" y="4160204"/>
            <a:ext cx="4979324" cy="2308324"/>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Logging in &amp;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import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export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Quality assurance – validations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Release of data - submission</a:t>
            </a:r>
          </a:p>
        </p:txBody>
      </p:sp>
    </p:spTree>
    <p:extLst>
      <p:ext uri="{BB962C8B-B14F-4D97-AF65-F5344CB8AC3E}">
        <p14:creationId xmlns:p14="http://schemas.microsoft.com/office/powerpoint/2010/main" val="1344746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ADE1CD-0857-0CBF-A83E-94FD911F3DA0}"/>
              </a:ext>
            </a:extLst>
          </p:cNvPr>
          <p:cNvSpPr txBox="1"/>
          <p:nvPr/>
        </p:nvSpPr>
        <p:spPr>
          <a:xfrm>
            <a:off x="434187" y="58968"/>
            <a:ext cx="8582527"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Objective and expected result</a:t>
            </a:r>
            <a:endParaRPr lang="en-DK" dirty="0"/>
          </a:p>
        </p:txBody>
      </p:sp>
      <p:sp>
        <p:nvSpPr>
          <p:cNvPr id="3" name="Content Placeholder 2">
            <a:extLst>
              <a:ext uri="{FF2B5EF4-FFF2-40B4-BE49-F238E27FC236}">
                <a16:creationId xmlns:a16="http://schemas.microsoft.com/office/drawing/2014/main" id="{CE6870DC-F20D-D2C9-CBC4-6E11D9FD83B5}"/>
              </a:ext>
            </a:extLst>
          </p:cNvPr>
          <p:cNvSpPr txBox="1">
            <a:spLocks/>
          </p:cNvSpPr>
          <p:nvPr/>
        </p:nvSpPr>
        <p:spPr>
          <a:xfrm>
            <a:off x="691356" y="1634532"/>
            <a:ext cx="10809287" cy="522346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n-US" sz="2400" dirty="0">
                <a:latin typeface="Calibri" panose="020F0502020204030204" pitchFamily="34" charset="0"/>
                <a:cs typeface="Calibri" panose="020F0502020204030204" pitchFamily="34" charset="0"/>
              </a:rPr>
              <a:t>=&gt; At the end of the session, you will know </a:t>
            </a:r>
            <a:r>
              <a:rPr lang="en-US" sz="2400" b="1" u="sng" dirty="0">
                <a:latin typeface="Calibri" panose="020F0502020204030204" pitchFamily="34" charset="0"/>
                <a:cs typeface="Calibri" panose="020F0502020204030204" pitchFamily="34" charset="0"/>
              </a:rPr>
              <a:t>WHAT</a:t>
            </a:r>
            <a:r>
              <a:rPr lang="en-US" sz="2400" dirty="0">
                <a:latin typeface="Calibri" panose="020F0502020204030204" pitchFamily="34" charset="0"/>
                <a:cs typeface="Calibri" panose="020F0502020204030204" pitchFamily="34" charset="0"/>
              </a:rPr>
              <a:t> to report and </a:t>
            </a:r>
            <a:r>
              <a:rPr lang="en-US" sz="2400" b="1" u="sng" dirty="0">
                <a:latin typeface="Calibri" panose="020F0502020204030204" pitchFamily="34" charset="0"/>
                <a:cs typeface="Calibri" panose="020F0502020204030204" pitchFamily="34" charset="0"/>
              </a:rPr>
              <a:t>HOW</a:t>
            </a:r>
            <a:r>
              <a:rPr lang="en-US" sz="2400" dirty="0">
                <a:latin typeface="Calibri" panose="020F0502020204030204" pitchFamily="34" charset="0"/>
                <a:cs typeface="Calibri" panose="020F0502020204030204" pitchFamily="34" charset="0"/>
              </a:rPr>
              <a:t> to use the templates and the Reportnet 3 platform to report the data on Annex II and XVI.</a:t>
            </a: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014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1A2936B-584E-D5BB-A91B-217134D19BE1}"/>
              </a:ext>
            </a:extLst>
          </p:cNvPr>
          <p:cNvSpPr txBox="1">
            <a:spLocks/>
          </p:cNvSpPr>
          <p:nvPr/>
        </p:nvSpPr>
        <p:spPr>
          <a:xfrm>
            <a:off x="598714" y="1431923"/>
            <a:ext cx="10905027" cy="481864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latin typeface="Calibri" panose="020F0502020204030204" pitchFamily="34" charset="0"/>
                <a:cs typeface="Calibri" panose="020F0502020204030204" pitchFamily="34" charset="0"/>
              </a:rPr>
              <a:t>Your speakers for this meeting:</a:t>
            </a:r>
          </a:p>
          <a:p>
            <a:endParaRPr lang="fr-FR" sz="2400" dirty="0">
              <a:latin typeface="Calibri" panose="020F0502020204030204" pitchFamily="34" charset="0"/>
              <a:cs typeface="Calibri" panose="020F0502020204030204" pitchFamily="34" charset="0"/>
            </a:endParaRPr>
          </a:p>
          <a:p>
            <a:r>
              <a:rPr lang="fr-FR" sz="2400" dirty="0">
                <a:latin typeface="Calibri" panose="020F0502020204030204" pitchFamily="34" charset="0"/>
                <a:cs typeface="Calibri" panose="020F0502020204030204" pitchFamily="34" charset="0"/>
              </a:rPr>
              <a:t>Stephane Quefelec– EEA – Climate </a:t>
            </a:r>
            <a:r>
              <a:rPr lang="fr-FR" sz="2400" dirty="0" err="1">
                <a:latin typeface="Calibri" panose="020F0502020204030204" pitchFamily="34" charset="0"/>
                <a:cs typeface="Calibri" panose="020F0502020204030204" pitchFamily="34" charset="0"/>
              </a:rPr>
              <a:t>Neutrality</a:t>
            </a:r>
            <a:r>
              <a:rPr lang="fr-FR" sz="2400" dirty="0">
                <a:latin typeface="Calibri" panose="020F0502020204030204" pitchFamily="34" charset="0"/>
                <a:cs typeface="Calibri" panose="020F0502020204030204" pitchFamily="34" charset="0"/>
              </a:rPr>
              <a:t>, Energy and </a:t>
            </a:r>
            <a:r>
              <a:rPr lang="fr-FR" sz="2400" dirty="0" err="1">
                <a:latin typeface="Calibri" panose="020F0502020204030204" pitchFamily="34" charset="0"/>
                <a:cs typeface="Calibri" panose="020F0502020204030204" pitchFamily="34" charset="0"/>
              </a:rPr>
              <a:t>Mobility</a:t>
            </a:r>
            <a:r>
              <a:rPr lang="fr-FR" sz="2400" dirty="0">
                <a:latin typeface="Calibri" panose="020F0502020204030204" pitchFamily="34" charset="0"/>
                <a:cs typeface="Calibri" panose="020F0502020204030204" pitchFamily="34" charset="0"/>
              </a:rPr>
              <a:t> (CMT 1) </a:t>
            </a:r>
          </a:p>
          <a:p>
            <a:r>
              <a:rPr lang="fr-FR" sz="2400" dirty="0">
                <a:latin typeface="Calibri" panose="020F0502020204030204" pitchFamily="34" charset="0"/>
                <a:cs typeface="Calibri" panose="020F0502020204030204" pitchFamily="34" charset="0"/>
              </a:rPr>
              <a:t>Tom Dove – VITO – ETC/CM </a:t>
            </a:r>
          </a:p>
          <a:p>
            <a:endParaRPr lang="fr-FR" sz="2400" dirty="0">
              <a:highlight>
                <a:srgbClr val="FFFF00"/>
              </a:highlight>
              <a:latin typeface="Calibri" panose="020F0502020204030204" pitchFamily="34" charset="0"/>
              <a:cs typeface="Calibri" panose="020F0502020204030204" pitchFamily="34" charset="0"/>
            </a:endParaRPr>
          </a:p>
          <a:p>
            <a:endParaRPr lang="fr-FR" sz="2400" dirty="0">
              <a:highlight>
                <a:srgbClr val="FFFF00"/>
              </a:highlight>
              <a:latin typeface="Calibri" panose="020F0502020204030204" pitchFamily="34" charset="0"/>
              <a:cs typeface="Calibri" panose="020F0502020204030204" pitchFamily="34" charset="0"/>
            </a:endParaRPr>
          </a:p>
          <a:p>
            <a:endParaRPr lang="fr-FR" sz="2400" dirty="0">
              <a:highlight>
                <a:srgbClr val="FFFF00"/>
              </a:highlight>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p:txBody>
      </p:sp>
      <p:sp>
        <p:nvSpPr>
          <p:cNvPr id="3" name="Text Placeholder 1">
            <a:extLst>
              <a:ext uri="{FF2B5EF4-FFF2-40B4-BE49-F238E27FC236}">
                <a16:creationId xmlns:a16="http://schemas.microsoft.com/office/drawing/2014/main" id="{4F1EA2F5-C47E-B592-C170-DA6B5525ECBA}"/>
              </a:ext>
            </a:extLst>
          </p:cNvPr>
          <p:cNvSpPr txBox="1">
            <a:spLocks/>
          </p:cNvSpPr>
          <p:nvPr/>
        </p:nvSpPr>
        <p:spPr>
          <a:xfrm>
            <a:off x="468000" y="36000"/>
            <a:ext cx="11246369" cy="676111"/>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err="1"/>
              <a:t>Welcome</a:t>
            </a:r>
            <a:endParaRPr lang="en-GB" dirty="0"/>
          </a:p>
        </p:txBody>
      </p:sp>
      <p:sp>
        <p:nvSpPr>
          <p:cNvPr id="4" name="Content Placeholder 2">
            <a:extLst>
              <a:ext uri="{FF2B5EF4-FFF2-40B4-BE49-F238E27FC236}">
                <a16:creationId xmlns:a16="http://schemas.microsoft.com/office/drawing/2014/main" id="{6903A251-7108-675E-F71E-8CF80485167C}"/>
              </a:ext>
            </a:extLst>
          </p:cNvPr>
          <p:cNvSpPr txBox="1">
            <a:spLocks/>
          </p:cNvSpPr>
          <p:nvPr/>
        </p:nvSpPr>
        <p:spPr>
          <a:xfrm>
            <a:off x="2409237" y="5745769"/>
            <a:ext cx="6552910" cy="720115"/>
          </a:xfrm>
          <a:prstGeom prst="rect">
            <a:avLst/>
          </a:prstGeom>
        </p:spPr>
        <p:txBody>
          <a:bodyPr lIns="91440" tIns="45720" rIns="91440" bIns="4572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b="1" dirty="0">
                <a:solidFill>
                  <a:srgbClr val="008080"/>
                </a:solidFill>
              </a:rPr>
              <a:t>Magdalena.Jozwicka@eea.europa.eu</a:t>
            </a:r>
            <a:endParaRPr lang="en-DK" sz="3200" b="1" dirty="0">
              <a:solidFill>
                <a:srgbClr val="008080"/>
              </a:solidFill>
            </a:endParaRPr>
          </a:p>
          <a:p>
            <a:pPr marL="0" indent="0" algn="ctr">
              <a:spcBef>
                <a:spcPts val="600"/>
              </a:spcBef>
              <a:spcAft>
                <a:spcPts val="600"/>
              </a:spcAft>
              <a:buNone/>
            </a:pPr>
            <a:endParaRPr lang="en-US" sz="3200" dirty="0"/>
          </a:p>
        </p:txBody>
      </p:sp>
      <p:pic>
        <p:nvPicPr>
          <p:cNvPr id="5" name="Graphic 4" descr="Questions with solid fill">
            <a:extLst>
              <a:ext uri="{FF2B5EF4-FFF2-40B4-BE49-F238E27FC236}">
                <a16:creationId xmlns:a16="http://schemas.microsoft.com/office/drawing/2014/main" id="{B04DD0A4-9233-B77E-8319-5E6FED1A4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83859" y="3551735"/>
            <a:ext cx="2194034" cy="2194034"/>
          </a:xfrm>
          <a:prstGeom prst="rect">
            <a:avLst/>
          </a:prstGeom>
        </p:spPr>
      </p:pic>
    </p:spTree>
    <p:extLst>
      <p:ext uri="{BB962C8B-B14F-4D97-AF65-F5344CB8AC3E}">
        <p14:creationId xmlns:p14="http://schemas.microsoft.com/office/powerpoint/2010/main" val="4230210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2E2E38-178B-1154-585A-F274D4C81106}"/>
              </a:ext>
            </a:extLst>
          </p:cNvPr>
          <p:cNvSpPr txBox="1"/>
          <p:nvPr/>
        </p:nvSpPr>
        <p:spPr>
          <a:xfrm>
            <a:off x="2659071" y="3429000"/>
            <a:ext cx="6873868" cy="830997"/>
          </a:xfrm>
          <a:prstGeom prst="rect">
            <a:avLst/>
          </a:prstGeom>
          <a:noFill/>
        </p:spPr>
        <p:txBody>
          <a:bodyPr wrap="none" rtlCol="0">
            <a:spAutoFit/>
          </a:bodyPr>
          <a:lstStyle/>
          <a:p>
            <a:pPr algn="ctr"/>
            <a:r>
              <a:rPr lang="en-US" sz="2400" b="1" dirty="0">
                <a:solidFill>
                  <a:schemeClr val="bg1"/>
                </a:solidFill>
              </a:rPr>
              <a:t>National Energy and Climate Progress Reporting</a:t>
            </a:r>
          </a:p>
          <a:p>
            <a:pPr algn="ctr"/>
            <a:r>
              <a:rPr lang="en-GB" sz="2400" b="1" dirty="0">
                <a:solidFill>
                  <a:schemeClr val="bg1"/>
                </a:solidFill>
              </a:rPr>
              <a:t> </a:t>
            </a:r>
            <a:r>
              <a:rPr lang="en-GB" b="1" i="1" dirty="0">
                <a:solidFill>
                  <a:schemeClr val="bg1"/>
                </a:solidFill>
              </a:rPr>
              <a:t>Context </a:t>
            </a:r>
          </a:p>
        </p:txBody>
      </p:sp>
      <p:pic>
        <p:nvPicPr>
          <p:cNvPr id="4" name="Graphic 3" descr="Door Open with solid fill">
            <a:extLst>
              <a:ext uri="{FF2B5EF4-FFF2-40B4-BE49-F238E27FC236}">
                <a16:creationId xmlns:a16="http://schemas.microsoft.com/office/drawing/2014/main" id="{DB54DD90-6463-6015-6A0C-9362955B8A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2825358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0E14E01-CE70-4529-921B-AF8CEA6D63CD}"/>
              </a:ext>
            </a:extLst>
          </p:cNvPr>
          <p:cNvSpPr txBox="1"/>
          <p:nvPr/>
        </p:nvSpPr>
        <p:spPr>
          <a:xfrm>
            <a:off x="103746" y="88288"/>
            <a:ext cx="12088253" cy="584775"/>
          </a:xfrm>
          <a:prstGeom prst="rect">
            <a:avLst/>
          </a:prstGeom>
          <a:noFill/>
        </p:spPr>
        <p:txBody>
          <a:bodyPr wrap="square" rtlCol="0">
            <a:spAutoFit/>
          </a:bodyPr>
          <a:lstStyle/>
          <a:p>
            <a:r>
              <a:rPr lang="en-GB" sz="3200" b="1" dirty="0">
                <a:solidFill>
                  <a:srgbClr val="002060"/>
                </a:solidFill>
                <a:latin typeface="Calibri" panose="020F0502020204030204"/>
              </a:rPr>
              <a:t>The Adapted Governance Regulation: </a:t>
            </a:r>
            <a:r>
              <a:rPr lang="en-GB" sz="3200" dirty="0">
                <a:solidFill>
                  <a:srgbClr val="002060"/>
                </a:solidFill>
                <a:latin typeface="Calibri" panose="020F0502020204030204"/>
              </a:rPr>
              <a:t>planning &amp; reporting</a:t>
            </a:r>
            <a:endParaRPr lang="en-DK" sz="3200" dirty="0">
              <a:solidFill>
                <a:srgbClr val="002060"/>
              </a:solidFill>
              <a:latin typeface="Calibri" panose="020F0502020204030204"/>
            </a:endParaRPr>
          </a:p>
        </p:txBody>
      </p:sp>
      <p:sp>
        <p:nvSpPr>
          <p:cNvPr id="20" name="TextBox 19">
            <a:extLst>
              <a:ext uri="{FF2B5EF4-FFF2-40B4-BE49-F238E27FC236}">
                <a16:creationId xmlns:a16="http://schemas.microsoft.com/office/drawing/2014/main" id="{15D1C6FB-A66C-B430-0693-DFC447FD2A2E}"/>
              </a:ext>
            </a:extLst>
          </p:cNvPr>
          <p:cNvSpPr txBox="1"/>
          <p:nvPr/>
        </p:nvSpPr>
        <p:spPr>
          <a:xfrm>
            <a:off x="1345732" y="3348574"/>
            <a:ext cx="4468254" cy="1938992"/>
          </a:xfrm>
          <a:prstGeom prst="rect">
            <a:avLst/>
          </a:prstGeom>
          <a:noFill/>
        </p:spPr>
        <p:txBody>
          <a:bodyPr wrap="square" rtlCol="0">
            <a:spAutoFit/>
          </a:bodyPr>
          <a:lstStyle/>
          <a:p>
            <a:pPr algn="ctr"/>
            <a:r>
              <a:rPr lang="en-GB" sz="2400" i="1" dirty="0"/>
              <a:t>National Energy and Climate Plans</a:t>
            </a:r>
          </a:p>
          <a:p>
            <a:pPr algn="ctr"/>
            <a:r>
              <a:rPr lang="en-GB" sz="2400" b="1" i="1" dirty="0">
                <a:solidFill>
                  <a:schemeClr val="accent1"/>
                </a:solidFill>
              </a:rPr>
              <a:t>(NECP)</a:t>
            </a:r>
          </a:p>
          <a:p>
            <a:pPr algn="ctr"/>
            <a:r>
              <a:rPr lang="en-GB" sz="2400" dirty="0">
                <a:solidFill>
                  <a:schemeClr val="accent1"/>
                </a:solidFill>
              </a:rPr>
              <a:t>2018/9 &amp; 2023/4 (+10yr)</a:t>
            </a:r>
          </a:p>
          <a:p>
            <a:pPr algn="ctr"/>
            <a:r>
              <a:rPr lang="en-GB" sz="2400" dirty="0">
                <a:solidFill>
                  <a:schemeClr val="accent1"/>
                </a:solidFill>
              </a:rPr>
              <a:t>(………….+5 yr)</a:t>
            </a:r>
          </a:p>
        </p:txBody>
      </p:sp>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5644109" cy="338554"/>
          </a:xfrm>
          <a:prstGeom prst="rect">
            <a:avLst/>
          </a:prstGeom>
          <a:noFill/>
        </p:spPr>
        <p:txBody>
          <a:bodyPr wrap="none" rtlCol="0">
            <a:spAutoFit/>
          </a:bodyPr>
          <a:lstStyle/>
          <a:p>
            <a:r>
              <a:rPr lang="en-US" sz="1600" dirty="0"/>
              <a:t>Adapted Governance Regulation 2018/1999: Article 3, 9, 14, 17</a:t>
            </a:r>
            <a:endParaRPr lang="LID4096" sz="1600" dirty="0"/>
          </a:p>
        </p:txBody>
      </p:sp>
      <p:pic>
        <p:nvPicPr>
          <p:cNvPr id="4" name="Graphic 3" descr="Clipboard Partially Checked with solid fill">
            <a:extLst>
              <a:ext uri="{FF2B5EF4-FFF2-40B4-BE49-F238E27FC236}">
                <a16:creationId xmlns:a16="http://schemas.microsoft.com/office/drawing/2014/main" id="{064B5A0F-DD7A-151F-9AEC-A9EF17AFB8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3094" y="1996133"/>
            <a:ext cx="1298584" cy="1298584"/>
          </a:xfrm>
          <a:prstGeom prst="rect">
            <a:avLst/>
          </a:prstGeom>
        </p:spPr>
      </p:pic>
      <p:pic>
        <p:nvPicPr>
          <p:cNvPr id="6" name="Graphic 5" descr="Playbook with solid fill">
            <a:extLst>
              <a:ext uri="{FF2B5EF4-FFF2-40B4-BE49-F238E27FC236}">
                <a16:creationId xmlns:a16="http://schemas.microsoft.com/office/drawing/2014/main" id="{25D9C1E6-811F-85FF-5A51-9504D3CB12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0322" y="2049990"/>
            <a:ext cx="1298584" cy="1298584"/>
          </a:xfrm>
          <a:prstGeom prst="rect">
            <a:avLst/>
          </a:prstGeom>
        </p:spPr>
      </p:pic>
      <p:sp>
        <p:nvSpPr>
          <p:cNvPr id="7" name="TextBox 6">
            <a:extLst>
              <a:ext uri="{FF2B5EF4-FFF2-40B4-BE49-F238E27FC236}">
                <a16:creationId xmlns:a16="http://schemas.microsoft.com/office/drawing/2014/main" id="{08CAF7A7-0962-A543-2025-0EA1C48ABF17}"/>
              </a:ext>
            </a:extLst>
          </p:cNvPr>
          <p:cNvSpPr txBox="1"/>
          <p:nvPr/>
        </p:nvSpPr>
        <p:spPr>
          <a:xfrm>
            <a:off x="6247634" y="3372206"/>
            <a:ext cx="4991496" cy="1569660"/>
          </a:xfrm>
          <a:prstGeom prst="rect">
            <a:avLst/>
          </a:prstGeom>
          <a:noFill/>
        </p:spPr>
        <p:txBody>
          <a:bodyPr wrap="square" rtlCol="0">
            <a:spAutoFit/>
          </a:bodyPr>
          <a:lstStyle/>
          <a:p>
            <a:pPr algn="ctr"/>
            <a:r>
              <a:rPr lang="en-GB" sz="2400" i="1" dirty="0"/>
              <a:t>National Energy and Climate </a:t>
            </a:r>
            <a:r>
              <a:rPr lang="en-GB" sz="2400" b="1" i="1" dirty="0"/>
              <a:t>Progress Report</a:t>
            </a:r>
          </a:p>
          <a:p>
            <a:pPr algn="ctr"/>
            <a:r>
              <a:rPr lang="en-GB" sz="2400" b="1" i="1" dirty="0">
                <a:solidFill>
                  <a:schemeClr val="accent2"/>
                </a:solidFill>
              </a:rPr>
              <a:t>(NECPR)</a:t>
            </a:r>
          </a:p>
          <a:p>
            <a:pPr algn="ctr"/>
            <a:r>
              <a:rPr lang="en-GB" sz="2400" dirty="0">
                <a:solidFill>
                  <a:schemeClr val="accent2"/>
                </a:solidFill>
              </a:rPr>
              <a:t>15 Mar. 2025 (+2yrs)</a:t>
            </a:r>
          </a:p>
        </p:txBody>
      </p:sp>
      <p:pic>
        <p:nvPicPr>
          <p:cNvPr id="9" name="Graphic 8" descr="Research with solid fill">
            <a:extLst>
              <a:ext uri="{FF2B5EF4-FFF2-40B4-BE49-F238E27FC236}">
                <a16:creationId xmlns:a16="http://schemas.microsoft.com/office/drawing/2014/main" id="{A76E5EF0-6151-E8D3-227B-FF85B3D72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20139" y="1538933"/>
            <a:ext cx="914400" cy="914400"/>
          </a:xfrm>
          <a:prstGeom prst="rect">
            <a:avLst/>
          </a:prstGeom>
        </p:spPr>
      </p:pic>
      <p:sp>
        <p:nvSpPr>
          <p:cNvPr id="10" name="Arrow: Curved Left 9">
            <a:extLst>
              <a:ext uri="{FF2B5EF4-FFF2-40B4-BE49-F238E27FC236}">
                <a16:creationId xmlns:a16="http://schemas.microsoft.com/office/drawing/2014/main" id="{83DD22BE-949D-BF97-88F5-05C70286F11B}"/>
              </a:ext>
            </a:extLst>
          </p:cNvPr>
          <p:cNvSpPr/>
          <p:nvPr/>
        </p:nvSpPr>
        <p:spPr>
          <a:xfrm rot="16200000" flipV="1">
            <a:off x="5290745" y="396937"/>
            <a:ext cx="865870" cy="2401376"/>
          </a:xfrm>
          <a:prstGeom prst="curvedLeftArrow">
            <a:avLst>
              <a:gd name="adj1" fmla="val 12574"/>
              <a:gd name="adj2" fmla="val 45224"/>
              <a:gd name="adj3" fmla="val 25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schemeClr val="tx1"/>
              </a:solidFill>
            </a:endParaRPr>
          </a:p>
        </p:txBody>
      </p:sp>
    </p:spTree>
    <p:extLst>
      <p:ext uri="{BB962C8B-B14F-4D97-AF65-F5344CB8AC3E}">
        <p14:creationId xmlns:p14="http://schemas.microsoft.com/office/powerpoint/2010/main" val="56139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1228350" cy="338554"/>
          </a:xfrm>
          <a:prstGeom prst="rect">
            <a:avLst/>
          </a:prstGeom>
          <a:noFill/>
        </p:spPr>
        <p:txBody>
          <a:bodyPr wrap="none" rtlCol="0">
            <a:spAutoFit/>
          </a:bodyPr>
          <a:lstStyle/>
          <a:p>
            <a:r>
              <a:rPr lang="en-US" sz="1600" dirty="0">
                <a:hlinkClick r:id="rId3"/>
              </a:rPr>
              <a:t>Reportnet 3</a:t>
            </a:r>
            <a:endParaRPr lang="LID4096" sz="1600" dirty="0"/>
          </a:p>
        </p:txBody>
      </p:sp>
      <p:sp>
        <p:nvSpPr>
          <p:cNvPr id="32" name="Rectangle 31">
            <a:extLst>
              <a:ext uri="{FF2B5EF4-FFF2-40B4-BE49-F238E27FC236}">
                <a16:creationId xmlns:a16="http://schemas.microsoft.com/office/drawing/2014/main" id="{8B23EA60-874E-8EE6-A5E7-FE6C349AFF77}"/>
              </a:ext>
            </a:extLst>
          </p:cNvPr>
          <p:cNvSpPr/>
          <p:nvPr/>
        </p:nvSpPr>
        <p:spPr>
          <a:xfrm>
            <a:off x="1294756" y="3000823"/>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GHG progress to targets</a:t>
            </a:r>
          </a:p>
          <a:p>
            <a:pPr algn="ctr"/>
            <a:r>
              <a:rPr lang="en-US" sz="1600" dirty="0">
                <a:solidFill>
                  <a:schemeClr val="tx1"/>
                </a:solidFill>
              </a:rPr>
              <a:t>Annex I</a:t>
            </a:r>
            <a:endParaRPr lang="en-DK" sz="1600" dirty="0">
              <a:solidFill>
                <a:schemeClr val="tx1"/>
              </a:solidFill>
            </a:endParaRPr>
          </a:p>
        </p:txBody>
      </p:sp>
      <p:sp>
        <p:nvSpPr>
          <p:cNvPr id="34" name="Rectangle 33">
            <a:extLst>
              <a:ext uri="{FF2B5EF4-FFF2-40B4-BE49-F238E27FC236}">
                <a16:creationId xmlns:a16="http://schemas.microsoft.com/office/drawing/2014/main" id="{FA614E64-3860-3140-BF60-4DEF487CC587}"/>
              </a:ext>
            </a:extLst>
          </p:cNvPr>
          <p:cNvSpPr/>
          <p:nvPr/>
        </p:nvSpPr>
        <p:spPr>
          <a:xfrm>
            <a:off x="3732630" y="3000822"/>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Renewables progress to targets</a:t>
            </a:r>
          </a:p>
          <a:p>
            <a:pPr algn="ctr"/>
            <a:r>
              <a:rPr lang="en-US" sz="1600" dirty="0">
                <a:solidFill>
                  <a:schemeClr val="tx1"/>
                </a:solidFill>
              </a:rPr>
              <a:t>Annex II</a:t>
            </a:r>
            <a:endParaRPr lang="en-DK" sz="1600" dirty="0">
              <a:solidFill>
                <a:schemeClr val="tx1"/>
              </a:solidFill>
            </a:endParaRPr>
          </a:p>
        </p:txBody>
      </p:sp>
      <p:sp>
        <p:nvSpPr>
          <p:cNvPr id="35" name="Rectangle 34">
            <a:extLst>
              <a:ext uri="{FF2B5EF4-FFF2-40B4-BE49-F238E27FC236}">
                <a16:creationId xmlns:a16="http://schemas.microsoft.com/office/drawing/2014/main" id="{F845D640-FA65-863E-EC1E-BADA68659DA8}"/>
              </a:ext>
            </a:extLst>
          </p:cNvPr>
          <p:cNvSpPr/>
          <p:nvPr/>
        </p:nvSpPr>
        <p:spPr>
          <a:xfrm>
            <a:off x="6170504" y="3026631"/>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Energy efficiency progress to targets</a:t>
            </a:r>
          </a:p>
          <a:p>
            <a:pPr algn="ctr"/>
            <a:r>
              <a:rPr lang="en-US" sz="1600" dirty="0">
                <a:solidFill>
                  <a:schemeClr val="tx1"/>
                </a:solidFill>
              </a:rPr>
              <a:t>Annex IV</a:t>
            </a:r>
            <a:endParaRPr lang="en-DK" sz="1600" dirty="0">
              <a:solidFill>
                <a:schemeClr val="tx1"/>
              </a:solidFill>
            </a:endParaRPr>
          </a:p>
        </p:txBody>
      </p:sp>
      <p:sp>
        <p:nvSpPr>
          <p:cNvPr id="36" name="Rectangle 35">
            <a:extLst>
              <a:ext uri="{FF2B5EF4-FFF2-40B4-BE49-F238E27FC236}">
                <a16:creationId xmlns:a16="http://schemas.microsoft.com/office/drawing/2014/main" id="{C3C9F5A5-A7DD-5EDE-7317-A7D9A7265803}"/>
              </a:ext>
            </a:extLst>
          </p:cNvPr>
          <p:cNvSpPr/>
          <p:nvPr/>
        </p:nvSpPr>
        <p:spPr>
          <a:xfrm>
            <a:off x="3732630" y="4166900"/>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Renewables additional obligations</a:t>
            </a:r>
          </a:p>
          <a:p>
            <a:pPr algn="ctr"/>
            <a:r>
              <a:rPr lang="en-US" sz="1600" dirty="0">
                <a:solidFill>
                  <a:schemeClr val="tx1"/>
                </a:solidFill>
              </a:rPr>
              <a:t>Annex XVI</a:t>
            </a:r>
            <a:endParaRPr lang="en-DK" sz="1600" dirty="0">
              <a:solidFill>
                <a:schemeClr val="tx1"/>
              </a:solidFill>
            </a:endParaRPr>
          </a:p>
        </p:txBody>
      </p:sp>
      <p:sp>
        <p:nvSpPr>
          <p:cNvPr id="37" name="Rectangle 36">
            <a:extLst>
              <a:ext uri="{FF2B5EF4-FFF2-40B4-BE49-F238E27FC236}">
                <a16:creationId xmlns:a16="http://schemas.microsoft.com/office/drawing/2014/main" id="{71A597C4-012A-580B-1C6B-E7C3A7DE14AF}"/>
              </a:ext>
            </a:extLst>
          </p:cNvPr>
          <p:cNvSpPr/>
          <p:nvPr/>
        </p:nvSpPr>
        <p:spPr>
          <a:xfrm>
            <a:off x="6170504" y="4166899"/>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Energy efficiency additional obligations</a:t>
            </a:r>
          </a:p>
          <a:p>
            <a:pPr algn="ctr"/>
            <a:r>
              <a:rPr lang="en-US" sz="1600" dirty="0">
                <a:solidFill>
                  <a:schemeClr val="tx1"/>
                </a:solidFill>
              </a:rPr>
              <a:t>Annex XVII</a:t>
            </a:r>
            <a:endParaRPr lang="en-DK" sz="1600" dirty="0">
              <a:solidFill>
                <a:schemeClr val="tx1"/>
              </a:solidFill>
            </a:endParaRPr>
          </a:p>
        </p:txBody>
      </p:sp>
      <p:pic>
        <p:nvPicPr>
          <p:cNvPr id="42" name="Picture 41">
            <a:extLst>
              <a:ext uri="{FF2B5EF4-FFF2-40B4-BE49-F238E27FC236}">
                <a16:creationId xmlns:a16="http://schemas.microsoft.com/office/drawing/2014/main" id="{8E91CD0C-9AFA-193D-7374-BE95AB08EE84}"/>
              </a:ext>
            </a:extLst>
          </p:cNvPr>
          <p:cNvPicPr>
            <a:picLocks noChangeAspect="1"/>
          </p:cNvPicPr>
          <p:nvPr/>
        </p:nvPicPr>
        <p:blipFill>
          <a:blip r:embed="rId4"/>
          <a:stretch>
            <a:fillRect/>
          </a:stretch>
        </p:blipFill>
        <p:spPr>
          <a:xfrm>
            <a:off x="0" y="861658"/>
            <a:ext cx="11355385" cy="533474"/>
          </a:xfrm>
          <a:prstGeom prst="rect">
            <a:avLst/>
          </a:prstGeom>
        </p:spPr>
      </p:pic>
      <p:pic>
        <p:nvPicPr>
          <p:cNvPr id="43" name="Picture 42">
            <a:extLst>
              <a:ext uri="{FF2B5EF4-FFF2-40B4-BE49-F238E27FC236}">
                <a16:creationId xmlns:a16="http://schemas.microsoft.com/office/drawing/2014/main" id="{9EF95DEA-0AF5-1339-A956-67004E87DD74}"/>
              </a:ext>
            </a:extLst>
          </p:cNvPr>
          <p:cNvPicPr>
            <a:picLocks noChangeAspect="1"/>
          </p:cNvPicPr>
          <p:nvPr/>
        </p:nvPicPr>
        <p:blipFill rotWithShape="1">
          <a:blip r:embed="rId4"/>
          <a:srcRect l="79853" r="7922"/>
          <a:stretch/>
        </p:blipFill>
        <p:spPr>
          <a:xfrm>
            <a:off x="10803835" y="861658"/>
            <a:ext cx="1388165" cy="533474"/>
          </a:xfrm>
          <a:prstGeom prst="rect">
            <a:avLst/>
          </a:prstGeom>
        </p:spPr>
      </p:pic>
      <p:sp>
        <p:nvSpPr>
          <p:cNvPr id="44" name="Rectangle 43">
            <a:extLst>
              <a:ext uri="{FF2B5EF4-FFF2-40B4-BE49-F238E27FC236}">
                <a16:creationId xmlns:a16="http://schemas.microsoft.com/office/drawing/2014/main" id="{0232D766-9288-F75D-C9E3-3962F73D265E}"/>
              </a:ext>
            </a:extLst>
          </p:cNvPr>
          <p:cNvSpPr/>
          <p:nvPr/>
        </p:nvSpPr>
        <p:spPr>
          <a:xfrm>
            <a:off x="1294755" y="1726051"/>
            <a:ext cx="9509080" cy="976510"/>
          </a:xfrm>
          <a:prstGeom prst="rect">
            <a:avLst/>
          </a:prstGeom>
          <a:solidFill>
            <a:schemeClr val="accent3">
              <a:lumMod val="20000"/>
              <a:lumOff val="8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Dataflow</a:t>
            </a:r>
            <a:r>
              <a:rPr lang="en-US" sz="2000" b="1" dirty="0">
                <a:solidFill>
                  <a:schemeClr val="tx1"/>
                </a:solidFill>
              </a:rPr>
              <a:t> </a:t>
            </a:r>
            <a:r>
              <a:rPr lang="en-US" sz="2000" dirty="0">
                <a:solidFill>
                  <a:schemeClr val="tx1"/>
                </a:solidFill>
              </a:rPr>
              <a:t>= </a:t>
            </a:r>
            <a:r>
              <a:rPr lang="en-US" sz="2000" i="1" dirty="0">
                <a:solidFill>
                  <a:schemeClr val="tx1"/>
                </a:solidFill>
              </a:rPr>
              <a:t>a </a:t>
            </a:r>
            <a:r>
              <a:rPr lang="en-US" sz="2000" b="1" i="1" dirty="0">
                <a:solidFill>
                  <a:schemeClr val="tx1"/>
                </a:solidFill>
              </a:rPr>
              <a:t>survey within the reporting platform </a:t>
            </a:r>
            <a:r>
              <a:rPr lang="en-US" sz="2000" i="1" dirty="0">
                <a:solidFill>
                  <a:schemeClr val="tx1"/>
                </a:solidFill>
              </a:rPr>
              <a:t>containing information from particular reporting obligation(s) </a:t>
            </a:r>
            <a:r>
              <a:rPr lang="en-US" sz="2000" b="1" i="1" dirty="0">
                <a:solidFill>
                  <a:schemeClr val="tx1"/>
                </a:solidFill>
              </a:rPr>
              <a:t>which can be submitted independently</a:t>
            </a:r>
            <a:r>
              <a:rPr lang="en-US" sz="2000" i="1" dirty="0">
                <a:solidFill>
                  <a:schemeClr val="tx1"/>
                </a:solidFill>
              </a:rPr>
              <a:t> from other obligations</a:t>
            </a:r>
            <a:r>
              <a:rPr lang="en-US" sz="2000" dirty="0">
                <a:solidFill>
                  <a:schemeClr val="tx1"/>
                </a:solidFill>
              </a:rPr>
              <a:t>.</a:t>
            </a:r>
            <a:endParaRPr lang="en-DK" sz="2000" b="1" dirty="0">
              <a:solidFill>
                <a:schemeClr val="tx1"/>
              </a:solidFill>
            </a:endParaRPr>
          </a:p>
        </p:txBody>
      </p:sp>
      <p:pic>
        <p:nvPicPr>
          <p:cNvPr id="46" name="Picture 45">
            <a:extLst>
              <a:ext uri="{FF2B5EF4-FFF2-40B4-BE49-F238E27FC236}">
                <a16:creationId xmlns:a16="http://schemas.microsoft.com/office/drawing/2014/main" id="{B85F63D1-24D3-54B8-65B5-59711CA35633}"/>
              </a:ext>
            </a:extLst>
          </p:cNvPr>
          <p:cNvPicPr>
            <a:picLocks noChangeAspect="1"/>
          </p:cNvPicPr>
          <p:nvPr/>
        </p:nvPicPr>
        <p:blipFill>
          <a:blip r:embed="rId5"/>
          <a:stretch>
            <a:fillRect/>
          </a:stretch>
        </p:blipFill>
        <p:spPr>
          <a:xfrm>
            <a:off x="1698397" y="2975899"/>
            <a:ext cx="4229690" cy="3267531"/>
          </a:xfrm>
          <a:prstGeom prst="rect">
            <a:avLst/>
          </a:prstGeom>
        </p:spPr>
      </p:pic>
      <p:pic>
        <p:nvPicPr>
          <p:cNvPr id="48" name="Picture 47">
            <a:extLst>
              <a:ext uri="{FF2B5EF4-FFF2-40B4-BE49-F238E27FC236}">
                <a16:creationId xmlns:a16="http://schemas.microsoft.com/office/drawing/2014/main" id="{3C12AB99-A6B8-4726-54E0-2A95F24C2D76}"/>
              </a:ext>
            </a:extLst>
          </p:cNvPr>
          <p:cNvPicPr>
            <a:picLocks noChangeAspect="1"/>
          </p:cNvPicPr>
          <p:nvPr/>
        </p:nvPicPr>
        <p:blipFill>
          <a:blip r:embed="rId6"/>
          <a:stretch>
            <a:fillRect/>
          </a:stretch>
        </p:blipFill>
        <p:spPr>
          <a:xfrm>
            <a:off x="6170504" y="3000822"/>
            <a:ext cx="4248743" cy="3258005"/>
          </a:xfrm>
          <a:prstGeom prst="rect">
            <a:avLst/>
          </a:prstGeom>
        </p:spPr>
      </p:pic>
      <p:sp>
        <p:nvSpPr>
          <p:cNvPr id="3" name="TextBox 2">
            <a:extLst>
              <a:ext uri="{FF2B5EF4-FFF2-40B4-BE49-F238E27FC236}">
                <a16:creationId xmlns:a16="http://schemas.microsoft.com/office/drawing/2014/main" id="{23FDD192-5592-8BC4-056B-8E50428C0A39}"/>
              </a:ext>
            </a:extLst>
          </p:cNvPr>
          <p:cNvSpPr txBox="1"/>
          <p:nvPr/>
        </p:nvSpPr>
        <p:spPr>
          <a:xfrm>
            <a:off x="103747" y="88288"/>
            <a:ext cx="11192774" cy="584775"/>
          </a:xfrm>
          <a:prstGeom prst="rect">
            <a:avLst/>
          </a:prstGeom>
          <a:noFill/>
        </p:spPr>
        <p:txBody>
          <a:bodyPr wrap="square" rtlCol="0">
            <a:spAutoFit/>
          </a:bodyPr>
          <a:lstStyle/>
          <a:p>
            <a:r>
              <a:rPr lang="en-GB" sz="3200" b="1" dirty="0">
                <a:solidFill>
                  <a:srgbClr val="002060"/>
                </a:solidFill>
                <a:latin typeface="Calibri" panose="020F0502020204030204"/>
              </a:rPr>
              <a:t>Energy Communities NECPR</a:t>
            </a:r>
            <a:r>
              <a:rPr lang="en-GB" sz="3200" dirty="0">
                <a:solidFill>
                  <a:srgbClr val="002060"/>
                </a:solidFill>
                <a:latin typeface="Calibri" panose="020F0502020204030204"/>
              </a:rPr>
              <a:t>: EEA</a:t>
            </a:r>
            <a:r>
              <a:rPr lang="en-GB" sz="3200" b="1" dirty="0">
                <a:solidFill>
                  <a:srgbClr val="002060"/>
                </a:solidFill>
                <a:latin typeface="Calibri" panose="020F0502020204030204"/>
              </a:rPr>
              <a:t> </a:t>
            </a:r>
            <a:r>
              <a:rPr lang="en-GB" sz="3200" dirty="0">
                <a:solidFill>
                  <a:srgbClr val="002060"/>
                </a:solidFill>
                <a:latin typeface="Calibri" panose="020F0502020204030204"/>
              </a:rPr>
              <a:t>dataflow overview</a:t>
            </a:r>
            <a:endParaRPr lang="en-DK" sz="3200" dirty="0">
              <a:solidFill>
                <a:srgbClr val="002060"/>
              </a:solidFill>
              <a:latin typeface="Calibri" panose="020F0502020204030204"/>
            </a:endParaRPr>
          </a:p>
        </p:txBody>
      </p:sp>
    </p:spTree>
    <p:extLst>
      <p:ext uri="{BB962C8B-B14F-4D97-AF65-F5344CB8AC3E}">
        <p14:creationId xmlns:p14="http://schemas.microsoft.com/office/powerpoint/2010/main" val="48516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1">
            <a:extLst>
              <a:ext uri="{FF2B5EF4-FFF2-40B4-BE49-F238E27FC236}">
                <a16:creationId xmlns:a16="http://schemas.microsoft.com/office/drawing/2014/main" id="{E65CE029-7A10-7408-973F-BFF687A6F96E}"/>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Dataflows in Reportnet 3: what are we focusing on today?</a:t>
            </a:r>
          </a:p>
        </p:txBody>
      </p:sp>
      <p:sp>
        <p:nvSpPr>
          <p:cNvPr id="2" name="TextBox 1">
            <a:extLst>
              <a:ext uri="{FF2B5EF4-FFF2-40B4-BE49-F238E27FC236}">
                <a16:creationId xmlns:a16="http://schemas.microsoft.com/office/drawing/2014/main" id="{B53A1235-AED4-51B6-D805-0389A32C7AE9}"/>
              </a:ext>
            </a:extLst>
          </p:cNvPr>
          <p:cNvSpPr txBox="1"/>
          <p:nvPr/>
        </p:nvSpPr>
        <p:spPr>
          <a:xfrm>
            <a:off x="500863" y="1220469"/>
            <a:ext cx="11424307" cy="961416"/>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800" dirty="0"/>
              <a:t>Many dataflows will be open soon for reporting in Reportnet 3:</a:t>
            </a:r>
          </a:p>
        </p:txBody>
      </p:sp>
      <p:sp>
        <p:nvSpPr>
          <p:cNvPr id="3" name="Rectangle 2">
            <a:extLst>
              <a:ext uri="{FF2B5EF4-FFF2-40B4-BE49-F238E27FC236}">
                <a16:creationId xmlns:a16="http://schemas.microsoft.com/office/drawing/2014/main" id="{233B315D-B5FF-4E86-7FB9-A20028FF081A}"/>
              </a:ext>
            </a:extLst>
          </p:cNvPr>
          <p:cNvSpPr/>
          <p:nvPr/>
        </p:nvSpPr>
        <p:spPr>
          <a:xfrm>
            <a:off x="582341" y="2381062"/>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(GHG)</a:t>
            </a:r>
            <a:endParaRPr lang="LID4096"/>
          </a:p>
        </p:txBody>
      </p:sp>
      <p:sp>
        <p:nvSpPr>
          <p:cNvPr id="4" name="Rectangle 3">
            <a:extLst>
              <a:ext uri="{FF2B5EF4-FFF2-40B4-BE49-F238E27FC236}">
                <a16:creationId xmlns:a16="http://schemas.microsoft.com/office/drawing/2014/main" id="{EA2FFF37-3DA7-6487-71DE-C698A748EA5F}"/>
              </a:ext>
            </a:extLst>
          </p:cNvPr>
          <p:cNvSpPr/>
          <p:nvPr/>
        </p:nvSpPr>
        <p:spPr>
          <a:xfrm>
            <a:off x="3342139" y="2381062"/>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(RES)</a:t>
            </a:r>
            <a:endParaRPr lang="LID4096"/>
          </a:p>
        </p:txBody>
      </p:sp>
      <p:sp>
        <p:nvSpPr>
          <p:cNvPr id="5" name="Rectangle 4">
            <a:extLst>
              <a:ext uri="{FF2B5EF4-FFF2-40B4-BE49-F238E27FC236}">
                <a16:creationId xmlns:a16="http://schemas.microsoft.com/office/drawing/2014/main" id="{0EE64071-421E-165C-851F-FEEA9CD5E154}"/>
              </a:ext>
            </a:extLst>
          </p:cNvPr>
          <p:cNvSpPr/>
          <p:nvPr/>
        </p:nvSpPr>
        <p:spPr>
          <a:xfrm>
            <a:off x="6096000" y="2381062"/>
            <a:ext cx="2477727"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(EE)</a:t>
            </a:r>
            <a:endParaRPr lang="LID4096" dirty="0"/>
          </a:p>
        </p:txBody>
      </p:sp>
      <p:sp>
        <p:nvSpPr>
          <p:cNvPr id="6" name="Rectangle 5">
            <a:extLst>
              <a:ext uri="{FF2B5EF4-FFF2-40B4-BE49-F238E27FC236}">
                <a16:creationId xmlns:a16="http://schemas.microsoft.com/office/drawing/2014/main" id="{63D49CE2-B3AD-35E0-C6C1-8A5DA8298A68}"/>
              </a:ext>
            </a:extLst>
          </p:cNvPr>
          <p:cNvSpPr/>
          <p:nvPr/>
        </p:nvSpPr>
        <p:spPr>
          <a:xfrm>
            <a:off x="8861735" y="2381065"/>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Adaptation (Article 17)</a:t>
            </a:r>
            <a:endParaRPr lang="LID4096"/>
          </a:p>
        </p:txBody>
      </p:sp>
      <p:sp>
        <p:nvSpPr>
          <p:cNvPr id="7" name="Rectangle 6">
            <a:extLst>
              <a:ext uri="{FF2B5EF4-FFF2-40B4-BE49-F238E27FC236}">
                <a16:creationId xmlns:a16="http://schemas.microsoft.com/office/drawing/2014/main" id="{77395626-F4DD-BF94-5C2C-4508E3EF1A9F}"/>
              </a:ext>
            </a:extLst>
          </p:cNvPr>
          <p:cNvSpPr/>
          <p:nvPr/>
        </p:nvSpPr>
        <p:spPr>
          <a:xfrm>
            <a:off x="6096000"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Integrated National Policies and Measures (PaMs)</a:t>
            </a:r>
            <a:endParaRPr lang="LID4096" dirty="0"/>
          </a:p>
        </p:txBody>
      </p:sp>
      <p:sp>
        <p:nvSpPr>
          <p:cNvPr id="8" name="Rectangle 7">
            <a:extLst>
              <a:ext uri="{FF2B5EF4-FFF2-40B4-BE49-F238E27FC236}">
                <a16:creationId xmlns:a16="http://schemas.microsoft.com/office/drawing/2014/main" id="{67A51201-30D4-B0F6-D89C-997E02B93F2A}"/>
              </a:ext>
            </a:extLst>
          </p:cNvPr>
          <p:cNvSpPr/>
          <p:nvPr/>
        </p:nvSpPr>
        <p:spPr>
          <a:xfrm>
            <a:off x="582341"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GHG projections</a:t>
            </a:r>
            <a:endParaRPr lang="LID4096"/>
          </a:p>
        </p:txBody>
      </p:sp>
      <p:sp>
        <p:nvSpPr>
          <p:cNvPr id="9" name="Rectangle 8">
            <a:extLst>
              <a:ext uri="{FF2B5EF4-FFF2-40B4-BE49-F238E27FC236}">
                <a16:creationId xmlns:a16="http://schemas.microsoft.com/office/drawing/2014/main" id="{5B7597E0-4F89-23DF-E8D1-D14BC03CDDCE}"/>
              </a:ext>
            </a:extLst>
          </p:cNvPr>
          <p:cNvSpPr/>
          <p:nvPr/>
        </p:nvSpPr>
        <p:spPr>
          <a:xfrm>
            <a:off x="3336204"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Adaptation planning and strategies (Article 19)</a:t>
            </a:r>
            <a:endParaRPr lang="LID4096"/>
          </a:p>
        </p:txBody>
      </p:sp>
      <p:sp>
        <p:nvSpPr>
          <p:cNvPr id="10" name="Rectangle 9">
            <a:extLst>
              <a:ext uri="{FF2B5EF4-FFF2-40B4-BE49-F238E27FC236}">
                <a16:creationId xmlns:a16="http://schemas.microsoft.com/office/drawing/2014/main" id="{FB41F115-5AE2-A9D4-5700-A8787EDE5198}"/>
              </a:ext>
            </a:extLst>
          </p:cNvPr>
          <p:cNvSpPr/>
          <p:nvPr/>
        </p:nvSpPr>
        <p:spPr>
          <a:xfrm>
            <a:off x="6096002"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European Climate Law Recommendations (*)</a:t>
            </a:r>
            <a:endParaRPr lang="LID4096" dirty="0"/>
          </a:p>
        </p:txBody>
      </p:sp>
      <p:sp>
        <p:nvSpPr>
          <p:cNvPr id="11" name="Rectangle 10">
            <a:extLst>
              <a:ext uri="{FF2B5EF4-FFF2-40B4-BE49-F238E27FC236}">
                <a16:creationId xmlns:a16="http://schemas.microsoft.com/office/drawing/2014/main" id="{3E0C3597-DB19-CFAC-5791-36A58C66DA21}"/>
              </a:ext>
            </a:extLst>
          </p:cNvPr>
          <p:cNvSpPr/>
          <p:nvPr/>
        </p:nvSpPr>
        <p:spPr>
          <a:xfrm>
            <a:off x="8855797"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systems for reporting on PaMs and projections</a:t>
            </a:r>
            <a:endParaRPr lang="LID4096"/>
          </a:p>
        </p:txBody>
      </p:sp>
      <p:sp>
        <p:nvSpPr>
          <p:cNvPr id="13" name="TextBox 12">
            <a:extLst>
              <a:ext uri="{FF2B5EF4-FFF2-40B4-BE49-F238E27FC236}">
                <a16:creationId xmlns:a16="http://schemas.microsoft.com/office/drawing/2014/main" id="{46B643A8-FFB8-136B-2DE0-3140E5894FC7}"/>
              </a:ext>
            </a:extLst>
          </p:cNvPr>
          <p:cNvSpPr txBox="1"/>
          <p:nvPr/>
        </p:nvSpPr>
        <p:spPr>
          <a:xfrm>
            <a:off x="500863" y="6416504"/>
            <a:ext cx="8143063" cy="307777"/>
          </a:xfrm>
          <a:prstGeom prst="rect">
            <a:avLst/>
          </a:prstGeom>
          <a:noFill/>
        </p:spPr>
        <p:txBody>
          <a:bodyPr wrap="none" rtlCol="0">
            <a:spAutoFit/>
          </a:bodyPr>
          <a:lstStyle/>
          <a:p>
            <a:r>
              <a:rPr lang="en-GB" sz="1400" dirty="0"/>
              <a:t>* This dataflow is aligned with NECPR but is voluntarily provided under the European Climate Law 2021/1119</a:t>
            </a:r>
            <a:endParaRPr lang="LID4096" sz="1400" dirty="0"/>
          </a:p>
        </p:txBody>
      </p:sp>
      <p:sp>
        <p:nvSpPr>
          <p:cNvPr id="14" name="Rectangle 13">
            <a:extLst>
              <a:ext uri="{FF2B5EF4-FFF2-40B4-BE49-F238E27FC236}">
                <a16:creationId xmlns:a16="http://schemas.microsoft.com/office/drawing/2014/main" id="{48BA5E73-144F-E8E0-729A-B954F0222445}"/>
              </a:ext>
            </a:extLst>
          </p:cNvPr>
          <p:cNvSpPr/>
          <p:nvPr/>
        </p:nvSpPr>
        <p:spPr>
          <a:xfrm>
            <a:off x="3333530" y="3484383"/>
            <a:ext cx="2477727"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(EE)</a:t>
            </a:r>
            <a:endParaRPr lang="LID4096" dirty="0"/>
          </a:p>
        </p:txBody>
      </p:sp>
      <p:sp>
        <p:nvSpPr>
          <p:cNvPr id="15" name="Rectangle 14">
            <a:extLst>
              <a:ext uri="{FF2B5EF4-FFF2-40B4-BE49-F238E27FC236}">
                <a16:creationId xmlns:a16="http://schemas.microsoft.com/office/drawing/2014/main" id="{8EBA3132-1FCE-0C4C-DCF4-D0ECB92B7883}"/>
              </a:ext>
            </a:extLst>
          </p:cNvPr>
          <p:cNvSpPr/>
          <p:nvPr/>
        </p:nvSpPr>
        <p:spPr>
          <a:xfrm>
            <a:off x="582341" y="3480799"/>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a:t>
            </a:r>
            <a:r>
              <a:rPr lang="en-GB"/>
              <a:t>RES)</a:t>
            </a:r>
            <a:endParaRPr lang="LID4096" dirty="0"/>
          </a:p>
        </p:txBody>
      </p:sp>
    </p:spTree>
    <p:extLst>
      <p:ext uri="{BB962C8B-B14F-4D97-AF65-F5344CB8AC3E}">
        <p14:creationId xmlns:p14="http://schemas.microsoft.com/office/powerpoint/2010/main" val="355356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2D23-97C5-27CA-5CD7-798C5E02FE7C}"/>
            </a:ext>
          </a:extLst>
        </p:cNvPr>
        <p:cNvGrpSpPr/>
        <p:nvPr/>
      </p:nvGrpSpPr>
      <p:grpSpPr>
        <a:xfrm>
          <a:off x="0" y="0"/>
          <a:ext cx="0" cy="0"/>
          <a:chOff x="0" y="0"/>
          <a:chExt cx="0" cy="0"/>
        </a:xfrm>
      </p:grpSpPr>
      <p:sp>
        <p:nvSpPr>
          <p:cNvPr id="10" name="Text Placeholder 1">
            <a:extLst>
              <a:ext uri="{FF2B5EF4-FFF2-40B4-BE49-F238E27FC236}">
                <a16:creationId xmlns:a16="http://schemas.microsoft.com/office/drawing/2014/main" id="{A6A83985-0F35-81E5-04DF-F09C6CE7BF1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Overview of prefilled / post-filled data in this dataflow</a:t>
            </a:r>
          </a:p>
        </p:txBody>
      </p:sp>
      <p:sp>
        <p:nvSpPr>
          <p:cNvPr id="12" name="Rectangle 11">
            <a:extLst>
              <a:ext uri="{FF2B5EF4-FFF2-40B4-BE49-F238E27FC236}">
                <a16:creationId xmlns:a16="http://schemas.microsoft.com/office/drawing/2014/main" id="{B1FF81CB-CB4F-FBD7-DBE4-0E99C30AF527}"/>
              </a:ext>
            </a:extLst>
          </p:cNvPr>
          <p:cNvSpPr/>
          <p:nvPr/>
        </p:nvSpPr>
        <p:spPr>
          <a:xfrm>
            <a:off x="9306236" y="1574997"/>
            <a:ext cx="655276" cy="299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4" name="Rectangle 13">
            <a:extLst>
              <a:ext uri="{FF2B5EF4-FFF2-40B4-BE49-F238E27FC236}">
                <a16:creationId xmlns:a16="http://schemas.microsoft.com/office/drawing/2014/main" id="{ECE0ACC6-C0F8-5CBB-BC56-1905C2EAC476}"/>
              </a:ext>
            </a:extLst>
          </p:cNvPr>
          <p:cNvSpPr/>
          <p:nvPr/>
        </p:nvSpPr>
        <p:spPr>
          <a:xfrm>
            <a:off x="9306236" y="1990156"/>
            <a:ext cx="655276" cy="2995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6" name="Rectangle 15">
            <a:extLst>
              <a:ext uri="{FF2B5EF4-FFF2-40B4-BE49-F238E27FC236}">
                <a16:creationId xmlns:a16="http://schemas.microsoft.com/office/drawing/2014/main" id="{CFA83493-C06A-DAA5-9C36-EE536234DD1A}"/>
              </a:ext>
            </a:extLst>
          </p:cNvPr>
          <p:cNvSpPr/>
          <p:nvPr/>
        </p:nvSpPr>
        <p:spPr>
          <a:xfrm>
            <a:off x="9306236" y="2434953"/>
            <a:ext cx="655276" cy="29954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7" name="Rectangle 16">
            <a:extLst>
              <a:ext uri="{FF2B5EF4-FFF2-40B4-BE49-F238E27FC236}">
                <a16:creationId xmlns:a16="http://schemas.microsoft.com/office/drawing/2014/main" id="{A8EEBEE3-A07A-4333-682D-48C9481C564C}"/>
              </a:ext>
            </a:extLst>
          </p:cNvPr>
          <p:cNvSpPr/>
          <p:nvPr/>
        </p:nvSpPr>
        <p:spPr>
          <a:xfrm>
            <a:off x="9306236" y="2850112"/>
            <a:ext cx="655276" cy="299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2" name="TextBox 21">
            <a:extLst>
              <a:ext uri="{FF2B5EF4-FFF2-40B4-BE49-F238E27FC236}">
                <a16:creationId xmlns:a16="http://schemas.microsoft.com/office/drawing/2014/main" id="{C9C0370A-5D76-38AC-DB91-EB39904760B1}"/>
              </a:ext>
            </a:extLst>
          </p:cNvPr>
          <p:cNvSpPr txBox="1"/>
          <p:nvPr/>
        </p:nvSpPr>
        <p:spPr>
          <a:xfrm>
            <a:off x="10070785" y="1540104"/>
            <a:ext cx="1700787" cy="369332"/>
          </a:xfrm>
          <a:prstGeom prst="rect">
            <a:avLst/>
          </a:prstGeom>
          <a:noFill/>
        </p:spPr>
        <p:txBody>
          <a:bodyPr wrap="none" rtlCol="0">
            <a:spAutoFit/>
          </a:bodyPr>
          <a:lstStyle/>
          <a:p>
            <a:r>
              <a:rPr lang="en-GB"/>
              <a:t>Reported values</a:t>
            </a:r>
          </a:p>
        </p:txBody>
      </p:sp>
      <p:sp>
        <p:nvSpPr>
          <p:cNvPr id="23" name="TextBox 22">
            <a:extLst>
              <a:ext uri="{FF2B5EF4-FFF2-40B4-BE49-F238E27FC236}">
                <a16:creationId xmlns:a16="http://schemas.microsoft.com/office/drawing/2014/main" id="{698942F5-2FE1-6B83-720D-89503372C2BF}"/>
              </a:ext>
            </a:extLst>
          </p:cNvPr>
          <p:cNvSpPr txBox="1"/>
          <p:nvPr/>
        </p:nvSpPr>
        <p:spPr>
          <a:xfrm>
            <a:off x="10070785" y="1955263"/>
            <a:ext cx="981935" cy="369332"/>
          </a:xfrm>
          <a:prstGeom prst="rect">
            <a:avLst/>
          </a:prstGeom>
          <a:noFill/>
        </p:spPr>
        <p:txBody>
          <a:bodyPr wrap="none" rtlCol="0">
            <a:spAutoFit/>
          </a:bodyPr>
          <a:lstStyle/>
          <a:p>
            <a:r>
              <a:rPr lang="en-GB"/>
              <a:t>Prefilled</a:t>
            </a:r>
          </a:p>
        </p:txBody>
      </p:sp>
      <p:sp>
        <p:nvSpPr>
          <p:cNvPr id="24" name="TextBox 23">
            <a:extLst>
              <a:ext uri="{FF2B5EF4-FFF2-40B4-BE49-F238E27FC236}">
                <a16:creationId xmlns:a16="http://schemas.microsoft.com/office/drawing/2014/main" id="{FDC284F8-882C-2A2D-A532-873573940C0D}"/>
              </a:ext>
            </a:extLst>
          </p:cNvPr>
          <p:cNvSpPr txBox="1"/>
          <p:nvPr/>
        </p:nvSpPr>
        <p:spPr>
          <a:xfrm>
            <a:off x="10067506" y="2400060"/>
            <a:ext cx="1148199" cy="369332"/>
          </a:xfrm>
          <a:prstGeom prst="rect">
            <a:avLst/>
          </a:prstGeom>
          <a:noFill/>
        </p:spPr>
        <p:txBody>
          <a:bodyPr wrap="none" rtlCol="0">
            <a:spAutoFit/>
          </a:bodyPr>
          <a:lstStyle/>
          <a:p>
            <a:r>
              <a:rPr lang="en-GB"/>
              <a:t>Post-filled</a:t>
            </a:r>
          </a:p>
        </p:txBody>
      </p:sp>
      <p:sp>
        <p:nvSpPr>
          <p:cNvPr id="26" name="TextBox 25">
            <a:extLst>
              <a:ext uri="{FF2B5EF4-FFF2-40B4-BE49-F238E27FC236}">
                <a16:creationId xmlns:a16="http://schemas.microsoft.com/office/drawing/2014/main" id="{4DC0283C-1D5F-8EF7-3E75-7D14C93E4C46}"/>
              </a:ext>
            </a:extLst>
          </p:cNvPr>
          <p:cNvSpPr txBox="1"/>
          <p:nvPr/>
        </p:nvSpPr>
        <p:spPr>
          <a:xfrm>
            <a:off x="10067506" y="2813627"/>
            <a:ext cx="1180003" cy="369332"/>
          </a:xfrm>
          <a:prstGeom prst="rect">
            <a:avLst/>
          </a:prstGeom>
          <a:noFill/>
        </p:spPr>
        <p:txBody>
          <a:bodyPr wrap="none" rtlCol="0">
            <a:spAutoFit/>
          </a:bodyPr>
          <a:lstStyle/>
          <a:p>
            <a:r>
              <a:rPr lang="en-GB"/>
              <a:t>Calculated</a:t>
            </a:r>
          </a:p>
        </p:txBody>
      </p:sp>
      <p:sp>
        <p:nvSpPr>
          <p:cNvPr id="50" name="Rectangle 49">
            <a:extLst>
              <a:ext uri="{FF2B5EF4-FFF2-40B4-BE49-F238E27FC236}">
                <a16:creationId xmlns:a16="http://schemas.microsoft.com/office/drawing/2014/main" id="{ABD51F8F-2178-B608-1443-F043206341A7}"/>
              </a:ext>
            </a:extLst>
          </p:cNvPr>
          <p:cNvSpPr/>
          <p:nvPr/>
        </p:nvSpPr>
        <p:spPr>
          <a:xfrm>
            <a:off x="497262" y="1441162"/>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51" name="Rectangle 50">
            <a:extLst>
              <a:ext uri="{FF2B5EF4-FFF2-40B4-BE49-F238E27FC236}">
                <a16:creationId xmlns:a16="http://schemas.microsoft.com/office/drawing/2014/main" id="{0C553BDF-53DC-6489-993D-521562A63C19}"/>
              </a:ext>
            </a:extLst>
          </p:cNvPr>
          <p:cNvSpPr/>
          <p:nvPr/>
        </p:nvSpPr>
        <p:spPr>
          <a:xfrm>
            <a:off x="539302" y="1966679"/>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2" name="Rectangle 51">
            <a:extLst>
              <a:ext uri="{FF2B5EF4-FFF2-40B4-BE49-F238E27FC236}">
                <a16:creationId xmlns:a16="http://schemas.microsoft.com/office/drawing/2014/main" id="{6DD1057C-11FC-104A-AD3B-97DB7CACD103}"/>
              </a:ext>
            </a:extLst>
          </p:cNvPr>
          <p:cNvSpPr/>
          <p:nvPr/>
        </p:nvSpPr>
        <p:spPr>
          <a:xfrm>
            <a:off x="944683" y="1966679"/>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7" name="TextBox 56">
            <a:extLst>
              <a:ext uri="{FF2B5EF4-FFF2-40B4-BE49-F238E27FC236}">
                <a16:creationId xmlns:a16="http://schemas.microsoft.com/office/drawing/2014/main" id="{2F33EAFF-109D-9EA9-5CA1-4ADC04B4C7BB}"/>
              </a:ext>
            </a:extLst>
          </p:cNvPr>
          <p:cNvSpPr txBox="1"/>
          <p:nvPr/>
        </p:nvSpPr>
        <p:spPr>
          <a:xfrm>
            <a:off x="497262" y="965317"/>
            <a:ext cx="963341" cy="369332"/>
          </a:xfrm>
          <a:prstGeom prst="rect">
            <a:avLst/>
          </a:prstGeom>
          <a:noFill/>
        </p:spPr>
        <p:txBody>
          <a:bodyPr wrap="none" rtlCol="0">
            <a:spAutoFit/>
          </a:bodyPr>
          <a:lstStyle/>
          <a:p>
            <a:r>
              <a:rPr lang="en-GB" b="1"/>
              <a:t>Annex II</a:t>
            </a:r>
          </a:p>
        </p:txBody>
      </p:sp>
      <p:sp>
        <p:nvSpPr>
          <p:cNvPr id="58" name="Rectangle 57">
            <a:extLst>
              <a:ext uri="{FF2B5EF4-FFF2-40B4-BE49-F238E27FC236}">
                <a16:creationId xmlns:a16="http://schemas.microsoft.com/office/drawing/2014/main" id="{DA2CE9FE-72A8-1B94-2ADC-D343BF2F9535}"/>
              </a:ext>
            </a:extLst>
          </p:cNvPr>
          <p:cNvSpPr/>
          <p:nvPr/>
        </p:nvSpPr>
        <p:spPr>
          <a:xfrm>
            <a:off x="2299062" y="14346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59" name="Rectangle 58">
            <a:extLst>
              <a:ext uri="{FF2B5EF4-FFF2-40B4-BE49-F238E27FC236}">
                <a16:creationId xmlns:a16="http://schemas.microsoft.com/office/drawing/2014/main" id="{B0D080D3-544A-02EE-B804-351F1DD499A8}"/>
              </a:ext>
            </a:extLst>
          </p:cNvPr>
          <p:cNvSpPr/>
          <p:nvPr/>
        </p:nvSpPr>
        <p:spPr>
          <a:xfrm>
            <a:off x="2341102" y="19602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0" name="Rectangle 59">
            <a:extLst>
              <a:ext uri="{FF2B5EF4-FFF2-40B4-BE49-F238E27FC236}">
                <a16:creationId xmlns:a16="http://schemas.microsoft.com/office/drawing/2014/main" id="{70C892A2-C55F-5D91-DFC1-5C34E3C51132}"/>
              </a:ext>
            </a:extLst>
          </p:cNvPr>
          <p:cNvSpPr/>
          <p:nvPr/>
        </p:nvSpPr>
        <p:spPr>
          <a:xfrm>
            <a:off x="2746483" y="1960211"/>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3" name="Rectangle 62">
            <a:extLst>
              <a:ext uri="{FF2B5EF4-FFF2-40B4-BE49-F238E27FC236}">
                <a16:creationId xmlns:a16="http://schemas.microsoft.com/office/drawing/2014/main" id="{1638378F-D52F-4CE7-5D9F-8B45517E1DA3}"/>
              </a:ext>
            </a:extLst>
          </p:cNvPr>
          <p:cNvSpPr/>
          <p:nvPr/>
        </p:nvSpPr>
        <p:spPr>
          <a:xfrm>
            <a:off x="4065539" y="143570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64" name="Rectangle 63">
            <a:extLst>
              <a:ext uri="{FF2B5EF4-FFF2-40B4-BE49-F238E27FC236}">
                <a16:creationId xmlns:a16="http://schemas.microsoft.com/office/drawing/2014/main" id="{984E4DDE-F7FE-EB0D-9376-5E2908714DA9}"/>
              </a:ext>
            </a:extLst>
          </p:cNvPr>
          <p:cNvSpPr/>
          <p:nvPr/>
        </p:nvSpPr>
        <p:spPr>
          <a:xfrm>
            <a:off x="4107579" y="196122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5" name="Rectangle 64">
            <a:extLst>
              <a:ext uri="{FF2B5EF4-FFF2-40B4-BE49-F238E27FC236}">
                <a16:creationId xmlns:a16="http://schemas.microsoft.com/office/drawing/2014/main" id="{E6641355-202D-D477-4B8D-E453DDC749F5}"/>
              </a:ext>
            </a:extLst>
          </p:cNvPr>
          <p:cNvSpPr/>
          <p:nvPr/>
        </p:nvSpPr>
        <p:spPr>
          <a:xfrm>
            <a:off x="4512960" y="196122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8" name="Rectangle 67">
            <a:extLst>
              <a:ext uri="{FF2B5EF4-FFF2-40B4-BE49-F238E27FC236}">
                <a16:creationId xmlns:a16="http://schemas.microsoft.com/office/drawing/2014/main" id="{6DB5A758-7CC1-31A1-2158-0D244AA77852}"/>
              </a:ext>
            </a:extLst>
          </p:cNvPr>
          <p:cNvSpPr/>
          <p:nvPr/>
        </p:nvSpPr>
        <p:spPr>
          <a:xfrm>
            <a:off x="5829742" y="14346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69" name="Rectangle 68">
            <a:extLst>
              <a:ext uri="{FF2B5EF4-FFF2-40B4-BE49-F238E27FC236}">
                <a16:creationId xmlns:a16="http://schemas.microsoft.com/office/drawing/2014/main" id="{8A5069B6-A245-225D-6C80-5B547702FFEC}"/>
              </a:ext>
            </a:extLst>
          </p:cNvPr>
          <p:cNvSpPr/>
          <p:nvPr/>
        </p:nvSpPr>
        <p:spPr>
          <a:xfrm>
            <a:off x="5871782" y="19602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0" name="Rectangle 69">
            <a:extLst>
              <a:ext uri="{FF2B5EF4-FFF2-40B4-BE49-F238E27FC236}">
                <a16:creationId xmlns:a16="http://schemas.microsoft.com/office/drawing/2014/main" id="{322F9D6D-E278-7DC8-137D-C357B5078881}"/>
              </a:ext>
            </a:extLst>
          </p:cNvPr>
          <p:cNvSpPr/>
          <p:nvPr/>
        </p:nvSpPr>
        <p:spPr>
          <a:xfrm>
            <a:off x="6277163" y="1960211"/>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3" name="Rectangle 72">
            <a:extLst>
              <a:ext uri="{FF2B5EF4-FFF2-40B4-BE49-F238E27FC236}">
                <a16:creationId xmlns:a16="http://schemas.microsoft.com/office/drawing/2014/main" id="{48713CEC-9BA4-4932-FB26-3CC28655DBD2}"/>
              </a:ext>
            </a:extLst>
          </p:cNvPr>
          <p:cNvSpPr/>
          <p:nvPr/>
        </p:nvSpPr>
        <p:spPr>
          <a:xfrm>
            <a:off x="497262" y="275815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74" name="Rectangle 73">
            <a:extLst>
              <a:ext uri="{FF2B5EF4-FFF2-40B4-BE49-F238E27FC236}">
                <a16:creationId xmlns:a16="http://schemas.microsoft.com/office/drawing/2014/main" id="{F13F9982-4911-1C53-DD44-E32B7E8906E2}"/>
              </a:ext>
            </a:extLst>
          </p:cNvPr>
          <p:cNvSpPr/>
          <p:nvPr/>
        </p:nvSpPr>
        <p:spPr>
          <a:xfrm>
            <a:off x="539302" y="328367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5" name="Rectangle 74">
            <a:extLst>
              <a:ext uri="{FF2B5EF4-FFF2-40B4-BE49-F238E27FC236}">
                <a16:creationId xmlns:a16="http://schemas.microsoft.com/office/drawing/2014/main" id="{E16A658D-1ADC-7F79-9296-5C407BB76481}"/>
              </a:ext>
            </a:extLst>
          </p:cNvPr>
          <p:cNvSpPr/>
          <p:nvPr/>
        </p:nvSpPr>
        <p:spPr>
          <a:xfrm>
            <a:off x="944683" y="328367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8" name="Rectangle 77">
            <a:extLst>
              <a:ext uri="{FF2B5EF4-FFF2-40B4-BE49-F238E27FC236}">
                <a16:creationId xmlns:a16="http://schemas.microsoft.com/office/drawing/2014/main" id="{5DA0202F-B540-64B0-9563-A50AC43FC830}"/>
              </a:ext>
            </a:extLst>
          </p:cNvPr>
          <p:cNvSpPr/>
          <p:nvPr/>
        </p:nvSpPr>
        <p:spPr>
          <a:xfrm>
            <a:off x="2299062" y="275170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79" name="Rectangle 78">
            <a:extLst>
              <a:ext uri="{FF2B5EF4-FFF2-40B4-BE49-F238E27FC236}">
                <a16:creationId xmlns:a16="http://schemas.microsoft.com/office/drawing/2014/main" id="{20769757-910D-8D0C-CE4A-8B2C27752F00}"/>
              </a:ext>
            </a:extLst>
          </p:cNvPr>
          <p:cNvSpPr/>
          <p:nvPr/>
        </p:nvSpPr>
        <p:spPr>
          <a:xfrm>
            <a:off x="2341102" y="3277222"/>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1" name="Rectangle 80">
            <a:extLst>
              <a:ext uri="{FF2B5EF4-FFF2-40B4-BE49-F238E27FC236}">
                <a16:creationId xmlns:a16="http://schemas.microsoft.com/office/drawing/2014/main" id="{FF206E33-D167-087F-487F-F05D54A2B434}"/>
              </a:ext>
            </a:extLst>
          </p:cNvPr>
          <p:cNvSpPr/>
          <p:nvPr/>
        </p:nvSpPr>
        <p:spPr>
          <a:xfrm>
            <a:off x="3147692" y="3277222"/>
            <a:ext cx="348930" cy="35506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3" name="Rectangle 82">
            <a:extLst>
              <a:ext uri="{FF2B5EF4-FFF2-40B4-BE49-F238E27FC236}">
                <a16:creationId xmlns:a16="http://schemas.microsoft.com/office/drawing/2014/main" id="{786079CB-1933-671E-0C39-4D8D13862A1C}"/>
              </a:ext>
            </a:extLst>
          </p:cNvPr>
          <p:cNvSpPr/>
          <p:nvPr/>
        </p:nvSpPr>
        <p:spPr>
          <a:xfrm>
            <a:off x="4065539" y="275815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7</a:t>
            </a:r>
          </a:p>
          <a:p>
            <a:pPr algn="ctr"/>
            <a:endParaRPr lang="LID4096" b="1"/>
          </a:p>
        </p:txBody>
      </p:sp>
      <p:sp>
        <p:nvSpPr>
          <p:cNvPr id="84" name="Rectangle 83">
            <a:extLst>
              <a:ext uri="{FF2B5EF4-FFF2-40B4-BE49-F238E27FC236}">
                <a16:creationId xmlns:a16="http://schemas.microsoft.com/office/drawing/2014/main" id="{5D117056-35F7-7DC9-B528-8E858D9F353E}"/>
              </a:ext>
            </a:extLst>
          </p:cNvPr>
          <p:cNvSpPr/>
          <p:nvPr/>
        </p:nvSpPr>
        <p:spPr>
          <a:xfrm>
            <a:off x="4107579" y="328367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8" name="Rectangle 87">
            <a:extLst>
              <a:ext uri="{FF2B5EF4-FFF2-40B4-BE49-F238E27FC236}">
                <a16:creationId xmlns:a16="http://schemas.microsoft.com/office/drawing/2014/main" id="{0986A137-4EF7-7477-2AC5-A4EEF5C4D5C2}"/>
              </a:ext>
            </a:extLst>
          </p:cNvPr>
          <p:cNvSpPr/>
          <p:nvPr/>
        </p:nvSpPr>
        <p:spPr>
          <a:xfrm>
            <a:off x="5834509" y="276219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8</a:t>
            </a:r>
          </a:p>
          <a:p>
            <a:pPr algn="ctr"/>
            <a:endParaRPr lang="LID4096" b="1"/>
          </a:p>
        </p:txBody>
      </p:sp>
      <p:sp>
        <p:nvSpPr>
          <p:cNvPr id="89" name="Rectangle 88">
            <a:extLst>
              <a:ext uri="{FF2B5EF4-FFF2-40B4-BE49-F238E27FC236}">
                <a16:creationId xmlns:a16="http://schemas.microsoft.com/office/drawing/2014/main" id="{0271A4AC-98DD-9728-E2B4-01F11E80AD78}"/>
              </a:ext>
            </a:extLst>
          </p:cNvPr>
          <p:cNvSpPr/>
          <p:nvPr/>
        </p:nvSpPr>
        <p:spPr>
          <a:xfrm>
            <a:off x="5876549" y="328771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 name="TextBox 2">
            <a:extLst>
              <a:ext uri="{FF2B5EF4-FFF2-40B4-BE49-F238E27FC236}">
                <a16:creationId xmlns:a16="http://schemas.microsoft.com/office/drawing/2014/main" id="{97757579-4EC1-FF3C-DCD4-6E6D1576A728}"/>
              </a:ext>
            </a:extLst>
          </p:cNvPr>
          <p:cNvSpPr txBox="1"/>
          <p:nvPr/>
        </p:nvSpPr>
        <p:spPr>
          <a:xfrm>
            <a:off x="466003" y="2357859"/>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4" name="TextBox 3">
            <a:extLst>
              <a:ext uri="{FF2B5EF4-FFF2-40B4-BE49-F238E27FC236}">
                <a16:creationId xmlns:a16="http://schemas.microsoft.com/office/drawing/2014/main" id="{418A9385-8EEA-8580-7EA1-B9F8F82A157A}"/>
              </a:ext>
            </a:extLst>
          </p:cNvPr>
          <p:cNvSpPr txBox="1"/>
          <p:nvPr/>
        </p:nvSpPr>
        <p:spPr>
          <a:xfrm>
            <a:off x="2299062" y="2365640"/>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5" name="TextBox 4">
            <a:extLst>
              <a:ext uri="{FF2B5EF4-FFF2-40B4-BE49-F238E27FC236}">
                <a16:creationId xmlns:a16="http://schemas.microsoft.com/office/drawing/2014/main" id="{E873C640-E66C-C596-78FC-6681EDAE4CFC}"/>
              </a:ext>
            </a:extLst>
          </p:cNvPr>
          <p:cNvSpPr txBox="1"/>
          <p:nvPr/>
        </p:nvSpPr>
        <p:spPr>
          <a:xfrm>
            <a:off x="4065539" y="2362981"/>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7" name="TextBox 6">
            <a:extLst>
              <a:ext uri="{FF2B5EF4-FFF2-40B4-BE49-F238E27FC236}">
                <a16:creationId xmlns:a16="http://schemas.microsoft.com/office/drawing/2014/main" id="{D5E6E3F1-67B0-7A58-1FF3-77686B4C02BC}"/>
              </a:ext>
            </a:extLst>
          </p:cNvPr>
          <p:cNvSpPr txBox="1"/>
          <p:nvPr/>
        </p:nvSpPr>
        <p:spPr>
          <a:xfrm>
            <a:off x="5831943" y="2366260"/>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8" name="TextBox 7">
            <a:extLst>
              <a:ext uri="{FF2B5EF4-FFF2-40B4-BE49-F238E27FC236}">
                <a16:creationId xmlns:a16="http://schemas.microsoft.com/office/drawing/2014/main" id="{D21B0B94-3D3C-25C7-BDDB-F46DBA8AB671}"/>
              </a:ext>
            </a:extLst>
          </p:cNvPr>
          <p:cNvSpPr txBox="1"/>
          <p:nvPr/>
        </p:nvSpPr>
        <p:spPr>
          <a:xfrm>
            <a:off x="497262" y="3679992"/>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9" name="TextBox 8">
            <a:extLst>
              <a:ext uri="{FF2B5EF4-FFF2-40B4-BE49-F238E27FC236}">
                <a16:creationId xmlns:a16="http://schemas.microsoft.com/office/drawing/2014/main" id="{A375F508-94EC-C880-8989-D2428838FC38}"/>
              </a:ext>
            </a:extLst>
          </p:cNvPr>
          <p:cNvSpPr txBox="1"/>
          <p:nvPr/>
        </p:nvSpPr>
        <p:spPr>
          <a:xfrm>
            <a:off x="2292780" y="3682651"/>
            <a:ext cx="1655220" cy="523220"/>
          </a:xfrm>
          <a:prstGeom prst="rect">
            <a:avLst/>
          </a:prstGeom>
          <a:noFill/>
        </p:spPr>
        <p:txBody>
          <a:bodyPr wrap="square" rtlCol="0">
            <a:spAutoFit/>
          </a:bodyPr>
          <a:lstStyle/>
          <a:p>
            <a:r>
              <a:rPr lang="en-GB" sz="1400" b="1">
                <a:solidFill>
                  <a:schemeClr val="accent5"/>
                </a:solidFill>
              </a:rPr>
              <a:t>Eurostat biomass questionnaire</a:t>
            </a:r>
          </a:p>
        </p:txBody>
      </p:sp>
      <p:sp>
        <p:nvSpPr>
          <p:cNvPr id="11" name="TextBox 10">
            <a:extLst>
              <a:ext uri="{FF2B5EF4-FFF2-40B4-BE49-F238E27FC236}">
                <a16:creationId xmlns:a16="http://schemas.microsoft.com/office/drawing/2014/main" id="{E6F55273-19C2-8293-261F-82AF19BF5343}"/>
              </a:ext>
            </a:extLst>
          </p:cNvPr>
          <p:cNvSpPr txBox="1"/>
          <p:nvPr/>
        </p:nvSpPr>
        <p:spPr>
          <a:xfrm>
            <a:off x="497262" y="4031968"/>
            <a:ext cx="1165319" cy="369332"/>
          </a:xfrm>
          <a:prstGeom prst="rect">
            <a:avLst/>
          </a:prstGeom>
          <a:noFill/>
        </p:spPr>
        <p:txBody>
          <a:bodyPr wrap="none" rtlCol="0">
            <a:spAutoFit/>
          </a:bodyPr>
          <a:lstStyle/>
          <a:p>
            <a:r>
              <a:rPr lang="en-GB" b="1"/>
              <a:t>Annex XVI</a:t>
            </a:r>
          </a:p>
        </p:txBody>
      </p:sp>
      <p:sp>
        <p:nvSpPr>
          <p:cNvPr id="13" name="Rectangle 12">
            <a:extLst>
              <a:ext uri="{FF2B5EF4-FFF2-40B4-BE49-F238E27FC236}">
                <a16:creationId xmlns:a16="http://schemas.microsoft.com/office/drawing/2014/main" id="{3DBA627C-2230-676C-EC99-A37D934718E0}"/>
              </a:ext>
            </a:extLst>
          </p:cNvPr>
          <p:cNvSpPr/>
          <p:nvPr/>
        </p:nvSpPr>
        <p:spPr>
          <a:xfrm>
            <a:off x="528714" y="45379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15" name="Rectangle 14">
            <a:extLst>
              <a:ext uri="{FF2B5EF4-FFF2-40B4-BE49-F238E27FC236}">
                <a16:creationId xmlns:a16="http://schemas.microsoft.com/office/drawing/2014/main" id="{E4A1C499-8902-F9A5-0B73-03B1E4BA2414}"/>
              </a:ext>
            </a:extLst>
          </p:cNvPr>
          <p:cNvSpPr/>
          <p:nvPr/>
        </p:nvSpPr>
        <p:spPr>
          <a:xfrm>
            <a:off x="570754" y="50634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9" name="Rectangle 18">
            <a:extLst>
              <a:ext uri="{FF2B5EF4-FFF2-40B4-BE49-F238E27FC236}">
                <a16:creationId xmlns:a16="http://schemas.microsoft.com/office/drawing/2014/main" id="{B25AF57F-9A77-B89C-56AB-D25FE1E49721}"/>
              </a:ext>
            </a:extLst>
          </p:cNvPr>
          <p:cNvSpPr/>
          <p:nvPr/>
        </p:nvSpPr>
        <p:spPr>
          <a:xfrm>
            <a:off x="2330514"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20" name="Rectangle 19">
            <a:extLst>
              <a:ext uri="{FF2B5EF4-FFF2-40B4-BE49-F238E27FC236}">
                <a16:creationId xmlns:a16="http://schemas.microsoft.com/office/drawing/2014/main" id="{E72DC431-451B-83E9-0993-44AE4B1A6539}"/>
              </a:ext>
            </a:extLst>
          </p:cNvPr>
          <p:cNvSpPr/>
          <p:nvPr/>
        </p:nvSpPr>
        <p:spPr>
          <a:xfrm>
            <a:off x="2372554"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5" name="Rectangle 24">
            <a:extLst>
              <a:ext uri="{FF2B5EF4-FFF2-40B4-BE49-F238E27FC236}">
                <a16:creationId xmlns:a16="http://schemas.microsoft.com/office/drawing/2014/main" id="{0A82A7E1-1218-2491-6DC7-21299298D955}"/>
              </a:ext>
            </a:extLst>
          </p:cNvPr>
          <p:cNvSpPr/>
          <p:nvPr/>
        </p:nvSpPr>
        <p:spPr>
          <a:xfrm>
            <a:off x="4096991" y="453244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28" name="Rectangle 27">
            <a:extLst>
              <a:ext uri="{FF2B5EF4-FFF2-40B4-BE49-F238E27FC236}">
                <a16:creationId xmlns:a16="http://schemas.microsoft.com/office/drawing/2014/main" id="{AB976AA3-CE68-762A-D22F-E607C9AF6B0E}"/>
              </a:ext>
            </a:extLst>
          </p:cNvPr>
          <p:cNvSpPr/>
          <p:nvPr/>
        </p:nvSpPr>
        <p:spPr>
          <a:xfrm>
            <a:off x="4139031" y="505796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2" name="Rectangle 31">
            <a:extLst>
              <a:ext uri="{FF2B5EF4-FFF2-40B4-BE49-F238E27FC236}">
                <a16:creationId xmlns:a16="http://schemas.microsoft.com/office/drawing/2014/main" id="{1769AD77-0F60-6EE0-F31C-C60E460DD0F5}"/>
              </a:ext>
            </a:extLst>
          </p:cNvPr>
          <p:cNvSpPr/>
          <p:nvPr/>
        </p:nvSpPr>
        <p:spPr>
          <a:xfrm>
            <a:off x="5861194"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33" name="Rectangle 32">
            <a:extLst>
              <a:ext uri="{FF2B5EF4-FFF2-40B4-BE49-F238E27FC236}">
                <a16:creationId xmlns:a16="http://schemas.microsoft.com/office/drawing/2014/main" id="{269D2F11-957C-AAC0-AEFD-110A4FCBA644}"/>
              </a:ext>
            </a:extLst>
          </p:cNvPr>
          <p:cNvSpPr/>
          <p:nvPr/>
        </p:nvSpPr>
        <p:spPr>
          <a:xfrm>
            <a:off x="5903234"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1" name="Rectangle 40">
            <a:extLst>
              <a:ext uri="{FF2B5EF4-FFF2-40B4-BE49-F238E27FC236}">
                <a16:creationId xmlns:a16="http://schemas.microsoft.com/office/drawing/2014/main" id="{FD3356EC-8381-669D-F093-3ED8181C53FC}"/>
              </a:ext>
            </a:extLst>
          </p:cNvPr>
          <p:cNvSpPr/>
          <p:nvPr/>
        </p:nvSpPr>
        <p:spPr>
          <a:xfrm>
            <a:off x="7665268" y="453788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43" name="Rectangle 42">
            <a:extLst>
              <a:ext uri="{FF2B5EF4-FFF2-40B4-BE49-F238E27FC236}">
                <a16:creationId xmlns:a16="http://schemas.microsoft.com/office/drawing/2014/main" id="{EB6085D7-1213-EACF-D86D-B66FEA874319}"/>
              </a:ext>
            </a:extLst>
          </p:cNvPr>
          <p:cNvSpPr/>
          <p:nvPr/>
        </p:nvSpPr>
        <p:spPr>
          <a:xfrm>
            <a:off x="7707308" y="5063402"/>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7" name="Rectangle 46">
            <a:extLst>
              <a:ext uri="{FF2B5EF4-FFF2-40B4-BE49-F238E27FC236}">
                <a16:creationId xmlns:a16="http://schemas.microsoft.com/office/drawing/2014/main" id="{2DACB388-C21E-40E6-DB3A-066D6BBC7946}"/>
              </a:ext>
            </a:extLst>
          </p:cNvPr>
          <p:cNvSpPr/>
          <p:nvPr/>
        </p:nvSpPr>
        <p:spPr>
          <a:xfrm>
            <a:off x="9467068"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48" name="Rectangle 47">
            <a:extLst>
              <a:ext uri="{FF2B5EF4-FFF2-40B4-BE49-F238E27FC236}">
                <a16:creationId xmlns:a16="http://schemas.microsoft.com/office/drawing/2014/main" id="{43703354-A7C9-A9CA-D44D-9546BD08FF6F}"/>
              </a:ext>
            </a:extLst>
          </p:cNvPr>
          <p:cNvSpPr/>
          <p:nvPr/>
        </p:nvSpPr>
        <p:spPr>
          <a:xfrm>
            <a:off x="9509108"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4" name="Rectangle 53">
            <a:extLst>
              <a:ext uri="{FF2B5EF4-FFF2-40B4-BE49-F238E27FC236}">
                <a16:creationId xmlns:a16="http://schemas.microsoft.com/office/drawing/2014/main" id="{5B796A02-9761-284C-0CD5-AD03354BA1E3}"/>
              </a:ext>
            </a:extLst>
          </p:cNvPr>
          <p:cNvSpPr/>
          <p:nvPr/>
        </p:nvSpPr>
        <p:spPr>
          <a:xfrm>
            <a:off x="523811" y="551998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7</a:t>
            </a:r>
          </a:p>
          <a:p>
            <a:pPr algn="ctr"/>
            <a:endParaRPr lang="LID4096" b="1"/>
          </a:p>
        </p:txBody>
      </p:sp>
      <p:sp>
        <p:nvSpPr>
          <p:cNvPr id="61" name="Rectangle 60">
            <a:extLst>
              <a:ext uri="{FF2B5EF4-FFF2-40B4-BE49-F238E27FC236}">
                <a16:creationId xmlns:a16="http://schemas.microsoft.com/office/drawing/2014/main" id="{3499DF43-2489-208F-02B5-743F45492737}"/>
              </a:ext>
            </a:extLst>
          </p:cNvPr>
          <p:cNvSpPr/>
          <p:nvPr/>
        </p:nvSpPr>
        <p:spPr>
          <a:xfrm>
            <a:off x="565851" y="604550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2" name="Rectangle 61">
            <a:extLst>
              <a:ext uri="{FF2B5EF4-FFF2-40B4-BE49-F238E27FC236}">
                <a16:creationId xmlns:a16="http://schemas.microsoft.com/office/drawing/2014/main" id="{FA9A3BB6-40B1-CD9E-380F-B40C68452E74}"/>
              </a:ext>
            </a:extLst>
          </p:cNvPr>
          <p:cNvSpPr/>
          <p:nvPr/>
        </p:nvSpPr>
        <p:spPr>
          <a:xfrm>
            <a:off x="2292781" y="552402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8</a:t>
            </a:r>
          </a:p>
          <a:p>
            <a:pPr algn="ctr"/>
            <a:endParaRPr lang="LID4096" b="1"/>
          </a:p>
        </p:txBody>
      </p:sp>
      <p:sp>
        <p:nvSpPr>
          <p:cNvPr id="66" name="Rectangle 65">
            <a:extLst>
              <a:ext uri="{FF2B5EF4-FFF2-40B4-BE49-F238E27FC236}">
                <a16:creationId xmlns:a16="http://schemas.microsoft.com/office/drawing/2014/main" id="{161E2784-6494-1AA7-63A9-55EDBD6D4A9F}"/>
              </a:ext>
            </a:extLst>
          </p:cNvPr>
          <p:cNvSpPr/>
          <p:nvPr/>
        </p:nvSpPr>
        <p:spPr>
          <a:xfrm>
            <a:off x="2334821" y="604954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2" name="Rectangle 81">
            <a:extLst>
              <a:ext uri="{FF2B5EF4-FFF2-40B4-BE49-F238E27FC236}">
                <a16:creationId xmlns:a16="http://schemas.microsoft.com/office/drawing/2014/main" id="{0D3F13C8-D031-EF33-3DF5-E2996BE20719}"/>
              </a:ext>
            </a:extLst>
          </p:cNvPr>
          <p:cNvSpPr/>
          <p:nvPr/>
        </p:nvSpPr>
        <p:spPr>
          <a:xfrm>
            <a:off x="4096991" y="552482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9</a:t>
            </a:r>
          </a:p>
          <a:p>
            <a:pPr algn="ctr"/>
            <a:endParaRPr lang="LID4096" b="1"/>
          </a:p>
        </p:txBody>
      </p:sp>
      <p:sp>
        <p:nvSpPr>
          <p:cNvPr id="86" name="Rectangle 85">
            <a:extLst>
              <a:ext uri="{FF2B5EF4-FFF2-40B4-BE49-F238E27FC236}">
                <a16:creationId xmlns:a16="http://schemas.microsoft.com/office/drawing/2014/main" id="{F493BC1A-2D5D-46AF-AD69-FE95206485E8}"/>
              </a:ext>
            </a:extLst>
          </p:cNvPr>
          <p:cNvSpPr/>
          <p:nvPr/>
        </p:nvSpPr>
        <p:spPr>
          <a:xfrm>
            <a:off x="4530792" y="6056015"/>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7" name="TextBox 86">
            <a:extLst>
              <a:ext uri="{FF2B5EF4-FFF2-40B4-BE49-F238E27FC236}">
                <a16:creationId xmlns:a16="http://schemas.microsoft.com/office/drawing/2014/main" id="{08EE4968-2826-1369-13FF-9C0606C677D3}"/>
              </a:ext>
            </a:extLst>
          </p:cNvPr>
          <p:cNvSpPr txBox="1"/>
          <p:nvPr/>
        </p:nvSpPr>
        <p:spPr>
          <a:xfrm>
            <a:off x="4107579" y="6448564"/>
            <a:ext cx="2391077" cy="307777"/>
          </a:xfrm>
          <a:prstGeom prst="rect">
            <a:avLst/>
          </a:prstGeom>
          <a:noFill/>
        </p:spPr>
        <p:txBody>
          <a:bodyPr wrap="square" rtlCol="0">
            <a:spAutoFit/>
          </a:bodyPr>
          <a:lstStyle/>
          <a:p>
            <a:r>
              <a:rPr lang="en-GB" sz="1400" b="1">
                <a:solidFill>
                  <a:schemeClr val="accent4"/>
                </a:solidFill>
              </a:rPr>
              <a:t>Eurostat Energy balance</a:t>
            </a:r>
          </a:p>
        </p:txBody>
      </p:sp>
    </p:spTree>
    <p:extLst>
      <p:ext uri="{BB962C8B-B14F-4D97-AF65-F5344CB8AC3E}">
        <p14:creationId xmlns:p14="http://schemas.microsoft.com/office/powerpoint/2010/main" val="561493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3C4C1-7F37-AAD5-A6A0-1B66F4C79663}"/>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8CDC682F-1D82-B779-0434-02305620945C}"/>
              </a:ext>
            </a:extLst>
          </p:cNvPr>
          <p:cNvSpPr txBox="1"/>
          <p:nvPr/>
        </p:nvSpPr>
        <p:spPr>
          <a:xfrm>
            <a:off x="500863" y="1151374"/>
            <a:ext cx="868359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What is a Notation 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system to clarify lack of numerical data (where unavailable or not applicable).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Required for mandatory if applicable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Miap</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if available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Miav</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or voluntary (V) reporting.</a:t>
            </a: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29AC2C1-F6A3-FE74-D982-BDE89D34C86A}"/>
              </a:ext>
            </a:extLst>
          </p:cNvPr>
          <p:cNvSpPr txBox="1"/>
          <p:nvPr/>
        </p:nvSpPr>
        <p:spPr>
          <a:xfrm>
            <a:off x="500863" y="5287210"/>
            <a:ext cx="701820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Import templates provide overview of when notation keys are accepted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For any issues check the reporting guidelines!</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64159B14-552F-969B-3599-A4A8B2DE9F0C}"/>
              </a:ext>
            </a:extLst>
          </p:cNvPr>
          <p:cNvGraphicFramePr>
            <a:graphicFrameLocks noGrp="1"/>
          </p:cNvGraphicFramePr>
          <p:nvPr/>
        </p:nvGraphicFramePr>
        <p:xfrm>
          <a:off x="500863" y="2234609"/>
          <a:ext cx="11075526" cy="3108960"/>
        </p:xfrm>
        <a:graphic>
          <a:graphicData uri="http://schemas.openxmlformats.org/drawingml/2006/table">
            <a:tbl>
              <a:tblPr firstRow="1" firstCol="1" bandRow="1">
                <a:tableStyleId>{5C22544A-7EE6-4342-B048-85BDC9FD1C3A}</a:tableStyleId>
              </a:tblPr>
              <a:tblGrid>
                <a:gridCol w="1998281">
                  <a:extLst>
                    <a:ext uri="{9D8B030D-6E8A-4147-A177-3AD203B41FA5}">
                      <a16:colId xmlns:a16="http://schemas.microsoft.com/office/drawing/2014/main" val="999049638"/>
                    </a:ext>
                  </a:extLst>
                </a:gridCol>
                <a:gridCol w="9077245">
                  <a:extLst>
                    <a:ext uri="{9D8B030D-6E8A-4147-A177-3AD203B41FA5}">
                      <a16:colId xmlns:a16="http://schemas.microsoft.com/office/drawing/2014/main" val="1551009925"/>
                    </a:ext>
                  </a:extLst>
                </a:gridCol>
              </a:tblGrid>
              <a:tr h="245745">
                <a:tc>
                  <a:txBody>
                    <a:bodyPr/>
                    <a:lstStyle/>
                    <a:p>
                      <a:pPr algn="just">
                        <a:spcAft>
                          <a:spcPts val="1200"/>
                        </a:spcAft>
                      </a:pPr>
                      <a:r>
                        <a:rPr lang="en-GB" sz="1700">
                          <a:effectLst/>
                        </a:rPr>
                        <a:t>Notation key</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GB" sz="1700">
                          <a:effectLst/>
                        </a:rPr>
                        <a:t>Description</a:t>
                      </a:r>
                      <a:endParaRPr lang="en-GB"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617854"/>
                  </a:ext>
                </a:extLst>
              </a:tr>
              <a:tr h="0">
                <a:tc>
                  <a:txBody>
                    <a:bodyPr/>
                    <a:lstStyle/>
                    <a:p>
                      <a:pPr algn="just">
                        <a:spcAft>
                          <a:spcPts val="1200"/>
                        </a:spcAft>
                      </a:pPr>
                      <a:r>
                        <a:rPr lang="en-GB" sz="1700">
                          <a:effectLst/>
                        </a:rPr>
                        <a:t>NA</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applicable </a:t>
                      </a:r>
                      <a:r>
                        <a:rPr lang="en-US" sz="1700">
                          <a:effectLst/>
                        </a:rPr>
                        <a:t>- For data and activities in a reporting country that are not applicable or relevant to the context of the reporting country. Anticipated to be used in the context of </a:t>
                      </a:r>
                      <a:r>
                        <a:rPr lang="en-US" sz="1700" err="1">
                          <a:effectLst/>
                        </a:rPr>
                        <a:t>Miap</a:t>
                      </a:r>
                      <a:r>
                        <a:rPr lang="en-US" sz="1700">
                          <a:effectLst/>
                        </a:rPr>
                        <a:t> and V reporting fields. This notation key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193384"/>
                  </a:ext>
                </a:extLst>
              </a:tr>
              <a:tr h="0">
                <a:tc>
                  <a:txBody>
                    <a:bodyPr/>
                    <a:lstStyle/>
                    <a:p>
                      <a:pPr algn="just">
                        <a:spcAft>
                          <a:spcPts val="1200"/>
                        </a:spcAft>
                      </a:pPr>
                      <a:r>
                        <a:rPr lang="en-GB" sz="1700">
                          <a:effectLst/>
                        </a:rPr>
                        <a:t>NAv</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available </a:t>
                      </a:r>
                      <a:r>
                        <a:rPr lang="en-US" sz="1700">
                          <a:effectLst/>
                        </a:rPr>
                        <a:t>– For data and activities in a reporting country that are applicable to the context of the reporting country, however the data is not available. Anticipated to be used in the context of </a:t>
                      </a:r>
                      <a:r>
                        <a:rPr lang="en-US" sz="1700" err="1">
                          <a:effectLst/>
                        </a:rPr>
                        <a:t>Miap</a:t>
                      </a:r>
                      <a:r>
                        <a:rPr lang="en-US" sz="1700">
                          <a:effectLst/>
                        </a:rPr>
                        <a:t>, </a:t>
                      </a:r>
                      <a:r>
                        <a:rPr lang="en-US" sz="1700" err="1">
                          <a:effectLst/>
                        </a:rPr>
                        <a:t>Miav</a:t>
                      </a:r>
                      <a:r>
                        <a:rPr lang="en-US" sz="1700">
                          <a:effectLst/>
                        </a:rPr>
                        <a:t> and V reporting fields. This value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7467441"/>
                  </a:ext>
                </a:extLst>
              </a:tr>
              <a:tr h="0">
                <a:tc>
                  <a:txBody>
                    <a:bodyPr/>
                    <a:lstStyle/>
                    <a:p>
                      <a:pPr algn="just">
                        <a:spcAft>
                          <a:spcPts val="1200"/>
                        </a:spcAft>
                      </a:pPr>
                      <a:r>
                        <a:rPr lang="en-GB" sz="1700">
                          <a:effectLst/>
                        </a:rPr>
                        <a:t>C</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dirty="0">
                          <a:effectLst/>
                        </a:rPr>
                        <a:t>Confidential</a:t>
                      </a:r>
                      <a:r>
                        <a:rPr lang="en-US" sz="1700" dirty="0">
                          <a:effectLst/>
                        </a:rPr>
                        <a:t> – Specifically for Annex II, Table 5, reporting on greenhouse gas savings performance of biofuels. This notation key is for data and activities in a reporting country that are available but are confidential and therefore cannot be reported publicly at a disaggregated level.</a:t>
                      </a:r>
                      <a:endParaRPr lang="en-US" sz="17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5388446"/>
                  </a:ext>
                </a:extLst>
              </a:tr>
            </a:tbl>
          </a:graphicData>
        </a:graphic>
      </p:graphicFrame>
      <p:sp>
        <p:nvSpPr>
          <p:cNvPr id="5" name="Rectangle 4">
            <a:extLst>
              <a:ext uri="{FF2B5EF4-FFF2-40B4-BE49-F238E27FC236}">
                <a16:creationId xmlns:a16="http://schemas.microsoft.com/office/drawing/2014/main" id="{BBFCB407-68A3-2300-72CB-283D9888B258}"/>
              </a:ext>
            </a:extLst>
          </p:cNvPr>
          <p:cNvSpPr/>
          <p:nvPr/>
        </p:nvSpPr>
        <p:spPr>
          <a:xfrm>
            <a:off x="500863" y="6073960"/>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GHG (Annex 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CAB45E66-242A-0152-25D4-1324182C07D4}"/>
              </a:ext>
            </a:extLst>
          </p:cNvPr>
          <p:cNvSpPr/>
          <p:nvPr/>
        </p:nvSpPr>
        <p:spPr>
          <a:xfrm>
            <a:off x="1963903" y="6073959"/>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RES (Annexes II &amp; XVI)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66024A7-80EA-1D17-9839-F4A2A26BDB7B}"/>
              </a:ext>
            </a:extLst>
          </p:cNvPr>
          <p:cNvSpPr/>
          <p:nvPr/>
        </p:nvSpPr>
        <p:spPr>
          <a:xfrm>
            <a:off x="3426943" y="6073958"/>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EE (Annexes IV &amp; XVII)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93FC637-E966-5BEB-DA23-4D30C8DBA425}"/>
              </a:ext>
            </a:extLst>
          </p:cNvPr>
          <p:cNvSpPr txBox="1"/>
          <p:nvPr/>
        </p:nvSpPr>
        <p:spPr>
          <a:xfrm>
            <a:off x="5212255" y="6181679"/>
            <a:ext cx="30124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Calibri" panose="020F0502020204030204"/>
                <a:ea typeface="+mn-ea"/>
                <a:cs typeface="+mn-cs"/>
              </a:rPr>
              <a:t>Applicable to these dataflows</a:t>
            </a:r>
            <a:endParaRPr kumimoji="0" lang="LID4096" sz="1800" b="1" i="0" u="none" strike="noStrike" kern="1200" cap="none" spc="0" normalizeH="0" baseline="0" noProof="0">
              <a:ln>
                <a:noFill/>
              </a:ln>
              <a:solidFill>
                <a:srgbClr val="FF0000"/>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653E6017-AF37-F393-0F46-86C84C6FB337}"/>
              </a:ext>
            </a:extLst>
          </p:cNvPr>
          <p:cNvCxnSpPr>
            <a:cxnSpLocks/>
            <a:stCxn id="8" idx="1"/>
            <a:endCxn id="7" idx="3"/>
          </p:cNvCxnSpPr>
          <p:nvPr/>
        </p:nvCxnSpPr>
        <p:spPr>
          <a:xfrm flipH="1">
            <a:off x="4757903" y="6366345"/>
            <a:ext cx="454352" cy="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1">
            <a:extLst>
              <a:ext uri="{FF2B5EF4-FFF2-40B4-BE49-F238E27FC236}">
                <a16:creationId xmlns:a16="http://schemas.microsoft.com/office/drawing/2014/main" id="{C012690C-35F2-6A0E-5E46-013DA33A55C3}"/>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Calibri" panose="020F0502020204030204"/>
                <a:ea typeface="+mn-ea"/>
                <a:cs typeface="+mn-cs"/>
              </a:rPr>
              <a:t>Notation keys</a:t>
            </a:r>
            <a:endParaRPr kumimoji="0" lang="en-DK" sz="3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717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6BE03-BB8C-01B0-3CB9-7BECA3966681}"/>
              </a:ext>
            </a:extLst>
          </p:cNvPr>
          <p:cNvSpPr txBox="1"/>
          <p:nvPr/>
        </p:nvSpPr>
        <p:spPr>
          <a:xfrm>
            <a:off x="4033758" y="3429000"/>
            <a:ext cx="4124527" cy="738664"/>
          </a:xfrm>
          <a:prstGeom prst="rect">
            <a:avLst/>
          </a:prstGeom>
          <a:noFill/>
        </p:spPr>
        <p:txBody>
          <a:bodyPr wrap="none" rtlCol="0">
            <a:spAutoFit/>
          </a:bodyPr>
          <a:lstStyle/>
          <a:p>
            <a:pPr algn="ctr"/>
            <a:r>
              <a:rPr lang="en-GB" sz="2400" b="1" dirty="0">
                <a:solidFill>
                  <a:schemeClr val="bg1"/>
                </a:solidFill>
              </a:rPr>
              <a:t>Annex II – Renewable energy</a:t>
            </a:r>
            <a:endParaRPr lang="en-GB" b="1" dirty="0">
              <a:solidFill>
                <a:schemeClr val="bg1"/>
              </a:solidFill>
            </a:endParaRPr>
          </a:p>
          <a:p>
            <a:pPr algn="ctr"/>
            <a:r>
              <a:rPr lang="en-GB" b="1" i="1" dirty="0">
                <a:solidFill>
                  <a:schemeClr val="bg1"/>
                </a:solidFill>
              </a:rPr>
              <a:t>Thematic guidance</a:t>
            </a:r>
          </a:p>
        </p:txBody>
      </p:sp>
      <p:pic>
        <p:nvPicPr>
          <p:cNvPr id="4" name="Graphic 3" descr="Checklist with solid fill">
            <a:extLst>
              <a:ext uri="{FF2B5EF4-FFF2-40B4-BE49-F238E27FC236}">
                <a16:creationId xmlns:a16="http://schemas.microsoft.com/office/drawing/2014/main" id="{22FEDFBB-3724-AF17-DA8C-4C4A2801DF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2485267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41D40BD-C321-20E1-287F-7D1DF8CE38DC}"/>
              </a:ext>
            </a:extLst>
          </p:cNvPr>
          <p:cNvGraphicFramePr>
            <a:graphicFrameLocks noGrp="1"/>
          </p:cNvGraphicFramePr>
          <p:nvPr>
            <p:extLst>
              <p:ext uri="{D42A27DB-BD31-4B8C-83A1-F6EECF244321}">
                <p14:modId xmlns:p14="http://schemas.microsoft.com/office/powerpoint/2010/main" val="3271949198"/>
              </p:ext>
            </p:extLst>
          </p:nvPr>
        </p:nvGraphicFramePr>
        <p:xfrm>
          <a:off x="423774" y="1143098"/>
          <a:ext cx="11302608" cy="5160163"/>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843196">
                <a:tc gridSpan="2">
                  <a:txBody>
                    <a:bodyPr/>
                    <a:lstStyle/>
                    <a:p>
                      <a:r>
                        <a:rPr lang="en-US" sz="2400" b="0" kern="1200" dirty="0">
                          <a:solidFill>
                            <a:schemeClr val="lt1"/>
                          </a:solidFill>
                          <a:latin typeface="Calibri"/>
                          <a:ea typeface="+mn-ea"/>
                          <a:cs typeface="+mn-cs"/>
                        </a:rPr>
                        <a:t>Article 20 (a) – Progress towards objectives, targets, and contributions within renewable energy</a:t>
                      </a:r>
                      <a:endParaRPr lang="en-US" sz="2400" b="0" kern="1200" noProof="0" dirty="0">
                        <a:solidFill>
                          <a:schemeClr val="lt1"/>
                        </a:solidFill>
                        <a:latin typeface="Calibri"/>
                        <a:ea typeface="+mn-ea"/>
                        <a:cs typeface="+mn-cs"/>
                      </a:endParaRPr>
                    </a:p>
                  </a:txBody>
                  <a:tcPr>
                    <a:solidFill>
                      <a:srgbClr val="007B6C"/>
                    </a:solidFill>
                  </a:tcPr>
                </a:tc>
                <a:tc hMerge="1">
                  <a:txBody>
                    <a:bodyPr/>
                    <a:lstStyle/>
                    <a:p>
                      <a:endParaRPr lang="en-US"/>
                    </a:p>
                  </a:txBody>
                  <a:tcPr/>
                </a:tc>
                <a:extLst>
                  <a:ext uri="{0D108BD9-81ED-4DB2-BD59-A6C34878D82A}">
                    <a16:rowId xmlns:a16="http://schemas.microsoft.com/office/drawing/2014/main" val="3061965936"/>
                  </a:ext>
                </a:extLst>
              </a:tr>
              <a:tr h="722415">
                <a:tc gridSpan="2">
                  <a:txBody>
                    <a:bodyPr/>
                    <a:lstStyle/>
                    <a:p>
                      <a:pPr marL="0" lvl="0" indent="0" algn="l">
                        <a:lnSpc>
                          <a:spcPct val="100000"/>
                        </a:lnSpc>
                        <a:buNone/>
                      </a:pPr>
                      <a:r>
                        <a:rPr lang="en-US" sz="2200" b="0" i="0" u="none" strike="noStrike" baseline="0" noProof="0" dirty="0">
                          <a:solidFill>
                            <a:srgbClr val="0D0D0D"/>
                          </a:solidFill>
                          <a:latin typeface="Aptos"/>
                        </a:rPr>
                        <a:t>By 15 March 2025 and every second year thereafter, CPs shall report to the Energy Community Secretariat their implementation of the following objectives within </a:t>
                      </a:r>
                      <a:r>
                        <a:rPr lang="en-US" sz="2200" b="0" i="0" u="none" strike="noStrike" baseline="0" noProof="0" dirty="0">
                          <a:solidFill>
                            <a:srgbClr val="0D0D0D"/>
                          </a:solidFill>
                          <a:latin typeface="+mn-lt"/>
                        </a:rPr>
                        <a:t>renewable energy:</a:t>
                      </a:r>
                    </a:p>
                    <a:p>
                      <a:pPr marL="0" lvl="0" indent="0" algn="l">
                        <a:lnSpc>
                          <a:spcPct val="100000"/>
                        </a:lnSpc>
                        <a:buNone/>
                      </a:pPr>
                      <a:endParaRPr lang="en-US" sz="2200" b="0" i="0" u="none" strike="noStrike" baseline="0" noProof="0" dirty="0">
                        <a:solidFill>
                          <a:srgbClr val="0D0D0D"/>
                        </a:solidFill>
                        <a:latin typeface="+mn-lt"/>
                      </a:endParaRPr>
                    </a:p>
                    <a:p>
                      <a:pPr marL="0" lvl="0" indent="0" algn="l">
                        <a:lnSpc>
                          <a:spcPct val="100000"/>
                        </a:lnSpc>
                        <a:buNone/>
                      </a:pPr>
                      <a:r>
                        <a:rPr lang="en-US" sz="2200" b="0" i="0" u="none" strike="noStrike" baseline="0" noProof="0" dirty="0">
                          <a:solidFill>
                            <a:srgbClr val="0D0D0D"/>
                          </a:solidFill>
                          <a:latin typeface="+mn-lt"/>
                        </a:rPr>
                        <a:t>(1) overall/sectoral share of renewable energy in gross final energy consumption; </a:t>
                      </a:r>
                    </a:p>
                    <a:p>
                      <a:pPr marL="0" lvl="0" indent="0" algn="l">
                        <a:lnSpc>
                          <a:spcPct val="100000"/>
                        </a:lnSpc>
                        <a:buNone/>
                      </a:pPr>
                      <a:r>
                        <a:rPr lang="en-US" sz="2200" b="0" i="0" u="none" strike="noStrike" baseline="0" noProof="0" dirty="0">
                          <a:solidFill>
                            <a:srgbClr val="0D0D0D"/>
                          </a:solidFill>
                          <a:latin typeface="+mn-lt"/>
                        </a:rPr>
                        <a:t>(2) </a:t>
                      </a:r>
                      <a:r>
                        <a:rPr lang="en-US" sz="2200" kern="1200" dirty="0">
                          <a:solidFill>
                            <a:schemeClr val="dk1"/>
                          </a:solidFill>
                          <a:effectLst/>
                          <a:latin typeface="+mn-lt"/>
                          <a:ea typeface="+mn-ea"/>
                          <a:cs typeface="+mn-cs"/>
                        </a:rPr>
                        <a:t>installed capacity from each renewable energy technology;</a:t>
                      </a:r>
                    </a:p>
                    <a:p>
                      <a:pPr marL="0" lvl="0" indent="0" algn="l">
                        <a:lnSpc>
                          <a:spcPct val="100000"/>
                        </a:lnSpc>
                        <a:buNone/>
                      </a:pPr>
                      <a:r>
                        <a:rPr lang="en-US" sz="2200" b="0" i="0" u="none" strike="noStrike" kern="1200" baseline="0" noProof="0" dirty="0">
                          <a:solidFill>
                            <a:srgbClr val="0D0D0D"/>
                          </a:solidFill>
                          <a:effectLst/>
                          <a:latin typeface="+mn-lt"/>
                          <a:ea typeface="+mn-ea"/>
                          <a:cs typeface="+mn-cs"/>
                        </a:rPr>
                        <a:t>(3) </a:t>
                      </a:r>
                      <a:r>
                        <a:rPr lang="en-US" sz="2200" b="0" i="0" u="none" strike="noStrike" kern="1200" baseline="0" noProof="0" dirty="0">
                          <a:solidFill>
                            <a:srgbClr val="0D0D0D"/>
                          </a:solidFill>
                          <a:latin typeface="+mn-lt"/>
                          <a:ea typeface="+mn-ea"/>
                          <a:cs typeface="+mn-cs"/>
                        </a:rPr>
                        <a:t>the </a:t>
                      </a:r>
                      <a:r>
                        <a:rPr lang="en-US" sz="2200" b="0" i="0" u="none" strike="noStrike" kern="1200" baseline="0" dirty="0">
                          <a:solidFill>
                            <a:srgbClr val="0D0D0D"/>
                          </a:solidFill>
                          <a:latin typeface="+mn-lt"/>
                          <a:ea typeface="+mn-ea"/>
                          <a:cs typeface="+mn-cs"/>
                        </a:rPr>
                        <a:t>contribution from each renewable energy technology in electricity, heating and cooling</a:t>
                      </a:r>
                      <a:r>
                        <a:rPr lang="en-US" sz="2200" b="0" i="0" u="none" strike="noStrike" kern="1200" baseline="0" noProof="0" dirty="0">
                          <a:solidFill>
                            <a:srgbClr val="0D0D0D"/>
                          </a:solidFill>
                          <a:latin typeface="+mn-lt"/>
                          <a:ea typeface="+mn-ea"/>
                          <a:cs typeface="+mn-cs"/>
                        </a:rPr>
                        <a:t>;</a:t>
                      </a:r>
                    </a:p>
                    <a:p>
                      <a:pPr marL="0" lvl="0" indent="0" algn="l">
                        <a:lnSpc>
                          <a:spcPct val="100000"/>
                        </a:lnSpc>
                        <a:buNone/>
                      </a:pPr>
                      <a:r>
                        <a:rPr lang="en-US" sz="2200" b="0" i="0" u="none" strike="noStrike" baseline="0" noProof="0" dirty="0">
                          <a:solidFill>
                            <a:srgbClr val="0D0D0D"/>
                          </a:solidFill>
                          <a:latin typeface="+mn-lt"/>
                        </a:rPr>
                        <a:t>(4) Biomass supply for energy use;</a:t>
                      </a:r>
                    </a:p>
                    <a:p>
                      <a:pPr marL="0" lvl="0" indent="0" algn="l">
                        <a:lnSpc>
                          <a:spcPct val="100000"/>
                        </a:lnSpc>
                        <a:buNone/>
                      </a:pPr>
                      <a:r>
                        <a:rPr lang="en-US" sz="2200" b="0" i="0" u="none" strike="noStrike" baseline="0" noProof="0" dirty="0">
                          <a:solidFill>
                            <a:srgbClr val="0D0D0D"/>
                          </a:solidFill>
                          <a:latin typeface="+mn-lt"/>
                        </a:rPr>
                        <a:t>(5) where applicable, other national trajectories and objectives, including those that are long-term and sectoral.</a:t>
                      </a:r>
                      <a:endParaRPr lang="en-US" sz="2200" dirty="0"/>
                    </a:p>
                    <a:p>
                      <a:pPr marL="0" lvl="0" indent="0" algn="l">
                        <a:lnSpc>
                          <a:spcPct val="100000"/>
                        </a:lnSpc>
                        <a:buNone/>
                      </a:pPr>
                      <a:endParaRPr lang="en-US" sz="800" b="0" i="0" u="none" strike="noStrike" baseline="0" noProof="0" dirty="0">
                        <a:solidFill>
                          <a:srgbClr val="0D0D0D"/>
                        </a:solidFill>
                        <a:latin typeface="Aptos"/>
                      </a:endParaRP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2979454023"/>
                  </a:ext>
                </a:extLst>
              </a:tr>
              <a:tr h="415527">
                <a:tc>
                  <a:txBody>
                    <a:bodyPr/>
                    <a:lstStyle/>
                    <a:p>
                      <a:r>
                        <a:rPr lang="en-US" u="sng" dirty="0">
                          <a:latin typeface="Calibri"/>
                        </a:rPr>
                        <a:t>Reports due:</a:t>
                      </a:r>
                      <a:endParaRPr lang="en-US" dirty="0">
                        <a:latin typeface="Calibri"/>
                      </a:endParaRPr>
                    </a:p>
                  </a:txBody>
                  <a:tcPr/>
                </a:tc>
                <a:tc>
                  <a:txBody>
                    <a:bodyPr/>
                    <a:lstStyle/>
                    <a:p>
                      <a:pPr lvl="0">
                        <a:buNone/>
                      </a:pPr>
                      <a:r>
                        <a:rPr lang="en-US" sz="1700" b="0" i="0" u="none" strike="noStrike" noProof="0" dirty="0">
                          <a:solidFill>
                            <a:srgbClr val="0D0D0D"/>
                          </a:solidFill>
                          <a:latin typeface="Calibri"/>
                        </a:rPr>
                        <a:t>15 March – Biannually – To start in 2025</a:t>
                      </a:r>
                      <a:endParaRPr lang="en-US" dirty="0"/>
                    </a:p>
                  </a:txBody>
                  <a:tcPr/>
                </a:tc>
                <a:extLst>
                  <a:ext uri="{0D108BD9-81ED-4DB2-BD59-A6C34878D82A}">
                    <a16:rowId xmlns:a16="http://schemas.microsoft.com/office/drawing/2014/main" val="1191654556"/>
                  </a:ext>
                </a:extLst>
              </a:tr>
            </a:tbl>
          </a:graphicData>
        </a:graphic>
      </p:graphicFrame>
      <p:sp>
        <p:nvSpPr>
          <p:cNvPr id="2" name="Slide Number Placeholder 1">
            <a:extLst>
              <a:ext uri="{FF2B5EF4-FFF2-40B4-BE49-F238E27FC236}">
                <a16:creationId xmlns:a16="http://schemas.microsoft.com/office/drawing/2014/main" id="{B0BD4636-DB3E-483D-0F83-0CBCF10CD80A}"/>
              </a:ext>
            </a:extLst>
          </p:cNvPr>
          <p:cNvSpPr>
            <a:spLocks noGrp="1"/>
          </p:cNvSpPr>
          <p:nvPr>
            <p:ph type="sldNum" sz="quarter" idx="12"/>
          </p:nvPr>
        </p:nvSpPr>
        <p:spPr/>
        <p:txBody>
          <a:bodyPr/>
          <a:lstStyle/>
          <a:p>
            <a:fld id="{1A424DB6-78F0-4ADD-B66A-AFD80B81666A}" type="slidenum">
              <a:rPr lang="en-DK" smtClean="0"/>
              <a:t>12</a:t>
            </a:fld>
            <a:endParaRPr lang="en-DK"/>
          </a:p>
        </p:txBody>
      </p:sp>
      <p:sp>
        <p:nvSpPr>
          <p:cNvPr id="5" name="TextBox 4">
            <a:extLst>
              <a:ext uri="{FF2B5EF4-FFF2-40B4-BE49-F238E27FC236}">
                <a16:creationId xmlns:a16="http://schemas.microsoft.com/office/drawing/2014/main" id="{088FE086-70D5-86CE-BFDA-6D1CED54D62D}"/>
              </a:ext>
            </a:extLst>
          </p:cNvPr>
          <p:cNvSpPr txBox="1"/>
          <p:nvPr/>
        </p:nvSpPr>
        <p:spPr>
          <a:xfrm>
            <a:off x="258593" y="108399"/>
            <a:ext cx="1296010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PROGRESS TO TARGET - Renewable Energy – legislation</a:t>
            </a:r>
            <a:endParaRPr lang="en-GB" sz="3200" b="1" dirty="0">
              <a:solidFill>
                <a:srgbClr val="113A60"/>
              </a:solidFill>
            </a:endParaRPr>
          </a:p>
        </p:txBody>
      </p:sp>
    </p:spTree>
    <p:extLst>
      <p:ext uri="{BB962C8B-B14F-4D97-AF65-F5344CB8AC3E}">
        <p14:creationId xmlns:p14="http://schemas.microsoft.com/office/powerpoint/2010/main" val="3286057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797528" cy="369332"/>
          </a:xfrm>
          <a:prstGeom prst="rect">
            <a:avLst/>
          </a:prstGeom>
          <a:noFill/>
        </p:spPr>
        <p:txBody>
          <a:bodyPr wrap="square">
            <a:spAutoFit/>
          </a:bodyPr>
          <a:lstStyle/>
          <a:p>
            <a:r>
              <a:rPr lang="en-US" b="1" dirty="0"/>
              <a:t>Sectoral (electricity, heating and cooling, and transport) and overall shares of energy from renewable sources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1</a:t>
            </a:r>
            <a:endParaRPr lang="en-GB" sz="3200" b="1" dirty="0">
              <a:solidFill>
                <a:srgbClr val="113A60"/>
              </a:solidFill>
            </a:endParaRPr>
          </a:p>
        </p:txBody>
      </p:sp>
      <p:sp>
        <p:nvSpPr>
          <p:cNvPr id="16" name="TextBox 15">
            <a:extLst>
              <a:ext uri="{FF2B5EF4-FFF2-40B4-BE49-F238E27FC236}">
                <a16:creationId xmlns:a16="http://schemas.microsoft.com/office/drawing/2014/main" id="{991859CD-031D-61EE-567E-6CE19DB15546}"/>
              </a:ext>
            </a:extLst>
          </p:cNvPr>
          <p:cNvSpPr txBox="1"/>
          <p:nvPr/>
        </p:nvSpPr>
        <p:spPr>
          <a:xfrm>
            <a:off x="9569000" y="2332265"/>
            <a:ext cx="2661189" cy="307777"/>
          </a:xfrm>
          <a:prstGeom prst="rect">
            <a:avLst/>
          </a:prstGeom>
          <a:noFill/>
        </p:spPr>
        <p:txBody>
          <a:bodyPr wrap="square">
            <a:spAutoFit/>
          </a:bodyPr>
          <a:lstStyle/>
          <a:p>
            <a:r>
              <a:rPr lang="it-IT" sz="1400" dirty="0"/>
              <a:t>number (integer)</a:t>
            </a:r>
            <a:endParaRPr lang="en-DK" sz="1400" dirty="0"/>
          </a:p>
        </p:txBody>
      </p:sp>
      <p:sp>
        <p:nvSpPr>
          <p:cNvPr id="25" name="TextBox 24">
            <a:extLst>
              <a:ext uri="{FF2B5EF4-FFF2-40B4-BE49-F238E27FC236}">
                <a16:creationId xmlns:a16="http://schemas.microsoft.com/office/drawing/2014/main" id="{69673348-B7CD-10FF-32DB-57797E765015}"/>
              </a:ext>
            </a:extLst>
          </p:cNvPr>
          <p:cNvSpPr txBox="1"/>
          <p:nvPr/>
        </p:nvSpPr>
        <p:spPr>
          <a:xfrm>
            <a:off x="258593" y="5426162"/>
            <a:ext cx="11865468" cy="1323439"/>
          </a:xfrm>
          <a:prstGeom prst="rect">
            <a:avLst/>
          </a:prstGeom>
          <a:noFill/>
        </p:spPr>
        <p:txBody>
          <a:bodyPr wrap="square">
            <a:spAutoFit/>
          </a:bodyPr>
          <a:lstStyle/>
          <a:p>
            <a:r>
              <a:rPr lang="en-US" sz="1600" b="1" dirty="0"/>
              <a:t>FIELD 1-2 </a:t>
            </a:r>
            <a:r>
              <a:rPr lang="en-US" sz="1600" dirty="0"/>
              <a:t>:The purpose of this field is to provide the volume of indigenous renewable hydrogen and biogas production.</a:t>
            </a:r>
          </a:p>
          <a:p>
            <a:endParaRPr lang="en-US" sz="1600" dirty="0"/>
          </a:p>
          <a:p>
            <a:r>
              <a:rPr lang="en-US" sz="1600" b="1" dirty="0"/>
              <a:t>FIELD 3</a:t>
            </a:r>
            <a:r>
              <a:rPr lang="en-US" sz="1600" dirty="0"/>
              <a:t>: in the case one or more of the RES shares in X-3 or X-2 have fallen below the national trajectory as reported in the integrated national energy and climate plan, or the baseline share of 2020, they have to explain </a:t>
            </a:r>
            <a:r>
              <a:rPr lang="en-US" sz="1600" u="sng" dirty="0"/>
              <a:t>the reasons for this development and provide information on additional measures that are planned in order to cover the gap compared to the national reference point</a:t>
            </a:r>
            <a:r>
              <a:rPr lang="en-US" sz="1600" dirty="0"/>
              <a:t>.</a:t>
            </a: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pic>
        <p:nvPicPr>
          <p:cNvPr id="9" name="Picture 8">
            <a:extLst>
              <a:ext uri="{FF2B5EF4-FFF2-40B4-BE49-F238E27FC236}">
                <a16:creationId xmlns:a16="http://schemas.microsoft.com/office/drawing/2014/main" id="{D11BAC06-03DB-42E1-469B-23405C58D82A}"/>
              </a:ext>
            </a:extLst>
          </p:cNvPr>
          <p:cNvPicPr>
            <a:picLocks noChangeAspect="1"/>
          </p:cNvPicPr>
          <p:nvPr/>
        </p:nvPicPr>
        <p:blipFill>
          <a:blip r:embed="rId3"/>
          <a:stretch>
            <a:fillRect/>
          </a:stretch>
        </p:blipFill>
        <p:spPr>
          <a:xfrm>
            <a:off x="258593" y="1356160"/>
            <a:ext cx="9195305" cy="4145680"/>
          </a:xfrm>
          <a:prstGeom prst="rect">
            <a:avLst/>
          </a:prstGeom>
        </p:spPr>
      </p:pic>
      <p:sp>
        <p:nvSpPr>
          <p:cNvPr id="17" name="TextBox 16">
            <a:extLst>
              <a:ext uri="{FF2B5EF4-FFF2-40B4-BE49-F238E27FC236}">
                <a16:creationId xmlns:a16="http://schemas.microsoft.com/office/drawing/2014/main" id="{111CDC67-8104-3D2A-61C4-1F6009FAC1F2}"/>
              </a:ext>
            </a:extLst>
          </p:cNvPr>
          <p:cNvSpPr txBox="1"/>
          <p:nvPr/>
        </p:nvSpPr>
        <p:spPr>
          <a:xfrm>
            <a:off x="5923283" y="2543196"/>
            <a:ext cx="344005" cy="307777"/>
          </a:xfrm>
          <a:prstGeom prst="rect">
            <a:avLst/>
          </a:prstGeom>
          <a:noFill/>
        </p:spPr>
        <p:txBody>
          <a:bodyPr wrap="square">
            <a:spAutoFit/>
          </a:bodyPr>
          <a:lstStyle/>
          <a:p>
            <a:r>
              <a:rPr lang="it-IT" sz="1400" dirty="0"/>
              <a:t>V</a:t>
            </a:r>
            <a:endParaRPr lang="en-DK" sz="1400" dirty="0"/>
          </a:p>
        </p:txBody>
      </p:sp>
      <p:sp>
        <p:nvSpPr>
          <p:cNvPr id="24" name="TextBox 23">
            <a:extLst>
              <a:ext uri="{FF2B5EF4-FFF2-40B4-BE49-F238E27FC236}">
                <a16:creationId xmlns:a16="http://schemas.microsoft.com/office/drawing/2014/main" id="{0A1AD759-0A7E-19C4-9F20-47C227BE50FF}"/>
              </a:ext>
            </a:extLst>
          </p:cNvPr>
          <p:cNvSpPr txBox="1"/>
          <p:nvPr/>
        </p:nvSpPr>
        <p:spPr>
          <a:xfrm>
            <a:off x="5923284" y="2360192"/>
            <a:ext cx="344005" cy="307777"/>
          </a:xfrm>
          <a:prstGeom prst="rect">
            <a:avLst/>
          </a:prstGeom>
          <a:noFill/>
        </p:spPr>
        <p:txBody>
          <a:bodyPr wrap="square">
            <a:spAutoFit/>
          </a:bodyPr>
          <a:lstStyle/>
          <a:p>
            <a:r>
              <a:rPr lang="it-IT" sz="1400" dirty="0"/>
              <a:t>V</a:t>
            </a:r>
            <a:endParaRPr lang="en-DK" sz="1400" dirty="0"/>
          </a:p>
        </p:txBody>
      </p:sp>
      <p:sp>
        <p:nvSpPr>
          <p:cNvPr id="27" name="TextBox 26">
            <a:extLst>
              <a:ext uri="{FF2B5EF4-FFF2-40B4-BE49-F238E27FC236}">
                <a16:creationId xmlns:a16="http://schemas.microsoft.com/office/drawing/2014/main" id="{F7F4B5C9-74FE-EA59-8F29-41AD0383E06C}"/>
              </a:ext>
            </a:extLst>
          </p:cNvPr>
          <p:cNvSpPr txBox="1"/>
          <p:nvPr/>
        </p:nvSpPr>
        <p:spPr>
          <a:xfrm>
            <a:off x="9453898" y="3702863"/>
            <a:ext cx="2661189" cy="307777"/>
          </a:xfrm>
          <a:prstGeom prst="rect">
            <a:avLst/>
          </a:prstGeom>
          <a:noFill/>
        </p:spPr>
        <p:txBody>
          <a:bodyPr wrap="square">
            <a:spAutoFit/>
          </a:bodyPr>
          <a:lstStyle/>
          <a:p>
            <a:r>
              <a:rPr lang="it-IT" sz="1400" dirty="0"/>
              <a:t>text</a:t>
            </a:r>
            <a:endParaRPr lang="en-DK" sz="1400" dirty="0"/>
          </a:p>
        </p:txBody>
      </p:sp>
    </p:spTree>
    <p:extLst>
      <p:ext uri="{BB962C8B-B14F-4D97-AF65-F5344CB8AC3E}">
        <p14:creationId xmlns:p14="http://schemas.microsoft.com/office/powerpoint/2010/main" val="2678989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624639-3599-3A1E-13F6-366E808EE6A9}"/>
              </a:ext>
            </a:extLst>
          </p:cNvPr>
          <p:cNvPicPr>
            <a:picLocks noChangeAspect="1"/>
          </p:cNvPicPr>
          <p:nvPr/>
        </p:nvPicPr>
        <p:blipFill>
          <a:blip r:embed="rId2"/>
          <a:stretch>
            <a:fillRect/>
          </a:stretch>
        </p:blipFill>
        <p:spPr>
          <a:xfrm>
            <a:off x="203771" y="998281"/>
            <a:ext cx="11784458" cy="5579499"/>
          </a:xfrm>
          <a:prstGeom prst="rect">
            <a:avLst/>
          </a:prstGeom>
        </p:spPr>
      </p:pic>
    </p:spTree>
    <p:extLst>
      <p:ext uri="{BB962C8B-B14F-4D97-AF65-F5344CB8AC3E}">
        <p14:creationId xmlns:p14="http://schemas.microsoft.com/office/powerpoint/2010/main" val="3590864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646331"/>
          </a:xfrm>
          <a:prstGeom prst="rect">
            <a:avLst/>
          </a:prstGeom>
          <a:noFill/>
        </p:spPr>
        <p:txBody>
          <a:bodyPr wrap="square">
            <a:spAutoFit/>
          </a:bodyPr>
          <a:lstStyle/>
          <a:p>
            <a:r>
              <a:rPr lang="en-US" b="1" dirty="0"/>
              <a:t>Sectoral (electricity, heating and cooling, and transport) and overall shares of energy from renewable sources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1</a:t>
            </a:r>
            <a:endParaRPr lang="en-GB" sz="3200" b="1" dirty="0">
              <a:solidFill>
                <a:srgbClr val="113A60"/>
              </a:solidFill>
            </a:endParaRPr>
          </a:p>
        </p:txBody>
      </p:sp>
      <p:sp>
        <p:nvSpPr>
          <p:cNvPr id="16" name="TextBox 15">
            <a:extLst>
              <a:ext uri="{FF2B5EF4-FFF2-40B4-BE49-F238E27FC236}">
                <a16:creationId xmlns:a16="http://schemas.microsoft.com/office/drawing/2014/main" id="{991859CD-031D-61EE-567E-6CE19DB15546}"/>
              </a:ext>
            </a:extLst>
          </p:cNvPr>
          <p:cNvSpPr txBox="1"/>
          <p:nvPr/>
        </p:nvSpPr>
        <p:spPr>
          <a:xfrm>
            <a:off x="9256295" y="2287343"/>
            <a:ext cx="2661189" cy="307777"/>
          </a:xfrm>
          <a:prstGeom prst="rect">
            <a:avLst/>
          </a:prstGeom>
          <a:noFill/>
        </p:spPr>
        <p:txBody>
          <a:bodyPr wrap="square">
            <a:spAutoFit/>
          </a:bodyPr>
          <a:lstStyle/>
          <a:p>
            <a:r>
              <a:rPr lang="it-IT" sz="1400" dirty="0"/>
              <a:t>number (integer)</a:t>
            </a:r>
            <a:endParaRPr lang="en-DK" sz="1400" dirty="0"/>
          </a:p>
        </p:txBody>
      </p:sp>
      <p:sp>
        <p:nvSpPr>
          <p:cNvPr id="25" name="TextBox 24">
            <a:extLst>
              <a:ext uri="{FF2B5EF4-FFF2-40B4-BE49-F238E27FC236}">
                <a16:creationId xmlns:a16="http://schemas.microsoft.com/office/drawing/2014/main" id="{69673348-B7CD-10FF-32DB-57797E765015}"/>
              </a:ext>
            </a:extLst>
          </p:cNvPr>
          <p:cNvSpPr txBox="1"/>
          <p:nvPr/>
        </p:nvSpPr>
        <p:spPr>
          <a:xfrm>
            <a:off x="326532" y="5191077"/>
            <a:ext cx="11865468" cy="1815882"/>
          </a:xfrm>
          <a:prstGeom prst="rect">
            <a:avLst/>
          </a:prstGeom>
          <a:noFill/>
        </p:spPr>
        <p:txBody>
          <a:bodyPr wrap="square">
            <a:spAutoFit/>
          </a:bodyPr>
          <a:lstStyle/>
          <a:p>
            <a:r>
              <a:rPr lang="en-US" sz="1600" b="1" dirty="0"/>
              <a:t>FIELD 4</a:t>
            </a:r>
            <a:r>
              <a:rPr lang="en-US" sz="1600" dirty="0"/>
              <a:t>: to provide information about the use of waste heat and waste cold for the purposes of fulfilling the H&amp;C target (Article 23) and DH&amp;C targets (Article 24) of REDII and accordingly whether the MS plans to apply target 1.1 ppt (pure RES) or 1.3 (RES + waste heat/cold).</a:t>
            </a:r>
          </a:p>
          <a:p>
            <a:r>
              <a:rPr lang="en-US" sz="1600" b="1" dirty="0"/>
              <a:t>FIELD 5</a:t>
            </a:r>
            <a:r>
              <a:rPr lang="en-US" sz="1600" dirty="0"/>
              <a:t>: in case the average annual increase is lower than the H&amp;C target in Article 23 of REDII, to report the achieved level as a percentage and provide reasons, including of choice of measures (pursuant to the second and third sub-paragraphs of Article 23(2) of REDII).</a:t>
            </a:r>
            <a:endParaRPr lang="en-US" sz="1600" dirty="0">
              <a:highlight>
                <a:srgbClr val="FFFF00"/>
              </a:highlight>
            </a:endParaRPr>
          </a:p>
          <a:p>
            <a:endParaRPr lang="en-DK" sz="1600" dirty="0"/>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pic>
        <p:nvPicPr>
          <p:cNvPr id="9" name="Picture 8">
            <a:extLst>
              <a:ext uri="{FF2B5EF4-FFF2-40B4-BE49-F238E27FC236}">
                <a16:creationId xmlns:a16="http://schemas.microsoft.com/office/drawing/2014/main" id="{D11BAC06-03DB-42E1-469B-23405C58D82A}"/>
              </a:ext>
            </a:extLst>
          </p:cNvPr>
          <p:cNvPicPr>
            <a:picLocks noChangeAspect="1"/>
          </p:cNvPicPr>
          <p:nvPr/>
        </p:nvPicPr>
        <p:blipFill>
          <a:blip r:embed="rId3"/>
          <a:stretch>
            <a:fillRect/>
          </a:stretch>
        </p:blipFill>
        <p:spPr>
          <a:xfrm>
            <a:off x="242551" y="1189234"/>
            <a:ext cx="8997702" cy="4056591"/>
          </a:xfrm>
          <a:prstGeom prst="rect">
            <a:avLst/>
          </a:prstGeom>
        </p:spPr>
      </p:pic>
      <p:sp>
        <p:nvSpPr>
          <p:cNvPr id="17" name="TextBox 16">
            <a:extLst>
              <a:ext uri="{FF2B5EF4-FFF2-40B4-BE49-F238E27FC236}">
                <a16:creationId xmlns:a16="http://schemas.microsoft.com/office/drawing/2014/main" id="{111CDC67-8104-3D2A-61C4-1F6009FAC1F2}"/>
              </a:ext>
            </a:extLst>
          </p:cNvPr>
          <p:cNvSpPr txBox="1"/>
          <p:nvPr/>
        </p:nvSpPr>
        <p:spPr>
          <a:xfrm>
            <a:off x="5915262" y="2101706"/>
            <a:ext cx="344005" cy="307777"/>
          </a:xfrm>
          <a:prstGeom prst="rect">
            <a:avLst/>
          </a:prstGeom>
          <a:noFill/>
        </p:spPr>
        <p:txBody>
          <a:bodyPr wrap="square">
            <a:spAutoFit/>
          </a:bodyPr>
          <a:lstStyle/>
          <a:p>
            <a:r>
              <a:rPr lang="it-IT" sz="1400" dirty="0"/>
              <a:t>V</a:t>
            </a:r>
            <a:endParaRPr lang="en-DK" sz="1400" dirty="0"/>
          </a:p>
        </p:txBody>
      </p:sp>
      <p:sp>
        <p:nvSpPr>
          <p:cNvPr id="24" name="TextBox 23">
            <a:extLst>
              <a:ext uri="{FF2B5EF4-FFF2-40B4-BE49-F238E27FC236}">
                <a16:creationId xmlns:a16="http://schemas.microsoft.com/office/drawing/2014/main" id="{0A1AD759-0A7E-19C4-9F20-47C227BE50FF}"/>
              </a:ext>
            </a:extLst>
          </p:cNvPr>
          <p:cNvSpPr txBox="1"/>
          <p:nvPr/>
        </p:nvSpPr>
        <p:spPr>
          <a:xfrm>
            <a:off x="5923284" y="2350358"/>
            <a:ext cx="344005" cy="307777"/>
          </a:xfrm>
          <a:prstGeom prst="rect">
            <a:avLst/>
          </a:prstGeom>
          <a:noFill/>
        </p:spPr>
        <p:txBody>
          <a:bodyPr wrap="square">
            <a:spAutoFit/>
          </a:bodyPr>
          <a:lstStyle/>
          <a:p>
            <a:r>
              <a:rPr lang="it-IT" sz="1400" dirty="0"/>
              <a:t>V</a:t>
            </a:r>
            <a:endParaRPr lang="en-DK" sz="1400" dirty="0"/>
          </a:p>
        </p:txBody>
      </p:sp>
      <p:sp>
        <p:nvSpPr>
          <p:cNvPr id="27" name="TextBox 26">
            <a:extLst>
              <a:ext uri="{FF2B5EF4-FFF2-40B4-BE49-F238E27FC236}">
                <a16:creationId xmlns:a16="http://schemas.microsoft.com/office/drawing/2014/main" id="{F7F4B5C9-74FE-EA59-8F29-41AD0383E06C}"/>
              </a:ext>
            </a:extLst>
          </p:cNvPr>
          <p:cNvSpPr txBox="1"/>
          <p:nvPr/>
        </p:nvSpPr>
        <p:spPr>
          <a:xfrm>
            <a:off x="9272218" y="3643359"/>
            <a:ext cx="2661189" cy="307777"/>
          </a:xfrm>
          <a:prstGeom prst="rect">
            <a:avLst/>
          </a:prstGeom>
          <a:noFill/>
        </p:spPr>
        <p:txBody>
          <a:bodyPr wrap="square">
            <a:spAutoFit/>
          </a:bodyPr>
          <a:lstStyle/>
          <a:p>
            <a:r>
              <a:rPr lang="it-IT" sz="1400" dirty="0"/>
              <a:t>text</a:t>
            </a:r>
            <a:endParaRPr lang="en-DK" sz="1400" dirty="0"/>
          </a:p>
        </p:txBody>
      </p:sp>
    </p:spTree>
    <p:extLst>
      <p:ext uri="{BB962C8B-B14F-4D97-AF65-F5344CB8AC3E}">
        <p14:creationId xmlns:p14="http://schemas.microsoft.com/office/powerpoint/2010/main" val="366428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99624" y="872449"/>
            <a:ext cx="11592751" cy="3970318"/>
          </a:xfrm>
          <a:prstGeom prst="rect">
            <a:avLst/>
          </a:prstGeom>
          <a:noFill/>
        </p:spPr>
        <p:txBody>
          <a:bodyPr wrap="square">
            <a:spAutoFit/>
          </a:bodyPr>
          <a:lstStyle/>
          <a:p>
            <a:r>
              <a:rPr lang="en-US" b="1" dirty="0"/>
              <a:t>2 :Total installed capacity from each renewable energy technology </a:t>
            </a:r>
          </a:p>
          <a:p>
            <a:r>
              <a:rPr lang="en-US" dirty="0"/>
              <a:t>Relevant information, in case the evolution of </a:t>
            </a:r>
            <a:r>
              <a:rPr lang="en-US" u="sng" dirty="0"/>
              <a:t>installed capacity </a:t>
            </a:r>
            <a:r>
              <a:rPr lang="en-US" dirty="0"/>
              <a:t>has an impact on the overall and sectoral trajectories for renewable energy from 2021 to 2030.</a:t>
            </a:r>
            <a:endParaRPr lang="en-US" b="1" dirty="0"/>
          </a:p>
          <a:p>
            <a:endParaRPr lang="en-US" b="1" dirty="0"/>
          </a:p>
          <a:p>
            <a:r>
              <a:rPr lang="en-US" b="1" dirty="0"/>
              <a:t>3 : Total actual contribution (gross electricity generation) from each renewable energy technology in electricity</a:t>
            </a:r>
          </a:p>
          <a:p>
            <a:r>
              <a:rPr lang="en-US" dirty="0"/>
              <a:t>Relevant information, in case the evolution of </a:t>
            </a:r>
            <a:r>
              <a:rPr lang="en-US" u="sng" dirty="0"/>
              <a:t>gross electricity generation </a:t>
            </a:r>
            <a:r>
              <a:rPr lang="en-US" dirty="0"/>
              <a:t>has an impact on the overall and sectoral trajectories for renewable energy from 2021 to 2030.</a:t>
            </a:r>
          </a:p>
          <a:p>
            <a:endParaRPr lang="en-US" b="1" dirty="0"/>
          </a:p>
          <a:p>
            <a:r>
              <a:rPr lang="en-US" b="1" dirty="0"/>
              <a:t>4: Total actual contribution (gross final energy consumption) from each renewable energy technology in heating and cooling </a:t>
            </a:r>
          </a:p>
          <a:p>
            <a:r>
              <a:rPr lang="en-US" dirty="0"/>
              <a:t>Relevant information, in case the evolution of </a:t>
            </a:r>
            <a:r>
              <a:rPr lang="en-US" u="sng" dirty="0"/>
              <a:t>final energy consumption for heating and cooling </a:t>
            </a:r>
            <a:r>
              <a:rPr lang="en-US" dirty="0"/>
              <a:t>has an impact on the overall and sectoral trajectories for renewable energy from 2021 to 2030.</a:t>
            </a:r>
            <a:endParaRPr lang="en-US" b="1" dirty="0"/>
          </a:p>
          <a:p>
            <a:endParaRPr lang="en-US" b="1" dirty="0"/>
          </a:p>
          <a:p>
            <a:r>
              <a:rPr lang="en-US" b="1" u="sng" dirty="0">
                <a:solidFill>
                  <a:schemeClr val="tx2">
                    <a:lumMod val="75000"/>
                    <a:lumOff val="25000"/>
                  </a:schemeClr>
                </a:solidFill>
                <a:highlight>
                  <a:srgbClr val="FFFF00"/>
                </a:highlight>
              </a:rPr>
              <a:t>(ALL big tables but </a:t>
            </a:r>
            <a:r>
              <a:rPr lang="en-US" u="sng" dirty="0">
                <a:solidFill>
                  <a:schemeClr val="tx2">
                    <a:lumMod val="75000"/>
                    <a:lumOff val="25000"/>
                  </a:schemeClr>
                </a:solidFill>
                <a:highlight>
                  <a:srgbClr val="FFFF00"/>
                </a:highlight>
              </a:rPr>
              <a:t>most of this section will be pre-filled based on Eurostat SHARES data when available</a:t>
            </a:r>
            <a:r>
              <a:rPr lang="en-US" b="1" u="sng" dirty="0">
                <a:solidFill>
                  <a:schemeClr val="tx2">
                    <a:lumMod val="75000"/>
                    <a:lumOff val="25000"/>
                  </a:schemeClr>
                </a:solidFill>
                <a:highlight>
                  <a:srgbClr val="FFFF00"/>
                </a:highlight>
              </a:rPr>
              <a:t>)</a:t>
            </a:r>
            <a:endParaRPr lang="en-DK" b="1" u="sng" dirty="0">
              <a:solidFill>
                <a:schemeClr val="tx2">
                  <a:lumMod val="75000"/>
                  <a:lumOff val="25000"/>
                </a:schemeClr>
              </a:solidFill>
              <a:highlight>
                <a:srgbClr val="FFFF00"/>
              </a:highlight>
            </a:endParaRPr>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2, 3 and 4</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12" name="TextBox 11">
            <a:extLst>
              <a:ext uri="{FF2B5EF4-FFF2-40B4-BE49-F238E27FC236}">
                <a16:creationId xmlns:a16="http://schemas.microsoft.com/office/drawing/2014/main" id="{12C4C671-3DD9-607D-8B7C-E7C9703A6A5A}"/>
              </a:ext>
            </a:extLst>
          </p:cNvPr>
          <p:cNvSpPr txBox="1"/>
          <p:nvPr/>
        </p:nvSpPr>
        <p:spPr>
          <a:xfrm>
            <a:off x="364722" y="4819084"/>
            <a:ext cx="11362985" cy="1477328"/>
          </a:xfrm>
          <a:prstGeom prst="rect">
            <a:avLst/>
          </a:prstGeom>
          <a:noFill/>
        </p:spPr>
        <p:txBody>
          <a:bodyPr wrap="square">
            <a:spAutoFit/>
          </a:bodyPr>
          <a:lstStyle/>
          <a:p>
            <a:r>
              <a:rPr lang="en-US" dirty="0"/>
              <a:t>The purpose of this field is to provide relevant information, in case the evolution :</a:t>
            </a:r>
          </a:p>
          <a:p>
            <a:pPr marL="285750" indent="-285750">
              <a:buFont typeface="Arial" panose="020B0604020202020204" pitchFamily="34" charset="0"/>
              <a:buChar char="•"/>
            </a:pPr>
            <a:r>
              <a:rPr lang="it-IT" dirty="0"/>
              <a:t>of installed capacity,</a:t>
            </a:r>
            <a:endParaRPr lang="en-US" dirty="0"/>
          </a:p>
          <a:p>
            <a:pPr marL="285750" indent="-285750">
              <a:buFont typeface="Arial" panose="020B0604020202020204" pitchFamily="34" charset="0"/>
              <a:buChar char="•"/>
            </a:pPr>
            <a:r>
              <a:rPr lang="en-US" dirty="0"/>
              <a:t>of gross electricity generation,</a:t>
            </a:r>
          </a:p>
          <a:p>
            <a:pPr marL="285750" indent="-285750">
              <a:buFont typeface="Arial" panose="020B0604020202020204" pitchFamily="34" charset="0"/>
              <a:buChar char="•"/>
            </a:pPr>
            <a:r>
              <a:rPr lang="en-US" dirty="0"/>
              <a:t>of final energy consumption for heating and cooling,</a:t>
            </a:r>
          </a:p>
          <a:p>
            <a:r>
              <a:rPr lang="en-US" dirty="0"/>
              <a:t> has an impact on the overall and sectoral trajectories for renewable energy from 2021 to 2030.</a:t>
            </a:r>
            <a:endParaRPr lang="en-DK" dirty="0"/>
          </a:p>
        </p:txBody>
      </p:sp>
    </p:spTree>
    <p:extLst>
      <p:ext uri="{BB962C8B-B14F-4D97-AF65-F5344CB8AC3E}">
        <p14:creationId xmlns:p14="http://schemas.microsoft.com/office/powerpoint/2010/main" val="1745080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1200329"/>
          </a:xfrm>
          <a:prstGeom prst="rect">
            <a:avLst/>
          </a:prstGeom>
          <a:noFill/>
        </p:spPr>
        <p:txBody>
          <a:bodyPr wrap="square">
            <a:spAutoFit/>
          </a:bodyPr>
          <a:lstStyle/>
          <a:p>
            <a:r>
              <a:rPr lang="en-US" b="1" dirty="0"/>
              <a:t>Total actual contribution (gross final energy consumption) from each renewable energy technology in the transport sector </a:t>
            </a:r>
          </a:p>
          <a:p>
            <a:r>
              <a:rPr lang="en-US" dirty="0"/>
              <a:t>The purpose of this field is to report the GHG savings performance for the different categories of biofuels used in transport</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5</a:t>
            </a:r>
            <a:endParaRPr lang="en-GB" sz="3200" b="1" dirty="0">
              <a:solidFill>
                <a:srgbClr val="113A60"/>
              </a:solidFill>
            </a:endParaRPr>
          </a:p>
        </p:txBody>
      </p:sp>
      <p:sp>
        <p:nvSpPr>
          <p:cNvPr id="25" name="TextBox 24">
            <a:extLst>
              <a:ext uri="{FF2B5EF4-FFF2-40B4-BE49-F238E27FC236}">
                <a16:creationId xmlns:a16="http://schemas.microsoft.com/office/drawing/2014/main" id="{69673348-B7CD-10FF-32DB-57797E765015}"/>
              </a:ext>
            </a:extLst>
          </p:cNvPr>
          <p:cNvSpPr txBox="1"/>
          <p:nvPr/>
        </p:nvSpPr>
        <p:spPr>
          <a:xfrm>
            <a:off x="326532" y="5286924"/>
            <a:ext cx="11865468" cy="646331"/>
          </a:xfrm>
          <a:prstGeom prst="rect">
            <a:avLst/>
          </a:prstGeom>
          <a:noFill/>
        </p:spPr>
        <p:txBody>
          <a:bodyPr wrap="square">
            <a:spAutoFit/>
          </a:bodyPr>
          <a:lstStyle/>
          <a:p>
            <a:r>
              <a:rPr lang="en-US" b="1" dirty="0"/>
              <a:t>FIELD 1a - 1b</a:t>
            </a:r>
            <a:r>
              <a:rPr lang="en-US" dirty="0"/>
              <a:t>: Greenhouse saving performance has to be reported for the row “all compliant biofuels in all transport modes” </a:t>
            </a:r>
            <a:r>
              <a:rPr lang="en-US" b="1" dirty="0"/>
              <a:t>(aggregated). </a:t>
            </a:r>
            <a:endParaRPr lang="en-US" dirty="0"/>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27" name="TextBox 26">
            <a:extLst>
              <a:ext uri="{FF2B5EF4-FFF2-40B4-BE49-F238E27FC236}">
                <a16:creationId xmlns:a16="http://schemas.microsoft.com/office/drawing/2014/main" id="{F7F4B5C9-74FE-EA59-8F29-41AD0383E06C}"/>
              </a:ext>
            </a:extLst>
          </p:cNvPr>
          <p:cNvSpPr txBox="1"/>
          <p:nvPr/>
        </p:nvSpPr>
        <p:spPr>
          <a:xfrm>
            <a:off x="9204279" y="3737668"/>
            <a:ext cx="2661189" cy="1169551"/>
          </a:xfrm>
          <a:prstGeom prst="rect">
            <a:avLst/>
          </a:prstGeom>
          <a:noFill/>
        </p:spPr>
        <p:txBody>
          <a:bodyPr wrap="square">
            <a:spAutoFit/>
          </a:bodyPr>
          <a:lstStyle/>
          <a:p>
            <a:r>
              <a:rPr lang="en-US" sz="1400" dirty="0"/>
              <a:t>It is recommended that data provided here has the same unit for all rows. An example of a possible unit could be: </a:t>
            </a:r>
            <a:r>
              <a:rPr lang="en-US" sz="1400" dirty="0" err="1"/>
              <a:t>Tonne</a:t>
            </a:r>
            <a:r>
              <a:rPr lang="en-US" sz="1400" dirty="0"/>
              <a:t> CO2, kt CO2-eq.</a:t>
            </a:r>
            <a:endParaRPr lang="en-DK" sz="1400" dirty="0"/>
          </a:p>
        </p:txBody>
      </p:sp>
      <p:pic>
        <p:nvPicPr>
          <p:cNvPr id="5" name="Picture 4">
            <a:extLst>
              <a:ext uri="{FF2B5EF4-FFF2-40B4-BE49-F238E27FC236}">
                <a16:creationId xmlns:a16="http://schemas.microsoft.com/office/drawing/2014/main" id="{1A4664AB-A41F-2903-08F4-E9FB262A1585}"/>
              </a:ext>
            </a:extLst>
          </p:cNvPr>
          <p:cNvPicPr>
            <a:picLocks noChangeAspect="1"/>
          </p:cNvPicPr>
          <p:nvPr/>
        </p:nvPicPr>
        <p:blipFill>
          <a:blip r:embed="rId3"/>
          <a:stretch>
            <a:fillRect/>
          </a:stretch>
        </p:blipFill>
        <p:spPr>
          <a:xfrm>
            <a:off x="326532" y="1998561"/>
            <a:ext cx="8889416" cy="3098511"/>
          </a:xfrm>
          <a:prstGeom prst="rect">
            <a:avLst/>
          </a:prstGeom>
        </p:spPr>
      </p:pic>
      <p:sp>
        <p:nvSpPr>
          <p:cNvPr id="10" name="TextBox 9">
            <a:extLst>
              <a:ext uri="{FF2B5EF4-FFF2-40B4-BE49-F238E27FC236}">
                <a16:creationId xmlns:a16="http://schemas.microsoft.com/office/drawing/2014/main" id="{9A743404-E0EA-7CE7-10CF-74C3F2CCCF84}"/>
              </a:ext>
            </a:extLst>
          </p:cNvPr>
          <p:cNvSpPr txBox="1"/>
          <p:nvPr/>
        </p:nvSpPr>
        <p:spPr>
          <a:xfrm>
            <a:off x="9215948" y="2070488"/>
            <a:ext cx="2318523" cy="1477328"/>
          </a:xfrm>
          <a:prstGeom prst="rect">
            <a:avLst/>
          </a:prstGeom>
          <a:noFill/>
        </p:spPr>
        <p:txBody>
          <a:bodyPr wrap="square">
            <a:spAutoFit/>
          </a:bodyPr>
          <a:lstStyle/>
          <a:p>
            <a:r>
              <a:rPr lang="en-US" b="1" dirty="0">
                <a:solidFill>
                  <a:schemeClr val="accent1"/>
                </a:solidFill>
              </a:rPr>
              <a:t>Most of this section will be pre-filled based on Eurostat SHARES data when available. </a:t>
            </a:r>
            <a:endParaRPr lang="en-DK" b="1" dirty="0">
              <a:solidFill>
                <a:schemeClr val="accent1"/>
              </a:solidFill>
            </a:endParaRPr>
          </a:p>
        </p:txBody>
      </p:sp>
    </p:spTree>
    <p:extLst>
      <p:ext uri="{BB962C8B-B14F-4D97-AF65-F5344CB8AC3E}">
        <p14:creationId xmlns:p14="http://schemas.microsoft.com/office/powerpoint/2010/main" val="1974605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646331"/>
          </a:xfrm>
          <a:prstGeom prst="rect">
            <a:avLst/>
          </a:prstGeom>
          <a:noFill/>
        </p:spPr>
        <p:txBody>
          <a:bodyPr wrap="square">
            <a:spAutoFit/>
          </a:bodyPr>
          <a:lstStyle/>
          <a:p>
            <a:r>
              <a:rPr lang="en-US" b="1" dirty="0"/>
              <a:t>Total actual contribution (gross final energy consumption) from each renewable energy technology in the transport sector</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5</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pic>
        <p:nvPicPr>
          <p:cNvPr id="3" name="Picture 2">
            <a:extLst>
              <a:ext uri="{FF2B5EF4-FFF2-40B4-BE49-F238E27FC236}">
                <a16:creationId xmlns:a16="http://schemas.microsoft.com/office/drawing/2014/main" id="{FD3B3208-F36C-5181-F196-046520C5A95E}"/>
              </a:ext>
            </a:extLst>
          </p:cNvPr>
          <p:cNvPicPr>
            <a:picLocks noChangeAspect="1"/>
          </p:cNvPicPr>
          <p:nvPr/>
        </p:nvPicPr>
        <p:blipFill>
          <a:blip r:embed="rId3"/>
          <a:stretch>
            <a:fillRect/>
          </a:stretch>
        </p:blipFill>
        <p:spPr>
          <a:xfrm>
            <a:off x="173661" y="2178223"/>
            <a:ext cx="8785384" cy="4571378"/>
          </a:xfrm>
          <a:prstGeom prst="rect">
            <a:avLst/>
          </a:prstGeom>
        </p:spPr>
      </p:pic>
      <p:sp>
        <p:nvSpPr>
          <p:cNvPr id="6" name="TextBox 5">
            <a:extLst>
              <a:ext uri="{FF2B5EF4-FFF2-40B4-BE49-F238E27FC236}">
                <a16:creationId xmlns:a16="http://schemas.microsoft.com/office/drawing/2014/main" id="{D3ED0014-7A2A-E97A-A503-572061DC2557}"/>
              </a:ext>
            </a:extLst>
          </p:cNvPr>
          <p:cNvSpPr txBox="1"/>
          <p:nvPr/>
        </p:nvSpPr>
        <p:spPr>
          <a:xfrm>
            <a:off x="9040480" y="1546444"/>
            <a:ext cx="2486526" cy="3416320"/>
          </a:xfrm>
          <a:prstGeom prst="rect">
            <a:avLst/>
          </a:prstGeom>
          <a:noFill/>
        </p:spPr>
        <p:txBody>
          <a:bodyPr wrap="square">
            <a:spAutoFit/>
          </a:bodyPr>
          <a:lstStyle/>
          <a:p>
            <a:r>
              <a:rPr lang="en-US" b="1" dirty="0"/>
              <a:t>FIELD 2</a:t>
            </a:r>
            <a:r>
              <a:rPr lang="en-US" dirty="0"/>
              <a:t>: The purpose of this field is to provide relevant information, in case </a:t>
            </a:r>
            <a:r>
              <a:rPr lang="en-US" u="sng" dirty="0"/>
              <a:t>the evolution of final energy consumption for transport has an impact on the overall and sectoral trajectories for renewable energy from 2021 to 2030.</a:t>
            </a:r>
            <a:endParaRPr lang="en-DK" u="sng" dirty="0"/>
          </a:p>
        </p:txBody>
      </p:sp>
      <p:pic>
        <p:nvPicPr>
          <p:cNvPr id="10" name="Picture 9">
            <a:extLst>
              <a:ext uri="{FF2B5EF4-FFF2-40B4-BE49-F238E27FC236}">
                <a16:creationId xmlns:a16="http://schemas.microsoft.com/office/drawing/2014/main" id="{D7917B40-B669-9E6C-D380-677296EA089F}"/>
              </a:ext>
            </a:extLst>
          </p:cNvPr>
          <p:cNvPicPr>
            <a:picLocks noChangeAspect="1"/>
          </p:cNvPicPr>
          <p:nvPr/>
        </p:nvPicPr>
        <p:blipFill>
          <a:blip r:embed="rId4"/>
          <a:stretch>
            <a:fillRect/>
          </a:stretch>
        </p:blipFill>
        <p:spPr>
          <a:xfrm>
            <a:off x="255096" y="1503145"/>
            <a:ext cx="8586933" cy="707639"/>
          </a:xfrm>
          <a:prstGeom prst="rect">
            <a:avLst/>
          </a:prstGeom>
        </p:spPr>
      </p:pic>
    </p:spTree>
    <p:extLst>
      <p:ext uri="{BB962C8B-B14F-4D97-AF65-F5344CB8AC3E}">
        <p14:creationId xmlns:p14="http://schemas.microsoft.com/office/powerpoint/2010/main" val="540827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47294F3-D58B-8981-D785-389BBB85F89C}"/>
              </a:ext>
            </a:extLst>
          </p:cNvPr>
          <p:cNvPicPr>
            <a:picLocks noChangeAspect="1"/>
          </p:cNvPicPr>
          <p:nvPr/>
        </p:nvPicPr>
        <p:blipFill>
          <a:blip r:embed="rId3"/>
          <a:stretch>
            <a:fillRect/>
          </a:stretch>
        </p:blipFill>
        <p:spPr>
          <a:xfrm>
            <a:off x="112293" y="900113"/>
            <a:ext cx="11944189" cy="2372476"/>
          </a:xfrm>
          <a:prstGeom prst="rect">
            <a:avLst/>
          </a:prstGeom>
        </p:spPr>
      </p:pic>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369332"/>
          </a:xfrm>
          <a:prstGeom prst="rect">
            <a:avLst/>
          </a:prstGeom>
          <a:noFill/>
        </p:spPr>
        <p:txBody>
          <a:bodyPr wrap="square">
            <a:spAutoFit/>
          </a:bodyPr>
          <a:lstStyle/>
          <a:p>
            <a:r>
              <a:rPr lang="en-US" b="1" dirty="0"/>
              <a:t>Biomass supply for energy use</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6</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6" name="TextBox 5">
            <a:extLst>
              <a:ext uri="{FF2B5EF4-FFF2-40B4-BE49-F238E27FC236}">
                <a16:creationId xmlns:a16="http://schemas.microsoft.com/office/drawing/2014/main" id="{D3ED0014-7A2A-E97A-A503-572061DC2557}"/>
              </a:ext>
            </a:extLst>
          </p:cNvPr>
          <p:cNvSpPr txBox="1"/>
          <p:nvPr/>
        </p:nvSpPr>
        <p:spPr>
          <a:xfrm>
            <a:off x="364722" y="4212424"/>
            <a:ext cx="11506436" cy="1754326"/>
          </a:xfrm>
          <a:prstGeom prst="rect">
            <a:avLst/>
          </a:prstGeom>
          <a:noFill/>
        </p:spPr>
        <p:txBody>
          <a:bodyPr wrap="square">
            <a:spAutoFit/>
          </a:bodyPr>
          <a:lstStyle/>
          <a:p>
            <a:r>
              <a:rPr lang="en-US" b="1" dirty="0"/>
              <a:t>FIELD 1</a:t>
            </a:r>
            <a:r>
              <a:rPr lang="en-US" dirty="0"/>
              <a:t>: For forest biomass: Description how these meet the land-use, land-use change and forestry (LULUCF) criteria of Article 29(7) of Directive (EU) 2018/2001 (art 29 </a:t>
            </a:r>
            <a:r>
              <a:rPr lang="en-US" b="1" i="0" dirty="0">
                <a:solidFill>
                  <a:srgbClr val="000000"/>
                </a:solidFill>
                <a:effectLst/>
                <a:latin typeface="arial" panose="020B0604020202020204" pitchFamily="34" charset="0"/>
              </a:rPr>
              <a:t>Sustainability and greenhouse gas emissions saving criteria for biofuels, bioliquids and biomass fuels</a:t>
            </a:r>
            <a:r>
              <a:rPr lang="en-US" dirty="0"/>
              <a:t>);</a:t>
            </a:r>
          </a:p>
          <a:p>
            <a:endParaRPr lang="en-US" dirty="0"/>
          </a:p>
          <a:p>
            <a:r>
              <a:rPr lang="en-US" b="1" dirty="0"/>
              <a:t>FIELD 2</a:t>
            </a:r>
            <a:r>
              <a:rPr lang="en-US" dirty="0"/>
              <a:t>: The purpose of this field is to provide relevant information, in case the evolution on bioenergy supply has an impact on the overall and sectoral trajectories for renewable energy from 2021 to 2030.</a:t>
            </a:r>
            <a:endParaRPr lang="en-DK" dirty="0"/>
          </a:p>
        </p:txBody>
      </p:sp>
      <p:sp>
        <p:nvSpPr>
          <p:cNvPr id="12" name="TextBox 11">
            <a:extLst>
              <a:ext uri="{FF2B5EF4-FFF2-40B4-BE49-F238E27FC236}">
                <a16:creationId xmlns:a16="http://schemas.microsoft.com/office/drawing/2014/main" id="{D1DDB245-ABD7-F343-2726-D1EEC6E7C9C8}"/>
              </a:ext>
            </a:extLst>
          </p:cNvPr>
          <p:cNvSpPr txBox="1"/>
          <p:nvPr/>
        </p:nvSpPr>
        <p:spPr>
          <a:xfrm>
            <a:off x="258593" y="3374540"/>
            <a:ext cx="11612565" cy="369332"/>
          </a:xfrm>
          <a:prstGeom prst="rect">
            <a:avLst/>
          </a:prstGeom>
          <a:noFill/>
        </p:spPr>
        <p:txBody>
          <a:bodyPr wrap="square">
            <a:spAutoFit/>
          </a:bodyPr>
          <a:lstStyle/>
          <a:p>
            <a:r>
              <a:rPr lang="en-US" dirty="0">
                <a:solidFill>
                  <a:schemeClr val="tx2">
                    <a:lumMod val="75000"/>
                    <a:lumOff val="25000"/>
                  </a:schemeClr>
                </a:solidFill>
              </a:rPr>
              <a:t>Most of this section will be post-filled based on data from the Eurostat biomass questionnaire when available</a:t>
            </a:r>
            <a:endParaRPr lang="en-DK" dirty="0">
              <a:solidFill>
                <a:schemeClr val="tx2">
                  <a:lumMod val="75000"/>
                  <a:lumOff val="25000"/>
                </a:schemeClr>
              </a:solidFill>
            </a:endParaRPr>
          </a:p>
        </p:txBody>
      </p:sp>
    </p:spTree>
    <p:extLst>
      <p:ext uri="{BB962C8B-B14F-4D97-AF65-F5344CB8AC3E}">
        <p14:creationId xmlns:p14="http://schemas.microsoft.com/office/powerpoint/2010/main" val="3098896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369332"/>
          </a:xfrm>
          <a:prstGeom prst="rect">
            <a:avLst/>
          </a:prstGeom>
          <a:noFill/>
        </p:spPr>
        <p:txBody>
          <a:bodyPr wrap="square">
            <a:spAutoFit/>
          </a:bodyPr>
          <a:lstStyle/>
          <a:p>
            <a:r>
              <a:rPr lang="en-US" b="1" dirty="0"/>
              <a:t>Other national trajectories and objectives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7</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6" name="TextBox 5">
            <a:extLst>
              <a:ext uri="{FF2B5EF4-FFF2-40B4-BE49-F238E27FC236}">
                <a16:creationId xmlns:a16="http://schemas.microsoft.com/office/drawing/2014/main" id="{D3ED0014-7A2A-E97A-A503-572061DC2557}"/>
              </a:ext>
            </a:extLst>
          </p:cNvPr>
          <p:cNvSpPr txBox="1"/>
          <p:nvPr/>
        </p:nvSpPr>
        <p:spPr>
          <a:xfrm>
            <a:off x="408135" y="5272273"/>
            <a:ext cx="11375730" cy="1477328"/>
          </a:xfrm>
          <a:prstGeom prst="rect">
            <a:avLst/>
          </a:prstGeom>
          <a:noFill/>
        </p:spPr>
        <p:txBody>
          <a:bodyPr wrap="square">
            <a:spAutoFit/>
          </a:bodyPr>
          <a:lstStyle/>
          <a:p>
            <a:r>
              <a:rPr lang="en-US" b="1" dirty="0"/>
              <a:t>FIELD 1</a:t>
            </a:r>
            <a:r>
              <a:rPr lang="en-US" dirty="0"/>
              <a:t>:The purpose of this field is to identify the </a:t>
            </a:r>
            <a:r>
              <a:rPr lang="en-US" u="sng" dirty="0"/>
              <a:t>other national trajectory </a:t>
            </a:r>
            <a:r>
              <a:rPr lang="en-US" dirty="0"/>
              <a:t>or objectives set </a:t>
            </a:r>
            <a:r>
              <a:rPr lang="en-US" u="sng" dirty="0"/>
              <a:t>to increase the share of energy from renewable source in gross final consumption of energy in 2030, from 2021 onwards</a:t>
            </a:r>
            <a:r>
              <a:rPr lang="en-US" dirty="0"/>
              <a:t>.</a:t>
            </a:r>
          </a:p>
          <a:p>
            <a:r>
              <a:rPr lang="en-US" dirty="0"/>
              <a:t>They have to integrate in their report other national trajectory and objectives, including those that are long-term and sectoral, for which a trajectory or an objective has been set at national level, different from the national contributions set in their NECP.</a:t>
            </a:r>
            <a:endParaRPr lang="en-DK" dirty="0"/>
          </a:p>
        </p:txBody>
      </p:sp>
      <p:pic>
        <p:nvPicPr>
          <p:cNvPr id="12" name="Picture 11">
            <a:extLst>
              <a:ext uri="{FF2B5EF4-FFF2-40B4-BE49-F238E27FC236}">
                <a16:creationId xmlns:a16="http://schemas.microsoft.com/office/drawing/2014/main" id="{F35CA98A-16F7-F3C6-45D4-0AEDB8294DB6}"/>
              </a:ext>
            </a:extLst>
          </p:cNvPr>
          <p:cNvPicPr>
            <a:picLocks noChangeAspect="1"/>
          </p:cNvPicPr>
          <p:nvPr/>
        </p:nvPicPr>
        <p:blipFill>
          <a:blip r:embed="rId3"/>
          <a:stretch>
            <a:fillRect/>
          </a:stretch>
        </p:blipFill>
        <p:spPr>
          <a:xfrm>
            <a:off x="134111" y="1181309"/>
            <a:ext cx="11256631" cy="4068931"/>
          </a:xfrm>
          <a:prstGeom prst="rect">
            <a:avLst/>
          </a:prstGeom>
        </p:spPr>
      </p:pic>
    </p:spTree>
    <p:extLst>
      <p:ext uri="{BB962C8B-B14F-4D97-AF65-F5344CB8AC3E}">
        <p14:creationId xmlns:p14="http://schemas.microsoft.com/office/powerpoint/2010/main" val="2752666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369332"/>
          </a:xfrm>
          <a:prstGeom prst="rect">
            <a:avLst/>
          </a:prstGeom>
          <a:noFill/>
        </p:spPr>
        <p:txBody>
          <a:bodyPr wrap="square">
            <a:spAutoFit/>
          </a:bodyPr>
          <a:lstStyle/>
          <a:p>
            <a:r>
              <a:rPr lang="en-US" b="1" dirty="0"/>
              <a:t>Other national trajectories and objectives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7 - Example</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6" name="TextBox 5">
            <a:extLst>
              <a:ext uri="{FF2B5EF4-FFF2-40B4-BE49-F238E27FC236}">
                <a16:creationId xmlns:a16="http://schemas.microsoft.com/office/drawing/2014/main" id="{D3ED0014-7A2A-E97A-A503-572061DC2557}"/>
              </a:ext>
            </a:extLst>
          </p:cNvPr>
          <p:cNvSpPr txBox="1"/>
          <p:nvPr/>
        </p:nvSpPr>
        <p:spPr>
          <a:xfrm>
            <a:off x="356056" y="1778723"/>
            <a:ext cx="10721762" cy="4207370"/>
          </a:xfrm>
          <a:prstGeom prst="rect">
            <a:avLst/>
          </a:prstGeom>
          <a:noFill/>
        </p:spPr>
        <p:txBody>
          <a:bodyPr wrap="square">
            <a:spAutoFit/>
          </a:bodyPr>
          <a:lstStyle/>
          <a:p>
            <a:pPr>
              <a:lnSpc>
                <a:spcPct val="150000"/>
              </a:lnSpc>
            </a:pPr>
            <a:r>
              <a:rPr lang="en-US" b="1" dirty="0">
                <a:solidFill>
                  <a:schemeClr val="tx2">
                    <a:lumMod val="75000"/>
                    <a:lumOff val="25000"/>
                  </a:schemeClr>
                </a:solidFill>
              </a:rPr>
              <a:t>Good Example: </a:t>
            </a:r>
          </a:p>
          <a:p>
            <a:pPr>
              <a:lnSpc>
                <a:spcPct val="150000"/>
              </a:lnSpc>
            </a:pPr>
            <a:endParaRPr lang="en-US" b="1" dirty="0">
              <a:solidFill>
                <a:schemeClr val="tx2">
                  <a:lumMod val="75000"/>
                  <a:lumOff val="25000"/>
                </a:schemeClr>
              </a:solidFill>
            </a:endParaRPr>
          </a:p>
          <a:p>
            <a:pPr>
              <a:lnSpc>
                <a:spcPct val="150000"/>
              </a:lnSpc>
            </a:pPr>
            <a:r>
              <a:rPr lang="en-US" b="1" dirty="0">
                <a:solidFill>
                  <a:schemeClr val="tx2">
                    <a:lumMod val="75000"/>
                    <a:lumOff val="25000"/>
                  </a:schemeClr>
                </a:solidFill>
              </a:rPr>
              <a:t>Share of renewables in heating and cooling networks in Germany.</a:t>
            </a:r>
          </a:p>
          <a:p>
            <a:pPr>
              <a:lnSpc>
                <a:spcPct val="150000"/>
              </a:lnSpc>
            </a:pPr>
            <a:endParaRPr lang="en-US" dirty="0"/>
          </a:p>
          <a:p>
            <a:pPr>
              <a:lnSpc>
                <a:spcPct val="150000"/>
              </a:lnSpc>
            </a:pPr>
            <a:r>
              <a:rPr lang="en-US" i="1" dirty="0"/>
              <a:t>The German Federal Government intends </a:t>
            </a:r>
            <a:r>
              <a:rPr lang="en-US" i="1" u="sng" dirty="0"/>
              <a:t>to achieve a further increase in the share of renewables in heating and cooling networks</a:t>
            </a:r>
            <a:r>
              <a:rPr lang="en-US" i="1" dirty="0"/>
              <a:t>. According to the recast Renewable Energy Directive, the EU </a:t>
            </a:r>
            <a:r>
              <a:rPr lang="en-US" i="1" dirty="0" err="1"/>
              <a:t>CPss</a:t>
            </a:r>
            <a:r>
              <a:rPr lang="en-US" i="1" dirty="0"/>
              <a:t> are obliged to work towards an annual increase of 1% in the share of renewables in heating networks between 2020 and 2030 (calculated as a yearly average for the periods 2021- 2025 and 2025-2030). This ambitious goal is also defined in the NECP. The expected share of renewables in heating networks in 2021 is accordingly around 21%, with the figures for 2025 and 2030 being 25% and 30% respectively.</a:t>
            </a:r>
            <a:endParaRPr lang="en-DK" i="1" dirty="0"/>
          </a:p>
        </p:txBody>
      </p:sp>
    </p:spTree>
    <p:extLst>
      <p:ext uri="{BB962C8B-B14F-4D97-AF65-F5344CB8AC3E}">
        <p14:creationId xmlns:p14="http://schemas.microsoft.com/office/powerpoint/2010/main" val="495383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720337" cy="646331"/>
          </a:xfrm>
          <a:prstGeom prst="rect">
            <a:avLst/>
          </a:prstGeom>
          <a:noFill/>
        </p:spPr>
        <p:txBody>
          <a:bodyPr wrap="square">
            <a:spAutoFit/>
          </a:bodyPr>
          <a:lstStyle/>
          <a:p>
            <a:r>
              <a:rPr lang="en-US" b="1" dirty="0"/>
              <a:t>Assessment of the support for electricity from renewable sources pursuant to Article 6(4) of Directive (EU) 2018/2001</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 Table 8</a:t>
            </a:r>
            <a:endParaRPr lang="en-GB" sz="3200" b="1" dirty="0">
              <a:solidFill>
                <a:srgbClr val="113A60"/>
              </a:solidFill>
            </a:endParaRPr>
          </a:p>
        </p:txBody>
      </p:sp>
      <p:sp>
        <p:nvSpPr>
          <p:cNvPr id="26" name="TextBox 25">
            <a:extLst>
              <a:ext uri="{FF2B5EF4-FFF2-40B4-BE49-F238E27FC236}">
                <a16:creationId xmlns:a16="http://schemas.microsoft.com/office/drawing/2014/main" id="{A3C11F27-232B-D5EA-6A19-67ABC991A92F}"/>
              </a:ext>
            </a:extLst>
          </p:cNvPr>
          <p:cNvSpPr txBox="1"/>
          <p:nvPr/>
        </p:nvSpPr>
        <p:spPr>
          <a:xfrm>
            <a:off x="364722" y="7115611"/>
            <a:ext cx="11865467" cy="246221"/>
          </a:xfrm>
          <a:prstGeom prst="rect">
            <a:avLst/>
          </a:prstGeom>
          <a:noFill/>
        </p:spPr>
        <p:txBody>
          <a:bodyPr wrap="square">
            <a:spAutoFit/>
          </a:bodyPr>
          <a:lstStyle/>
          <a:p>
            <a:r>
              <a:rPr lang="en-US" sz="1000" dirty="0"/>
              <a:t>Note: X is the reporting year</a:t>
            </a:r>
            <a:endParaRPr lang="en-DK" sz="1000" dirty="0"/>
          </a:p>
        </p:txBody>
      </p:sp>
      <p:sp>
        <p:nvSpPr>
          <p:cNvPr id="6" name="TextBox 5">
            <a:extLst>
              <a:ext uri="{FF2B5EF4-FFF2-40B4-BE49-F238E27FC236}">
                <a16:creationId xmlns:a16="http://schemas.microsoft.com/office/drawing/2014/main" id="{D3ED0014-7A2A-E97A-A503-572061DC2557}"/>
              </a:ext>
            </a:extLst>
          </p:cNvPr>
          <p:cNvSpPr txBox="1"/>
          <p:nvPr/>
        </p:nvSpPr>
        <p:spPr>
          <a:xfrm>
            <a:off x="258593" y="2952267"/>
            <a:ext cx="11375730" cy="2545377"/>
          </a:xfrm>
          <a:prstGeom prst="rect">
            <a:avLst/>
          </a:prstGeom>
          <a:noFill/>
        </p:spPr>
        <p:txBody>
          <a:bodyPr wrap="square">
            <a:spAutoFit/>
          </a:bodyPr>
          <a:lstStyle/>
          <a:p>
            <a:pPr>
              <a:lnSpc>
                <a:spcPct val="150000"/>
              </a:lnSpc>
            </a:pPr>
            <a:r>
              <a:rPr lang="en-US" dirty="0"/>
              <a:t>The purpose of this field is to report on the effectiveness of CPs’ support schemes for electricity from renewable sources and their major distributive effects on different consumer groups, and on investment. </a:t>
            </a:r>
          </a:p>
          <a:p>
            <a:pPr>
              <a:lnSpc>
                <a:spcPct val="150000"/>
              </a:lnSpc>
            </a:pPr>
            <a:r>
              <a:rPr lang="en-US" dirty="0"/>
              <a:t>The effect of the implemented supports for electricity from renewable sources needs to be presented in this field. </a:t>
            </a:r>
            <a:r>
              <a:rPr lang="en-US" u="sng" dirty="0"/>
              <a:t>The CPs will provide information on concerned policies and measures developed. </a:t>
            </a:r>
          </a:p>
          <a:p>
            <a:pPr>
              <a:lnSpc>
                <a:spcPct val="150000"/>
              </a:lnSpc>
            </a:pPr>
            <a:r>
              <a:rPr lang="en-US" dirty="0"/>
              <a:t>The description have to also </a:t>
            </a:r>
            <a:r>
              <a:rPr lang="en-US" b="1" dirty="0"/>
              <a:t>include references to concerned </a:t>
            </a:r>
            <a:r>
              <a:rPr lang="en-US" b="1" dirty="0" err="1"/>
              <a:t>PaMs</a:t>
            </a:r>
            <a:r>
              <a:rPr lang="en-US" b="1" dirty="0"/>
              <a:t> </a:t>
            </a:r>
            <a:r>
              <a:rPr lang="en-US" dirty="0"/>
              <a:t>set providing support for electricity from renewable sources. </a:t>
            </a:r>
            <a:r>
              <a:rPr lang="en-US" dirty="0" err="1"/>
              <a:t>PaMs</a:t>
            </a:r>
            <a:r>
              <a:rPr lang="en-US" dirty="0"/>
              <a:t> have to be referred with references/links to direct users to documents and website.</a:t>
            </a:r>
            <a:endParaRPr lang="en-DK" dirty="0"/>
          </a:p>
        </p:txBody>
      </p:sp>
      <p:pic>
        <p:nvPicPr>
          <p:cNvPr id="3" name="Picture 2">
            <a:extLst>
              <a:ext uri="{FF2B5EF4-FFF2-40B4-BE49-F238E27FC236}">
                <a16:creationId xmlns:a16="http://schemas.microsoft.com/office/drawing/2014/main" id="{E77129AD-2C80-B228-25BC-F0463F2F3F5D}"/>
              </a:ext>
            </a:extLst>
          </p:cNvPr>
          <p:cNvPicPr>
            <a:picLocks noChangeAspect="1"/>
          </p:cNvPicPr>
          <p:nvPr/>
        </p:nvPicPr>
        <p:blipFill>
          <a:blip r:embed="rId3"/>
          <a:stretch>
            <a:fillRect/>
          </a:stretch>
        </p:blipFill>
        <p:spPr>
          <a:xfrm>
            <a:off x="258593" y="1622644"/>
            <a:ext cx="11538192" cy="1136598"/>
          </a:xfrm>
          <a:prstGeom prst="rect">
            <a:avLst/>
          </a:prstGeom>
        </p:spPr>
      </p:pic>
    </p:spTree>
    <p:extLst>
      <p:ext uri="{BB962C8B-B14F-4D97-AF65-F5344CB8AC3E}">
        <p14:creationId xmlns:p14="http://schemas.microsoft.com/office/powerpoint/2010/main" val="3826395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0FDFB-8DEF-5B4D-0220-8716FF9226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968483E-FF12-6549-3841-954EF9C9927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Agenda</a:t>
            </a:r>
            <a:endParaRPr lang="en-GB" dirty="0"/>
          </a:p>
        </p:txBody>
      </p:sp>
      <p:sp>
        <p:nvSpPr>
          <p:cNvPr id="4" name="TextBox 3">
            <a:extLst>
              <a:ext uri="{FF2B5EF4-FFF2-40B4-BE49-F238E27FC236}">
                <a16:creationId xmlns:a16="http://schemas.microsoft.com/office/drawing/2014/main" id="{35CE3272-08B5-0E95-66C5-AD8517792544}"/>
              </a:ext>
            </a:extLst>
          </p:cNvPr>
          <p:cNvSpPr txBox="1"/>
          <p:nvPr/>
        </p:nvSpPr>
        <p:spPr>
          <a:xfrm>
            <a:off x="500863" y="1220469"/>
            <a:ext cx="11424307" cy="1477328"/>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800" dirty="0"/>
              <a:t>What to report: Overview of Reporting obligations on Renewable energy</a:t>
            </a:r>
          </a:p>
          <a:p>
            <a:pPr marL="0" indent="0">
              <a:buNone/>
            </a:pPr>
            <a:r>
              <a:rPr lang="en-GB" sz="2800" dirty="0">
                <a:solidFill>
                  <a:schemeClr val="bg1">
                    <a:lumMod val="50000"/>
                  </a:schemeClr>
                </a:solidFill>
              </a:rPr>
              <a:t>	Thematic aspects: Annex II - EEA</a:t>
            </a:r>
          </a:p>
          <a:p>
            <a:pPr marL="0" indent="0">
              <a:buNone/>
            </a:pPr>
            <a:r>
              <a:rPr lang="en-GB" sz="2800" dirty="0"/>
              <a:t>	Thematic aspects: Annex XVI- EEA</a:t>
            </a:r>
          </a:p>
          <a:p>
            <a:pPr marL="0" indent="0">
              <a:buNone/>
            </a:pPr>
            <a:endParaRPr lang="en-GB" sz="2800" dirty="0"/>
          </a:p>
          <a:p>
            <a:r>
              <a:rPr lang="en-GB" sz="2800" dirty="0"/>
              <a:t>Insight from an EU Member State – VITO Belgium</a:t>
            </a:r>
          </a:p>
          <a:p>
            <a:pPr marL="0" indent="0">
              <a:buNone/>
            </a:pPr>
            <a:endParaRPr lang="en-GB" sz="2800" dirty="0"/>
          </a:p>
          <a:p>
            <a:pPr marL="0" indent="0">
              <a:buNone/>
            </a:pPr>
            <a:r>
              <a:rPr lang="en-GB" sz="2800" dirty="0"/>
              <a:t>How to report:</a:t>
            </a:r>
          </a:p>
          <a:p>
            <a:r>
              <a:rPr lang="en-GB" sz="2800" dirty="0"/>
              <a:t>Reportnet 3 – EEA  </a:t>
            </a:r>
          </a:p>
          <a:p>
            <a:r>
              <a:rPr lang="en-GB" sz="2800" dirty="0"/>
              <a:t>Exercise - EEA</a:t>
            </a:r>
          </a:p>
          <a:p>
            <a:pPr marL="0" indent="0">
              <a:buNone/>
            </a:pPr>
            <a:endParaRPr lang="en-GB" sz="2800" dirty="0"/>
          </a:p>
        </p:txBody>
      </p:sp>
      <p:sp>
        <p:nvSpPr>
          <p:cNvPr id="5" name="TextBox 4">
            <a:extLst>
              <a:ext uri="{FF2B5EF4-FFF2-40B4-BE49-F238E27FC236}">
                <a16:creationId xmlns:a16="http://schemas.microsoft.com/office/drawing/2014/main" id="{FD8C460A-BCA5-F375-96AC-9F5FFFCF58D7}"/>
              </a:ext>
            </a:extLst>
          </p:cNvPr>
          <p:cNvSpPr txBox="1"/>
          <p:nvPr/>
        </p:nvSpPr>
        <p:spPr>
          <a:xfrm>
            <a:off x="6945846" y="4160204"/>
            <a:ext cx="4979324" cy="2308324"/>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Logging in &amp;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import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export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Quality assurance – validations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Release of data - submission</a:t>
            </a:r>
          </a:p>
        </p:txBody>
      </p:sp>
    </p:spTree>
    <p:extLst>
      <p:ext uri="{BB962C8B-B14F-4D97-AF65-F5344CB8AC3E}">
        <p14:creationId xmlns:p14="http://schemas.microsoft.com/office/powerpoint/2010/main" val="26246512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47A36D-C1B1-A929-057D-9542C83035B1}"/>
              </a:ext>
            </a:extLst>
          </p:cNvPr>
          <p:cNvSpPr txBox="1"/>
          <p:nvPr/>
        </p:nvSpPr>
        <p:spPr>
          <a:xfrm>
            <a:off x="3358225" y="3429000"/>
            <a:ext cx="5475603" cy="738664"/>
          </a:xfrm>
          <a:prstGeom prst="rect">
            <a:avLst/>
          </a:prstGeom>
          <a:noFill/>
        </p:spPr>
        <p:txBody>
          <a:bodyPr wrap="none" rtlCol="0">
            <a:spAutoFit/>
          </a:bodyPr>
          <a:lstStyle/>
          <a:p>
            <a:pPr algn="ctr"/>
            <a:r>
              <a:rPr lang="en-GB" sz="2400" b="1" dirty="0">
                <a:solidFill>
                  <a:schemeClr val="bg1"/>
                </a:solidFill>
              </a:rPr>
              <a:t>Annex XVI – Additional reporting on RE</a:t>
            </a:r>
            <a:endParaRPr lang="en-GB" b="1" dirty="0">
              <a:solidFill>
                <a:schemeClr val="bg1"/>
              </a:solidFill>
            </a:endParaRPr>
          </a:p>
          <a:p>
            <a:pPr algn="ctr"/>
            <a:r>
              <a:rPr lang="en-GB" b="1" i="1" dirty="0">
                <a:solidFill>
                  <a:schemeClr val="bg1"/>
                </a:solidFill>
              </a:rPr>
              <a:t>Thematic guidance</a:t>
            </a:r>
          </a:p>
        </p:txBody>
      </p:sp>
      <p:pic>
        <p:nvPicPr>
          <p:cNvPr id="3" name="Graphic 2" descr="Checklist with solid fill">
            <a:extLst>
              <a:ext uri="{FF2B5EF4-FFF2-40B4-BE49-F238E27FC236}">
                <a16:creationId xmlns:a16="http://schemas.microsoft.com/office/drawing/2014/main" id="{D13DF08D-6FD1-B581-3FE9-D7F7BC1CD5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805534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11F86BB-FA72-2D80-F415-7A06E19474D5}"/>
              </a:ext>
            </a:extLst>
          </p:cNvPr>
          <p:cNvGraphicFramePr>
            <a:graphicFrameLocks noGrp="1"/>
          </p:cNvGraphicFramePr>
          <p:nvPr>
            <p:extLst>
              <p:ext uri="{D42A27DB-BD31-4B8C-83A1-F6EECF244321}">
                <p14:modId xmlns:p14="http://schemas.microsoft.com/office/powerpoint/2010/main" val="1025505994"/>
              </p:ext>
            </p:extLst>
          </p:nvPr>
        </p:nvGraphicFramePr>
        <p:xfrm>
          <a:off x="444542" y="996208"/>
          <a:ext cx="11302608" cy="3255263"/>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523256">
                <a:tc gridSpan="2">
                  <a:txBody>
                    <a:bodyPr/>
                    <a:lstStyle/>
                    <a:p>
                      <a:r>
                        <a:rPr lang="en-US" sz="2400" b="0" kern="1200" dirty="0">
                          <a:solidFill>
                            <a:schemeClr val="lt1"/>
                          </a:solidFill>
                          <a:latin typeface="Calibri"/>
                          <a:ea typeface="+mn-ea"/>
                          <a:cs typeface="+mn-cs"/>
                        </a:rPr>
                        <a:t>Article 20 (c) – Additional reporting obligations in the area of renewable energy</a:t>
                      </a:r>
                      <a:endParaRPr lang="en-US" sz="2400" b="0" kern="1200" noProof="0" dirty="0">
                        <a:solidFill>
                          <a:schemeClr val="lt1"/>
                        </a:solidFill>
                        <a:latin typeface="Calibri"/>
                        <a:ea typeface="+mn-ea"/>
                        <a:cs typeface="+mn-cs"/>
                      </a:endParaRPr>
                    </a:p>
                  </a:txBody>
                  <a:tcPr>
                    <a:solidFill>
                      <a:srgbClr val="007B6C"/>
                    </a:solidFill>
                  </a:tcPr>
                </a:tc>
                <a:tc hMerge="1">
                  <a:txBody>
                    <a:bodyPr/>
                    <a:lstStyle/>
                    <a:p>
                      <a:endParaRPr lang="en-US"/>
                    </a:p>
                  </a:txBody>
                  <a:tcPr/>
                </a:tc>
                <a:extLst>
                  <a:ext uri="{0D108BD9-81ED-4DB2-BD59-A6C34878D82A}">
                    <a16:rowId xmlns:a16="http://schemas.microsoft.com/office/drawing/2014/main" val="3061965936"/>
                  </a:ext>
                </a:extLst>
              </a:tr>
              <a:tr h="1760219">
                <a:tc gridSpan="2">
                  <a:txBody>
                    <a:bodyPr/>
                    <a:lstStyle/>
                    <a:p>
                      <a:pPr marL="0" lvl="0" indent="0" algn="l">
                        <a:lnSpc>
                          <a:spcPct val="100000"/>
                        </a:lnSpc>
                        <a:buNone/>
                      </a:pPr>
                      <a:r>
                        <a:rPr lang="en-US" sz="2200" b="0" i="0" u="none" strike="noStrike" baseline="0" noProof="0" dirty="0">
                          <a:solidFill>
                            <a:srgbClr val="0D0D0D"/>
                          </a:solidFill>
                          <a:latin typeface="Aptos"/>
                        </a:rPr>
                        <a:t>By 15 March 2025 and every second year thereafter, CPs shall report to the Energy Community Secretariat:</a:t>
                      </a:r>
                    </a:p>
                    <a:p>
                      <a:pPr marL="0" lvl="0" indent="0" algn="l">
                        <a:lnSpc>
                          <a:spcPct val="100000"/>
                        </a:lnSpc>
                        <a:buNone/>
                      </a:pPr>
                      <a:endParaRPr lang="en-US" sz="2200" b="0" i="0" u="none" strike="noStrike" baseline="0" noProof="0" dirty="0">
                        <a:solidFill>
                          <a:srgbClr val="0D0D0D"/>
                        </a:solidFill>
                        <a:latin typeface="Apto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dirty="0">
                          <a:solidFill>
                            <a:schemeClr val="dk1"/>
                          </a:solidFill>
                          <a:effectLst/>
                          <a:latin typeface="+mn-lt"/>
                          <a:ea typeface="+mn-ea"/>
                          <a:cs typeface="+mn-cs"/>
                        </a:rPr>
                        <a:t>(1) functioning of Guarantees of Origin (GO) system for electricity, gas and heating and cooling;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dirty="0">
                          <a:solidFill>
                            <a:schemeClr val="dk1"/>
                          </a:solidFill>
                          <a:effectLst/>
                          <a:latin typeface="+mn-lt"/>
                          <a:ea typeface="+mn-ea"/>
                          <a:cs typeface="+mn-cs"/>
                        </a:rPr>
                        <a:t>(2) estimated excess / deficit in renewable energy projection compared to trajectory;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dirty="0">
                          <a:solidFill>
                            <a:schemeClr val="dk1"/>
                          </a:solidFill>
                          <a:effectLst/>
                          <a:latin typeface="+mn-lt"/>
                          <a:ea typeface="+mn-ea"/>
                          <a:cs typeface="+mn-cs"/>
                        </a:rPr>
                        <a:t>(3) biomass usage functioning and effects on the country;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dirty="0">
                          <a:solidFill>
                            <a:schemeClr val="dk1"/>
                          </a:solidFill>
                          <a:effectLst/>
                          <a:latin typeface="+mn-lt"/>
                          <a:ea typeface="+mn-ea"/>
                          <a:cs typeface="+mn-cs"/>
                        </a:rPr>
                        <a:t>(4) production and use of renewable energy in buildings.</a:t>
                      </a:r>
                      <a:endParaRPr lang="en-DK" sz="2000" kern="1200" dirty="0">
                        <a:solidFill>
                          <a:schemeClr val="dk1"/>
                        </a:solidFill>
                        <a:effectLst/>
                        <a:latin typeface="+mn-lt"/>
                        <a:ea typeface="+mn-ea"/>
                        <a:cs typeface="+mn-cs"/>
                      </a:endParaRP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2979454023"/>
                  </a:ext>
                </a:extLst>
              </a:tr>
              <a:tr h="415527">
                <a:tc>
                  <a:txBody>
                    <a:bodyPr/>
                    <a:lstStyle/>
                    <a:p>
                      <a:r>
                        <a:rPr lang="en-US" u="sng" dirty="0">
                          <a:latin typeface="Calibri"/>
                        </a:rPr>
                        <a:t>Reports due:</a:t>
                      </a:r>
                      <a:endParaRPr lang="en-US" dirty="0">
                        <a:latin typeface="Calibri"/>
                      </a:endParaRPr>
                    </a:p>
                  </a:txBody>
                  <a:tcPr/>
                </a:tc>
                <a:tc>
                  <a:txBody>
                    <a:bodyPr/>
                    <a:lstStyle/>
                    <a:p>
                      <a:pPr lvl="0">
                        <a:buNone/>
                      </a:pPr>
                      <a:r>
                        <a:rPr lang="en-US" sz="1700" b="0" i="0" u="none" strike="noStrike" noProof="0" dirty="0">
                          <a:solidFill>
                            <a:srgbClr val="0D0D0D"/>
                          </a:solidFill>
                          <a:latin typeface="Calibri"/>
                        </a:rPr>
                        <a:t>15 March – Biannually – To start in 2025</a:t>
                      </a:r>
                    </a:p>
                  </a:txBody>
                  <a:tcPr/>
                </a:tc>
                <a:extLst>
                  <a:ext uri="{0D108BD9-81ED-4DB2-BD59-A6C34878D82A}">
                    <a16:rowId xmlns:a16="http://schemas.microsoft.com/office/drawing/2014/main" val="1191654556"/>
                  </a:ext>
                </a:extLst>
              </a:tr>
            </a:tbl>
          </a:graphicData>
        </a:graphic>
      </p:graphicFrame>
      <p:pic>
        <p:nvPicPr>
          <p:cNvPr id="3" name="Picture 2" descr="A list of fillings with black text&#10;&#10;Description automatically generated">
            <a:extLst>
              <a:ext uri="{FF2B5EF4-FFF2-40B4-BE49-F238E27FC236}">
                <a16:creationId xmlns:a16="http://schemas.microsoft.com/office/drawing/2014/main" id="{32E324E6-943F-7A99-A424-F456296E975C}"/>
              </a:ext>
            </a:extLst>
          </p:cNvPr>
          <p:cNvPicPr>
            <a:picLocks noChangeAspect="1"/>
          </p:cNvPicPr>
          <p:nvPr/>
        </p:nvPicPr>
        <p:blipFill>
          <a:blip r:embed="rId3"/>
          <a:stretch>
            <a:fillRect/>
          </a:stretch>
        </p:blipFill>
        <p:spPr>
          <a:xfrm>
            <a:off x="444542" y="4801478"/>
            <a:ext cx="6222135" cy="1875847"/>
          </a:xfrm>
          <a:prstGeom prst="rect">
            <a:avLst/>
          </a:prstGeom>
          <a:ln>
            <a:noFill/>
          </a:ln>
        </p:spPr>
      </p:pic>
      <p:sp>
        <p:nvSpPr>
          <p:cNvPr id="6" name="Content Placeholder 2">
            <a:extLst>
              <a:ext uri="{FF2B5EF4-FFF2-40B4-BE49-F238E27FC236}">
                <a16:creationId xmlns:a16="http://schemas.microsoft.com/office/drawing/2014/main" id="{52637BEB-3712-E0F0-0823-BD7E9F6C0314}"/>
              </a:ext>
            </a:extLst>
          </p:cNvPr>
          <p:cNvSpPr txBox="1">
            <a:spLocks/>
          </p:cNvSpPr>
          <p:nvPr/>
        </p:nvSpPr>
        <p:spPr>
          <a:xfrm>
            <a:off x="444542" y="4432146"/>
            <a:ext cx="113019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800" b="1" dirty="0">
                <a:ea typeface="+mn-lt"/>
                <a:cs typeface="Segoe UI"/>
              </a:rPr>
              <a:t>The process for pre-filling, pre-loading and post-filling of data</a:t>
            </a:r>
          </a:p>
        </p:txBody>
      </p:sp>
      <p:sp>
        <p:nvSpPr>
          <p:cNvPr id="2" name="Slide Number Placeholder 1">
            <a:extLst>
              <a:ext uri="{FF2B5EF4-FFF2-40B4-BE49-F238E27FC236}">
                <a16:creationId xmlns:a16="http://schemas.microsoft.com/office/drawing/2014/main" id="{B89DB874-6FD2-378A-A0D0-9FCC409FCC40}"/>
              </a:ext>
            </a:extLst>
          </p:cNvPr>
          <p:cNvSpPr>
            <a:spLocks noGrp="1"/>
          </p:cNvSpPr>
          <p:nvPr>
            <p:ph type="sldNum" sz="quarter" idx="12"/>
          </p:nvPr>
        </p:nvSpPr>
        <p:spPr/>
        <p:txBody>
          <a:bodyPr/>
          <a:lstStyle/>
          <a:p>
            <a:fld id="{1A424DB6-78F0-4ADD-B66A-AFD80B81666A}" type="slidenum">
              <a:rPr lang="en-DK" smtClean="0"/>
              <a:t>25</a:t>
            </a:fld>
            <a:endParaRPr lang="en-DK"/>
          </a:p>
        </p:txBody>
      </p:sp>
      <p:sp>
        <p:nvSpPr>
          <p:cNvPr id="11" name="TextBox 10">
            <a:extLst>
              <a:ext uri="{FF2B5EF4-FFF2-40B4-BE49-F238E27FC236}">
                <a16:creationId xmlns:a16="http://schemas.microsoft.com/office/drawing/2014/main" id="{CE6F4825-EF02-C73C-3E31-59EED7596F9B}"/>
              </a:ext>
            </a:extLst>
          </p:cNvPr>
          <p:cNvSpPr txBox="1"/>
          <p:nvPr/>
        </p:nvSpPr>
        <p:spPr>
          <a:xfrm>
            <a:off x="258593" y="108399"/>
            <a:ext cx="1296010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ADDITIONAL REPORTING - Renewable Energy - legislation</a:t>
            </a:r>
            <a:endParaRPr lang="en-GB" sz="3200" b="1" dirty="0">
              <a:solidFill>
                <a:srgbClr val="113A60"/>
              </a:solidFill>
            </a:endParaRPr>
          </a:p>
        </p:txBody>
      </p:sp>
      <p:sp>
        <p:nvSpPr>
          <p:cNvPr id="5" name="TextBox 4">
            <a:extLst>
              <a:ext uri="{FF2B5EF4-FFF2-40B4-BE49-F238E27FC236}">
                <a16:creationId xmlns:a16="http://schemas.microsoft.com/office/drawing/2014/main" id="{857B0AC4-A6AD-2E2B-937F-2F4D86080AB8}"/>
              </a:ext>
            </a:extLst>
          </p:cNvPr>
          <p:cNvSpPr txBox="1"/>
          <p:nvPr/>
        </p:nvSpPr>
        <p:spPr>
          <a:xfrm>
            <a:off x="7527235" y="4616812"/>
            <a:ext cx="4312054" cy="1754326"/>
          </a:xfrm>
          <a:prstGeom prst="rect">
            <a:avLst/>
          </a:prstGeom>
          <a:solidFill>
            <a:srgbClr val="FFC000"/>
          </a:solidFill>
        </p:spPr>
        <p:txBody>
          <a:bodyPr wrap="square" rtlCol="0">
            <a:spAutoFit/>
          </a:bodyPr>
          <a:lstStyle/>
          <a:p>
            <a:r>
              <a:rPr lang="en-US" dirty="0"/>
              <a:t>Key def: A </a:t>
            </a:r>
            <a:r>
              <a:rPr lang="en-US" b="1" dirty="0"/>
              <a:t>Guarantee of Origin</a:t>
            </a:r>
            <a:r>
              <a:rPr lang="en-US" dirty="0"/>
              <a:t> is an electronic certificate that proves that a certain amount of electricity was produced from renewable energy sources (or, in some cases, high-efficiency cogeneration).</a:t>
            </a:r>
            <a:endParaRPr lang="en-DK" dirty="0"/>
          </a:p>
        </p:txBody>
      </p:sp>
      <p:cxnSp>
        <p:nvCxnSpPr>
          <p:cNvPr id="8" name="Straight Arrow Connector 7">
            <a:extLst>
              <a:ext uri="{FF2B5EF4-FFF2-40B4-BE49-F238E27FC236}">
                <a16:creationId xmlns:a16="http://schemas.microsoft.com/office/drawing/2014/main" id="{9464E28B-A2E7-83C8-9614-5D6B11725BD5}"/>
              </a:ext>
            </a:extLst>
          </p:cNvPr>
          <p:cNvCxnSpPr>
            <a:cxnSpLocks/>
          </p:cNvCxnSpPr>
          <p:nvPr/>
        </p:nvCxnSpPr>
        <p:spPr>
          <a:xfrm>
            <a:off x="10455965" y="2902226"/>
            <a:ext cx="0" cy="1714586"/>
          </a:xfrm>
          <a:prstGeom prst="straightConnector1">
            <a:avLst/>
          </a:prstGeom>
          <a:ln>
            <a:solidFill>
              <a:srgbClr val="FFC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89947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929664C-4249-470D-C9B8-56236E5D8069}"/>
              </a:ext>
            </a:extLst>
          </p:cNvPr>
          <p:cNvPicPr>
            <a:picLocks noChangeAspect="1"/>
          </p:cNvPicPr>
          <p:nvPr/>
        </p:nvPicPr>
        <p:blipFill>
          <a:blip r:embed="rId3"/>
          <a:stretch>
            <a:fillRect/>
          </a:stretch>
        </p:blipFill>
        <p:spPr>
          <a:xfrm>
            <a:off x="258593" y="1209119"/>
            <a:ext cx="7611870" cy="5356178"/>
          </a:xfrm>
          <a:prstGeom prst="rect">
            <a:avLst/>
          </a:prstGeom>
        </p:spPr>
      </p:pic>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369332"/>
          </a:xfrm>
          <a:prstGeom prst="rect">
            <a:avLst/>
          </a:prstGeom>
          <a:noFill/>
        </p:spPr>
        <p:txBody>
          <a:bodyPr wrap="square">
            <a:spAutoFit/>
          </a:bodyPr>
          <a:lstStyle/>
          <a:p>
            <a:r>
              <a:rPr lang="en-US" b="1" dirty="0"/>
              <a:t>Functioning of the system of guarantees of origin for electricity, gas and heating &amp; cooling from RES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1</a:t>
            </a:r>
            <a:endParaRPr lang="en-GB" sz="3200" b="1" dirty="0">
              <a:solidFill>
                <a:srgbClr val="113A60"/>
              </a:solidFill>
            </a:endParaRPr>
          </a:p>
        </p:txBody>
      </p:sp>
      <p:grpSp>
        <p:nvGrpSpPr>
          <p:cNvPr id="18" name="Group 17">
            <a:extLst>
              <a:ext uri="{FF2B5EF4-FFF2-40B4-BE49-F238E27FC236}">
                <a16:creationId xmlns:a16="http://schemas.microsoft.com/office/drawing/2014/main" id="{6D6EEF4C-CD9E-F6B5-A0C5-F45A9ABDFDE2}"/>
              </a:ext>
            </a:extLst>
          </p:cNvPr>
          <p:cNvGrpSpPr/>
          <p:nvPr/>
        </p:nvGrpSpPr>
        <p:grpSpPr>
          <a:xfrm>
            <a:off x="5354920" y="2084592"/>
            <a:ext cx="1728349" cy="1006911"/>
            <a:chOff x="5354920" y="2084592"/>
            <a:chExt cx="1728349" cy="1006911"/>
          </a:xfrm>
        </p:grpSpPr>
        <p:sp>
          <p:nvSpPr>
            <p:cNvPr id="21" name="TextBox 20">
              <a:extLst>
                <a:ext uri="{FF2B5EF4-FFF2-40B4-BE49-F238E27FC236}">
                  <a16:creationId xmlns:a16="http://schemas.microsoft.com/office/drawing/2014/main" id="{2D2593D5-6077-BBB2-A0BF-00395B5BED8C}"/>
                </a:ext>
              </a:extLst>
            </p:cNvPr>
            <p:cNvSpPr txBox="1"/>
            <p:nvPr/>
          </p:nvSpPr>
          <p:spPr>
            <a:xfrm>
              <a:off x="5354920" y="2814504"/>
              <a:ext cx="1656159" cy="276999"/>
            </a:xfrm>
            <a:prstGeom prst="rect">
              <a:avLst/>
            </a:prstGeom>
            <a:noFill/>
          </p:spPr>
          <p:txBody>
            <a:bodyPr wrap="square">
              <a:spAutoFit/>
            </a:bodyPr>
            <a:lstStyle/>
            <a:p>
              <a:r>
                <a:rPr lang="it-IT" sz="1200" dirty="0"/>
                <a:t> number (decimal)</a:t>
              </a:r>
              <a:endParaRPr lang="en-DK" sz="1200" dirty="0"/>
            </a:p>
          </p:txBody>
        </p:sp>
        <p:sp>
          <p:nvSpPr>
            <p:cNvPr id="17" name="TextBox 16">
              <a:extLst>
                <a:ext uri="{FF2B5EF4-FFF2-40B4-BE49-F238E27FC236}">
                  <a16:creationId xmlns:a16="http://schemas.microsoft.com/office/drawing/2014/main" id="{E13D2069-CC84-2028-F07F-574144DC148B}"/>
                </a:ext>
              </a:extLst>
            </p:cNvPr>
            <p:cNvSpPr txBox="1"/>
            <p:nvPr/>
          </p:nvSpPr>
          <p:spPr>
            <a:xfrm>
              <a:off x="5427110" y="2084592"/>
              <a:ext cx="1656159" cy="276999"/>
            </a:xfrm>
            <a:prstGeom prst="rect">
              <a:avLst/>
            </a:prstGeom>
            <a:noFill/>
          </p:spPr>
          <p:txBody>
            <a:bodyPr wrap="square">
              <a:spAutoFit/>
            </a:bodyPr>
            <a:lstStyle/>
            <a:p>
              <a:r>
                <a:rPr lang="it-IT" sz="1200" dirty="0"/>
                <a:t> number (integer)</a:t>
              </a:r>
              <a:endParaRPr lang="en-DK" sz="1200" dirty="0"/>
            </a:p>
          </p:txBody>
        </p:sp>
      </p:grpSp>
      <p:sp>
        <p:nvSpPr>
          <p:cNvPr id="3" name="TextBox 2">
            <a:extLst>
              <a:ext uri="{FF2B5EF4-FFF2-40B4-BE49-F238E27FC236}">
                <a16:creationId xmlns:a16="http://schemas.microsoft.com/office/drawing/2014/main" id="{98D59289-0165-7484-C471-56A92A46EE99}"/>
              </a:ext>
            </a:extLst>
          </p:cNvPr>
          <p:cNvSpPr txBox="1"/>
          <p:nvPr/>
        </p:nvSpPr>
        <p:spPr>
          <a:xfrm>
            <a:off x="7921418" y="1378214"/>
            <a:ext cx="4185988" cy="5078313"/>
          </a:xfrm>
          <a:prstGeom prst="rect">
            <a:avLst/>
          </a:prstGeom>
          <a:noFill/>
        </p:spPr>
        <p:txBody>
          <a:bodyPr wrap="square">
            <a:spAutoFit/>
          </a:bodyPr>
          <a:lstStyle/>
          <a:p>
            <a:r>
              <a:rPr lang="en-US" b="1" dirty="0"/>
              <a:t>FIELD 1</a:t>
            </a:r>
            <a:r>
              <a:rPr lang="en-US" dirty="0"/>
              <a:t>: to indicate the details of the guarantees of origins for energy generated from renewable energy sources for electricity, gas and heating &amp; cooling, including the following elements: </a:t>
            </a:r>
          </a:p>
          <a:p>
            <a:r>
              <a:rPr lang="en-US" dirty="0"/>
              <a:t>• </a:t>
            </a:r>
            <a:r>
              <a:rPr lang="en-US" u="sng" dirty="0"/>
              <a:t>Number of guarantees of origin issued </a:t>
            </a:r>
            <a:r>
              <a:rPr lang="en-US" dirty="0"/>
              <a:t>for energy that is produced from renewable energy sources in the Member State during the reporting period. </a:t>
            </a:r>
          </a:p>
          <a:p>
            <a:r>
              <a:rPr lang="en-US" dirty="0"/>
              <a:t>• </a:t>
            </a:r>
            <a:r>
              <a:rPr lang="en-US" u="sng" dirty="0"/>
              <a:t>Number of guaranteed of origins cancelled </a:t>
            </a:r>
            <a:r>
              <a:rPr lang="en-US" dirty="0"/>
              <a:t>for energy that is consumed in the Member State during the reporting period. </a:t>
            </a:r>
          </a:p>
          <a:p>
            <a:r>
              <a:rPr lang="en-US" dirty="0"/>
              <a:t>• </a:t>
            </a:r>
            <a:r>
              <a:rPr lang="en-US" u="sng" dirty="0"/>
              <a:t>The resulting annual national renewable energy consumption in GWh</a:t>
            </a:r>
          </a:p>
          <a:p>
            <a:r>
              <a:rPr lang="en-US" u="sng" dirty="0"/>
              <a:t>(formulas in the Guidance)</a:t>
            </a:r>
            <a:endParaRPr lang="en-DK" dirty="0"/>
          </a:p>
        </p:txBody>
      </p:sp>
    </p:spTree>
    <p:extLst>
      <p:ext uri="{BB962C8B-B14F-4D97-AF65-F5344CB8AC3E}">
        <p14:creationId xmlns:p14="http://schemas.microsoft.com/office/powerpoint/2010/main" val="1572102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929664C-4249-470D-C9B8-56236E5D8069}"/>
              </a:ext>
            </a:extLst>
          </p:cNvPr>
          <p:cNvPicPr>
            <a:picLocks noChangeAspect="1"/>
          </p:cNvPicPr>
          <p:nvPr/>
        </p:nvPicPr>
        <p:blipFill>
          <a:blip r:embed="rId3"/>
          <a:stretch>
            <a:fillRect/>
          </a:stretch>
        </p:blipFill>
        <p:spPr>
          <a:xfrm>
            <a:off x="258593" y="1209119"/>
            <a:ext cx="7611870" cy="5356178"/>
          </a:xfrm>
          <a:prstGeom prst="rect">
            <a:avLst/>
          </a:prstGeom>
        </p:spPr>
      </p:pic>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369332"/>
          </a:xfrm>
          <a:prstGeom prst="rect">
            <a:avLst/>
          </a:prstGeom>
          <a:noFill/>
        </p:spPr>
        <p:txBody>
          <a:bodyPr wrap="square">
            <a:spAutoFit/>
          </a:bodyPr>
          <a:lstStyle/>
          <a:p>
            <a:r>
              <a:rPr lang="en-US" b="1" dirty="0"/>
              <a:t>Functioning of the system of guarantees of origin for electricity, gas and heating &amp; cooling from RES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1</a:t>
            </a:r>
            <a:endParaRPr lang="en-GB" sz="3200" b="1" dirty="0">
              <a:solidFill>
                <a:srgbClr val="113A60"/>
              </a:solidFill>
            </a:endParaRPr>
          </a:p>
        </p:txBody>
      </p:sp>
      <p:grpSp>
        <p:nvGrpSpPr>
          <p:cNvPr id="18" name="Group 17">
            <a:extLst>
              <a:ext uri="{FF2B5EF4-FFF2-40B4-BE49-F238E27FC236}">
                <a16:creationId xmlns:a16="http://schemas.microsoft.com/office/drawing/2014/main" id="{6D6EEF4C-CD9E-F6B5-A0C5-F45A9ABDFDE2}"/>
              </a:ext>
            </a:extLst>
          </p:cNvPr>
          <p:cNvGrpSpPr/>
          <p:nvPr/>
        </p:nvGrpSpPr>
        <p:grpSpPr>
          <a:xfrm>
            <a:off x="5354920" y="2084592"/>
            <a:ext cx="1728349" cy="1006911"/>
            <a:chOff x="5354920" y="2084592"/>
            <a:chExt cx="1728349" cy="1006911"/>
          </a:xfrm>
        </p:grpSpPr>
        <p:sp>
          <p:nvSpPr>
            <p:cNvPr id="21" name="TextBox 20">
              <a:extLst>
                <a:ext uri="{FF2B5EF4-FFF2-40B4-BE49-F238E27FC236}">
                  <a16:creationId xmlns:a16="http://schemas.microsoft.com/office/drawing/2014/main" id="{2D2593D5-6077-BBB2-A0BF-00395B5BED8C}"/>
                </a:ext>
              </a:extLst>
            </p:cNvPr>
            <p:cNvSpPr txBox="1"/>
            <p:nvPr/>
          </p:nvSpPr>
          <p:spPr>
            <a:xfrm>
              <a:off x="5354920" y="2814504"/>
              <a:ext cx="1656159" cy="276999"/>
            </a:xfrm>
            <a:prstGeom prst="rect">
              <a:avLst/>
            </a:prstGeom>
            <a:noFill/>
          </p:spPr>
          <p:txBody>
            <a:bodyPr wrap="square">
              <a:spAutoFit/>
            </a:bodyPr>
            <a:lstStyle/>
            <a:p>
              <a:r>
                <a:rPr lang="it-IT" sz="1200" dirty="0"/>
                <a:t> number (decimal)</a:t>
              </a:r>
              <a:endParaRPr lang="en-DK" sz="1200" dirty="0"/>
            </a:p>
          </p:txBody>
        </p:sp>
        <p:sp>
          <p:nvSpPr>
            <p:cNvPr id="17" name="TextBox 16">
              <a:extLst>
                <a:ext uri="{FF2B5EF4-FFF2-40B4-BE49-F238E27FC236}">
                  <a16:creationId xmlns:a16="http://schemas.microsoft.com/office/drawing/2014/main" id="{E13D2069-CC84-2028-F07F-574144DC148B}"/>
                </a:ext>
              </a:extLst>
            </p:cNvPr>
            <p:cNvSpPr txBox="1"/>
            <p:nvPr/>
          </p:nvSpPr>
          <p:spPr>
            <a:xfrm>
              <a:off x="5427110" y="2084592"/>
              <a:ext cx="1656159" cy="276999"/>
            </a:xfrm>
            <a:prstGeom prst="rect">
              <a:avLst/>
            </a:prstGeom>
            <a:noFill/>
          </p:spPr>
          <p:txBody>
            <a:bodyPr wrap="square">
              <a:spAutoFit/>
            </a:bodyPr>
            <a:lstStyle/>
            <a:p>
              <a:r>
                <a:rPr lang="it-IT" sz="1200" dirty="0"/>
                <a:t> number (integer)</a:t>
              </a:r>
              <a:endParaRPr lang="en-DK" sz="1200" dirty="0"/>
            </a:p>
          </p:txBody>
        </p:sp>
      </p:grpSp>
      <p:sp>
        <p:nvSpPr>
          <p:cNvPr id="3" name="TextBox 2">
            <a:extLst>
              <a:ext uri="{FF2B5EF4-FFF2-40B4-BE49-F238E27FC236}">
                <a16:creationId xmlns:a16="http://schemas.microsoft.com/office/drawing/2014/main" id="{98D59289-0165-7484-C471-56A92A46EE99}"/>
              </a:ext>
            </a:extLst>
          </p:cNvPr>
          <p:cNvSpPr txBox="1"/>
          <p:nvPr/>
        </p:nvSpPr>
        <p:spPr>
          <a:xfrm>
            <a:off x="7921418" y="1378214"/>
            <a:ext cx="4185988" cy="5509200"/>
          </a:xfrm>
          <a:prstGeom prst="rect">
            <a:avLst/>
          </a:prstGeom>
          <a:noFill/>
        </p:spPr>
        <p:txBody>
          <a:bodyPr wrap="square">
            <a:spAutoFit/>
          </a:bodyPr>
          <a:lstStyle/>
          <a:p>
            <a:r>
              <a:rPr lang="en-US" b="1" dirty="0"/>
              <a:t>FIELD 2: </a:t>
            </a:r>
            <a:r>
              <a:rPr lang="en-US" dirty="0"/>
              <a:t>The purpose is to present measures taken by the CPs </a:t>
            </a:r>
            <a:r>
              <a:rPr lang="en-US" u="sng" dirty="0"/>
              <a:t>to ensure the reliability of the system of guarantees of origin </a:t>
            </a:r>
            <a:r>
              <a:rPr lang="en-US" dirty="0"/>
              <a:t>for electricity, gas and heating &amp; cooling from renewable sources. Reliability mechanisms are required according to article 19 (6) of RED II.</a:t>
            </a:r>
          </a:p>
          <a:p>
            <a:pPr marL="285750" indent="-285750">
              <a:buFont typeface="Arial" panose="020B0604020202020204" pitchFamily="34" charset="0"/>
              <a:buChar char="•"/>
            </a:pPr>
            <a:r>
              <a:rPr lang="en-US" sz="1600" dirty="0"/>
              <a:t>If the measures taken correspond to a legal act (law, decree, regulation, etc.), it is good practice to report its full name in the national language and in English, and provide a link to the Official Journal</a:t>
            </a:r>
            <a:r>
              <a:rPr lang="en-US" dirty="0"/>
              <a:t>.</a:t>
            </a:r>
          </a:p>
          <a:p>
            <a:pPr marL="285750" indent="-285750">
              <a:buFont typeface="Arial" panose="020B0604020202020204" pitchFamily="34" charset="0"/>
              <a:buChar char="•"/>
            </a:pPr>
            <a:endParaRPr lang="en-US" dirty="0"/>
          </a:p>
          <a:p>
            <a:r>
              <a:rPr lang="en-US" b="1" dirty="0"/>
              <a:t>FIELD 3</a:t>
            </a:r>
            <a:r>
              <a:rPr lang="en-US" dirty="0"/>
              <a:t>: The purpose of this field to present measures taken to protect against fraud of the system of guarantees of origin for ..[].Mechanisms to prevent fraud are required according to article 19 (6) of RED II. </a:t>
            </a:r>
            <a:endParaRPr lang="en-DK" dirty="0"/>
          </a:p>
          <a:p>
            <a:endParaRPr lang="en-DK" dirty="0"/>
          </a:p>
        </p:txBody>
      </p:sp>
      <p:sp>
        <p:nvSpPr>
          <p:cNvPr id="2" name="TextBox 1">
            <a:extLst>
              <a:ext uri="{FF2B5EF4-FFF2-40B4-BE49-F238E27FC236}">
                <a16:creationId xmlns:a16="http://schemas.microsoft.com/office/drawing/2014/main" id="{CEA35D46-2307-3A2B-83E4-76C64994A289}"/>
              </a:ext>
            </a:extLst>
          </p:cNvPr>
          <p:cNvSpPr txBox="1"/>
          <p:nvPr/>
        </p:nvSpPr>
        <p:spPr>
          <a:xfrm>
            <a:off x="5531382" y="5761098"/>
            <a:ext cx="1656159" cy="276999"/>
          </a:xfrm>
          <a:prstGeom prst="rect">
            <a:avLst/>
          </a:prstGeom>
          <a:noFill/>
        </p:spPr>
        <p:txBody>
          <a:bodyPr wrap="square">
            <a:spAutoFit/>
          </a:bodyPr>
          <a:lstStyle/>
          <a:p>
            <a:r>
              <a:rPr lang="it-IT" sz="1200" dirty="0"/>
              <a:t>text</a:t>
            </a:r>
            <a:endParaRPr lang="en-DK" sz="1200" dirty="0"/>
          </a:p>
        </p:txBody>
      </p:sp>
    </p:spTree>
    <p:extLst>
      <p:ext uri="{BB962C8B-B14F-4D97-AF65-F5344CB8AC3E}">
        <p14:creationId xmlns:p14="http://schemas.microsoft.com/office/powerpoint/2010/main" val="2254321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8552EE-2D5F-29A3-5892-3353490F9315}"/>
              </a:ext>
            </a:extLst>
          </p:cNvPr>
          <p:cNvPicPr>
            <a:picLocks noChangeAspect="1"/>
          </p:cNvPicPr>
          <p:nvPr/>
        </p:nvPicPr>
        <p:blipFill>
          <a:blip r:embed="rId3"/>
          <a:stretch>
            <a:fillRect/>
          </a:stretch>
        </p:blipFill>
        <p:spPr>
          <a:xfrm>
            <a:off x="142415" y="1576409"/>
            <a:ext cx="11951614" cy="2156747"/>
          </a:xfrm>
          <a:prstGeom prst="rect">
            <a:avLst/>
          </a:prstGeom>
        </p:spPr>
      </p:pic>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646331"/>
          </a:xfrm>
          <a:prstGeom prst="rect">
            <a:avLst/>
          </a:prstGeom>
          <a:noFill/>
        </p:spPr>
        <p:txBody>
          <a:bodyPr wrap="square">
            <a:spAutoFit/>
          </a:bodyPr>
          <a:lstStyle/>
          <a:p>
            <a:r>
              <a:rPr lang="en-US" b="1" dirty="0"/>
              <a:t>Changes in commodity prices and land use associated with use of biomass and other forms of energy from renewable sources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2</a:t>
            </a:r>
            <a:endParaRPr lang="en-GB" sz="3200" b="1" dirty="0">
              <a:solidFill>
                <a:srgbClr val="113A60"/>
              </a:solidFill>
            </a:endParaRPr>
          </a:p>
        </p:txBody>
      </p:sp>
      <p:sp>
        <p:nvSpPr>
          <p:cNvPr id="3" name="TextBox 2">
            <a:extLst>
              <a:ext uri="{FF2B5EF4-FFF2-40B4-BE49-F238E27FC236}">
                <a16:creationId xmlns:a16="http://schemas.microsoft.com/office/drawing/2014/main" id="{98D59289-0165-7484-C471-56A92A46EE99}"/>
              </a:ext>
            </a:extLst>
          </p:cNvPr>
          <p:cNvSpPr txBox="1"/>
          <p:nvPr/>
        </p:nvSpPr>
        <p:spPr>
          <a:xfrm>
            <a:off x="278407" y="4254455"/>
            <a:ext cx="11451138" cy="1477328"/>
          </a:xfrm>
          <a:prstGeom prst="rect">
            <a:avLst/>
          </a:prstGeom>
          <a:noFill/>
        </p:spPr>
        <p:txBody>
          <a:bodyPr wrap="square">
            <a:spAutoFit/>
          </a:bodyPr>
          <a:lstStyle/>
          <a:p>
            <a:r>
              <a:rPr lang="en-US" dirty="0"/>
              <a:t>The purpose of these fields is to report additional detailed information of </a:t>
            </a:r>
            <a:r>
              <a:rPr lang="en-US" u="sng" dirty="0"/>
              <a:t>the changes in commodity prices and land use </a:t>
            </a:r>
            <a:r>
              <a:rPr lang="en-US" dirty="0"/>
              <a:t>due to feedstock used for bioenergy production (reported in Table 6, Annex II). </a:t>
            </a:r>
          </a:p>
          <a:p>
            <a:endParaRPr lang="en-US" dirty="0"/>
          </a:p>
          <a:p>
            <a:r>
              <a:rPr lang="en-US" dirty="0"/>
              <a:t>The changes must be associated with an increased use of biomass and other forms of energy from renewable sources on an annual basis, as indirect land-use change is evaluated on an annual basis (see (EU) 2019/807).</a:t>
            </a:r>
            <a:endParaRPr lang="en-DK" dirty="0"/>
          </a:p>
        </p:txBody>
      </p:sp>
      <p:sp>
        <p:nvSpPr>
          <p:cNvPr id="2" name="TextBox 1">
            <a:extLst>
              <a:ext uri="{FF2B5EF4-FFF2-40B4-BE49-F238E27FC236}">
                <a16:creationId xmlns:a16="http://schemas.microsoft.com/office/drawing/2014/main" id="{CEA35D46-2307-3A2B-83E4-76C64994A289}"/>
              </a:ext>
            </a:extLst>
          </p:cNvPr>
          <p:cNvSpPr txBox="1"/>
          <p:nvPr/>
        </p:nvSpPr>
        <p:spPr>
          <a:xfrm>
            <a:off x="7644757" y="2291179"/>
            <a:ext cx="1656159" cy="276999"/>
          </a:xfrm>
          <a:prstGeom prst="rect">
            <a:avLst/>
          </a:prstGeom>
          <a:noFill/>
        </p:spPr>
        <p:txBody>
          <a:bodyPr wrap="square">
            <a:spAutoFit/>
          </a:bodyPr>
          <a:lstStyle/>
          <a:p>
            <a:r>
              <a:rPr lang="it-IT" sz="1200" dirty="0"/>
              <a:t>text</a:t>
            </a:r>
            <a:endParaRPr lang="en-DK" sz="1200" dirty="0"/>
          </a:p>
        </p:txBody>
      </p:sp>
      <p:sp>
        <p:nvSpPr>
          <p:cNvPr id="6" name="TextBox 5">
            <a:extLst>
              <a:ext uri="{FF2B5EF4-FFF2-40B4-BE49-F238E27FC236}">
                <a16:creationId xmlns:a16="http://schemas.microsoft.com/office/drawing/2014/main" id="{81E340AC-CBAA-7EAC-985A-400C6B99FEE7}"/>
              </a:ext>
            </a:extLst>
          </p:cNvPr>
          <p:cNvSpPr txBox="1"/>
          <p:nvPr/>
        </p:nvSpPr>
        <p:spPr>
          <a:xfrm>
            <a:off x="7645644" y="3089477"/>
            <a:ext cx="1656159" cy="276999"/>
          </a:xfrm>
          <a:prstGeom prst="rect">
            <a:avLst/>
          </a:prstGeom>
          <a:noFill/>
        </p:spPr>
        <p:txBody>
          <a:bodyPr wrap="square">
            <a:spAutoFit/>
          </a:bodyPr>
          <a:lstStyle/>
          <a:p>
            <a:r>
              <a:rPr lang="it-IT" sz="1200" dirty="0"/>
              <a:t>text</a:t>
            </a:r>
            <a:endParaRPr lang="en-DK" sz="1200" dirty="0"/>
          </a:p>
        </p:txBody>
      </p:sp>
    </p:spTree>
    <p:extLst>
      <p:ext uri="{BB962C8B-B14F-4D97-AF65-F5344CB8AC3E}">
        <p14:creationId xmlns:p14="http://schemas.microsoft.com/office/powerpoint/2010/main" val="90930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646331"/>
          </a:xfrm>
          <a:prstGeom prst="rect">
            <a:avLst/>
          </a:prstGeom>
          <a:noFill/>
        </p:spPr>
        <p:txBody>
          <a:bodyPr wrap="square">
            <a:spAutoFit/>
          </a:bodyPr>
          <a:lstStyle/>
          <a:p>
            <a:r>
              <a:rPr lang="en-US" b="1" dirty="0"/>
              <a:t>Changes in commodity prices and land use associated with use of biomass and other forms of energy from renewable sources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2</a:t>
            </a:r>
            <a:endParaRPr lang="en-GB" sz="3200" b="1" dirty="0">
              <a:solidFill>
                <a:srgbClr val="113A60"/>
              </a:solidFill>
            </a:endParaRPr>
          </a:p>
        </p:txBody>
      </p:sp>
      <p:sp>
        <p:nvSpPr>
          <p:cNvPr id="9" name="TextBox 8">
            <a:extLst>
              <a:ext uri="{FF2B5EF4-FFF2-40B4-BE49-F238E27FC236}">
                <a16:creationId xmlns:a16="http://schemas.microsoft.com/office/drawing/2014/main" id="{E3B56801-22A7-ECA5-89CE-16DE2B2F5470}"/>
              </a:ext>
            </a:extLst>
          </p:cNvPr>
          <p:cNvSpPr txBox="1"/>
          <p:nvPr/>
        </p:nvSpPr>
        <p:spPr>
          <a:xfrm>
            <a:off x="325693" y="2084797"/>
            <a:ext cx="11540614" cy="2031325"/>
          </a:xfrm>
          <a:prstGeom prst="rect">
            <a:avLst/>
          </a:prstGeom>
          <a:noFill/>
        </p:spPr>
        <p:txBody>
          <a:bodyPr wrap="square">
            <a:spAutoFit/>
          </a:bodyPr>
          <a:lstStyle/>
          <a:p>
            <a:r>
              <a:rPr lang="en-US" b="1" dirty="0"/>
              <a:t>Changes in commodity prices include changes associated with: </a:t>
            </a:r>
          </a:p>
          <a:p>
            <a:endParaRPr lang="en-US" b="1" dirty="0"/>
          </a:p>
          <a:p>
            <a:r>
              <a:rPr lang="en-US" dirty="0"/>
              <a:t>• </a:t>
            </a:r>
            <a:r>
              <a:rPr lang="en-US" u="sng" dirty="0"/>
              <a:t>Shifts in prices related to food and feed crops used for bioenergy. </a:t>
            </a:r>
          </a:p>
          <a:p>
            <a:endParaRPr lang="en-US" dirty="0"/>
          </a:p>
          <a:p>
            <a:r>
              <a:rPr lang="en-US" dirty="0"/>
              <a:t>• </a:t>
            </a:r>
            <a:r>
              <a:rPr lang="en-US" u="sng" dirty="0"/>
              <a:t>Shifts in prices related to mounting solar panel systems on the ground;</a:t>
            </a:r>
          </a:p>
          <a:p>
            <a:endParaRPr lang="en-US" dirty="0"/>
          </a:p>
          <a:p>
            <a:r>
              <a:rPr lang="en-US" dirty="0"/>
              <a:t>• </a:t>
            </a:r>
            <a:r>
              <a:rPr lang="en-US" u="sng" dirty="0"/>
              <a:t>Shifts in prices related to increased demand for forest biomass;</a:t>
            </a:r>
            <a:endParaRPr lang="en-US" dirty="0"/>
          </a:p>
        </p:txBody>
      </p:sp>
      <p:sp>
        <p:nvSpPr>
          <p:cNvPr id="10" name="TextBox 9">
            <a:extLst>
              <a:ext uri="{FF2B5EF4-FFF2-40B4-BE49-F238E27FC236}">
                <a16:creationId xmlns:a16="http://schemas.microsoft.com/office/drawing/2014/main" id="{74E977CE-6E03-7CCC-B00E-9744BBE2718A}"/>
              </a:ext>
            </a:extLst>
          </p:cNvPr>
          <p:cNvSpPr txBox="1"/>
          <p:nvPr/>
        </p:nvSpPr>
        <p:spPr>
          <a:xfrm>
            <a:off x="325693" y="4654475"/>
            <a:ext cx="11328445" cy="646331"/>
          </a:xfrm>
          <a:prstGeom prst="rect">
            <a:avLst/>
          </a:prstGeom>
          <a:noFill/>
        </p:spPr>
        <p:txBody>
          <a:bodyPr wrap="square">
            <a:spAutoFit/>
          </a:bodyPr>
          <a:lstStyle/>
          <a:p>
            <a:r>
              <a:rPr lang="en-US" b="1" dirty="0"/>
              <a:t>The changes in land use</a:t>
            </a:r>
            <a:r>
              <a:rPr lang="en-US" dirty="0"/>
              <a:t> only concern changes in land used for biomass consumed for energy or ground mounted solar panel system installed on agricultural land. They do not include changes in all agricultural land. </a:t>
            </a:r>
            <a:endParaRPr lang="en-DK" dirty="0"/>
          </a:p>
        </p:txBody>
      </p:sp>
    </p:spTree>
    <p:extLst>
      <p:ext uri="{BB962C8B-B14F-4D97-AF65-F5344CB8AC3E}">
        <p14:creationId xmlns:p14="http://schemas.microsoft.com/office/powerpoint/2010/main" val="2071549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646331"/>
          </a:xfrm>
          <a:prstGeom prst="rect">
            <a:avLst/>
          </a:prstGeom>
          <a:noFill/>
        </p:spPr>
        <p:txBody>
          <a:bodyPr wrap="square">
            <a:spAutoFit/>
          </a:bodyPr>
          <a:lstStyle/>
          <a:p>
            <a:r>
              <a:rPr lang="en-US" b="1" dirty="0"/>
              <a:t>Estimated excess production of energy from renewable sources compared to the national trajectory towards the 2030 target </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3</a:t>
            </a:r>
            <a:endParaRPr lang="en-GB" sz="3200" b="1" dirty="0">
              <a:solidFill>
                <a:srgbClr val="113A60"/>
              </a:solidFill>
            </a:endParaRPr>
          </a:p>
        </p:txBody>
      </p:sp>
      <p:pic>
        <p:nvPicPr>
          <p:cNvPr id="3" name="Picture 2">
            <a:extLst>
              <a:ext uri="{FF2B5EF4-FFF2-40B4-BE49-F238E27FC236}">
                <a16:creationId xmlns:a16="http://schemas.microsoft.com/office/drawing/2014/main" id="{7C4B1A96-3290-F51A-F5D1-DCAC84F7551F}"/>
              </a:ext>
            </a:extLst>
          </p:cNvPr>
          <p:cNvPicPr>
            <a:picLocks noChangeAspect="1"/>
          </p:cNvPicPr>
          <p:nvPr/>
        </p:nvPicPr>
        <p:blipFill>
          <a:blip r:embed="rId3"/>
          <a:stretch>
            <a:fillRect/>
          </a:stretch>
        </p:blipFill>
        <p:spPr>
          <a:xfrm>
            <a:off x="295139" y="1466150"/>
            <a:ext cx="11478159" cy="2155351"/>
          </a:xfrm>
          <a:prstGeom prst="rect">
            <a:avLst/>
          </a:prstGeom>
        </p:spPr>
      </p:pic>
      <p:sp>
        <p:nvSpPr>
          <p:cNvPr id="5" name="TextBox 4">
            <a:extLst>
              <a:ext uri="{FF2B5EF4-FFF2-40B4-BE49-F238E27FC236}">
                <a16:creationId xmlns:a16="http://schemas.microsoft.com/office/drawing/2014/main" id="{0398B8E1-E7BF-9F2D-E425-79F30A0C76BE}"/>
              </a:ext>
            </a:extLst>
          </p:cNvPr>
          <p:cNvSpPr txBox="1"/>
          <p:nvPr/>
        </p:nvSpPr>
        <p:spPr>
          <a:xfrm>
            <a:off x="295139" y="3817998"/>
            <a:ext cx="11640187" cy="3139321"/>
          </a:xfrm>
          <a:prstGeom prst="rect">
            <a:avLst/>
          </a:prstGeom>
          <a:noFill/>
        </p:spPr>
        <p:txBody>
          <a:bodyPr wrap="square">
            <a:spAutoFit/>
          </a:bodyPr>
          <a:lstStyle/>
          <a:p>
            <a:r>
              <a:rPr lang="en-US" dirty="0"/>
              <a:t>When available, the goal is to report the </a:t>
            </a:r>
            <a:r>
              <a:rPr lang="en-US" u="sng" dirty="0"/>
              <a:t>estimated excess production of energy from renewable sources </a:t>
            </a:r>
            <a:r>
              <a:rPr lang="en-US" dirty="0"/>
              <a:t>(in thousand </a:t>
            </a:r>
            <a:r>
              <a:rPr lang="en-US" dirty="0" err="1"/>
              <a:t>tonnes</a:t>
            </a:r>
            <a:r>
              <a:rPr lang="en-US" dirty="0"/>
              <a:t> of oil equivalent, </a:t>
            </a:r>
            <a:r>
              <a:rPr lang="en-US" dirty="0" err="1"/>
              <a:t>ktoe</a:t>
            </a:r>
            <a:r>
              <a:rPr lang="en-US" dirty="0"/>
              <a:t>) resulting from: </a:t>
            </a:r>
          </a:p>
          <a:p>
            <a:endParaRPr lang="en-US" dirty="0"/>
          </a:p>
          <a:p>
            <a:r>
              <a:rPr lang="en-US" dirty="0"/>
              <a:t>• Domestic renewable sources;</a:t>
            </a:r>
          </a:p>
          <a:p>
            <a:endParaRPr lang="en-US" dirty="0"/>
          </a:p>
          <a:p>
            <a:r>
              <a:rPr lang="en-US" dirty="0"/>
              <a:t>• Joint projects between CPs, or CPS and MS, or joint projects between CPs and non-EU countries (which counts toward the national contribution towards the 2030 target);</a:t>
            </a:r>
          </a:p>
          <a:p>
            <a:endParaRPr lang="en-US" dirty="0"/>
          </a:p>
          <a:p>
            <a:r>
              <a:rPr lang="en-US" dirty="0"/>
              <a:t>• Joint support schemes (which counts toward the national contribution towards the 2030 targets).</a:t>
            </a:r>
          </a:p>
          <a:p>
            <a:endParaRPr lang="en-US" dirty="0"/>
          </a:p>
          <a:p>
            <a:endParaRPr lang="en-DK" dirty="0"/>
          </a:p>
        </p:txBody>
      </p:sp>
      <p:sp>
        <p:nvSpPr>
          <p:cNvPr id="6" name="TextBox 5">
            <a:extLst>
              <a:ext uri="{FF2B5EF4-FFF2-40B4-BE49-F238E27FC236}">
                <a16:creationId xmlns:a16="http://schemas.microsoft.com/office/drawing/2014/main" id="{D48EEBF4-6DFD-0E4B-190C-C69A7A80A9AC}"/>
              </a:ext>
            </a:extLst>
          </p:cNvPr>
          <p:cNvSpPr txBox="1"/>
          <p:nvPr/>
        </p:nvSpPr>
        <p:spPr>
          <a:xfrm>
            <a:off x="4885689" y="2314984"/>
            <a:ext cx="1656159" cy="276999"/>
          </a:xfrm>
          <a:prstGeom prst="rect">
            <a:avLst/>
          </a:prstGeom>
          <a:noFill/>
        </p:spPr>
        <p:txBody>
          <a:bodyPr wrap="square">
            <a:spAutoFit/>
          </a:bodyPr>
          <a:lstStyle/>
          <a:p>
            <a:r>
              <a:rPr lang="it-IT" sz="1200" dirty="0"/>
              <a:t> number (decimal)</a:t>
            </a:r>
            <a:endParaRPr lang="en-DK" sz="1200" dirty="0"/>
          </a:p>
        </p:txBody>
      </p:sp>
      <p:sp>
        <p:nvSpPr>
          <p:cNvPr id="10" name="TextBox 9">
            <a:extLst>
              <a:ext uri="{FF2B5EF4-FFF2-40B4-BE49-F238E27FC236}">
                <a16:creationId xmlns:a16="http://schemas.microsoft.com/office/drawing/2014/main" id="{17D5ECB7-D4B4-78B7-D08A-9C706CE59E1B}"/>
              </a:ext>
            </a:extLst>
          </p:cNvPr>
          <p:cNvSpPr txBox="1"/>
          <p:nvPr/>
        </p:nvSpPr>
        <p:spPr>
          <a:xfrm>
            <a:off x="4885688" y="3222023"/>
            <a:ext cx="2417480" cy="276999"/>
          </a:xfrm>
          <a:prstGeom prst="rect">
            <a:avLst/>
          </a:prstGeom>
          <a:noFill/>
        </p:spPr>
        <p:txBody>
          <a:bodyPr wrap="square">
            <a:spAutoFit/>
          </a:bodyPr>
          <a:lstStyle/>
          <a:p>
            <a:r>
              <a:rPr lang="it-IT" sz="1200" dirty="0"/>
              <a:t> negative number (decimal)</a:t>
            </a:r>
            <a:endParaRPr lang="en-DK" sz="1200" dirty="0"/>
          </a:p>
        </p:txBody>
      </p:sp>
    </p:spTree>
    <p:extLst>
      <p:ext uri="{BB962C8B-B14F-4D97-AF65-F5344CB8AC3E}">
        <p14:creationId xmlns:p14="http://schemas.microsoft.com/office/powerpoint/2010/main" val="2296537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058888-402F-AE3B-0D39-6389C26AD2C1}"/>
              </a:ext>
            </a:extLst>
          </p:cNvPr>
          <p:cNvPicPr>
            <a:picLocks noChangeAspect="1"/>
          </p:cNvPicPr>
          <p:nvPr/>
        </p:nvPicPr>
        <p:blipFill>
          <a:blip r:embed="rId3"/>
          <a:srcRect b="87785"/>
          <a:stretch/>
        </p:blipFill>
        <p:spPr>
          <a:xfrm>
            <a:off x="472478" y="1648584"/>
            <a:ext cx="12305984" cy="1319434"/>
          </a:xfrm>
          <a:prstGeom prst="rect">
            <a:avLst/>
          </a:prstGeom>
        </p:spPr>
      </p:pic>
      <p:sp>
        <p:nvSpPr>
          <p:cNvPr id="7" name="TextBox 6">
            <a:extLst>
              <a:ext uri="{FF2B5EF4-FFF2-40B4-BE49-F238E27FC236}">
                <a16:creationId xmlns:a16="http://schemas.microsoft.com/office/drawing/2014/main" id="{5B039C0A-C54C-4E3E-258F-40574CFFC4C0}"/>
              </a:ext>
            </a:extLst>
          </p:cNvPr>
          <p:cNvSpPr txBox="1"/>
          <p:nvPr/>
        </p:nvSpPr>
        <p:spPr>
          <a:xfrm>
            <a:off x="254343" y="876049"/>
            <a:ext cx="11375731" cy="646331"/>
          </a:xfrm>
          <a:prstGeom prst="rect">
            <a:avLst/>
          </a:prstGeom>
          <a:noFill/>
        </p:spPr>
        <p:txBody>
          <a:bodyPr wrap="square">
            <a:spAutoFit/>
          </a:bodyPr>
          <a:lstStyle/>
          <a:p>
            <a:r>
              <a:rPr lang="en-US" b="1" dirty="0"/>
              <a:t>Technological development and deployment of biofuels made from feedstocks listed in Annex IX to Directive 2018/2001</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4</a:t>
            </a:r>
            <a:endParaRPr lang="en-GB" sz="3200" b="1" dirty="0">
              <a:solidFill>
                <a:srgbClr val="113A60"/>
              </a:solidFill>
            </a:endParaRPr>
          </a:p>
        </p:txBody>
      </p:sp>
      <p:sp>
        <p:nvSpPr>
          <p:cNvPr id="6" name="TextBox 5">
            <a:extLst>
              <a:ext uri="{FF2B5EF4-FFF2-40B4-BE49-F238E27FC236}">
                <a16:creationId xmlns:a16="http://schemas.microsoft.com/office/drawing/2014/main" id="{D48EEBF4-6DFD-0E4B-190C-C69A7A80A9AC}"/>
              </a:ext>
            </a:extLst>
          </p:cNvPr>
          <p:cNvSpPr txBox="1"/>
          <p:nvPr/>
        </p:nvSpPr>
        <p:spPr>
          <a:xfrm>
            <a:off x="8317514" y="2226761"/>
            <a:ext cx="1656159" cy="276999"/>
          </a:xfrm>
          <a:prstGeom prst="rect">
            <a:avLst/>
          </a:prstGeom>
          <a:noFill/>
        </p:spPr>
        <p:txBody>
          <a:bodyPr wrap="square">
            <a:spAutoFit/>
          </a:bodyPr>
          <a:lstStyle/>
          <a:p>
            <a:r>
              <a:rPr lang="it-IT" sz="1200" dirty="0"/>
              <a:t>text</a:t>
            </a:r>
            <a:endParaRPr lang="en-DK" sz="1200" dirty="0"/>
          </a:p>
        </p:txBody>
      </p:sp>
      <p:sp>
        <p:nvSpPr>
          <p:cNvPr id="12" name="TextBox 11">
            <a:extLst>
              <a:ext uri="{FF2B5EF4-FFF2-40B4-BE49-F238E27FC236}">
                <a16:creationId xmlns:a16="http://schemas.microsoft.com/office/drawing/2014/main" id="{D4CAEA87-4AD2-366A-B582-6FF6DDECA44A}"/>
              </a:ext>
            </a:extLst>
          </p:cNvPr>
          <p:cNvSpPr txBox="1"/>
          <p:nvPr/>
        </p:nvSpPr>
        <p:spPr>
          <a:xfrm>
            <a:off x="363410" y="3025168"/>
            <a:ext cx="11157596" cy="3416320"/>
          </a:xfrm>
          <a:prstGeom prst="rect">
            <a:avLst/>
          </a:prstGeom>
          <a:noFill/>
        </p:spPr>
        <p:txBody>
          <a:bodyPr wrap="square">
            <a:spAutoFit/>
          </a:bodyPr>
          <a:lstStyle/>
          <a:p>
            <a:r>
              <a:rPr lang="en-US" b="1" dirty="0"/>
              <a:t>FIELD 1</a:t>
            </a:r>
            <a:r>
              <a:rPr lang="en-US" dirty="0"/>
              <a:t>: The purpose of this field is to report on the </a:t>
            </a:r>
            <a:r>
              <a:rPr lang="en-US" u="sng" dirty="0"/>
              <a:t>technological development and deployment of biofuels</a:t>
            </a:r>
            <a:r>
              <a:rPr lang="en-US" dirty="0"/>
              <a:t>, as foreseen in the indicative national trajectory for mainstreaming the renewable energy in transport sector (Article 25, RED II).</a:t>
            </a:r>
          </a:p>
          <a:p>
            <a:endParaRPr lang="en-US" dirty="0"/>
          </a:p>
          <a:p>
            <a:r>
              <a:rPr lang="en-US" dirty="0"/>
              <a:t>In particular, to report </a:t>
            </a:r>
            <a:r>
              <a:rPr lang="en-US" u="sng" dirty="0"/>
              <a:t>technological development within their territories of biofuels made from feedstocks </a:t>
            </a:r>
            <a:r>
              <a:rPr lang="en-US" dirty="0"/>
              <a:t>by listing the different technology pathways and give a description of their status in a qualitative manner: </a:t>
            </a:r>
          </a:p>
          <a:p>
            <a:r>
              <a:rPr lang="en-US" dirty="0"/>
              <a:t>• Development phase by technology readiness level (TRL) </a:t>
            </a:r>
          </a:p>
          <a:p>
            <a:r>
              <a:rPr lang="en-US" dirty="0"/>
              <a:t>• How close they are to market uptake (in years or date, if available) </a:t>
            </a:r>
          </a:p>
          <a:p>
            <a:r>
              <a:rPr lang="en-US" dirty="0"/>
              <a:t>• Recent developments (description) </a:t>
            </a:r>
          </a:p>
          <a:p>
            <a:r>
              <a:rPr lang="en-US" dirty="0"/>
              <a:t>• Investments or research funds acquired. </a:t>
            </a:r>
          </a:p>
          <a:p>
            <a:r>
              <a:rPr lang="en-US" dirty="0"/>
              <a:t>• Energy conversion efficiency (primary energy in feedstock vs final energy in biofuel) </a:t>
            </a:r>
          </a:p>
          <a:p>
            <a:r>
              <a:rPr lang="en-US" dirty="0"/>
              <a:t>• Own energy consumption (in </a:t>
            </a:r>
            <a:r>
              <a:rPr lang="en-US" dirty="0" err="1"/>
              <a:t>ktoe</a:t>
            </a:r>
            <a:r>
              <a:rPr lang="en-US" dirty="0"/>
              <a:t>), source (market, own supply) and type (fossil, renewable)</a:t>
            </a:r>
          </a:p>
        </p:txBody>
      </p:sp>
    </p:spTree>
    <p:extLst>
      <p:ext uri="{BB962C8B-B14F-4D97-AF65-F5344CB8AC3E}">
        <p14:creationId xmlns:p14="http://schemas.microsoft.com/office/powerpoint/2010/main" val="3517240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54343" y="876049"/>
            <a:ext cx="11375731" cy="646331"/>
          </a:xfrm>
          <a:prstGeom prst="rect">
            <a:avLst/>
          </a:prstGeom>
          <a:noFill/>
        </p:spPr>
        <p:txBody>
          <a:bodyPr wrap="square">
            <a:spAutoFit/>
          </a:bodyPr>
          <a:lstStyle/>
          <a:p>
            <a:r>
              <a:rPr lang="en-US" b="1" dirty="0"/>
              <a:t>Estimated impact of the production or use of biofuels, bioliquids and biomass fuels on biodiversity, water resources and availability, soils and air quality</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5</a:t>
            </a:r>
            <a:endParaRPr lang="en-GB" sz="3200" b="1" dirty="0">
              <a:solidFill>
                <a:srgbClr val="113A60"/>
              </a:solidFill>
            </a:endParaRPr>
          </a:p>
        </p:txBody>
      </p:sp>
      <p:pic>
        <p:nvPicPr>
          <p:cNvPr id="3" name="Picture 2">
            <a:extLst>
              <a:ext uri="{FF2B5EF4-FFF2-40B4-BE49-F238E27FC236}">
                <a16:creationId xmlns:a16="http://schemas.microsoft.com/office/drawing/2014/main" id="{5950CCFD-F382-5C15-194B-E9BAC60185E1}"/>
              </a:ext>
            </a:extLst>
          </p:cNvPr>
          <p:cNvPicPr>
            <a:picLocks noChangeAspect="1"/>
          </p:cNvPicPr>
          <p:nvPr/>
        </p:nvPicPr>
        <p:blipFill>
          <a:blip r:embed="rId3"/>
          <a:stretch>
            <a:fillRect/>
          </a:stretch>
        </p:blipFill>
        <p:spPr>
          <a:xfrm>
            <a:off x="256674" y="1527282"/>
            <a:ext cx="11823032" cy="3439428"/>
          </a:xfrm>
          <a:prstGeom prst="rect">
            <a:avLst/>
          </a:prstGeom>
        </p:spPr>
      </p:pic>
      <p:sp>
        <p:nvSpPr>
          <p:cNvPr id="11" name="TextBox 10">
            <a:extLst>
              <a:ext uri="{FF2B5EF4-FFF2-40B4-BE49-F238E27FC236}">
                <a16:creationId xmlns:a16="http://schemas.microsoft.com/office/drawing/2014/main" id="{257A3500-A679-DD29-F97B-5A1184CFBB14}"/>
              </a:ext>
            </a:extLst>
          </p:cNvPr>
          <p:cNvSpPr txBox="1"/>
          <p:nvPr/>
        </p:nvSpPr>
        <p:spPr>
          <a:xfrm>
            <a:off x="254343" y="4966710"/>
            <a:ext cx="6128084" cy="369332"/>
          </a:xfrm>
          <a:prstGeom prst="rect">
            <a:avLst/>
          </a:prstGeom>
          <a:noFill/>
        </p:spPr>
        <p:txBody>
          <a:bodyPr wrap="square">
            <a:spAutoFit/>
          </a:bodyPr>
          <a:lstStyle/>
          <a:p>
            <a:r>
              <a:rPr lang="it-IT" dirty="0"/>
              <a:t>Mandatory, if available</a:t>
            </a:r>
            <a:endParaRPr lang="en-DK" dirty="0"/>
          </a:p>
        </p:txBody>
      </p:sp>
      <p:sp>
        <p:nvSpPr>
          <p:cNvPr id="16" name="TextBox 15">
            <a:extLst>
              <a:ext uri="{FF2B5EF4-FFF2-40B4-BE49-F238E27FC236}">
                <a16:creationId xmlns:a16="http://schemas.microsoft.com/office/drawing/2014/main" id="{FC4690B1-4801-DB8D-35EF-BBFA57D80F95}"/>
              </a:ext>
            </a:extLst>
          </p:cNvPr>
          <p:cNvSpPr txBox="1"/>
          <p:nvPr/>
        </p:nvSpPr>
        <p:spPr>
          <a:xfrm>
            <a:off x="254343" y="5330718"/>
            <a:ext cx="11823032" cy="646331"/>
          </a:xfrm>
          <a:prstGeom prst="rect">
            <a:avLst/>
          </a:prstGeom>
          <a:noFill/>
        </p:spPr>
        <p:txBody>
          <a:bodyPr wrap="square">
            <a:spAutoFit/>
          </a:bodyPr>
          <a:lstStyle/>
          <a:p>
            <a:r>
              <a:rPr lang="en-US" u="sng" dirty="0"/>
              <a:t>The purpose is to provide the information when they have estimated impacts of the production/use of biofuels, bioliquids &amp; biomass fuels on biodiversity / water resources and availability / soils / air quality</a:t>
            </a:r>
            <a:endParaRPr lang="en-DK" u="sng" dirty="0"/>
          </a:p>
        </p:txBody>
      </p:sp>
    </p:spTree>
    <p:extLst>
      <p:ext uri="{BB962C8B-B14F-4D97-AF65-F5344CB8AC3E}">
        <p14:creationId xmlns:p14="http://schemas.microsoft.com/office/powerpoint/2010/main" val="4272293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54343" y="876049"/>
            <a:ext cx="11375731" cy="369332"/>
          </a:xfrm>
          <a:prstGeom prst="rect">
            <a:avLst/>
          </a:prstGeom>
          <a:noFill/>
        </p:spPr>
        <p:txBody>
          <a:bodyPr wrap="square">
            <a:spAutoFit/>
          </a:bodyPr>
          <a:lstStyle/>
          <a:p>
            <a:r>
              <a:rPr lang="en-US" b="1" dirty="0"/>
              <a:t>Observed cases of fraud in the chain of custody of biofuels, bioliquids and biomass fuels</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6 and 7</a:t>
            </a:r>
            <a:endParaRPr lang="en-GB" sz="3200" b="1" dirty="0">
              <a:solidFill>
                <a:srgbClr val="113A60"/>
              </a:solidFill>
            </a:endParaRPr>
          </a:p>
        </p:txBody>
      </p:sp>
      <p:pic>
        <p:nvPicPr>
          <p:cNvPr id="14" name="Picture 13">
            <a:extLst>
              <a:ext uri="{FF2B5EF4-FFF2-40B4-BE49-F238E27FC236}">
                <a16:creationId xmlns:a16="http://schemas.microsoft.com/office/drawing/2014/main" id="{21064725-F83C-F5FC-C944-A68DF408578D}"/>
              </a:ext>
            </a:extLst>
          </p:cNvPr>
          <p:cNvPicPr>
            <a:picLocks noChangeAspect="1"/>
          </p:cNvPicPr>
          <p:nvPr/>
        </p:nvPicPr>
        <p:blipFill>
          <a:blip r:embed="rId3"/>
          <a:stretch>
            <a:fillRect/>
          </a:stretch>
        </p:blipFill>
        <p:spPr>
          <a:xfrm>
            <a:off x="127171" y="1245381"/>
            <a:ext cx="11937657" cy="1601393"/>
          </a:xfrm>
          <a:prstGeom prst="rect">
            <a:avLst/>
          </a:prstGeom>
        </p:spPr>
      </p:pic>
      <p:pic>
        <p:nvPicPr>
          <p:cNvPr id="4" name="Picture 3">
            <a:extLst>
              <a:ext uri="{FF2B5EF4-FFF2-40B4-BE49-F238E27FC236}">
                <a16:creationId xmlns:a16="http://schemas.microsoft.com/office/drawing/2014/main" id="{7A5E6B9A-C072-BD9D-9416-5C9F6CA43C68}"/>
              </a:ext>
            </a:extLst>
          </p:cNvPr>
          <p:cNvPicPr>
            <a:picLocks noChangeAspect="1"/>
          </p:cNvPicPr>
          <p:nvPr/>
        </p:nvPicPr>
        <p:blipFill>
          <a:blip r:embed="rId4"/>
          <a:stretch>
            <a:fillRect/>
          </a:stretch>
        </p:blipFill>
        <p:spPr>
          <a:xfrm>
            <a:off x="254343" y="3206301"/>
            <a:ext cx="9277350" cy="3543300"/>
          </a:xfrm>
          <a:prstGeom prst="rect">
            <a:avLst/>
          </a:prstGeom>
        </p:spPr>
      </p:pic>
      <p:sp>
        <p:nvSpPr>
          <p:cNvPr id="9" name="TextBox 8">
            <a:extLst>
              <a:ext uri="{FF2B5EF4-FFF2-40B4-BE49-F238E27FC236}">
                <a16:creationId xmlns:a16="http://schemas.microsoft.com/office/drawing/2014/main" id="{68F85791-1571-1E63-4A2C-75F516058355}"/>
              </a:ext>
            </a:extLst>
          </p:cNvPr>
          <p:cNvSpPr txBox="1"/>
          <p:nvPr/>
        </p:nvSpPr>
        <p:spPr>
          <a:xfrm>
            <a:off x="262365" y="2889337"/>
            <a:ext cx="11375731" cy="369332"/>
          </a:xfrm>
          <a:prstGeom prst="rect">
            <a:avLst/>
          </a:prstGeom>
          <a:noFill/>
        </p:spPr>
        <p:txBody>
          <a:bodyPr wrap="square">
            <a:spAutoFit/>
          </a:bodyPr>
          <a:lstStyle/>
          <a:p>
            <a:r>
              <a:rPr lang="en-US" b="1" dirty="0"/>
              <a:t>Share of biodegradable waste in waste-to-energy plants used for producing energy</a:t>
            </a:r>
            <a:endParaRPr lang="en-DK" b="1" dirty="0"/>
          </a:p>
        </p:txBody>
      </p:sp>
      <p:sp>
        <p:nvSpPr>
          <p:cNvPr id="12" name="TextBox 11">
            <a:extLst>
              <a:ext uri="{FF2B5EF4-FFF2-40B4-BE49-F238E27FC236}">
                <a16:creationId xmlns:a16="http://schemas.microsoft.com/office/drawing/2014/main" id="{94F09801-2BDB-D203-E9FE-C12F6C67B52B}"/>
              </a:ext>
            </a:extLst>
          </p:cNvPr>
          <p:cNvSpPr txBox="1"/>
          <p:nvPr/>
        </p:nvSpPr>
        <p:spPr>
          <a:xfrm>
            <a:off x="7299158" y="3301232"/>
            <a:ext cx="6128084" cy="369332"/>
          </a:xfrm>
          <a:prstGeom prst="rect">
            <a:avLst/>
          </a:prstGeom>
          <a:noFill/>
        </p:spPr>
        <p:txBody>
          <a:bodyPr wrap="square">
            <a:spAutoFit/>
          </a:bodyPr>
          <a:lstStyle/>
          <a:p>
            <a:r>
              <a:rPr lang="it-IT" dirty="0"/>
              <a:t>Mandatory, if applicable</a:t>
            </a:r>
            <a:endParaRPr lang="en-DK" dirty="0"/>
          </a:p>
        </p:txBody>
      </p:sp>
    </p:spTree>
    <p:extLst>
      <p:ext uri="{BB962C8B-B14F-4D97-AF65-F5344CB8AC3E}">
        <p14:creationId xmlns:p14="http://schemas.microsoft.com/office/powerpoint/2010/main" val="2489206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646331"/>
          </a:xfrm>
          <a:prstGeom prst="rect">
            <a:avLst/>
          </a:prstGeom>
          <a:noFill/>
        </p:spPr>
        <p:txBody>
          <a:bodyPr wrap="square">
            <a:spAutoFit/>
          </a:bodyPr>
          <a:lstStyle/>
          <a:p>
            <a:r>
              <a:rPr lang="en-US" b="1" dirty="0"/>
              <a:t>Electricity and heat generation from renewable </a:t>
            </a:r>
            <a:r>
              <a:rPr lang="en-US" b="1" u="sng" dirty="0"/>
              <a:t>energy in buildings</a:t>
            </a:r>
            <a:r>
              <a:rPr lang="en-US" b="1" dirty="0"/>
              <a:t>, including, where available, disaggregated data on energy produced, consumed and injected into the grid</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8</a:t>
            </a:r>
            <a:endParaRPr lang="en-GB" sz="3200" b="1" dirty="0">
              <a:solidFill>
                <a:srgbClr val="113A60"/>
              </a:solidFill>
            </a:endParaRPr>
          </a:p>
        </p:txBody>
      </p:sp>
      <p:pic>
        <p:nvPicPr>
          <p:cNvPr id="4" name="Picture 3">
            <a:extLst>
              <a:ext uri="{FF2B5EF4-FFF2-40B4-BE49-F238E27FC236}">
                <a16:creationId xmlns:a16="http://schemas.microsoft.com/office/drawing/2014/main" id="{C9074D40-A8C0-76DC-75AD-C3D1C4359062}"/>
              </a:ext>
            </a:extLst>
          </p:cNvPr>
          <p:cNvPicPr>
            <a:picLocks noChangeAspect="1"/>
          </p:cNvPicPr>
          <p:nvPr/>
        </p:nvPicPr>
        <p:blipFill>
          <a:blip r:embed="rId3"/>
          <a:stretch>
            <a:fillRect/>
          </a:stretch>
        </p:blipFill>
        <p:spPr>
          <a:xfrm>
            <a:off x="324351" y="1559271"/>
            <a:ext cx="6381249" cy="5162872"/>
          </a:xfrm>
          <a:prstGeom prst="rect">
            <a:avLst/>
          </a:prstGeom>
        </p:spPr>
      </p:pic>
      <p:sp>
        <p:nvSpPr>
          <p:cNvPr id="11" name="TextBox 10">
            <a:extLst>
              <a:ext uri="{FF2B5EF4-FFF2-40B4-BE49-F238E27FC236}">
                <a16:creationId xmlns:a16="http://schemas.microsoft.com/office/drawing/2014/main" id="{E26EEEAE-9164-332B-F237-0CBFF67D9327}"/>
              </a:ext>
            </a:extLst>
          </p:cNvPr>
          <p:cNvSpPr txBox="1"/>
          <p:nvPr/>
        </p:nvSpPr>
        <p:spPr>
          <a:xfrm>
            <a:off x="6705600" y="1546444"/>
            <a:ext cx="5162049" cy="5355312"/>
          </a:xfrm>
          <a:prstGeom prst="rect">
            <a:avLst/>
          </a:prstGeom>
          <a:noFill/>
        </p:spPr>
        <p:txBody>
          <a:bodyPr wrap="square">
            <a:spAutoFit/>
          </a:bodyPr>
          <a:lstStyle/>
          <a:p>
            <a:r>
              <a:rPr lang="en-US" u="sng" dirty="0"/>
              <a:t>The data on energy from renewable energy generated in buildings have to be </a:t>
            </a:r>
            <a:r>
              <a:rPr lang="en-US" b="1" u="sng" dirty="0"/>
              <a:t>disaggregated for production / consumption / injection </a:t>
            </a:r>
            <a:r>
              <a:rPr lang="en-US" u="sng" dirty="0"/>
              <a:t>into the grid according to the following fields: </a:t>
            </a:r>
          </a:p>
          <a:p>
            <a:r>
              <a:rPr lang="en-US" dirty="0"/>
              <a:t>• Final energy consumption from renewables in </a:t>
            </a:r>
            <a:r>
              <a:rPr lang="en-US" dirty="0">
                <a:highlight>
                  <a:srgbClr val="00FF00"/>
                </a:highlight>
              </a:rPr>
              <a:t>buildings</a:t>
            </a:r>
            <a:r>
              <a:rPr lang="en-US" dirty="0"/>
              <a:t> for heating purposes. This means e.g. biomass directly combusted in households. It excludes heat produced from renewables in e.g. district heating installations that is afterwards sold to households or services (if we assume that buildings includes both households and services). </a:t>
            </a:r>
          </a:p>
          <a:p>
            <a:r>
              <a:rPr lang="en-US" dirty="0"/>
              <a:t>• Renewable heat consumed in buildings, it includes only heat produced from renewables in a district heating installation and afterwards sold to buildings</a:t>
            </a:r>
          </a:p>
          <a:p>
            <a:r>
              <a:rPr lang="en-US" dirty="0"/>
              <a:t>• Renewable heat produced and fed into the grid </a:t>
            </a:r>
          </a:p>
          <a:p>
            <a:r>
              <a:rPr lang="en-US" dirty="0"/>
              <a:t>• Renewable electricity production in buildings </a:t>
            </a:r>
          </a:p>
          <a:p>
            <a:r>
              <a:rPr lang="en-US" dirty="0"/>
              <a:t>• Renewable electricity consumption in buildings</a:t>
            </a:r>
          </a:p>
          <a:p>
            <a:r>
              <a:rPr lang="en-US" dirty="0"/>
              <a:t>• Renewable electricity fed into grid</a:t>
            </a:r>
          </a:p>
        </p:txBody>
      </p:sp>
    </p:spTree>
    <p:extLst>
      <p:ext uri="{BB962C8B-B14F-4D97-AF65-F5344CB8AC3E}">
        <p14:creationId xmlns:p14="http://schemas.microsoft.com/office/powerpoint/2010/main" val="1684579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278407" y="900113"/>
            <a:ext cx="11375731" cy="646331"/>
          </a:xfrm>
          <a:prstGeom prst="rect">
            <a:avLst/>
          </a:prstGeom>
          <a:noFill/>
        </p:spPr>
        <p:txBody>
          <a:bodyPr wrap="square">
            <a:spAutoFit/>
          </a:bodyPr>
          <a:lstStyle/>
          <a:p>
            <a:r>
              <a:rPr lang="en-US" b="1" dirty="0"/>
              <a:t>Electricity and heat generation from renewable energy in buildings, including, where available, disaggregated data on energy produced, consumed and injected into the grid</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16 – Table 8</a:t>
            </a:r>
            <a:endParaRPr lang="en-GB" sz="3200" b="1" dirty="0">
              <a:solidFill>
                <a:srgbClr val="113A60"/>
              </a:solidFill>
            </a:endParaRPr>
          </a:p>
        </p:txBody>
      </p:sp>
      <p:pic>
        <p:nvPicPr>
          <p:cNvPr id="3" name="Picture 2">
            <a:extLst>
              <a:ext uri="{FF2B5EF4-FFF2-40B4-BE49-F238E27FC236}">
                <a16:creationId xmlns:a16="http://schemas.microsoft.com/office/drawing/2014/main" id="{ED2FE01F-119B-FCA6-1DEF-4D1A66A99BC5}"/>
              </a:ext>
            </a:extLst>
          </p:cNvPr>
          <p:cNvPicPr>
            <a:picLocks noChangeAspect="1"/>
          </p:cNvPicPr>
          <p:nvPr/>
        </p:nvPicPr>
        <p:blipFill>
          <a:blip r:embed="rId3"/>
          <a:stretch>
            <a:fillRect/>
          </a:stretch>
        </p:blipFill>
        <p:spPr>
          <a:xfrm>
            <a:off x="290012" y="1915410"/>
            <a:ext cx="6951950" cy="4533514"/>
          </a:xfrm>
          <a:prstGeom prst="rect">
            <a:avLst/>
          </a:prstGeom>
        </p:spPr>
      </p:pic>
      <p:sp>
        <p:nvSpPr>
          <p:cNvPr id="6" name="TextBox 5">
            <a:extLst>
              <a:ext uri="{FF2B5EF4-FFF2-40B4-BE49-F238E27FC236}">
                <a16:creationId xmlns:a16="http://schemas.microsoft.com/office/drawing/2014/main" id="{9DB6D51C-1F8A-44C3-E7CC-2E49A18EBF73}"/>
              </a:ext>
            </a:extLst>
          </p:cNvPr>
          <p:cNvSpPr txBox="1"/>
          <p:nvPr/>
        </p:nvSpPr>
        <p:spPr>
          <a:xfrm>
            <a:off x="7241962" y="1753383"/>
            <a:ext cx="4660026" cy="4801314"/>
          </a:xfrm>
          <a:prstGeom prst="rect">
            <a:avLst/>
          </a:prstGeom>
          <a:noFill/>
        </p:spPr>
        <p:txBody>
          <a:bodyPr wrap="square">
            <a:spAutoFit/>
          </a:bodyPr>
          <a:lstStyle/>
          <a:p>
            <a:r>
              <a:rPr lang="en-US" u="sng" dirty="0"/>
              <a:t>Progress reported has to include separate values for </a:t>
            </a:r>
            <a:r>
              <a:rPr lang="en-US" b="1" u="sng" dirty="0"/>
              <a:t>different renewable sources </a:t>
            </a:r>
            <a:r>
              <a:rPr lang="en-US" u="sng" dirty="0"/>
              <a:t>in each category (and for the total of each category): </a:t>
            </a:r>
          </a:p>
          <a:p>
            <a:r>
              <a:rPr lang="en-US" dirty="0"/>
              <a:t>• Solar thermal systems (only for heating reporting elements) </a:t>
            </a:r>
          </a:p>
          <a:p>
            <a:r>
              <a:rPr lang="en-US" dirty="0"/>
              <a:t>• Solar PV systems (only for electricity reporting elements) </a:t>
            </a:r>
          </a:p>
          <a:p>
            <a:r>
              <a:rPr lang="en-US" dirty="0"/>
              <a:t>• Biomass (as defined in RED II and following the Sustainability and greenhouse gas emissions saving criteria for biofuels, bioliquids and biomass fuels stipulated in Article 29 of Directive 2018/2001/EU) </a:t>
            </a:r>
          </a:p>
          <a:p>
            <a:r>
              <a:rPr lang="en-US" dirty="0"/>
              <a:t>• Heat pumps (only for heating reporting elements)</a:t>
            </a:r>
          </a:p>
          <a:p>
            <a:r>
              <a:rPr lang="en-US" dirty="0"/>
              <a:t> • Geothermal systems </a:t>
            </a:r>
          </a:p>
          <a:p>
            <a:r>
              <a:rPr lang="en-US" dirty="0"/>
              <a:t>• Other </a:t>
            </a:r>
            <a:r>
              <a:rPr lang="en-US" dirty="0" err="1"/>
              <a:t>decentralised</a:t>
            </a:r>
            <a:r>
              <a:rPr lang="en-US" dirty="0"/>
              <a:t> renewable source</a:t>
            </a:r>
            <a:endParaRPr lang="en-DK" dirty="0"/>
          </a:p>
        </p:txBody>
      </p:sp>
    </p:spTree>
    <p:extLst>
      <p:ext uri="{BB962C8B-B14F-4D97-AF65-F5344CB8AC3E}">
        <p14:creationId xmlns:p14="http://schemas.microsoft.com/office/powerpoint/2010/main" val="4218346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66CD-53F9-3735-F973-8E13593690FE}"/>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D6BF994-2C40-9BCA-8A56-4A7F5F47D2A0}"/>
              </a:ext>
            </a:extLst>
          </p:cNvPr>
          <p:cNvSpPr txBox="1">
            <a:spLocks/>
          </p:cNvSpPr>
          <p:nvPr/>
        </p:nvSpPr>
        <p:spPr>
          <a:xfrm>
            <a:off x="500863" y="54288"/>
            <a:ext cx="11010281" cy="1077218"/>
          </a:xfrm>
          <a:prstGeom prst="rect">
            <a:avLst/>
          </a:prstGeom>
          <a:noFill/>
        </p:spPr>
        <p:txBody>
          <a:bodyPr wrap="square" lIns="91440" tIns="45720" rIns="91440" bIns="45720" rtlCol="0" anchor="t">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noProof="0" dirty="0">
                <a:ea typeface="Calibri"/>
                <a:cs typeface="Calibri"/>
              </a:rPr>
              <a:t>Key takeaways</a:t>
            </a:r>
            <a:endParaRPr lang="en-GB" noProof="0" dirty="0">
              <a:ea typeface="Calibri"/>
              <a:cs typeface="Calibri"/>
            </a:endParaRPr>
          </a:p>
          <a:p>
            <a:endParaRPr lang="en-GB" noProof="0" dirty="0">
              <a:highlight>
                <a:srgbClr val="FFFF00"/>
              </a:highlight>
              <a:ea typeface="Calibri"/>
              <a:cs typeface="Calibri"/>
            </a:endParaRPr>
          </a:p>
        </p:txBody>
      </p:sp>
      <p:sp>
        <p:nvSpPr>
          <p:cNvPr id="4" name="Rectángulo 3">
            <a:extLst>
              <a:ext uri="{FF2B5EF4-FFF2-40B4-BE49-F238E27FC236}">
                <a16:creationId xmlns:a16="http://schemas.microsoft.com/office/drawing/2014/main" id="{2109FA2A-20EF-5E92-3416-81ED1D935F97}"/>
              </a:ext>
            </a:extLst>
          </p:cNvPr>
          <p:cNvSpPr/>
          <p:nvPr/>
        </p:nvSpPr>
        <p:spPr>
          <a:xfrm>
            <a:off x="664409" y="1359877"/>
            <a:ext cx="10863181" cy="4330175"/>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200000"/>
              </a:lnSpc>
              <a:buFont typeface="Arial" panose="020B0604020202020204" pitchFamily="34" charset="0"/>
              <a:buChar char="•"/>
            </a:pPr>
            <a:r>
              <a:rPr lang="en-GB" sz="2000" noProof="0" dirty="0"/>
              <a:t>Follow Colour-coding: Ensure correct interpretation of cells in import/export Excel tables.</a:t>
            </a:r>
            <a:endParaRPr lang="en-GB" sz="2000" dirty="0"/>
          </a:p>
          <a:p>
            <a:pPr marL="342900" indent="-342900">
              <a:lnSpc>
                <a:spcPct val="200000"/>
              </a:lnSpc>
              <a:buFont typeface="Arial" panose="020B0604020202020204" pitchFamily="34" charset="0"/>
              <a:buChar char="•"/>
            </a:pPr>
            <a:r>
              <a:rPr lang="en-GB" sz="2000" dirty="0"/>
              <a:t>Reviewing EUROSTAT DATA you submitted </a:t>
            </a:r>
          </a:p>
          <a:p>
            <a:pPr marL="342900" indent="-342900">
              <a:lnSpc>
                <a:spcPct val="200000"/>
              </a:lnSpc>
              <a:buFont typeface="Arial" panose="020B0604020202020204" pitchFamily="34" charset="0"/>
              <a:buChar char="•"/>
            </a:pPr>
            <a:r>
              <a:rPr lang="en-GB" sz="2000" noProof="0" dirty="0"/>
              <a:t>Use notation</a:t>
            </a:r>
            <a:r>
              <a:rPr lang="en-GB" sz="2000" dirty="0"/>
              <a:t> keys</a:t>
            </a:r>
          </a:p>
          <a:p>
            <a:pPr marL="342900" indent="-342900">
              <a:lnSpc>
                <a:spcPct val="200000"/>
              </a:lnSpc>
              <a:buFont typeface="Arial" panose="020B0604020202020204" pitchFamily="34" charset="0"/>
              <a:buChar char="•"/>
            </a:pPr>
            <a:r>
              <a:rPr lang="en-GB" sz="2000" b="0" noProof="0" dirty="0"/>
              <a:t>Follow thematic guidelines for consistency</a:t>
            </a:r>
          </a:p>
          <a:p>
            <a:pPr marL="342900" indent="-342900">
              <a:lnSpc>
                <a:spcPct val="200000"/>
              </a:lnSpc>
              <a:buFont typeface="Arial" panose="020B0604020202020204" pitchFamily="34" charset="0"/>
              <a:buChar char="•"/>
            </a:pPr>
            <a:r>
              <a:rPr lang="en-GB" sz="2000" b="0" noProof="0" dirty="0"/>
              <a:t>Engage </a:t>
            </a:r>
            <a:r>
              <a:rPr lang="en-GB" sz="2000" b="0" dirty="0"/>
              <a:t>Ensure validation before submission </a:t>
            </a:r>
            <a:r>
              <a:rPr lang="en-GB" sz="2000" b="0" noProof="0" dirty="0"/>
              <a:t>with the QA/QC process for high-quality data</a:t>
            </a:r>
            <a:endParaRPr lang="en-GB" sz="2000" dirty="0"/>
          </a:p>
          <a:p>
            <a:pPr marL="342900" indent="-342900">
              <a:lnSpc>
                <a:spcPct val="200000"/>
              </a:lnSpc>
              <a:buFont typeface="Arial" panose="020B0604020202020204" pitchFamily="34" charset="0"/>
              <a:buChar char="•"/>
            </a:pPr>
            <a:r>
              <a:rPr lang="en-DK" altLang="en-DK" sz="2000" dirty="0"/>
              <a:t>Try to validate when you are sure you have done a good job.</a:t>
            </a:r>
            <a:endParaRPr lang="en-GB" sz="2000" noProof="0" dirty="0"/>
          </a:p>
          <a:p>
            <a:pPr marL="457200" indent="-457200">
              <a:lnSpc>
                <a:spcPct val="200000"/>
              </a:lnSpc>
              <a:buFont typeface="Arial" panose="020B0604020202020204" pitchFamily="34" charset="0"/>
              <a:buChar char="•"/>
            </a:pPr>
            <a:endParaRPr lang="en-GB" sz="2000" noProof="0" dirty="0"/>
          </a:p>
        </p:txBody>
      </p:sp>
    </p:spTree>
    <p:extLst>
      <p:ext uri="{BB962C8B-B14F-4D97-AF65-F5344CB8AC3E}">
        <p14:creationId xmlns:p14="http://schemas.microsoft.com/office/powerpoint/2010/main" val="345300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DE098-94D5-203F-3C00-A090FBA3B22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353413D-C4E8-3A57-6E01-D32AC40992AB}"/>
              </a:ext>
            </a:extLst>
          </p:cNvPr>
          <p:cNvSpPr/>
          <p:nvPr/>
        </p:nvSpPr>
        <p:spPr>
          <a:xfrm>
            <a:off x="854415" y="2999490"/>
            <a:ext cx="5204205" cy="3632530"/>
          </a:xfrm>
          <a:prstGeom prst="rect">
            <a:avLst/>
          </a:prstGeom>
          <a:solidFill>
            <a:srgbClr val="D4B590">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F0B00923-FF65-2463-9315-12EEF409DFA0}"/>
              </a:ext>
            </a:extLst>
          </p:cNvPr>
          <p:cNvSpPr/>
          <p:nvPr/>
        </p:nvSpPr>
        <p:spPr>
          <a:xfrm>
            <a:off x="7577962" y="3157828"/>
            <a:ext cx="4264075" cy="3474192"/>
          </a:xfrm>
          <a:prstGeom prst="rect">
            <a:avLst/>
          </a:prstGeom>
          <a:solidFill>
            <a:srgbClr val="A3C9E7">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247A69-F7B2-81B1-B7DC-77F172A9B675}"/>
              </a:ext>
            </a:extLst>
          </p:cNvPr>
          <p:cNvSpPr txBox="1"/>
          <p:nvPr/>
        </p:nvSpPr>
        <p:spPr>
          <a:xfrm>
            <a:off x="7676208" y="3156988"/>
            <a:ext cx="426480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ptos"/>
                <a:ea typeface="Calibri"/>
                <a:cs typeface="Arial"/>
              </a:rPr>
              <a:t>Manual checks for All CPs</a:t>
            </a:r>
            <a:endParaRPr lang="en-US" dirty="0">
              <a:latin typeface="Aptos"/>
              <a:ea typeface="Calibri"/>
              <a:cs typeface="Arial"/>
            </a:endParaRPr>
          </a:p>
          <a:p>
            <a:endParaRPr lang="en-US" sz="2000" b="1" dirty="0">
              <a:latin typeface="Aptos"/>
              <a:ea typeface="Calibri"/>
              <a:cs typeface="Arial"/>
            </a:endParaRPr>
          </a:p>
          <a:p>
            <a:r>
              <a:rPr lang="en-US" b="1" dirty="0">
                <a:latin typeface="Aptos"/>
                <a:ea typeface="Calibri"/>
                <a:cs typeface="Arial"/>
              </a:rPr>
              <a:t>Comparability</a:t>
            </a:r>
            <a:endParaRPr lang="en-US" dirty="0">
              <a:latin typeface="Aptos"/>
              <a:ea typeface="Calibri"/>
              <a:cs typeface="Arial"/>
            </a:endParaRPr>
          </a:p>
          <a:p>
            <a:r>
              <a:rPr lang="en-US" dirty="0">
                <a:latin typeface="Aptos"/>
                <a:ea typeface="Calibri"/>
                <a:cs typeface="Arial"/>
              </a:rPr>
              <a:t>the purpose of this criterion is to verify that the submitted data is comparable across CPs.</a:t>
            </a:r>
            <a:endParaRPr lang="en-US" dirty="0">
              <a:ea typeface="Calibri"/>
              <a:cs typeface="Arial"/>
            </a:endParaRPr>
          </a:p>
          <a:p>
            <a:endParaRPr lang="en-US" b="1" dirty="0">
              <a:latin typeface="Aptos"/>
              <a:ea typeface="Calibri"/>
              <a:cs typeface="Arial"/>
            </a:endParaRPr>
          </a:p>
          <a:p>
            <a:r>
              <a:rPr lang="en-US" b="1" dirty="0">
                <a:latin typeface="Aptos"/>
                <a:ea typeface="Calibri"/>
                <a:cs typeface="Arial"/>
              </a:rPr>
              <a:t>Coherence </a:t>
            </a:r>
            <a:endParaRPr lang="en-US" dirty="0">
              <a:latin typeface="Aptos"/>
              <a:ea typeface="Calibri"/>
              <a:cs typeface="Arial"/>
            </a:endParaRPr>
          </a:p>
          <a:p>
            <a:r>
              <a:rPr lang="en-US" dirty="0">
                <a:latin typeface="Aptos"/>
                <a:ea typeface="Calibri"/>
                <a:cs typeface="Arial"/>
              </a:rPr>
              <a:t>the purpose of this criterion is to verify that the submitted data is coherent in the context. </a:t>
            </a:r>
          </a:p>
          <a:p>
            <a:endParaRPr lang="en-US" dirty="0">
              <a:latin typeface="Calibri"/>
              <a:ea typeface="Calibri"/>
              <a:cs typeface="Calibri"/>
            </a:endParaRPr>
          </a:p>
        </p:txBody>
      </p:sp>
      <p:sp>
        <p:nvSpPr>
          <p:cNvPr id="4" name="TextBox 3">
            <a:extLst>
              <a:ext uri="{FF2B5EF4-FFF2-40B4-BE49-F238E27FC236}">
                <a16:creationId xmlns:a16="http://schemas.microsoft.com/office/drawing/2014/main" id="{84185501-9500-F3EE-42FE-D7D93DCBD0C1}"/>
              </a:ext>
            </a:extLst>
          </p:cNvPr>
          <p:cNvSpPr txBox="1"/>
          <p:nvPr/>
        </p:nvSpPr>
        <p:spPr>
          <a:xfrm>
            <a:off x="771629" y="2999490"/>
            <a:ext cx="5369775" cy="347787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Manual checks for each CP</a:t>
            </a:r>
            <a:endParaRPr lang="en-US" dirty="0">
              <a:cs typeface="Segoe UI"/>
            </a:endParaRPr>
          </a:p>
          <a:p>
            <a:endParaRPr lang="en-US" sz="2000" b="1" dirty="0">
              <a:cs typeface="Segoe UI"/>
            </a:endParaRPr>
          </a:p>
          <a:p>
            <a:r>
              <a:rPr lang="en-US" b="1" dirty="0">
                <a:cs typeface="Segoe UI"/>
              </a:rPr>
              <a:t>Completeness (20 checks)</a:t>
            </a:r>
            <a:r>
              <a:rPr lang="en-US" dirty="0">
                <a:cs typeface="Segoe UI"/>
              </a:rPr>
              <a:t>: The purpose of this criterion is to verify that data has been reported for all non-voluntary fields;</a:t>
            </a:r>
          </a:p>
          <a:p>
            <a:endParaRPr lang="en-US" dirty="0">
              <a:cs typeface="Segoe UI"/>
            </a:endParaRPr>
          </a:p>
          <a:p>
            <a:r>
              <a:rPr lang="en-US" b="1" dirty="0">
                <a:cs typeface="Segoe UI"/>
              </a:rPr>
              <a:t>Transparency (7 checks)</a:t>
            </a:r>
            <a:r>
              <a:rPr lang="en-US" dirty="0">
                <a:cs typeface="Segoe UI"/>
              </a:rPr>
              <a:t>: The purpose of this criteria is to verify that data reported is understandable to most and univocal;</a:t>
            </a:r>
          </a:p>
          <a:p>
            <a:endParaRPr lang="en-US" dirty="0">
              <a:cs typeface="Segoe UI"/>
            </a:endParaRPr>
          </a:p>
          <a:p>
            <a:r>
              <a:rPr lang="en-US" b="1" dirty="0">
                <a:cs typeface="Segoe UI"/>
              </a:rPr>
              <a:t>Accuracy (5 checks)</a:t>
            </a:r>
            <a:r>
              <a:rPr lang="en-US" dirty="0">
                <a:cs typeface="Segoe UI"/>
              </a:rPr>
              <a:t>: Check if the values/information provided are accurate/plausible </a:t>
            </a:r>
          </a:p>
        </p:txBody>
      </p:sp>
      <p:sp>
        <p:nvSpPr>
          <p:cNvPr id="18" name="Arrow: Down 17">
            <a:extLst>
              <a:ext uri="{FF2B5EF4-FFF2-40B4-BE49-F238E27FC236}">
                <a16:creationId xmlns:a16="http://schemas.microsoft.com/office/drawing/2014/main" id="{9584B979-51CB-AAB6-72E6-DB1ED49B839D}"/>
              </a:ext>
            </a:extLst>
          </p:cNvPr>
          <p:cNvSpPr/>
          <p:nvPr/>
        </p:nvSpPr>
        <p:spPr>
          <a:xfrm>
            <a:off x="366178" y="3813311"/>
            <a:ext cx="383991" cy="2818709"/>
          </a:xfrm>
          <a:prstGeom prst="downArrow">
            <a:avLst/>
          </a:prstGeom>
          <a:solidFill>
            <a:srgbClr val="9465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848B4EF0-7049-A1D7-EF81-0C32B8789F3A}"/>
              </a:ext>
            </a:extLst>
          </p:cNvPr>
          <p:cNvSpPr/>
          <p:nvPr/>
        </p:nvSpPr>
        <p:spPr>
          <a:xfrm rot="16200000">
            <a:off x="6719327" y="3554336"/>
            <a:ext cx="369614" cy="1179691"/>
          </a:xfrm>
          <a:prstGeom prst="downArrow">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C9E23DD-1AA2-CCBF-EE3B-A2869CB5859D}"/>
              </a:ext>
            </a:extLst>
          </p:cNvPr>
          <p:cNvSpPr txBox="1"/>
          <p:nvPr/>
        </p:nvSpPr>
        <p:spPr>
          <a:xfrm>
            <a:off x="6133381" y="4322954"/>
            <a:ext cx="154987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cs typeface="Segoe UI"/>
              </a:rPr>
              <a:t>Data resubmission​</a:t>
            </a:r>
          </a:p>
          <a:p>
            <a:r>
              <a:rPr lang="en-US" dirty="0">
                <a:latin typeface="Calibri"/>
                <a:cs typeface="Segoe UI"/>
              </a:rPr>
              <a:t>​</a:t>
            </a:r>
            <a:endParaRPr lang="en-US" dirty="0">
              <a:latin typeface="Calibri"/>
              <a:ea typeface="Calibri"/>
              <a:cs typeface="Segoe UI"/>
            </a:endParaRPr>
          </a:p>
        </p:txBody>
      </p:sp>
      <p:sp>
        <p:nvSpPr>
          <p:cNvPr id="2" name="Slide Number Placeholder 1">
            <a:extLst>
              <a:ext uri="{FF2B5EF4-FFF2-40B4-BE49-F238E27FC236}">
                <a16:creationId xmlns:a16="http://schemas.microsoft.com/office/drawing/2014/main" id="{294DAA0A-CBD4-8F0B-87AE-26DD6B54B0D3}"/>
              </a:ext>
            </a:extLst>
          </p:cNvPr>
          <p:cNvSpPr>
            <a:spLocks noGrp="1"/>
          </p:cNvSpPr>
          <p:nvPr>
            <p:ph type="sldNum" sz="quarter" idx="12"/>
          </p:nvPr>
        </p:nvSpPr>
        <p:spPr/>
        <p:txBody>
          <a:bodyPr/>
          <a:lstStyle/>
          <a:p>
            <a:fld id="{1A424DB6-78F0-4ADD-B66A-AFD80B81666A}" type="slidenum">
              <a:rPr lang="en-DK" smtClean="0"/>
              <a:t>37</a:t>
            </a:fld>
            <a:endParaRPr lang="en-DK"/>
          </a:p>
        </p:txBody>
      </p:sp>
      <p:sp>
        <p:nvSpPr>
          <p:cNvPr id="7" name="TextBox 6">
            <a:extLst>
              <a:ext uri="{FF2B5EF4-FFF2-40B4-BE49-F238E27FC236}">
                <a16:creationId xmlns:a16="http://schemas.microsoft.com/office/drawing/2014/main" id="{26CAE4D9-8371-949A-ACDB-D75A2B330CB2}"/>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First and second QAQC</a:t>
            </a:r>
            <a:endParaRPr lang="en-GB" sz="3200" b="1" dirty="0">
              <a:solidFill>
                <a:srgbClr val="113A60"/>
              </a:solidFill>
            </a:endParaRPr>
          </a:p>
        </p:txBody>
      </p:sp>
      <p:sp>
        <p:nvSpPr>
          <p:cNvPr id="5" name="Content Placeholder 2">
            <a:extLst>
              <a:ext uri="{FF2B5EF4-FFF2-40B4-BE49-F238E27FC236}">
                <a16:creationId xmlns:a16="http://schemas.microsoft.com/office/drawing/2014/main" id="{CE860AA8-80AC-AF1B-3EF7-2CDD80727D64}"/>
              </a:ext>
            </a:extLst>
          </p:cNvPr>
          <p:cNvSpPr txBox="1">
            <a:spLocks/>
          </p:cNvSpPr>
          <p:nvPr/>
        </p:nvSpPr>
        <p:spPr>
          <a:xfrm>
            <a:off x="2662746" y="693174"/>
            <a:ext cx="936234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endParaRPr lang="en-US" sz="1800" dirty="0">
              <a:cs typeface="Segoe UI"/>
            </a:endParaRPr>
          </a:p>
          <a:p>
            <a:pPr marL="0" indent="0">
              <a:lnSpc>
                <a:spcPct val="100000"/>
              </a:lnSpc>
              <a:spcBef>
                <a:spcPts val="0"/>
              </a:spcBef>
              <a:buNone/>
            </a:pPr>
            <a:r>
              <a:rPr lang="en-US" sz="2400" b="1" dirty="0">
                <a:solidFill>
                  <a:srgbClr val="007B6C"/>
                </a:solidFill>
                <a:latin typeface="Calibri Light"/>
                <a:ea typeface="Calibri Light"/>
                <a:cs typeface="Calibri Light"/>
              </a:rPr>
              <a:t>Progress to target </a:t>
            </a:r>
          </a:p>
          <a:p>
            <a:pPr marL="0" indent="0">
              <a:lnSpc>
                <a:spcPct val="100000"/>
              </a:lnSpc>
              <a:spcBef>
                <a:spcPts val="0"/>
              </a:spcBef>
              <a:buNone/>
            </a:pPr>
            <a:r>
              <a:rPr lang="en-US" sz="1800" dirty="0">
                <a:cs typeface="Segoe UI"/>
              </a:rPr>
              <a:t>30 Automatic QA/QC </a:t>
            </a:r>
          </a:p>
          <a:p>
            <a:pPr marL="285750" lvl="1" indent="-285750">
              <a:lnSpc>
                <a:spcPct val="100000"/>
              </a:lnSpc>
              <a:spcBef>
                <a:spcPts val="0"/>
              </a:spcBef>
            </a:pPr>
            <a:r>
              <a:rPr lang="en-US" sz="1800" dirty="0">
                <a:cs typeface="Segoe UI"/>
              </a:rPr>
              <a:t>6 “blocker” type QA/QC </a:t>
            </a:r>
          </a:p>
          <a:p>
            <a:pPr marL="285750" lvl="1" indent="-285750">
              <a:lnSpc>
                <a:spcPct val="100000"/>
              </a:lnSpc>
              <a:spcBef>
                <a:spcPts val="0"/>
              </a:spcBef>
            </a:pPr>
            <a:r>
              <a:rPr lang="en-US" sz="1800" dirty="0">
                <a:cs typeface="Segoe UI"/>
              </a:rPr>
              <a:t>24 “error” type QA/QC</a:t>
            </a:r>
            <a:endParaRPr lang="en-US" dirty="0"/>
          </a:p>
          <a:p>
            <a:pPr marL="285750" lvl="1" indent="-285750">
              <a:lnSpc>
                <a:spcPct val="100000"/>
              </a:lnSpc>
              <a:spcBef>
                <a:spcPts val="0"/>
              </a:spcBef>
            </a:pPr>
            <a:endParaRPr lang="en-US" sz="1800" dirty="0">
              <a:cs typeface="Segoe UI"/>
            </a:endParaRPr>
          </a:p>
        </p:txBody>
      </p:sp>
      <p:pic>
        <p:nvPicPr>
          <p:cNvPr id="6" name="Picture 5" descr="A blue background with white text&#10;&#10;Description automatically generated">
            <a:extLst>
              <a:ext uri="{FF2B5EF4-FFF2-40B4-BE49-F238E27FC236}">
                <a16:creationId xmlns:a16="http://schemas.microsoft.com/office/drawing/2014/main" id="{96DD1808-F770-4A41-36D4-1544E2FA6732}"/>
              </a:ext>
            </a:extLst>
          </p:cNvPr>
          <p:cNvPicPr>
            <a:picLocks noChangeAspect="1"/>
          </p:cNvPicPr>
          <p:nvPr/>
        </p:nvPicPr>
        <p:blipFill>
          <a:blip r:embed="rId3"/>
          <a:stretch>
            <a:fillRect/>
          </a:stretch>
        </p:blipFill>
        <p:spPr>
          <a:xfrm>
            <a:off x="468740" y="1017150"/>
            <a:ext cx="1917580" cy="887442"/>
          </a:xfrm>
          <a:prstGeom prst="rect">
            <a:avLst/>
          </a:prstGeom>
        </p:spPr>
      </p:pic>
      <p:sp>
        <p:nvSpPr>
          <p:cNvPr id="8" name="Content Placeholder 2">
            <a:extLst>
              <a:ext uri="{FF2B5EF4-FFF2-40B4-BE49-F238E27FC236}">
                <a16:creationId xmlns:a16="http://schemas.microsoft.com/office/drawing/2014/main" id="{38F52285-908D-ED78-00DB-855D1D0EA4BA}"/>
              </a:ext>
            </a:extLst>
          </p:cNvPr>
          <p:cNvSpPr txBox="1">
            <a:spLocks/>
          </p:cNvSpPr>
          <p:nvPr/>
        </p:nvSpPr>
        <p:spPr>
          <a:xfrm>
            <a:off x="6830562" y="891234"/>
            <a:ext cx="936234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rgbClr val="007B6C"/>
                </a:solidFill>
                <a:latin typeface="Calibri Light"/>
                <a:ea typeface="Calibri Light"/>
                <a:cs typeface="Calibri Light"/>
              </a:rPr>
              <a:t>Additional Reporting</a:t>
            </a:r>
            <a:endParaRPr lang="en-US" sz="2400" b="1" dirty="0"/>
          </a:p>
          <a:p>
            <a:pPr marL="0" indent="0">
              <a:lnSpc>
                <a:spcPct val="100000"/>
              </a:lnSpc>
              <a:spcBef>
                <a:spcPts val="0"/>
              </a:spcBef>
              <a:buNone/>
            </a:pPr>
            <a:r>
              <a:rPr lang="en-US" sz="1800" dirty="0">
                <a:cs typeface="Segoe UI"/>
              </a:rPr>
              <a:t>81 Automatic QA/QC </a:t>
            </a:r>
          </a:p>
          <a:p>
            <a:pPr marL="285750" lvl="1" indent="-285750">
              <a:lnSpc>
                <a:spcPct val="100000"/>
              </a:lnSpc>
              <a:spcBef>
                <a:spcPts val="0"/>
              </a:spcBef>
            </a:pPr>
            <a:r>
              <a:rPr lang="en-US" sz="1800" dirty="0">
                <a:cs typeface="Segoe UI"/>
              </a:rPr>
              <a:t>14 “blocker” type QA/QC </a:t>
            </a:r>
          </a:p>
          <a:p>
            <a:pPr marL="285750" lvl="1" indent="-285750">
              <a:lnSpc>
                <a:spcPct val="100000"/>
              </a:lnSpc>
              <a:spcBef>
                <a:spcPts val="0"/>
              </a:spcBef>
            </a:pPr>
            <a:r>
              <a:rPr lang="en-US" sz="1800" dirty="0">
                <a:cs typeface="Segoe UI"/>
              </a:rPr>
              <a:t>49 "error" type QA/QC</a:t>
            </a:r>
          </a:p>
          <a:p>
            <a:pPr marL="285750" lvl="1" indent="-285750">
              <a:lnSpc>
                <a:spcPct val="100000"/>
              </a:lnSpc>
              <a:spcBef>
                <a:spcPts val="0"/>
              </a:spcBef>
            </a:pPr>
            <a:r>
              <a:rPr lang="en-US" sz="1800" dirty="0">
                <a:cs typeface="Segoe UI"/>
              </a:rPr>
              <a:t>18 "warning" type QA/QC</a:t>
            </a:r>
          </a:p>
          <a:p>
            <a:pPr marL="285750" lvl="1" indent="-285750">
              <a:lnSpc>
                <a:spcPct val="100000"/>
              </a:lnSpc>
              <a:spcBef>
                <a:spcPts val="0"/>
              </a:spcBef>
            </a:pPr>
            <a:endParaRPr lang="en-US" sz="1800" dirty="0">
              <a:cs typeface="Segoe UI"/>
            </a:endParaRPr>
          </a:p>
        </p:txBody>
      </p:sp>
      <p:cxnSp>
        <p:nvCxnSpPr>
          <p:cNvPr id="9" name="Straight Arrow Connector 8">
            <a:extLst>
              <a:ext uri="{FF2B5EF4-FFF2-40B4-BE49-F238E27FC236}">
                <a16:creationId xmlns:a16="http://schemas.microsoft.com/office/drawing/2014/main" id="{DC52603B-0E0C-6FC5-0A8F-8B15329BBB0B}"/>
              </a:ext>
            </a:extLst>
          </p:cNvPr>
          <p:cNvCxnSpPr>
            <a:cxnSpLocks/>
          </p:cNvCxnSpPr>
          <p:nvPr/>
        </p:nvCxnSpPr>
        <p:spPr>
          <a:xfrm>
            <a:off x="4622800" y="2683418"/>
            <a:ext cx="17043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12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9192-6C08-4F1F-1B0A-49BD9E07EB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5BC22D-CE92-A780-A962-7FF5C168D04F}"/>
              </a:ext>
            </a:extLst>
          </p:cNvPr>
          <p:cNvSpPr txBox="1"/>
          <p:nvPr/>
        </p:nvSpPr>
        <p:spPr>
          <a:xfrm>
            <a:off x="4126085" y="3429000"/>
            <a:ext cx="3939861" cy="461665"/>
          </a:xfrm>
          <a:prstGeom prst="rect">
            <a:avLst/>
          </a:prstGeom>
          <a:noFill/>
        </p:spPr>
        <p:txBody>
          <a:bodyPr wrap="none" rtlCol="0">
            <a:spAutoFit/>
          </a:bodyPr>
          <a:lstStyle/>
          <a:p>
            <a:pPr algn="ctr"/>
            <a:r>
              <a:rPr lang="en-GB" sz="2400" b="1" dirty="0">
                <a:solidFill>
                  <a:schemeClr val="bg1"/>
                </a:solidFill>
              </a:rPr>
              <a:t>Member States Experience</a:t>
            </a:r>
            <a:endParaRPr lang="en-GB" b="1" i="1" dirty="0">
              <a:solidFill>
                <a:schemeClr val="bg1"/>
              </a:solidFill>
            </a:endParaRPr>
          </a:p>
        </p:txBody>
      </p:sp>
      <p:pic>
        <p:nvPicPr>
          <p:cNvPr id="5" name="Graphic 4" descr="Door Open with solid fill">
            <a:extLst>
              <a:ext uri="{FF2B5EF4-FFF2-40B4-BE49-F238E27FC236}">
                <a16:creationId xmlns:a16="http://schemas.microsoft.com/office/drawing/2014/main" id="{C684CABB-EA4A-6F3C-F12D-2E9F85C66D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2021424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09D7B-9C57-CA49-BED5-8452787BDB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C01016-FC08-1DB1-94FF-F6F17B3FB5BF}"/>
              </a:ext>
            </a:extLst>
          </p:cNvPr>
          <p:cNvSpPr txBox="1"/>
          <p:nvPr/>
        </p:nvSpPr>
        <p:spPr>
          <a:xfrm>
            <a:off x="3991876" y="3429000"/>
            <a:ext cx="4208268" cy="738664"/>
          </a:xfrm>
          <a:prstGeom prst="rect">
            <a:avLst/>
          </a:prstGeom>
          <a:noFill/>
        </p:spPr>
        <p:txBody>
          <a:bodyPr wrap="none" rtlCol="0">
            <a:spAutoFit/>
          </a:bodyPr>
          <a:lstStyle/>
          <a:p>
            <a:pPr algn="ctr"/>
            <a:r>
              <a:rPr lang="en-GB" sz="2400" b="1" dirty="0">
                <a:solidFill>
                  <a:schemeClr val="bg1"/>
                </a:solidFill>
              </a:rPr>
              <a:t>Reportnet 3 – How to report ?</a:t>
            </a:r>
            <a:endParaRPr lang="en-GB" b="1" dirty="0">
              <a:solidFill>
                <a:schemeClr val="bg1"/>
              </a:solidFill>
            </a:endParaRPr>
          </a:p>
          <a:p>
            <a:pPr algn="ctr"/>
            <a:r>
              <a:rPr lang="en-GB" b="1" i="1" dirty="0">
                <a:solidFill>
                  <a:schemeClr val="bg1"/>
                </a:solidFill>
              </a:rPr>
              <a:t>Logging in &amp; set-up</a:t>
            </a:r>
          </a:p>
        </p:txBody>
      </p:sp>
      <p:pic>
        <p:nvPicPr>
          <p:cNvPr id="5" name="Graphic 4" descr="Door Open with solid fill">
            <a:extLst>
              <a:ext uri="{FF2B5EF4-FFF2-40B4-BE49-F238E27FC236}">
                <a16:creationId xmlns:a16="http://schemas.microsoft.com/office/drawing/2014/main" id="{2DFB6489-C19E-3167-5A9B-3CEAB3BC99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3731720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19F20-78B6-7453-280A-F86EDFA17077}"/>
              </a:ext>
            </a:extLst>
          </p:cNvPr>
          <p:cNvPicPr>
            <a:picLocks noChangeAspect="1"/>
          </p:cNvPicPr>
          <p:nvPr/>
        </p:nvPicPr>
        <p:blipFill rotWithShape="1">
          <a:blip r:embed="rId3"/>
          <a:srcRect l="22397" t="18447" r="26952" b="28584"/>
          <a:stretch/>
        </p:blipFill>
        <p:spPr>
          <a:xfrm>
            <a:off x="1528175" y="425147"/>
            <a:ext cx="8805797" cy="5179883"/>
          </a:xfrm>
          <a:prstGeom prst="rect">
            <a:avLst/>
          </a:prstGeom>
        </p:spPr>
      </p:pic>
      <p:sp>
        <p:nvSpPr>
          <p:cNvPr id="4" name="Rectangle 3">
            <a:extLst>
              <a:ext uri="{FF2B5EF4-FFF2-40B4-BE49-F238E27FC236}">
                <a16:creationId xmlns:a16="http://schemas.microsoft.com/office/drawing/2014/main" id="{5BC776F0-848C-2695-CA82-B248A026401F}"/>
              </a:ext>
            </a:extLst>
          </p:cNvPr>
          <p:cNvSpPr/>
          <p:nvPr/>
        </p:nvSpPr>
        <p:spPr>
          <a:xfrm>
            <a:off x="2091847" y="2217107"/>
            <a:ext cx="4334005" cy="1114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352219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PaMs: Logging into Reportnet</a:t>
            </a:r>
          </a:p>
        </p:txBody>
      </p:sp>
      <p:pic>
        <p:nvPicPr>
          <p:cNvPr id="2" name="Picture 1">
            <a:extLst>
              <a:ext uri="{FF2B5EF4-FFF2-40B4-BE49-F238E27FC236}">
                <a16:creationId xmlns:a16="http://schemas.microsoft.com/office/drawing/2014/main" id="{B6FDB592-800E-E857-ECA6-E061689C1063}"/>
              </a:ext>
            </a:extLst>
          </p:cNvPr>
          <p:cNvPicPr>
            <a:picLocks noChangeAspect="1"/>
          </p:cNvPicPr>
          <p:nvPr/>
        </p:nvPicPr>
        <p:blipFill>
          <a:blip r:embed="rId3"/>
          <a:stretch>
            <a:fillRect/>
          </a:stretch>
        </p:blipFill>
        <p:spPr>
          <a:xfrm>
            <a:off x="0" y="0"/>
            <a:ext cx="12192000" cy="6556135"/>
          </a:xfrm>
          <a:prstGeom prst="rect">
            <a:avLst/>
          </a:prstGeom>
        </p:spPr>
      </p:pic>
      <p:cxnSp>
        <p:nvCxnSpPr>
          <p:cNvPr id="3" name="Straight Arrow Connector 2">
            <a:extLst>
              <a:ext uri="{FF2B5EF4-FFF2-40B4-BE49-F238E27FC236}">
                <a16:creationId xmlns:a16="http://schemas.microsoft.com/office/drawing/2014/main" id="{66005EFC-65A6-9550-EF8F-E9BAAD949497}"/>
              </a:ext>
            </a:extLst>
          </p:cNvPr>
          <p:cNvCxnSpPr/>
          <p:nvPr/>
        </p:nvCxnSpPr>
        <p:spPr>
          <a:xfrm>
            <a:off x="10058400" y="1391478"/>
            <a:ext cx="1033670"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PaMs: Logging into Reportnet</a:t>
            </a:r>
          </a:p>
        </p:txBody>
      </p:sp>
      <p:pic>
        <p:nvPicPr>
          <p:cNvPr id="4" name="Picture 3">
            <a:extLst>
              <a:ext uri="{FF2B5EF4-FFF2-40B4-BE49-F238E27FC236}">
                <a16:creationId xmlns:a16="http://schemas.microsoft.com/office/drawing/2014/main" id="{A82DC20C-6639-8D96-315D-DDC61685FE31}"/>
              </a:ext>
            </a:extLst>
          </p:cNvPr>
          <p:cNvPicPr>
            <a:picLocks noChangeAspect="1"/>
          </p:cNvPicPr>
          <p:nvPr/>
        </p:nvPicPr>
        <p:blipFill>
          <a:blip r:embed="rId3"/>
          <a:stretch>
            <a:fillRect/>
          </a:stretch>
        </p:blipFill>
        <p:spPr>
          <a:xfrm>
            <a:off x="0" y="150932"/>
            <a:ext cx="12192000" cy="6556135"/>
          </a:xfrm>
          <a:prstGeom prst="rect">
            <a:avLst/>
          </a:prstGeom>
        </p:spPr>
      </p:pic>
      <p:sp>
        <p:nvSpPr>
          <p:cNvPr id="5" name="TextBox 4">
            <a:extLst>
              <a:ext uri="{FF2B5EF4-FFF2-40B4-BE49-F238E27FC236}">
                <a16:creationId xmlns:a16="http://schemas.microsoft.com/office/drawing/2014/main" id="{CE56785A-3CC9-6DB5-867A-F183EE70B4FB}"/>
              </a:ext>
            </a:extLst>
          </p:cNvPr>
          <p:cNvSpPr txBox="1"/>
          <p:nvPr/>
        </p:nvSpPr>
        <p:spPr>
          <a:xfrm>
            <a:off x="8151962" y="2855287"/>
            <a:ext cx="3693943" cy="923330"/>
          </a:xfrm>
          <a:prstGeom prst="rect">
            <a:avLst/>
          </a:prstGeom>
          <a:noFill/>
        </p:spPr>
        <p:txBody>
          <a:bodyPr wrap="square" rtlCol="0">
            <a:spAutoFit/>
          </a:bodyPr>
          <a:lstStyle/>
          <a:p>
            <a:pPr algn="ctr"/>
            <a:r>
              <a:rPr lang="en-DK">
                <a:highlight>
                  <a:srgbClr val="FFFF00"/>
                </a:highlight>
              </a:rPr>
              <a:t>Guidance on getting EU login and registering on </a:t>
            </a:r>
            <a:r>
              <a:rPr lang="en-US">
                <a:highlight>
                  <a:srgbClr val="FFFF00"/>
                </a:highlight>
              </a:rPr>
              <a:t>the </a:t>
            </a:r>
            <a:r>
              <a:rPr lang="en-DK">
                <a:highlight>
                  <a:srgbClr val="FFFF00"/>
                </a:highlight>
              </a:rPr>
              <a:t>platform can be found </a:t>
            </a:r>
            <a:r>
              <a:rPr lang="en-US">
                <a:highlight>
                  <a:srgbClr val="FFFF00"/>
                </a:highlight>
              </a:rPr>
              <a:t>in </a:t>
            </a:r>
            <a:r>
              <a:rPr lang="en-US">
                <a:highlight>
                  <a:srgbClr val="FFFF00"/>
                </a:highlight>
                <a:hlinkClick r:id="rId4"/>
              </a:rPr>
              <a:t>this document</a:t>
            </a:r>
            <a:r>
              <a:rPr lang="en-US">
                <a:highlight>
                  <a:srgbClr val="FFFF00"/>
                </a:highlight>
              </a:rPr>
              <a:t>.</a:t>
            </a:r>
          </a:p>
        </p:txBody>
      </p:sp>
    </p:spTree>
    <p:extLst>
      <p:ext uri="{BB962C8B-B14F-4D97-AF65-F5344CB8AC3E}">
        <p14:creationId xmlns:p14="http://schemas.microsoft.com/office/powerpoint/2010/main" val="3760074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DC5B3C8B-9980-2B28-B422-E8957E03C41A}"/>
              </a:ext>
            </a:extLst>
          </p:cNvPr>
          <p:cNvCxnSpPr>
            <a:cxnSpLocks/>
          </p:cNvCxnSpPr>
          <p:nvPr/>
        </p:nvCxnSpPr>
        <p:spPr>
          <a:xfrm>
            <a:off x="11422040" y="4367937"/>
            <a:ext cx="0" cy="614095"/>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BF80E81-36D0-6366-D459-FEF930B27CC9}"/>
              </a:ext>
            </a:extLst>
          </p:cNvPr>
          <p:cNvSpPr txBox="1"/>
          <p:nvPr/>
        </p:nvSpPr>
        <p:spPr>
          <a:xfrm>
            <a:off x="9635638" y="5012356"/>
            <a:ext cx="2345899" cy="923330"/>
          </a:xfrm>
          <a:prstGeom prst="rect">
            <a:avLst/>
          </a:prstGeom>
          <a:noFill/>
        </p:spPr>
        <p:txBody>
          <a:bodyPr wrap="none" rtlCol="0">
            <a:spAutoFit/>
          </a:bodyPr>
          <a:lstStyle/>
          <a:p>
            <a:r>
              <a:rPr lang="en-US" b="1">
                <a:solidFill>
                  <a:srgbClr val="FF0000"/>
                </a:solidFill>
              </a:rPr>
              <a:t>Open dataflow: Purple</a:t>
            </a:r>
          </a:p>
          <a:p>
            <a:endParaRPr lang="en-US" b="1">
              <a:solidFill>
                <a:srgbClr val="FF0000"/>
              </a:solidFill>
            </a:endParaRPr>
          </a:p>
          <a:p>
            <a:r>
              <a:rPr lang="en-US" b="1">
                <a:solidFill>
                  <a:srgbClr val="FF0000"/>
                </a:solidFill>
              </a:rPr>
              <a:t>Closed dataflow: Grey</a:t>
            </a:r>
            <a:endParaRPr lang="en-DK" b="1">
              <a:solidFill>
                <a:srgbClr val="FF0000"/>
              </a:solidFill>
            </a:endParaRPr>
          </a:p>
        </p:txBody>
      </p:sp>
      <p:sp>
        <p:nvSpPr>
          <p:cNvPr id="2" name="TextBox 6">
            <a:extLst>
              <a:ext uri="{FF2B5EF4-FFF2-40B4-BE49-F238E27FC236}">
                <a16:creationId xmlns:a16="http://schemas.microsoft.com/office/drawing/2014/main" id="{5F438BB1-37B7-0AC5-ABA8-B30978253B34}"/>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Reportnet 3.0 overview</a:t>
            </a:r>
          </a:p>
        </p:txBody>
      </p:sp>
      <p:grpSp>
        <p:nvGrpSpPr>
          <p:cNvPr id="6" name="Group 5">
            <a:extLst>
              <a:ext uri="{FF2B5EF4-FFF2-40B4-BE49-F238E27FC236}">
                <a16:creationId xmlns:a16="http://schemas.microsoft.com/office/drawing/2014/main" id="{47F4DF03-8B0D-3911-0BB1-969C432C41ED}"/>
              </a:ext>
            </a:extLst>
          </p:cNvPr>
          <p:cNvGrpSpPr/>
          <p:nvPr/>
        </p:nvGrpSpPr>
        <p:grpSpPr>
          <a:xfrm>
            <a:off x="0" y="1126057"/>
            <a:ext cx="12192000" cy="3552000"/>
            <a:chOff x="0" y="1126057"/>
            <a:chExt cx="12192000" cy="3552000"/>
          </a:xfrm>
        </p:grpSpPr>
        <p:pic>
          <p:nvPicPr>
            <p:cNvPr id="4" name="Image 3">
              <a:extLst>
                <a:ext uri="{FF2B5EF4-FFF2-40B4-BE49-F238E27FC236}">
                  <a16:creationId xmlns:a16="http://schemas.microsoft.com/office/drawing/2014/main" id="{0E6CF492-8158-D11C-06C0-0B9A5DADAF2D}"/>
                </a:ext>
              </a:extLst>
            </p:cNvPr>
            <p:cNvPicPr>
              <a:picLocks noChangeAspect="1"/>
            </p:cNvPicPr>
            <p:nvPr/>
          </p:nvPicPr>
          <p:blipFill>
            <a:blip r:embed="rId3"/>
            <a:stretch>
              <a:fillRect/>
            </a:stretch>
          </p:blipFill>
          <p:spPr>
            <a:xfrm>
              <a:off x="0" y="1126057"/>
              <a:ext cx="12192000" cy="3552000"/>
            </a:xfrm>
            <a:prstGeom prst="rect">
              <a:avLst/>
            </a:prstGeom>
          </p:spPr>
        </p:pic>
        <p:pic>
          <p:nvPicPr>
            <p:cNvPr id="5" name="Picture 4">
              <a:extLst>
                <a:ext uri="{FF2B5EF4-FFF2-40B4-BE49-F238E27FC236}">
                  <a16:creationId xmlns:a16="http://schemas.microsoft.com/office/drawing/2014/main" id="{9F49BD60-531D-6B6B-5062-9FE661785A6D}"/>
                </a:ext>
              </a:extLst>
            </p:cNvPr>
            <p:cNvPicPr>
              <a:picLocks noChangeAspect="1"/>
            </p:cNvPicPr>
            <p:nvPr/>
          </p:nvPicPr>
          <p:blipFill rotWithShape="1">
            <a:blip r:embed="rId4"/>
            <a:srcRect l="5779" t="33224" r="3721" b="48206"/>
            <a:stretch/>
          </p:blipFill>
          <p:spPr>
            <a:xfrm>
              <a:off x="824460" y="3013024"/>
              <a:ext cx="11033806" cy="1347424"/>
            </a:xfrm>
            <a:prstGeom prst="rect">
              <a:avLst/>
            </a:prstGeom>
          </p:spPr>
        </p:pic>
      </p:grpSp>
      <p:pic>
        <p:nvPicPr>
          <p:cNvPr id="7" name="Picture 6">
            <a:extLst>
              <a:ext uri="{FF2B5EF4-FFF2-40B4-BE49-F238E27FC236}">
                <a16:creationId xmlns:a16="http://schemas.microsoft.com/office/drawing/2014/main" id="{74EDD506-5D49-203C-DD56-7CA203DADA4B}"/>
              </a:ext>
            </a:extLst>
          </p:cNvPr>
          <p:cNvPicPr>
            <a:picLocks noChangeAspect="1"/>
          </p:cNvPicPr>
          <p:nvPr/>
        </p:nvPicPr>
        <p:blipFill>
          <a:blip r:embed="rId5"/>
          <a:stretch>
            <a:fillRect/>
          </a:stretch>
        </p:blipFill>
        <p:spPr>
          <a:xfrm>
            <a:off x="709708" y="2922403"/>
            <a:ext cx="11028636" cy="1528666"/>
          </a:xfrm>
          <a:prstGeom prst="rect">
            <a:avLst/>
          </a:prstGeom>
        </p:spPr>
      </p:pic>
    </p:spTree>
    <p:extLst>
      <p:ext uri="{BB962C8B-B14F-4D97-AF65-F5344CB8AC3E}">
        <p14:creationId xmlns:p14="http://schemas.microsoft.com/office/powerpoint/2010/main" val="19501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77965A51-B329-EC4A-572E-8629D861AA3F}"/>
              </a:ext>
            </a:extLst>
          </p:cNvPr>
          <p:cNvCxnSpPr>
            <a:cxnSpLocks/>
          </p:cNvCxnSpPr>
          <p:nvPr/>
        </p:nvCxnSpPr>
        <p:spPr>
          <a:xfrm flipV="1">
            <a:off x="1572463" y="4167753"/>
            <a:ext cx="0" cy="7452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1">
            <a:extLst>
              <a:ext uri="{FF2B5EF4-FFF2-40B4-BE49-F238E27FC236}">
                <a16:creationId xmlns:a16="http://schemas.microsoft.com/office/drawing/2014/main" id="{2E3FF2F3-B375-901A-0F8E-A2EF5208119A}"/>
              </a:ext>
            </a:extLst>
          </p:cNvPr>
          <p:cNvSpPr txBox="1"/>
          <p:nvPr/>
        </p:nvSpPr>
        <p:spPr>
          <a:xfrm>
            <a:off x="724602" y="4996108"/>
            <a:ext cx="3842462" cy="923330"/>
          </a:xfrm>
          <a:prstGeom prst="rect">
            <a:avLst/>
          </a:prstGeom>
          <a:noFill/>
        </p:spPr>
        <p:txBody>
          <a:bodyPr wrap="none" rtlCol="0">
            <a:spAutoFit/>
          </a:bodyPr>
          <a:lstStyle/>
          <a:p>
            <a:pPr marL="285750" indent="-285750">
              <a:buFontTx/>
              <a:buChar char="-"/>
            </a:pPr>
            <a:r>
              <a:rPr lang="en-US" b="1">
                <a:solidFill>
                  <a:srgbClr val="FF0000"/>
                </a:solidFill>
              </a:rPr>
              <a:t>Reporting guidance documentation</a:t>
            </a:r>
          </a:p>
          <a:p>
            <a:pPr marL="285750" indent="-285750">
              <a:buFontTx/>
              <a:buChar char="-"/>
            </a:pPr>
            <a:r>
              <a:rPr lang="en-US" b="1">
                <a:solidFill>
                  <a:srgbClr val="FF0000"/>
                </a:solidFill>
              </a:rPr>
              <a:t>Import template</a:t>
            </a:r>
          </a:p>
          <a:p>
            <a:pPr marL="285750" indent="-285750">
              <a:buFontTx/>
              <a:buChar char="-"/>
            </a:pPr>
            <a:r>
              <a:rPr lang="en-US" b="1">
                <a:solidFill>
                  <a:srgbClr val="FF0000"/>
                </a:solidFill>
              </a:rPr>
              <a:t>Useful weblinks</a:t>
            </a:r>
            <a:endParaRPr lang="en-DK" b="1">
              <a:solidFill>
                <a:srgbClr val="FF0000"/>
              </a:solidFill>
            </a:endParaRPr>
          </a:p>
        </p:txBody>
      </p:sp>
      <p:sp>
        <p:nvSpPr>
          <p:cNvPr id="9" name="TextBox 4">
            <a:extLst>
              <a:ext uri="{FF2B5EF4-FFF2-40B4-BE49-F238E27FC236}">
                <a16:creationId xmlns:a16="http://schemas.microsoft.com/office/drawing/2014/main" id="{9E33C73E-CFF6-2C9D-EA19-BAC4C4DDC85A}"/>
              </a:ext>
            </a:extLst>
          </p:cNvPr>
          <p:cNvSpPr txBox="1"/>
          <p:nvPr/>
        </p:nvSpPr>
        <p:spPr>
          <a:xfrm>
            <a:off x="6657358" y="5457773"/>
            <a:ext cx="1800045" cy="369332"/>
          </a:xfrm>
          <a:prstGeom prst="rect">
            <a:avLst/>
          </a:prstGeom>
          <a:noFill/>
        </p:spPr>
        <p:txBody>
          <a:bodyPr wrap="none" rtlCol="0">
            <a:spAutoFit/>
          </a:bodyPr>
          <a:lstStyle/>
          <a:p>
            <a:r>
              <a:rPr lang="en-US" b="1">
                <a:solidFill>
                  <a:srgbClr val="FF0000"/>
                </a:solidFill>
              </a:rPr>
              <a:t>Download link(s)</a:t>
            </a:r>
            <a:endParaRPr lang="en-DK" b="1">
              <a:solidFill>
                <a:srgbClr val="FF0000"/>
              </a:solidFill>
            </a:endParaRPr>
          </a:p>
        </p:txBody>
      </p:sp>
      <p:cxnSp>
        <p:nvCxnSpPr>
          <p:cNvPr id="10" name="Straight Arrow Connector 3">
            <a:extLst>
              <a:ext uri="{FF2B5EF4-FFF2-40B4-BE49-F238E27FC236}">
                <a16:creationId xmlns:a16="http://schemas.microsoft.com/office/drawing/2014/main" id="{B6CBDB1F-DBB9-F23F-DBB6-0D7888DC9F7A}"/>
              </a:ext>
            </a:extLst>
          </p:cNvPr>
          <p:cNvCxnSpPr>
            <a:cxnSpLocks/>
            <a:endCxn id="9" idx="1"/>
          </p:cNvCxnSpPr>
          <p:nvPr/>
        </p:nvCxnSpPr>
        <p:spPr>
          <a:xfrm>
            <a:off x="4943959" y="5642439"/>
            <a:ext cx="171339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6">
            <a:extLst>
              <a:ext uri="{FF2B5EF4-FFF2-40B4-BE49-F238E27FC236}">
                <a16:creationId xmlns:a16="http://schemas.microsoft.com/office/drawing/2014/main" id="{F5F6DA5D-B0EC-FC5B-4B38-D98647226354}"/>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Reportnet 3.0 overview</a:t>
            </a:r>
          </a:p>
        </p:txBody>
      </p:sp>
      <p:grpSp>
        <p:nvGrpSpPr>
          <p:cNvPr id="8" name="Group 7">
            <a:extLst>
              <a:ext uri="{FF2B5EF4-FFF2-40B4-BE49-F238E27FC236}">
                <a16:creationId xmlns:a16="http://schemas.microsoft.com/office/drawing/2014/main" id="{E2CE6416-4DD3-D7E0-6037-21F646192BD3}"/>
              </a:ext>
            </a:extLst>
          </p:cNvPr>
          <p:cNvGrpSpPr/>
          <p:nvPr/>
        </p:nvGrpSpPr>
        <p:grpSpPr>
          <a:xfrm>
            <a:off x="303920" y="1400227"/>
            <a:ext cx="11460174" cy="3067478"/>
            <a:chOff x="303920" y="1400227"/>
            <a:chExt cx="11460174" cy="3067478"/>
          </a:xfrm>
        </p:grpSpPr>
        <p:pic>
          <p:nvPicPr>
            <p:cNvPr id="3" name="Image 2">
              <a:extLst>
                <a:ext uri="{FF2B5EF4-FFF2-40B4-BE49-F238E27FC236}">
                  <a16:creationId xmlns:a16="http://schemas.microsoft.com/office/drawing/2014/main" id="{9BD32A4A-4B19-0DAC-E1F3-51D065D1595A}"/>
                </a:ext>
              </a:extLst>
            </p:cNvPr>
            <p:cNvPicPr>
              <a:picLocks noChangeAspect="1"/>
            </p:cNvPicPr>
            <p:nvPr/>
          </p:nvPicPr>
          <p:blipFill>
            <a:blip r:embed="rId3"/>
            <a:stretch>
              <a:fillRect/>
            </a:stretch>
          </p:blipFill>
          <p:spPr>
            <a:xfrm>
              <a:off x="303920" y="1400227"/>
              <a:ext cx="11460174" cy="3067478"/>
            </a:xfrm>
            <a:prstGeom prst="rect">
              <a:avLst/>
            </a:prstGeom>
          </p:spPr>
        </p:pic>
        <p:pic>
          <p:nvPicPr>
            <p:cNvPr id="6" name="Picture 5">
              <a:extLst>
                <a:ext uri="{FF2B5EF4-FFF2-40B4-BE49-F238E27FC236}">
                  <a16:creationId xmlns:a16="http://schemas.microsoft.com/office/drawing/2014/main" id="{7413007E-E480-69A0-3F39-544BCC1A42D7}"/>
                </a:ext>
              </a:extLst>
            </p:cNvPr>
            <p:cNvPicPr>
              <a:picLocks noChangeAspect="1"/>
            </p:cNvPicPr>
            <p:nvPr/>
          </p:nvPicPr>
          <p:blipFill rotWithShape="1">
            <a:blip r:embed="rId4"/>
            <a:srcRect l="7868" t="22514" r="26107" b="73989"/>
            <a:stretch/>
          </p:blipFill>
          <p:spPr>
            <a:xfrm>
              <a:off x="1469036" y="2113612"/>
              <a:ext cx="8049718" cy="299803"/>
            </a:xfrm>
            <a:prstGeom prst="rect">
              <a:avLst/>
            </a:prstGeom>
          </p:spPr>
        </p:pic>
      </p:grpSp>
      <p:pic>
        <p:nvPicPr>
          <p:cNvPr id="5" name="Picture 4">
            <a:extLst>
              <a:ext uri="{FF2B5EF4-FFF2-40B4-BE49-F238E27FC236}">
                <a16:creationId xmlns:a16="http://schemas.microsoft.com/office/drawing/2014/main" id="{291093C2-C3E1-805B-6706-21A9F0481D12}"/>
              </a:ext>
            </a:extLst>
          </p:cNvPr>
          <p:cNvPicPr>
            <a:picLocks noChangeAspect="1"/>
          </p:cNvPicPr>
          <p:nvPr/>
        </p:nvPicPr>
        <p:blipFill>
          <a:blip r:embed="rId5"/>
          <a:srcRect b="5264"/>
          <a:stretch>
            <a:fillRect/>
          </a:stretch>
        </p:blipFill>
        <p:spPr>
          <a:xfrm flipH="1">
            <a:off x="9372840" y="2809869"/>
            <a:ext cx="1740866" cy="2152870"/>
          </a:xfrm>
          <a:prstGeom prst="rect">
            <a:avLst/>
          </a:prstGeom>
          <a:ln>
            <a:solidFill>
              <a:schemeClr val="tx1"/>
            </a:solidFill>
          </a:ln>
        </p:spPr>
      </p:pic>
      <p:pic>
        <p:nvPicPr>
          <p:cNvPr id="11" name="Picture 10">
            <a:extLst>
              <a:ext uri="{FF2B5EF4-FFF2-40B4-BE49-F238E27FC236}">
                <a16:creationId xmlns:a16="http://schemas.microsoft.com/office/drawing/2014/main" id="{01A4788E-9A50-A778-0ED2-A50C7239F018}"/>
              </a:ext>
            </a:extLst>
          </p:cNvPr>
          <p:cNvPicPr>
            <a:picLocks noChangeAspect="1"/>
          </p:cNvPicPr>
          <p:nvPr/>
        </p:nvPicPr>
        <p:blipFill>
          <a:blip r:embed="rId6"/>
          <a:stretch>
            <a:fillRect/>
          </a:stretch>
        </p:blipFill>
        <p:spPr>
          <a:xfrm flipH="1">
            <a:off x="6765642" y="3798376"/>
            <a:ext cx="2065095" cy="1483963"/>
          </a:xfrm>
          <a:prstGeom prst="rect">
            <a:avLst/>
          </a:prstGeom>
        </p:spPr>
      </p:pic>
      <p:pic>
        <p:nvPicPr>
          <p:cNvPr id="12" name="Picture 11">
            <a:extLst>
              <a:ext uri="{FF2B5EF4-FFF2-40B4-BE49-F238E27FC236}">
                <a16:creationId xmlns:a16="http://schemas.microsoft.com/office/drawing/2014/main" id="{38E0EBD5-F8F5-FAD0-E072-306471926BD6}"/>
              </a:ext>
            </a:extLst>
          </p:cNvPr>
          <p:cNvPicPr>
            <a:picLocks noChangeAspect="1"/>
          </p:cNvPicPr>
          <p:nvPr/>
        </p:nvPicPr>
        <p:blipFill>
          <a:blip r:embed="rId7"/>
          <a:stretch>
            <a:fillRect/>
          </a:stretch>
        </p:blipFill>
        <p:spPr>
          <a:xfrm flipH="1">
            <a:off x="6765642" y="2511260"/>
            <a:ext cx="2021687" cy="1258638"/>
          </a:xfrm>
          <a:prstGeom prst="rect">
            <a:avLst/>
          </a:prstGeom>
        </p:spPr>
      </p:pic>
    </p:spTree>
    <p:extLst>
      <p:ext uri="{BB962C8B-B14F-4D97-AF65-F5344CB8AC3E}">
        <p14:creationId xmlns:p14="http://schemas.microsoft.com/office/powerpoint/2010/main" val="25764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500"/>
                                        <p:tgtEl>
                                          <p:spTgt spid="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19F20-78B6-7453-280A-F86EDFA17077}"/>
              </a:ext>
            </a:extLst>
          </p:cNvPr>
          <p:cNvPicPr>
            <a:picLocks noChangeAspect="1"/>
          </p:cNvPicPr>
          <p:nvPr/>
        </p:nvPicPr>
        <p:blipFill rotWithShape="1">
          <a:blip r:embed="rId3"/>
          <a:srcRect l="22397" t="18447" r="26952" b="28584"/>
          <a:stretch/>
        </p:blipFill>
        <p:spPr>
          <a:xfrm>
            <a:off x="1528175" y="425147"/>
            <a:ext cx="8805797" cy="5179883"/>
          </a:xfrm>
          <a:prstGeom prst="rect">
            <a:avLst/>
          </a:prstGeom>
        </p:spPr>
      </p:pic>
      <p:sp>
        <p:nvSpPr>
          <p:cNvPr id="2" name="Rectangle 1">
            <a:extLst>
              <a:ext uri="{FF2B5EF4-FFF2-40B4-BE49-F238E27FC236}">
                <a16:creationId xmlns:a16="http://schemas.microsoft.com/office/drawing/2014/main" id="{95C8DE20-2986-CF64-08D2-25F32878DFEF}"/>
              </a:ext>
            </a:extLst>
          </p:cNvPr>
          <p:cNvSpPr/>
          <p:nvPr/>
        </p:nvSpPr>
        <p:spPr>
          <a:xfrm>
            <a:off x="7177414" y="2229633"/>
            <a:ext cx="1841326" cy="10772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2601692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E0BD1-D075-7E1E-C1B8-4A0423DF0A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A56721-3D10-6180-8AB1-C186CA64E992}"/>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Excel import / Reportnet 3 tabular editing</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8" name="Graphic 27" descr="Table with solid fill">
            <a:extLst>
              <a:ext uri="{FF2B5EF4-FFF2-40B4-BE49-F238E27FC236}">
                <a16:creationId xmlns:a16="http://schemas.microsoft.com/office/drawing/2014/main" id="{C0960926-3A15-E613-1241-1309C7A610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7520" y="1132840"/>
            <a:ext cx="914400" cy="914400"/>
          </a:xfrm>
          <a:prstGeom prst="rect">
            <a:avLst/>
          </a:prstGeom>
        </p:spPr>
      </p:pic>
      <p:sp>
        <p:nvSpPr>
          <p:cNvPr id="30" name="TextBox 29">
            <a:extLst>
              <a:ext uri="{FF2B5EF4-FFF2-40B4-BE49-F238E27FC236}">
                <a16:creationId xmlns:a16="http://schemas.microsoft.com/office/drawing/2014/main" id="{5DEA712E-04A8-0E7F-3452-1D93A97AE055}"/>
              </a:ext>
            </a:extLst>
          </p:cNvPr>
          <p:cNvSpPr txBox="1"/>
          <p:nvPr/>
        </p:nvSpPr>
        <p:spPr>
          <a:xfrm>
            <a:off x="1391920" y="1405374"/>
            <a:ext cx="13703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Excel import</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Picture 44">
            <a:extLst>
              <a:ext uri="{FF2B5EF4-FFF2-40B4-BE49-F238E27FC236}">
                <a16:creationId xmlns:a16="http://schemas.microsoft.com/office/drawing/2014/main" id="{2EA68122-EC35-D9E0-54D8-513CE670F800}"/>
              </a:ext>
            </a:extLst>
          </p:cNvPr>
          <p:cNvPicPr>
            <a:picLocks noChangeAspect="1"/>
          </p:cNvPicPr>
          <p:nvPr/>
        </p:nvPicPr>
        <p:blipFill>
          <a:blip r:embed="rId4"/>
          <a:stretch>
            <a:fillRect/>
          </a:stretch>
        </p:blipFill>
        <p:spPr>
          <a:xfrm>
            <a:off x="477520" y="2279196"/>
            <a:ext cx="2826622" cy="2804099"/>
          </a:xfrm>
          <a:prstGeom prst="rect">
            <a:avLst/>
          </a:prstGeom>
        </p:spPr>
      </p:pic>
      <p:sp>
        <p:nvSpPr>
          <p:cNvPr id="2" name="TextBox 1">
            <a:extLst>
              <a:ext uri="{FF2B5EF4-FFF2-40B4-BE49-F238E27FC236}">
                <a16:creationId xmlns:a16="http://schemas.microsoft.com/office/drawing/2014/main" id="{C15FFAE0-7D4B-0016-BE7F-FF49CCA7FFB0}"/>
              </a:ext>
            </a:extLst>
          </p:cNvPr>
          <p:cNvSpPr txBox="1"/>
          <p:nvPr/>
        </p:nvSpPr>
        <p:spPr>
          <a:xfrm>
            <a:off x="39494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t>Easy to use</a:t>
            </a:r>
            <a:r>
              <a:rPr lang="en-GB" sz="2000" b="0"/>
              <a:t> - Excel follows structure of legislation.</a:t>
            </a:r>
          </a:p>
          <a:p>
            <a:endParaRPr lang="en-GB" sz="2000" b="0"/>
          </a:p>
          <a:p>
            <a:r>
              <a:rPr lang="en-GB" sz="2000"/>
              <a:t>Prefilling/Post-filling overview</a:t>
            </a:r>
            <a:r>
              <a:rPr lang="en-GB" sz="2000" b="0"/>
              <a:t> - Highlights where data should be reported (green cells) and where no reporting in Reportnet 3 is required (grey cells – prefilled / post-filled).</a:t>
            </a:r>
          </a:p>
          <a:p>
            <a:endParaRPr lang="en-GB" sz="2000" b="0"/>
          </a:p>
          <a:p>
            <a:r>
              <a:rPr lang="en-GB" sz="2000"/>
              <a:t>Risk</a:t>
            </a:r>
            <a:r>
              <a:rPr lang="en-GB" sz="2000" b="0"/>
              <a:t> – If import not used correctly can cause issues on the finally imported data to Reportnet 3.</a:t>
            </a:r>
          </a:p>
          <a:p>
            <a:pPr lvl="1"/>
            <a:r>
              <a:rPr lang="en-GB" sz="2000" i="1">
                <a:solidFill>
                  <a:srgbClr val="FF0000"/>
                </a:solidFill>
              </a:rPr>
              <a:t>Do not edit data formats / structures – be careful when copying and pasting!</a:t>
            </a:r>
          </a:p>
          <a:p>
            <a:r>
              <a:rPr lang="en-GB" sz="2000"/>
              <a:t>Excel import does not equal reporting</a:t>
            </a:r>
            <a:r>
              <a:rPr lang="en-GB" sz="2000" b="0"/>
              <a:t> – reporting is only considered complete once an official submission in the platform is made. Therefore, once data is imported, quality checks and final check of data is required!</a:t>
            </a:r>
          </a:p>
          <a:p>
            <a:endParaRPr lang="en-GB" sz="2000" b="0"/>
          </a:p>
        </p:txBody>
      </p:sp>
    </p:spTree>
    <p:extLst>
      <p:ext uri="{BB962C8B-B14F-4D97-AF65-F5344CB8AC3E}">
        <p14:creationId xmlns:p14="http://schemas.microsoft.com/office/powerpoint/2010/main" val="1343485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39C01-1A30-3E86-A670-DD3C31892717}"/>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A7DB4D1E-1CE6-E9A5-64FF-58D899CBF346}"/>
              </a:ext>
            </a:extLst>
          </p:cNvPr>
          <p:cNvSpPr txBox="1"/>
          <p:nvPr/>
        </p:nvSpPr>
        <p:spPr>
          <a:xfrm>
            <a:off x="500863" y="1151374"/>
            <a:ext cx="868359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What is a Notation 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system to clarify lack of numerical data (where unavailable or not applicable).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Required for mandatory if applicable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Miap</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if available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Miav</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or voluntary (V) reporting.</a:t>
            </a: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091A190-A2E6-D280-B6A6-1EC0C7E49D0C}"/>
              </a:ext>
            </a:extLst>
          </p:cNvPr>
          <p:cNvSpPr txBox="1"/>
          <p:nvPr/>
        </p:nvSpPr>
        <p:spPr>
          <a:xfrm>
            <a:off x="500863" y="5287210"/>
            <a:ext cx="701820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Import templates provide overview of when notation keys are accepted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For any issues check the reporting guidelines!</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BBD73B1-2BA3-8788-EB05-491ACAEDB38B}"/>
              </a:ext>
            </a:extLst>
          </p:cNvPr>
          <p:cNvGraphicFramePr>
            <a:graphicFrameLocks noGrp="1"/>
          </p:cNvGraphicFramePr>
          <p:nvPr/>
        </p:nvGraphicFramePr>
        <p:xfrm>
          <a:off x="500863" y="2234609"/>
          <a:ext cx="11075526" cy="3108960"/>
        </p:xfrm>
        <a:graphic>
          <a:graphicData uri="http://schemas.openxmlformats.org/drawingml/2006/table">
            <a:tbl>
              <a:tblPr firstRow="1" firstCol="1" bandRow="1">
                <a:tableStyleId>{5C22544A-7EE6-4342-B048-85BDC9FD1C3A}</a:tableStyleId>
              </a:tblPr>
              <a:tblGrid>
                <a:gridCol w="1998281">
                  <a:extLst>
                    <a:ext uri="{9D8B030D-6E8A-4147-A177-3AD203B41FA5}">
                      <a16:colId xmlns:a16="http://schemas.microsoft.com/office/drawing/2014/main" val="999049638"/>
                    </a:ext>
                  </a:extLst>
                </a:gridCol>
                <a:gridCol w="9077245">
                  <a:extLst>
                    <a:ext uri="{9D8B030D-6E8A-4147-A177-3AD203B41FA5}">
                      <a16:colId xmlns:a16="http://schemas.microsoft.com/office/drawing/2014/main" val="1551009925"/>
                    </a:ext>
                  </a:extLst>
                </a:gridCol>
              </a:tblGrid>
              <a:tr h="245745">
                <a:tc>
                  <a:txBody>
                    <a:bodyPr/>
                    <a:lstStyle/>
                    <a:p>
                      <a:pPr algn="just">
                        <a:spcAft>
                          <a:spcPts val="1200"/>
                        </a:spcAft>
                      </a:pPr>
                      <a:r>
                        <a:rPr lang="en-GB" sz="1700">
                          <a:effectLst/>
                        </a:rPr>
                        <a:t>Notation key</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GB" sz="1700">
                          <a:effectLst/>
                        </a:rPr>
                        <a:t>Description</a:t>
                      </a:r>
                      <a:endParaRPr lang="en-GB"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617854"/>
                  </a:ext>
                </a:extLst>
              </a:tr>
              <a:tr h="0">
                <a:tc>
                  <a:txBody>
                    <a:bodyPr/>
                    <a:lstStyle/>
                    <a:p>
                      <a:pPr algn="just">
                        <a:spcAft>
                          <a:spcPts val="1200"/>
                        </a:spcAft>
                      </a:pPr>
                      <a:r>
                        <a:rPr lang="en-GB" sz="1700">
                          <a:effectLst/>
                        </a:rPr>
                        <a:t>NA</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applicable </a:t>
                      </a:r>
                      <a:r>
                        <a:rPr lang="en-US" sz="1700">
                          <a:effectLst/>
                        </a:rPr>
                        <a:t>- For data and activities in a reporting country that are not applicable or relevant to the context of the reporting country. Anticipated to be used in the context of </a:t>
                      </a:r>
                      <a:r>
                        <a:rPr lang="en-US" sz="1700" err="1">
                          <a:effectLst/>
                        </a:rPr>
                        <a:t>Miap</a:t>
                      </a:r>
                      <a:r>
                        <a:rPr lang="en-US" sz="1700">
                          <a:effectLst/>
                        </a:rPr>
                        <a:t> and V reporting fields. This notation key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193384"/>
                  </a:ext>
                </a:extLst>
              </a:tr>
              <a:tr h="0">
                <a:tc>
                  <a:txBody>
                    <a:bodyPr/>
                    <a:lstStyle/>
                    <a:p>
                      <a:pPr algn="just">
                        <a:spcAft>
                          <a:spcPts val="1200"/>
                        </a:spcAft>
                      </a:pPr>
                      <a:r>
                        <a:rPr lang="en-GB" sz="1700">
                          <a:effectLst/>
                        </a:rPr>
                        <a:t>NAv</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available </a:t>
                      </a:r>
                      <a:r>
                        <a:rPr lang="en-US" sz="1700">
                          <a:effectLst/>
                        </a:rPr>
                        <a:t>– For data and activities in a reporting country that are applicable to the context of the reporting country, however the data is not available. Anticipated to be used in the context of </a:t>
                      </a:r>
                      <a:r>
                        <a:rPr lang="en-US" sz="1700" err="1">
                          <a:effectLst/>
                        </a:rPr>
                        <a:t>Miap</a:t>
                      </a:r>
                      <a:r>
                        <a:rPr lang="en-US" sz="1700">
                          <a:effectLst/>
                        </a:rPr>
                        <a:t>, </a:t>
                      </a:r>
                      <a:r>
                        <a:rPr lang="en-US" sz="1700" err="1">
                          <a:effectLst/>
                        </a:rPr>
                        <a:t>Miav</a:t>
                      </a:r>
                      <a:r>
                        <a:rPr lang="en-US" sz="1700">
                          <a:effectLst/>
                        </a:rPr>
                        <a:t> and V reporting fields. This value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7467441"/>
                  </a:ext>
                </a:extLst>
              </a:tr>
              <a:tr h="0">
                <a:tc>
                  <a:txBody>
                    <a:bodyPr/>
                    <a:lstStyle/>
                    <a:p>
                      <a:pPr algn="just">
                        <a:spcAft>
                          <a:spcPts val="1200"/>
                        </a:spcAft>
                      </a:pPr>
                      <a:r>
                        <a:rPr lang="en-GB" sz="1700">
                          <a:effectLst/>
                        </a:rPr>
                        <a:t>C</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dirty="0">
                          <a:effectLst/>
                        </a:rPr>
                        <a:t>Confidential</a:t>
                      </a:r>
                      <a:r>
                        <a:rPr lang="en-US" sz="1700" dirty="0">
                          <a:effectLst/>
                        </a:rPr>
                        <a:t> – Specifically for Annex II, Table 5, reporting on greenhouse gas savings performance of biofuels. This notation key is for data and activities in a reporting country that are available but are confidential and therefore cannot be reported publicly at a disaggregated level.</a:t>
                      </a:r>
                      <a:endParaRPr lang="en-US" sz="17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5388446"/>
                  </a:ext>
                </a:extLst>
              </a:tr>
            </a:tbl>
          </a:graphicData>
        </a:graphic>
      </p:graphicFrame>
      <p:sp>
        <p:nvSpPr>
          <p:cNvPr id="5" name="Rectangle 4">
            <a:extLst>
              <a:ext uri="{FF2B5EF4-FFF2-40B4-BE49-F238E27FC236}">
                <a16:creationId xmlns:a16="http://schemas.microsoft.com/office/drawing/2014/main" id="{C7862252-1428-46C5-67D6-19181241DD90}"/>
              </a:ext>
            </a:extLst>
          </p:cNvPr>
          <p:cNvSpPr/>
          <p:nvPr/>
        </p:nvSpPr>
        <p:spPr>
          <a:xfrm>
            <a:off x="500863" y="6073960"/>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GHG (Annex 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68574915-D69E-874C-8C3E-4FCFD5FCFC76}"/>
              </a:ext>
            </a:extLst>
          </p:cNvPr>
          <p:cNvSpPr/>
          <p:nvPr/>
        </p:nvSpPr>
        <p:spPr>
          <a:xfrm>
            <a:off x="1963903" y="6073959"/>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RES (Annexes II &amp; XVI)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84BE206-3B0F-1AF4-E72C-8DD7CC14868C}"/>
              </a:ext>
            </a:extLst>
          </p:cNvPr>
          <p:cNvSpPr/>
          <p:nvPr/>
        </p:nvSpPr>
        <p:spPr>
          <a:xfrm>
            <a:off x="3426943" y="6073958"/>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EE (Annexes IV &amp; XVII)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31D0E0D-F516-8AF0-18CC-AE48A5BCC6FA}"/>
              </a:ext>
            </a:extLst>
          </p:cNvPr>
          <p:cNvSpPr txBox="1"/>
          <p:nvPr/>
        </p:nvSpPr>
        <p:spPr>
          <a:xfrm>
            <a:off x="5212255" y="6181679"/>
            <a:ext cx="30124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Calibri" panose="020F0502020204030204"/>
                <a:ea typeface="+mn-ea"/>
                <a:cs typeface="+mn-cs"/>
              </a:rPr>
              <a:t>Applicable to these dataflows</a:t>
            </a:r>
            <a:endParaRPr kumimoji="0" lang="LID4096" sz="1800" b="1" i="0" u="none" strike="noStrike" kern="1200" cap="none" spc="0" normalizeH="0" baseline="0" noProof="0">
              <a:ln>
                <a:noFill/>
              </a:ln>
              <a:solidFill>
                <a:srgbClr val="FF0000"/>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FC755C43-6A22-A4A4-35EC-99F0C540FA5C}"/>
              </a:ext>
            </a:extLst>
          </p:cNvPr>
          <p:cNvCxnSpPr>
            <a:cxnSpLocks/>
            <a:stCxn id="8" idx="1"/>
            <a:endCxn id="7" idx="3"/>
          </p:cNvCxnSpPr>
          <p:nvPr/>
        </p:nvCxnSpPr>
        <p:spPr>
          <a:xfrm flipH="1">
            <a:off x="4757903" y="6366345"/>
            <a:ext cx="454352" cy="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1">
            <a:extLst>
              <a:ext uri="{FF2B5EF4-FFF2-40B4-BE49-F238E27FC236}">
                <a16:creationId xmlns:a16="http://schemas.microsoft.com/office/drawing/2014/main" id="{232E17AC-2D41-7387-1A24-E649D608AD6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Calibri" panose="020F0502020204030204"/>
                <a:ea typeface="+mn-ea"/>
                <a:cs typeface="+mn-cs"/>
              </a:rPr>
              <a:t>Notation keys</a:t>
            </a:r>
            <a:endParaRPr kumimoji="0" lang="en-DK" sz="3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194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19F20-78B6-7453-280A-F86EDFA17077}"/>
              </a:ext>
            </a:extLst>
          </p:cNvPr>
          <p:cNvPicPr>
            <a:picLocks noChangeAspect="1"/>
          </p:cNvPicPr>
          <p:nvPr/>
        </p:nvPicPr>
        <p:blipFill rotWithShape="1">
          <a:blip r:embed="rId3"/>
          <a:srcRect l="22397" t="18447" r="26952" b="28584"/>
          <a:stretch/>
        </p:blipFill>
        <p:spPr>
          <a:xfrm>
            <a:off x="1556750" y="90055"/>
            <a:ext cx="8805797" cy="5179883"/>
          </a:xfrm>
          <a:prstGeom prst="rect">
            <a:avLst/>
          </a:prstGeom>
        </p:spPr>
      </p:pic>
      <p:sp>
        <p:nvSpPr>
          <p:cNvPr id="2" name="Rectangle 1">
            <a:extLst>
              <a:ext uri="{FF2B5EF4-FFF2-40B4-BE49-F238E27FC236}">
                <a16:creationId xmlns:a16="http://schemas.microsoft.com/office/drawing/2014/main" id="{95C8DE20-2986-CF64-08D2-25F32878DFEF}"/>
              </a:ext>
            </a:extLst>
          </p:cNvPr>
          <p:cNvSpPr/>
          <p:nvPr/>
        </p:nvSpPr>
        <p:spPr>
          <a:xfrm>
            <a:off x="4672013" y="3754873"/>
            <a:ext cx="4386066" cy="10772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TextBox 3">
            <a:extLst>
              <a:ext uri="{FF2B5EF4-FFF2-40B4-BE49-F238E27FC236}">
                <a16:creationId xmlns:a16="http://schemas.microsoft.com/office/drawing/2014/main" id="{0A2D32DD-F8CA-51C9-3F35-104AAB8A6531}"/>
              </a:ext>
            </a:extLst>
          </p:cNvPr>
          <p:cNvSpPr txBox="1"/>
          <p:nvPr/>
        </p:nvSpPr>
        <p:spPr>
          <a:xfrm>
            <a:off x="1556750" y="5457826"/>
            <a:ext cx="2466976" cy="1200329"/>
          </a:xfrm>
          <a:prstGeom prst="rect">
            <a:avLst/>
          </a:prstGeom>
          <a:solidFill>
            <a:schemeClr val="accent4"/>
          </a:solidFill>
        </p:spPr>
        <p:txBody>
          <a:bodyPr wrap="square" rtlCol="0">
            <a:spAutoFit/>
          </a:bodyPr>
          <a:lstStyle/>
          <a:p>
            <a:r>
              <a:rPr lang="en-GB" sz="3600">
                <a:hlinkClick r:id="rId4"/>
              </a:rPr>
              <a:t>Reportnet 3 (europa.eu)</a:t>
            </a:r>
            <a:endParaRPr lang="en-DK" sz="3600"/>
          </a:p>
        </p:txBody>
      </p:sp>
      <p:grpSp>
        <p:nvGrpSpPr>
          <p:cNvPr id="7" name="Group 6">
            <a:extLst>
              <a:ext uri="{FF2B5EF4-FFF2-40B4-BE49-F238E27FC236}">
                <a16:creationId xmlns:a16="http://schemas.microsoft.com/office/drawing/2014/main" id="{1E9D29D6-1C0B-6461-5D2F-99C6C35C70CE}"/>
              </a:ext>
            </a:extLst>
          </p:cNvPr>
          <p:cNvGrpSpPr/>
          <p:nvPr/>
        </p:nvGrpSpPr>
        <p:grpSpPr>
          <a:xfrm>
            <a:off x="6886576" y="5217165"/>
            <a:ext cx="2864548" cy="1440989"/>
            <a:chOff x="4451754" y="1559385"/>
            <a:chExt cx="5810982" cy="3657022"/>
          </a:xfrm>
        </p:grpSpPr>
        <p:sp>
          <p:nvSpPr>
            <p:cNvPr id="8" name="TextBox 7">
              <a:extLst>
                <a:ext uri="{FF2B5EF4-FFF2-40B4-BE49-F238E27FC236}">
                  <a16:creationId xmlns:a16="http://schemas.microsoft.com/office/drawing/2014/main" id="{5F4A67F0-B01D-AF19-2156-BF03A59A6B19}"/>
                </a:ext>
              </a:extLst>
            </p:cNvPr>
            <p:cNvSpPr txBox="1"/>
            <p:nvPr/>
          </p:nvSpPr>
          <p:spPr>
            <a:xfrm>
              <a:off x="4451754" y="1559385"/>
              <a:ext cx="5810982" cy="1015422"/>
            </a:xfrm>
            <a:prstGeom prst="rect">
              <a:avLst/>
            </a:prstGeom>
            <a:noFill/>
          </p:spPr>
          <p:txBody>
            <a:bodyPr wrap="none" rtlCol="0">
              <a:spAutoFit/>
            </a:bodyPr>
            <a:lstStyle/>
            <a:p>
              <a:r>
                <a:rPr lang="en-US" sz="2000">
                  <a:solidFill>
                    <a:schemeClr val="bg1"/>
                  </a:solidFill>
                </a:rPr>
                <a:t>Import functionality</a:t>
              </a:r>
              <a:endParaRPr lang="en-DK" sz="2000">
                <a:solidFill>
                  <a:schemeClr val="bg1"/>
                </a:solidFill>
              </a:endParaRPr>
            </a:p>
          </p:txBody>
        </p:sp>
        <p:pic>
          <p:nvPicPr>
            <p:cNvPr id="9" name="Graphic 8" descr="Clipboard with solid fill">
              <a:extLst>
                <a:ext uri="{FF2B5EF4-FFF2-40B4-BE49-F238E27FC236}">
                  <a16:creationId xmlns:a16="http://schemas.microsoft.com/office/drawing/2014/main" id="{D6C15C19-189C-E17F-DFF5-89C99FF1F0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56279" y="2324381"/>
              <a:ext cx="2892027" cy="2892026"/>
            </a:xfrm>
            <a:prstGeom prst="rect">
              <a:avLst/>
            </a:prstGeom>
          </p:spPr>
        </p:pic>
        <p:pic>
          <p:nvPicPr>
            <p:cNvPr id="10" name="Graphic 9" descr="Download with solid fill">
              <a:extLst>
                <a:ext uri="{FF2B5EF4-FFF2-40B4-BE49-F238E27FC236}">
                  <a16:creationId xmlns:a16="http://schemas.microsoft.com/office/drawing/2014/main" id="{CC7D14AB-5A7D-3BC2-F5CC-5695BD69BE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38799" y="3313196"/>
              <a:ext cx="914400" cy="914400"/>
            </a:xfrm>
            <a:prstGeom prst="rect">
              <a:avLst/>
            </a:prstGeom>
          </p:spPr>
        </p:pic>
      </p:grpSp>
      <p:grpSp>
        <p:nvGrpSpPr>
          <p:cNvPr id="11" name="Group 10">
            <a:extLst>
              <a:ext uri="{FF2B5EF4-FFF2-40B4-BE49-F238E27FC236}">
                <a16:creationId xmlns:a16="http://schemas.microsoft.com/office/drawing/2014/main" id="{130D95D4-A54B-5124-41C5-8B233DCD1423}"/>
              </a:ext>
            </a:extLst>
          </p:cNvPr>
          <p:cNvGrpSpPr/>
          <p:nvPr/>
        </p:nvGrpSpPr>
        <p:grpSpPr>
          <a:xfrm>
            <a:off x="5222001" y="5295373"/>
            <a:ext cx="1223706" cy="1368231"/>
            <a:chOff x="5168180" y="1625865"/>
            <a:chExt cx="2971025" cy="3620689"/>
          </a:xfrm>
        </p:grpSpPr>
        <p:sp>
          <p:nvSpPr>
            <p:cNvPr id="12" name="TextBox 11">
              <a:extLst>
                <a:ext uri="{FF2B5EF4-FFF2-40B4-BE49-F238E27FC236}">
                  <a16:creationId xmlns:a16="http://schemas.microsoft.com/office/drawing/2014/main" id="{270C0490-F879-2326-1DC0-8423F27C2A1C}"/>
                </a:ext>
              </a:extLst>
            </p:cNvPr>
            <p:cNvSpPr txBox="1"/>
            <p:nvPr/>
          </p:nvSpPr>
          <p:spPr>
            <a:xfrm>
              <a:off x="5168180" y="1625865"/>
              <a:ext cx="2897319" cy="976743"/>
            </a:xfrm>
            <a:prstGeom prst="rect">
              <a:avLst/>
            </a:prstGeom>
            <a:noFill/>
          </p:spPr>
          <p:txBody>
            <a:bodyPr wrap="none" rtlCol="0">
              <a:spAutoFit/>
            </a:bodyPr>
            <a:lstStyle/>
            <a:p>
              <a:r>
                <a:rPr lang="en-US" sz="2000">
                  <a:solidFill>
                    <a:schemeClr val="bg1"/>
                  </a:solidFill>
                </a:rPr>
                <a:t>Validation</a:t>
              </a:r>
              <a:endParaRPr lang="en-DK" sz="2000">
                <a:solidFill>
                  <a:schemeClr val="bg1"/>
                </a:solidFill>
              </a:endParaRPr>
            </a:p>
          </p:txBody>
        </p:sp>
        <p:pic>
          <p:nvPicPr>
            <p:cNvPr id="13" name="Graphic 12" descr="Shield Tick with solid fill">
              <a:extLst>
                <a:ext uri="{FF2B5EF4-FFF2-40B4-BE49-F238E27FC236}">
                  <a16:creationId xmlns:a16="http://schemas.microsoft.com/office/drawing/2014/main" id="{83CD3ABE-6ECC-1B06-CF9B-7EBF39CD965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47177" y="2354527"/>
              <a:ext cx="2892028" cy="2892027"/>
            </a:xfrm>
            <a:prstGeom prst="rect">
              <a:avLst/>
            </a:prstGeom>
          </p:spPr>
        </p:pic>
      </p:grpSp>
    </p:spTree>
    <p:extLst>
      <p:ext uri="{BB962C8B-B14F-4D97-AF65-F5344CB8AC3E}">
        <p14:creationId xmlns:p14="http://schemas.microsoft.com/office/powerpoint/2010/main" val="3729693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CB39A0-0012-7495-9AA4-4F2B7AAA0E03}"/>
              </a:ext>
            </a:extLst>
          </p:cNvPr>
          <p:cNvPicPr>
            <a:picLocks noChangeAspect="1"/>
          </p:cNvPicPr>
          <p:nvPr/>
        </p:nvPicPr>
        <p:blipFill>
          <a:blip r:embed="rId3"/>
          <a:stretch>
            <a:fillRect/>
          </a:stretch>
        </p:blipFill>
        <p:spPr>
          <a:xfrm>
            <a:off x="851971" y="1922443"/>
            <a:ext cx="10488058" cy="3013113"/>
          </a:xfrm>
          <a:prstGeom prst="rect">
            <a:avLst/>
          </a:prstGeom>
        </p:spPr>
      </p:pic>
      <p:grpSp>
        <p:nvGrpSpPr>
          <p:cNvPr id="8" name="Group 7">
            <a:extLst>
              <a:ext uri="{FF2B5EF4-FFF2-40B4-BE49-F238E27FC236}">
                <a16:creationId xmlns:a16="http://schemas.microsoft.com/office/drawing/2014/main" id="{7449720F-65E4-D2CE-D465-516621444174}"/>
              </a:ext>
            </a:extLst>
          </p:cNvPr>
          <p:cNvGrpSpPr/>
          <p:nvPr/>
        </p:nvGrpSpPr>
        <p:grpSpPr>
          <a:xfrm>
            <a:off x="851971" y="502806"/>
            <a:ext cx="2223738" cy="1099597"/>
            <a:chOff x="4040326" y="1888450"/>
            <a:chExt cx="1441251" cy="864750"/>
          </a:xfrm>
        </p:grpSpPr>
        <p:sp>
          <p:nvSpPr>
            <p:cNvPr id="9" name="Rectangle: Rounded Corners 8">
              <a:extLst>
                <a:ext uri="{FF2B5EF4-FFF2-40B4-BE49-F238E27FC236}">
                  <a16:creationId xmlns:a16="http://schemas.microsoft.com/office/drawing/2014/main" id="{4079B64F-8A2F-6B6A-6BCF-56A2EDDDC697}"/>
                </a:ext>
              </a:extLst>
            </p:cNvPr>
            <p:cNvSpPr/>
            <p:nvPr/>
          </p:nvSpPr>
          <p:spPr>
            <a:xfrm>
              <a:off x="4040326" y="1888450"/>
              <a:ext cx="1441251" cy="8647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K" sz="2000"/>
            </a:p>
          </p:txBody>
        </p:sp>
        <p:sp>
          <p:nvSpPr>
            <p:cNvPr id="10" name="Rectangle: Rounded Corners 4">
              <a:extLst>
                <a:ext uri="{FF2B5EF4-FFF2-40B4-BE49-F238E27FC236}">
                  <a16:creationId xmlns:a16="http://schemas.microsoft.com/office/drawing/2014/main" id="{05152486-4740-D0A2-3057-C745C7146326}"/>
                </a:ext>
              </a:extLst>
            </p:cNvPr>
            <p:cNvSpPr txBox="1"/>
            <p:nvPr/>
          </p:nvSpPr>
          <p:spPr>
            <a:xfrm>
              <a:off x="4065654" y="1913778"/>
              <a:ext cx="1390595" cy="8140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2000" kern="1200"/>
                <a:t> Step 4: Upload the filled in Excel template </a:t>
              </a:r>
            </a:p>
          </p:txBody>
        </p:sp>
      </p:grpSp>
      <p:sp>
        <p:nvSpPr>
          <p:cNvPr id="11" name="Rectangle: Rounded Corners 10">
            <a:extLst>
              <a:ext uri="{FF2B5EF4-FFF2-40B4-BE49-F238E27FC236}">
                <a16:creationId xmlns:a16="http://schemas.microsoft.com/office/drawing/2014/main" id="{24FE6959-BCB2-E816-F38A-FBDA58CF80F4}"/>
              </a:ext>
            </a:extLst>
          </p:cNvPr>
          <p:cNvSpPr/>
          <p:nvPr/>
        </p:nvSpPr>
        <p:spPr>
          <a:xfrm>
            <a:off x="1572596" y="3108960"/>
            <a:ext cx="1004349" cy="320040"/>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ln w="57150">
                <a:solidFill>
                  <a:schemeClr val="tx1"/>
                </a:solidFill>
              </a:ln>
            </a:endParaRPr>
          </a:p>
        </p:txBody>
      </p:sp>
      <p:sp>
        <p:nvSpPr>
          <p:cNvPr id="12" name="Oval 11">
            <a:extLst>
              <a:ext uri="{FF2B5EF4-FFF2-40B4-BE49-F238E27FC236}">
                <a16:creationId xmlns:a16="http://schemas.microsoft.com/office/drawing/2014/main" id="{02657F61-288B-C0C9-3280-C9690D82C0E4}"/>
              </a:ext>
            </a:extLst>
          </p:cNvPr>
          <p:cNvSpPr/>
          <p:nvPr/>
        </p:nvSpPr>
        <p:spPr>
          <a:xfrm>
            <a:off x="851971" y="2948940"/>
            <a:ext cx="378313" cy="320040"/>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p>
        </p:txBody>
      </p:sp>
      <p:sp>
        <p:nvSpPr>
          <p:cNvPr id="13" name="Oval 12">
            <a:extLst>
              <a:ext uri="{FF2B5EF4-FFF2-40B4-BE49-F238E27FC236}">
                <a16:creationId xmlns:a16="http://schemas.microsoft.com/office/drawing/2014/main" id="{9D202F46-AD66-2DCC-7523-2854F7C1C6B3}"/>
              </a:ext>
            </a:extLst>
          </p:cNvPr>
          <p:cNvSpPr/>
          <p:nvPr/>
        </p:nvSpPr>
        <p:spPr>
          <a:xfrm>
            <a:off x="10241091" y="3108960"/>
            <a:ext cx="781585" cy="320040"/>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p>
        </p:txBody>
      </p:sp>
      <p:cxnSp>
        <p:nvCxnSpPr>
          <p:cNvPr id="18" name="Straight Arrow Connector 17">
            <a:extLst>
              <a:ext uri="{FF2B5EF4-FFF2-40B4-BE49-F238E27FC236}">
                <a16:creationId xmlns:a16="http://schemas.microsoft.com/office/drawing/2014/main" id="{EC1F2B9C-A415-F05C-84C1-C7170BC3ACC6}"/>
              </a:ext>
            </a:extLst>
          </p:cNvPr>
          <p:cNvCxnSpPr/>
          <p:nvPr/>
        </p:nvCxnSpPr>
        <p:spPr>
          <a:xfrm>
            <a:off x="2094807" y="3429000"/>
            <a:ext cx="3374968" cy="22569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1D39031-7456-6B45-DCC2-BF65C8A9EA40}"/>
              </a:ext>
            </a:extLst>
          </p:cNvPr>
          <p:cNvCxnSpPr>
            <a:cxnSpLocks/>
            <a:stCxn id="13" idx="2"/>
            <a:endCxn id="28" idx="0"/>
          </p:cNvCxnSpPr>
          <p:nvPr/>
        </p:nvCxnSpPr>
        <p:spPr>
          <a:xfrm flipH="1">
            <a:off x="7655927" y="3268980"/>
            <a:ext cx="2585164" cy="24547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6CE107D-FBC8-4EF8-EE08-8396DC6F640F}"/>
              </a:ext>
            </a:extLst>
          </p:cNvPr>
          <p:cNvCxnSpPr>
            <a:cxnSpLocks/>
          </p:cNvCxnSpPr>
          <p:nvPr/>
        </p:nvCxnSpPr>
        <p:spPr>
          <a:xfrm>
            <a:off x="1169324" y="3167024"/>
            <a:ext cx="1673629" cy="23234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DAB77C5-CE29-7AC7-23E3-996CBAB3C76C}"/>
              </a:ext>
            </a:extLst>
          </p:cNvPr>
          <p:cNvSpPr txBox="1"/>
          <p:nvPr/>
        </p:nvSpPr>
        <p:spPr>
          <a:xfrm>
            <a:off x="2094807" y="5567752"/>
            <a:ext cx="1961804" cy="369332"/>
          </a:xfrm>
          <a:prstGeom prst="rect">
            <a:avLst/>
          </a:prstGeom>
          <a:noFill/>
          <a:ln>
            <a:solidFill>
              <a:srgbClr val="FF0000"/>
            </a:solidFill>
          </a:ln>
        </p:spPr>
        <p:txBody>
          <a:bodyPr wrap="square" rtlCol="0">
            <a:spAutoFit/>
          </a:bodyPr>
          <a:lstStyle/>
          <a:p>
            <a:pPr algn="ctr"/>
            <a:r>
              <a:rPr lang="en-US">
                <a:solidFill>
                  <a:srgbClr val="FF0000"/>
                </a:solidFill>
              </a:rPr>
              <a:t>2 - Check status</a:t>
            </a:r>
            <a:endParaRPr lang="en-DK">
              <a:solidFill>
                <a:srgbClr val="FF0000"/>
              </a:solidFill>
            </a:endParaRPr>
          </a:p>
        </p:txBody>
      </p:sp>
      <p:sp>
        <p:nvSpPr>
          <p:cNvPr id="27" name="TextBox 26">
            <a:extLst>
              <a:ext uri="{FF2B5EF4-FFF2-40B4-BE49-F238E27FC236}">
                <a16:creationId xmlns:a16="http://schemas.microsoft.com/office/drawing/2014/main" id="{5BBB3BB1-257D-53CB-A8C9-CF1F151760E4}"/>
              </a:ext>
            </a:extLst>
          </p:cNvPr>
          <p:cNvSpPr txBox="1"/>
          <p:nvPr/>
        </p:nvSpPr>
        <p:spPr>
          <a:xfrm>
            <a:off x="4488873" y="5752418"/>
            <a:ext cx="1961804" cy="923330"/>
          </a:xfrm>
          <a:prstGeom prst="rect">
            <a:avLst/>
          </a:prstGeom>
          <a:noFill/>
          <a:ln>
            <a:solidFill>
              <a:srgbClr val="FF0000"/>
            </a:solidFill>
          </a:ln>
        </p:spPr>
        <p:txBody>
          <a:bodyPr wrap="square" rtlCol="0">
            <a:spAutoFit/>
          </a:bodyPr>
          <a:lstStyle/>
          <a:p>
            <a:pPr algn="ctr"/>
            <a:r>
              <a:rPr lang="en-US">
                <a:solidFill>
                  <a:srgbClr val="FF0000"/>
                </a:solidFill>
              </a:rPr>
              <a:t>1- Import your data following instructions</a:t>
            </a:r>
            <a:endParaRPr lang="en-DK">
              <a:solidFill>
                <a:srgbClr val="FF0000"/>
              </a:solidFill>
            </a:endParaRPr>
          </a:p>
        </p:txBody>
      </p:sp>
      <p:sp>
        <p:nvSpPr>
          <p:cNvPr id="28" name="TextBox 27">
            <a:extLst>
              <a:ext uri="{FF2B5EF4-FFF2-40B4-BE49-F238E27FC236}">
                <a16:creationId xmlns:a16="http://schemas.microsoft.com/office/drawing/2014/main" id="{1E99CF50-CA3E-394F-356D-96221D731873}"/>
              </a:ext>
            </a:extLst>
          </p:cNvPr>
          <p:cNvSpPr txBox="1"/>
          <p:nvPr/>
        </p:nvSpPr>
        <p:spPr>
          <a:xfrm>
            <a:off x="6675025" y="5723724"/>
            <a:ext cx="1961804" cy="369332"/>
          </a:xfrm>
          <a:prstGeom prst="rect">
            <a:avLst/>
          </a:prstGeom>
          <a:noFill/>
          <a:ln>
            <a:solidFill>
              <a:srgbClr val="FF0000"/>
            </a:solidFill>
          </a:ln>
        </p:spPr>
        <p:txBody>
          <a:bodyPr wrap="square" rtlCol="0">
            <a:spAutoFit/>
          </a:bodyPr>
          <a:lstStyle/>
          <a:p>
            <a:pPr algn="ctr"/>
            <a:r>
              <a:rPr lang="en-US">
                <a:solidFill>
                  <a:srgbClr val="FF0000"/>
                </a:solidFill>
              </a:rPr>
              <a:t>3 - Refresh</a:t>
            </a:r>
            <a:endParaRPr lang="en-DK">
              <a:solidFill>
                <a:srgbClr val="FF0000"/>
              </a:solidFill>
            </a:endParaRPr>
          </a:p>
        </p:txBody>
      </p:sp>
    </p:spTree>
    <p:extLst>
      <p:ext uri="{BB962C8B-B14F-4D97-AF65-F5344CB8AC3E}">
        <p14:creationId xmlns:p14="http://schemas.microsoft.com/office/powerpoint/2010/main" val="2676459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24FE6959-BCB2-E816-F38A-FBDA58CF80F4}"/>
              </a:ext>
            </a:extLst>
          </p:cNvPr>
          <p:cNvSpPr/>
          <p:nvPr/>
        </p:nvSpPr>
        <p:spPr>
          <a:xfrm>
            <a:off x="4714807" y="2604982"/>
            <a:ext cx="1004349" cy="320040"/>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ln w="57150">
                <a:solidFill>
                  <a:schemeClr val="tx1"/>
                </a:solidFill>
              </a:ln>
            </a:endParaRPr>
          </a:p>
        </p:txBody>
      </p:sp>
      <p:sp>
        <p:nvSpPr>
          <p:cNvPr id="13" name="Oval 12">
            <a:extLst>
              <a:ext uri="{FF2B5EF4-FFF2-40B4-BE49-F238E27FC236}">
                <a16:creationId xmlns:a16="http://schemas.microsoft.com/office/drawing/2014/main" id="{9D202F46-AD66-2DCC-7523-2854F7C1C6B3}"/>
              </a:ext>
            </a:extLst>
          </p:cNvPr>
          <p:cNvSpPr/>
          <p:nvPr/>
        </p:nvSpPr>
        <p:spPr>
          <a:xfrm>
            <a:off x="5314415" y="2797055"/>
            <a:ext cx="781585" cy="320040"/>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p>
        </p:txBody>
      </p:sp>
      <p:sp>
        <p:nvSpPr>
          <p:cNvPr id="24" name="TextBox 23">
            <a:extLst>
              <a:ext uri="{FF2B5EF4-FFF2-40B4-BE49-F238E27FC236}">
                <a16:creationId xmlns:a16="http://schemas.microsoft.com/office/drawing/2014/main" id="{4DAB77C5-CE29-7AC7-23E3-996CBAB3C76C}"/>
              </a:ext>
            </a:extLst>
          </p:cNvPr>
          <p:cNvSpPr txBox="1"/>
          <p:nvPr/>
        </p:nvSpPr>
        <p:spPr>
          <a:xfrm>
            <a:off x="6673304" y="5752418"/>
            <a:ext cx="1961804" cy="369332"/>
          </a:xfrm>
          <a:prstGeom prst="rect">
            <a:avLst/>
          </a:prstGeom>
          <a:noFill/>
          <a:ln>
            <a:solidFill>
              <a:srgbClr val="FF0000"/>
            </a:solidFill>
          </a:ln>
        </p:spPr>
        <p:txBody>
          <a:bodyPr wrap="square" rtlCol="0">
            <a:spAutoFit/>
          </a:bodyPr>
          <a:lstStyle/>
          <a:p>
            <a:pPr algn="ctr"/>
            <a:r>
              <a:rPr lang="en-US">
                <a:solidFill>
                  <a:srgbClr val="FF0000"/>
                </a:solidFill>
              </a:rPr>
              <a:t>2 - Refresh</a:t>
            </a:r>
            <a:endParaRPr lang="en-DK">
              <a:solidFill>
                <a:srgbClr val="FF0000"/>
              </a:solidFill>
            </a:endParaRPr>
          </a:p>
        </p:txBody>
      </p:sp>
      <p:sp>
        <p:nvSpPr>
          <p:cNvPr id="27" name="TextBox 26">
            <a:extLst>
              <a:ext uri="{FF2B5EF4-FFF2-40B4-BE49-F238E27FC236}">
                <a16:creationId xmlns:a16="http://schemas.microsoft.com/office/drawing/2014/main" id="{5BBB3BB1-257D-53CB-A8C9-CF1F151760E4}"/>
              </a:ext>
            </a:extLst>
          </p:cNvPr>
          <p:cNvSpPr txBox="1"/>
          <p:nvPr/>
        </p:nvSpPr>
        <p:spPr>
          <a:xfrm>
            <a:off x="4488873" y="5752418"/>
            <a:ext cx="1961804" cy="369332"/>
          </a:xfrm>
          <a:prstGeom prst="rect">
            <a:avLst/>
          </a:prstGeom>
          <a:noFill/>
          <a:ln>
            <a:solidFill>
              <a:srgbClr val="FF0000"/>
            </a:solidFill>
          </a:ln>
        </p:spPr>
        <p:txBody>
          <a:bodyPr wrap="square" rtlCol="0">
            <a:spAutoFit/>
          </a:bodyPr>
          <a:lstStyle/>
          <a:p>
            <a:pPr algn="ctr"/>
            <a:r>
              <a:rPr lang="en-US">
                <a:solidFill>
                  <a:srgbClr val="FF0000"/>
                </a:solidFill>
              </a:rPr>
              <a:t>1- Validate</a:t>
            </a:r>
            <a:endParaRPr lang="en-DK">
              <a:solidFill>
                <a:srgbClr val="FF0000"/>
              </a:solidFill>
            </a:endParaRPr>
          </a:p>
        </p:txBody>
      </p:sp>
      <p:sp>
        <p:nvSpPr>
          <p:cNvPr id="28" name="TextBox 27">
            <a:extLst>
              <a:ext uri="{FF2B5EF4-FFF2-40B4-BE49-F238E27FC236}">
                <a16:creationId xmlns:a16="http://schemas.microsoft.com/office/drawing/2014/main" id="{1E99CF50-CA3E-394F-356D-96221D731873}"/>
              </a:ext>
            </a:extLst>
          </p:cNvPr>
          <p:cNvSpPr txBox="1"/>
          <p:nvPr/>
        </p:nvSpPr>
        <p:spPr>
          <a:xfrm>
            <a:off x="8857736" y="5756986"/>
            <a:ext cx="1961804" cy="369332"/>
          </a:xfrm>
          <a:prstGeom prst="rect">
            <a:avLst/>
          </a:prstGeom>
          <a:noFill/>
          <a:ln>
            <a:solidFill>
              <a:srgbClr val="FF0000"/>
            </a:solidFill>
          </a:ln>
        </p:spPr>
        <p:txBody>
          <a:bodyPr wrap="square" rtlCol="0">
            <a:spAutoFit/>
          </a:bodyPr>
          <a:lstStyle/>
          <a:p>
            <a:pPr algn="ctr"/>
            <a:r>
              <a:rPr lang="en-US">
                <a:solidFill>
                  <a:srgbClr val="FF0000"/>
                </a:solidFill>
              </a:rPr>
              <a:t>3 – correct/adjust</a:t>
            </a:r>
            <a:endParaRPr lang="en-DK">
              <a:solidFill>
                <a:srgbClr val="FF0000"/>
              </a:solidFill>
            </a:endParaRPr>
          </a:p>
        </p:txBody>
      </p:sp>
      <p:grpSp>
        <p:nvGrpSpPr>
          <p:cNvPr id="2" name="Group 1">
            <a:extLst>
              <a:ext uri="{FF2B5EF4-FFF2-40B4-BE49-F238E27FC236}">
                <a16:creationId xmlns:a16="http://schemas.microsoft.com/office/drawing/2014/main" id="{36D1E4D5-B41E-6C0B-9233-C417EB93F065}"/>
              </a:ext>
            </a:extLst>
          </p:cNvPr>
          <p:cNvGrpSpPr/>
          <p:nvPr/>
        </p:nvGrpSpPr>
        <p:grpSpPr>
          <a:xfrm>
            <a:off x="371491" y="176076"/>
            <a:ext cx="2672626" cy="1684887"/>
            <a:chOff x="2022574" y="1888450"/>
            <a:chExt cx="1441251" cy="864750"/>
          </a:xfrm>
        </p:grpSpPr>
        <p:sp>
          <p:nvSpPr>
            <p:cNvPr id="3" name="Rectangle: Rounded Corners 2">
              <a:extLst>
                <a:ext uri="{FF2B5EF4-FFF2-40B4-BE49-F238E27FC236}">
                  <a16:creationId xmlns:a16="http://schemas.microsoft.com/office/drawing/2014/main" id="{882BF7F7-31B0-7775-8CFC-6DFFD61469FF}"/>
                </a:ext>
              </a:extLst>
            </p:cNvPr>
            <p:cNvSpPr/>
            <p:nvPr/>
          </p:nvSpPr>
          <p:spPr>
            <a:xfrm>
              <a:off x="2022574" y="1888450"/>
              <a:ext cx="1441251" cy="8647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K" sz="2000"/>
            </a:p>
          </p:txBody>
        </p:sp>
        <p:sp>
          <p:nvSpPr>
            <p:cNvPr id="4" name="Rectangle: Rounded Corners 4">
              <a:extLst>
                <a:ext uri="{FF2B5EF4-FFF2-40B4-BE49-F238E27FC236}">
                  <a16:creationId xmlns:a16="http://schemas.microsoft.com/office/drawing/2014/main" id="{A212AA7D-9540-0C18-2352-5CE87473DE7F}"/>
                </a:ext>
              </a:extLst>
            </p:cNvPr>
            <p:cNvSpPr txBox="1"/>
            <p:nvPr/>
          </p:nvSpPr>
          <p:spPr>
            <a:xfrm>
              <a:off x="2047902" y="1913778"/>
              <a:ext cx="1390595" cy="8140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Wingdings" panose="05000000000000000000" pitchFamily="2" charset="2"/>
                <a:buNone/>
              </a:pPr>
              <a:r>
                <a:rPr lang="fr-FR" sz="2000" b="0" kern="1200" err="1"/>
                <a:t>Step</a:t>
              </a:r>
              <a:r>
                <a:rPr lang="fr-FR" sz="2000" b="0" kern="1200"/>
                <a:t> 5 : check of data and </a:t>
              </a:r>
              <a:r>
                <a:rPr lang="fr-FR" sz="2000" b="0" kern="1200" err="1"/>
                <a:t>adjustments</a:t>
              </a:r>
              <a:r>
                <a:rPr lang="fr-FR" sz="2000" b="0" kern="1200"/>
                <a:t> as </a:t>
              </a:r>
              <a:r>
                <a:rPr lang="fr-FR" sz="2000" b="0" kern="1200" err="1"/>
                <a:t>necessary</a:t>
              </a:r>
              <a:endParaRPr lang="fr-FR" sz="2000" b="0" kern="1200"/>
            </a:p>
          </p:txBody>
        </p:sp>
      </p:grpSp>
      <p:sp>
        <p:nvSpPr>
          <p:cNvPr id="5" name="TextBox 4">
            <a:extLst>
              <a:ext uri="{FF2B5EF4-FFF2-40B4-BE49-F238E27FC236}">
                <a16:creationId xmlns:a16="http://schemas.microsoft.com/office/drawing/2014/main" id="{58575180-5555-93ED-DC2B-CB6F505B3C79}"/>
              </a:ext>
            </a:extLst>
          </p:cNvPr>
          <p:cNvSpPr txBox="1"/>
          <p:nvPr/>
        </p:nvSpPr>
        <p:spPr>
          <a:xfrm>
            <a:off x="3392685" y="279856"/>
            <a:ext cx="8179723" cy="1477328"/>
          </a:xfrm>
          <a:prstGeom prst="rect">
            <a:avLst/>
          </a:prstGeom>
          <a:noFill/>
        </p:spPr>
        <p:txBody>
          <a:bodyPr wrap="square" rtlCol="0">
            <a:spAutoFit/>
          </a:bodyPr>
          <a:lstStyle/>
          <a:p>
            <a:r>
              <a:rPr lang="en-GB" sz="1800" b="0" i="0" u="none" strike="noStrike" baseline="0" dirty="0">
                <a:solidFill>
                  <a:schemeClr val="bg1"/>
                </a:solidFill>
                <a:latin typeface="Lato" panose="020F0502020204030203" pitchFamily="34" charset="0"/>
              </a:rPr>
              <a:t>Validating and correcting data</a:t>
            </a:r>
          </a:p>
          <a:p>
            <a:r>
              <a:rPr lang="en-US" sz="1800" b="0" i="0" u="none" strike="noStrike" baseline="0" dirty="0">
                <a:solidFill>
                  <a:schemeClr val="bg1"/>
                </a:solidFill>
                <a:latin typeface="Lato" panose="020F0502020204030203" pitchFamily="34" charset="0"/>
              </a:rPr>
              <a:t>- Validate data and adjust as necessary</a:t>
            </a:r>
          </a:p>
          <a:p>
            <a:r>
              <a:rPr lang="en-US" sz="1800" b="0" i="0" u="none" strike="noStrike" baseline="0" dirty="0">
                <a:solidFill>
                  <a:schemeClr val="bg1"/>
                </a:solidFill>
                <a:latin typeface="Lato" panose="020F0502020204030203" pitchFamily="34" charset="0"/>
              </a:rPr>
              <a:t>- Errors/warnings can be addressed directly in Reportnet3 or in the reporting template (which then needs to be uploaded again –remember to replace data)</a:t>
            </a:r>
          </a:p>
          <a:p>
            <a:endParaRPr lang="en-DK" dirty="0">
              <a:solidFill>
                <a:schemeClr val="bg1"/>
              </a:solidFill>
            </a:endParaRPr>
          </a:p>
        </p:txBody>
      </p:sp>
      <p:sp>
        <p:nvSpPr>
          <p:cNvPr id="12" name="Oval 11">
            <a:extLst>
              <a:ext uri="{FF2B5EF4-FFF2-40B4-BE49-F238E27FC236}">
                <a16:creationId xmlns:a16="http://schemas.microsoft.com/office/drawing/2014/main" id="{02657F61-288B-C0C9-3280-C9690D82C0E4}"/>
              </a:ext>
            </a:extLst>
          </p:cNvPr>
          <p:cNvSpPr/>
          <p:nvPr/>
        </p:nvSpPr>
        <p:spPr>
          <a:xfrm>
            <a:off x="5326894" y="2730680"/>
            <a:ext cx="781585" cy="436343"/>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K"/>
          </a:p>
        </p:txBody>
      </p:sp>
      <p:grpSp>
        <p:nvGrpSpPr>
          <p:cNvPr id="15" name="Group 14">
            <a:extLst>
              <a:ext uri="{FF2B5EF4-FFF2-40B4-BE49-F238E27FC236}">
                <a16:creationId xmlns:a16="http://schemas.microsoft.com/office/drawing/2014/main" id="{73EDCEE8-9A30-678D-A90C-8A3763837709}"/>
              </a:ext>
            </a:extLst>
          </p:cNvPr>
          <p:cNvGrpSpPr/>
          <p:nvPr/>
        </p:nvGrpSpPr>
        <p:grpSpPr>
          <a:xfrm>
            <a:off x="3160306" y="1573393"/>
            <a:ext cx="7659234" cy="3804729"/>
            <a:chOff x="3160306" y="1573393"/>
            <a:chExt cx="7659234" cy="3804729"/>
          </a:xfrm>
        </p:grpSpPr>
        <p:pic>
          <p:nvPicPr>
            <p:cNvPr id="14" name="Picture 13" descr="A screenshot of a computer&#10;&#10;Description automatically generated">
              <a:extLst>
                <a:ext uri="{FF2B5EF4-FFF2-40B4-BE49-F238E27FC236}">
                  <a16:creationId xmlns:a16="http://schemas.microsoft.com/office/drawing/2014/main" id="{61BEA822-9104-BD9F-8D2A-C0C6DABB3AA5}"/>
                </a:ext>
              </a:extLst>
            </p:cNvPr>
            <p:cNvPicPr>
              <a:picLocks noChangeAspect="1"/>
            </p:cNvPicPr>
            <p:nvPr/>
          </p:nvPicPr>
          <p:blipFill rotWithShape="1">
            <a:blip r:embed="rId3"/>
            <a:srcRect l="51671" t="21306" r="2905" b="38572"/>
            <a:stretch/>
          </p:blipFill>
          <p:spPr bwMode="auto">
            <a:xfrm>
              <a:off x="3160306" y="1573393"/>
              <a:ext cx="7659234" cy="3804729"/>
            </a:xfrm>
            <a:prstGeom prst="rect">
              <a:avLst/>
            </a:prstGeom>
            <a:ln>
              <a:noFill/>
            </a:ln>
            <a:extLst>
              <a:ext uri="{53640926-AAD7-44D8-BBD7-CCE9431645EC}">
                <a14:shadowObscured xmlns:a14="http://schemas.microsoft.com/office/drawing/2010/main"/>
              </a:ext>
            </a:extLst>
          </p:spPr>
        </p:pic>
        <p:pic>
          <p:nvPicPr>
            <p:cNvPr id="6" name="Image 64629294">
              <a:extLst>
                <a:ext uri="{FF2B5EF4-FFF2-40B4-BE49-F238E27FC236}">
                  <a16:creationId xmlns:a16="http://schemas.microsoft.com/office/drawing/2014/main" id="{EB8EFF17-D299-3B89-06DB-B3CFF113735C}"/>
                </a:ext>
              </a:extLst>
            </p:cNvPr>
            <p:cNvPicPr>
              <a:picLocks noChangeAspect="1"/>
            </p:cNvPicPr>
            <p:nvPr/>
          </p:nvPicPr>
          <p:blipFill rotWithShape="1">
            <a:blip r:embed="rId4"/>
            <a:srcRect t="1" r="64360" b="-1"/>
            <a:stretch/>
          </p:blipFill>
          <p:spPr bwMode="auto">
            <a:xfrm>
              <a:off x="3363414" y="3264858"/>
              <a:ext cx="4292513" cy="386148"/>
            </a:xfrm>
            <a:prstGeom prst="rect">
              <a:avLst/>
            </a:prstGeom>
            <a:ln>
              <a:noFill/>
            </a:ln>
            <a:extLst>
              <a:ext uri="{53640926-AAD7-44D8-BBD7-CCE9431645EC}">
                <a14:shadowObscured xmlns:a14="http://schemas.microsoft.com/office/drawing/2010/main"/>
              </a:ext>
            </a:extLst>
          </p:spPr>
        </p:pic>
      </p:grpSp>
      <p:cxnSp>
        <p:nvCxnSpPr>
          <p:cNvPr id="19" name="Straight Arrow Connector 18">
            <a:extLst>
              <a:ext uri="{FF2B5EF4-FFF2-40B4-BE49-F238E27FC236}">
                <a16:creationId xmlns:a16="http://schemas.microsoft.com/office/drawing/2014/main" id="{E1D39031-7456-6B45-DCC2-BF65C8A9EA40}"/>
              </a:ext>
            </a:extLst>
          </p:cNvPr>
          <p:cNvCxnSpPr>
            <a:cxnSpLocks/>
          </p:cNvCxnSpPr>
          <p:nvPr/>
        </p:nvCxnSpPr>
        <p:spPr>
          <a:xfrm>
            <a:off x="5719156" y="3167023"/>
            <a:ext cx="67972" cy="25188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6CE107D-FBC8-4EF8-EE08-8396DC6F640F}"/>
              </a:ext>
            </a:extLst>
          </p:cNvPr>
          <p:cNvCxnSpPr>
            <a:cxnSpLocks/>
          </p:cNvCxnSpPr>
          <p:nvPr/>
        </p:nvCxnSpPr>
        <p:spPr>
          <a:xfrm flipH="1">
            <a:off x="7753512" y="3050721"/>
            <a:ext cx="2340527" cy="26975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1F9FA621-2EAC-0BF1-6BD5-9A2532AA25AB}"/>
              </a:ext>
            </a:extLst>
          </p:cNvPr>
          <p:cNvCxnSpPr>
            <a:stCxn id="28" idx="2"/>
            <a:endCxn id="27" idx="2"/>
          </p:cNvCxnSpPr>
          <p:nvPr/>
        </p:nvCxnSpPr>
        <p:spPr>
          <a:xfrm rot="5400000" flipH="1">
            <a:off x="7651923" y="3939603"/>
            <a:ext cx="4568" cy="4368863"/>
          </a:xfrm>
          <a:prstGeom prst="bentConnector3">
            <a:avLst>
              <a:gd name="adj1" fmla="val -500437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972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47A3E24-BE3A-6F18-DFE0-EA96CB113CE8}"/>
              </a:ext>
            </a:extLst>
          </p:cNvPr>
          <p:cNvSpPr txBox="1">
            <a:spLocks/>
          </p:cNvSpPr>
          <p:nvPr/>
        </p:nvSpPr>
        <p:spPr>
          <a:xfrm>
            <a:off x="2833284" y="1089447"/>
            <a:ext cx="9362346"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800" b="1" dirty="0">
                <a:cs typeface="Segoe UI"/>
              </a:rPr>
              <a:t> QA/QC (checks) on the reporting platform Reportnet 3</a:t>
            </a:r>
            <a:endParaRPr lang="en-US" sz="1800" dirty="0">
              <a:cs typeface="Segoe UI"/>
            </a:endParaRPr>
          </a:p>
          <a:p>
            <a:pPr marL="0" indent="0">
              <a:lnSpc>
                <a:spcPct val="100000"/>
              </a:lnSpc>
              <a:spcBef>
                <a:spcPts val="0"/>
              </a:spcBef>
              <a:buNone/>
            </a:pPr>
            <a:endParaRPr lang="en-US" sz="1800" b="1" dirty="0">
              <a:cs typeface="Segoe UI"/>
            </a:endParaRPr>
          </a:p>
          <a:p>
            <a:pPr marL="0" indent="0">
              <a:lnSpc>
                <a:spcPct val="100000"/>
              </a:lnSpc>
              <a:spcBef>
                <a:spcPts val="0"/>
              </a:spcBef>
              <a:buNone/>
            </a:pPr>
            <a:r>
              <a:rPr lang="en-US" sz="2400" b="1" dirty="0">
                <a:solidFill>
                  <a:srgbClr val="007B6C"/>
                </a:solidFill>
                <a:latin typeface="Calibri Light"/>
                <a:ea typeface="Calibri Light"/>
                <a:cs typeface="Calibri Light"/>
              </a:rPr>
              <a:t>Progress to target </a:t>
            </a:r>
          </a:p>
          <a:p>
            <a:pPr marL="0" indent="0">
              <a:lnSpc>
                <a:spcPct val="100000"/>
              </a:lnSpc>
              <a:spcBef>
                <a:spcPts val="0"/>
              </a:spcBef>
              <a:buNone/>
            </a:pPr>
            <a:r>
              <a:rPr lang="en-US" sz="1800" dirty="0">
                <a:cs typeface="Segoe UI"/>
              </a:rPr>
              <a:t>30 Automatic QA/QC </a:t>
            </a:r>
          </a:p>
          <a:p>
            <a:pPr marL="285750" lvl="1" indent="-285750">
              <a:lnSpc>
                <a:spcPct val="100000"/>
              </a:lnSpc>
              <a:spcBef>
                <a:spcPts val="0"/>
              </a:spcBef>
            </a:pPr>
            <a:r>
              <a:rPr lang="en-US" sz="1800" dirty="0">
                <a:cs typeface="Segoe UI"/>
              </a:rPr>
              <a:t>6 “blocker” type QA/QC </a:t>
            </a:r>
          </a:p>
          <a:p>
            <a:pPr marL="285750" lvl="1" indent="-285750">
              <a:lnSpc>
                <a:spcPct val="100000"/>
              </a:lnSpc>
              <a:spcBef>
                <a:spcPts val="0"/>
              </a:spcBef>
            </a:pPr>
            <a:r>
              <a:rPr lang="en-US" sz="1800" dirty="0">
                <a:cs typeface="Segoe UI"/>
              </a:rPr>
              <a:t>24 “error” type QA/QC</a:t>
            </a:r>
            <a:endParaRPr lang="en-US" dirty="0"/>
          </a:p>
          <a:p>
            <a:pPr marL="285750" lvl="1" indent="-285750">
              <a:lnSpc>
                <a:spcPct val="100000"/>
              </a:lnSpc>
              <a:spcBef>
                <a:spcPts val="0"/>
              </a:spcBef>
            </a:pPr>
            <a:endParaRPr lang="en-US" sz="1800" dirty="0">
              <a:cs typeface="Segoe UI"/>
            </a:endParaRPr>
          </a:p>
        </p:txBody>
      </p:sp>
      <p:pic>
        <p:nvPicPr>
          <p:cNvPr id="7" name="Picture 6" descr="A blue background with white text&#10;&#10;Description automatically generated">
            <a:extLst>
              <a:ext uri="{FF2B5EF4-FFF2-40B4-BE49-F238E27FC236}">
                <a16:creationId xmlns:a16="http://schemas.microsoft.com/office/drawing/2014/main" id="{BD7B9CE2-DBDF-A6DE-7AE7-FBBD6C7FA571}"/>
              </a:ext>
            </a:extLst>
          </p:cNvPr>
          <p:cNvPicPr>
            <a:picLocks noChangeAspect="1"/>
          </p:cNvPicPr>
          <p:nvPr/>
        </p:nvPicPr>
        <p:blipFill>
          <a:blip r:embed="rId3"/>
          <a:stretch>
            <a:fillRect/>
          </a:stretch>
        </p:blipFill>
        <p:spPr>
          <a:xfrm>
            <a:off x="723361" y="1288752"/>
            <a:ext cx="1917580" cy="887442"/>
          </a:xfrm>
          <a:prstGeom prst="rect">
            <a:avLst/>
          </a:prstGeom>
        </p:spPr>
      </p:pic>
      <p:sp>
        <p:nvSpPr>
          <p:cNvPr id="2" name="Content Placeholder 2">
            <a:extLst>
              <a:ext uri="{FF2B5EF4-FFF2-40B4-BE49-F238E27FC236}">
                <a16:creationId xmlns:a16="http://schemas.microsoft.com/office/drawing/2014/main" id="{D67E3B9A-3F24-333B-100A-95894B8DBE79}"/>
              </a:ext>
            </a:extLst>
          </p:cNvPr>
          <p:cNvSpPr txBox="1">
            <a:spLocks/>
          </p:cNvSpPr>
          <p:nvPr/>
        </p:nvSpPr>
        <p:spPr>
          <a:xfrm>
            <a:off x="6992915" y="1673387"/>
            <a:ext cx="936234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rgbClr val="007B6C"/>
                </a:solidFill>
                <a:latin typeface="Calibri Light"/>
                <a:ea typeface="Calibri Light"/>
                <a:cs typeface="Calibri Light"/>
              </a:rPr>
              <a:t>Additional Reporting</a:t>
            </a:r>
            <a:endParaRPr lang="en-US" sz="2400" b="1" dirty="0"/>
          </a:p>
          <a:p>
            <a:pPr marL="0" indent="0">
              <a:lnSpc>
                <a:spcPct val="100000"/>
              </a:lnSpc>
              <a:spcBef>
                <a:spcPts val="0"/>
              </a:spcBef>
              <a:buNone/>
            </a:pPr>
            <a:r>
              <a:rPr lang="en-US" sz="1800" dirty="0">
                <a:cs typeface="Segoe UI"/>
              </a:rPr>
              <a:t>81 Automatic QA/QC </a:t>
            </a:r>
          </a:p>
          <a:p>
            <a:pPr marL="285750" lvl="1" indent="-285750">
              <a:lnSpc>
                <a:spcPct val="100000"/>
              </a:lnSpc>
              <a:spcBef>
                <a:spcPts val="0"/>
              </a:spcBef>
            </a:pPr>
            <a:r>
              <a:rPr lang="en-US" sz="1800" dirty="0">
                <a:cs typeface="Segoe UI"/>
              </a:rPr>
              <a:t>14 “blocker” type QA/QC </a:t>
            </a:r>
          </a:p>
          <a:p>
            <a:pPr marL="285750" lvl="1" indent="-285750">
              <a:lnSpc>
                <a:spcPct val="100000"/>
              </a:lnSpc>
              <a:spcBef>
                <a:spcPts val="0"/>
              </a:spcBef>
            </a:pPr>
            <a:r>
              <a:rPr lang="en-US" sz="1800" dirty="0">
                <a:cs typeface="Segoe UI"/>
              </a:rPr>
              <a:t>49 "error" type QA/QC</a:t>
            </a:r>
          </a:p>
          <a:p>
            <a:pPr marL="285750" lvl="1" indent="-285750">
              <a:lnSpc>
                <a:spcPct val="100000"/>
              </a:lnSpc>
              <a:spcBef>
                <a:spcPts val="0"/>
              </a:spcBef>
            </a:pPr>
            <a:r>
              <a:rPr lang="en-US" sz="1800" dirty="0">
                <a:cs typeface="Segoe UI"/>
              </a:rPr>
              <a:t>18 "warning" type QA/QC</a:t>
            </a:r>
          </a:p>
          <a:p>
            <a:pPr marL="285750" lvl="1" indent="-285750">
              <a:lnSpc>
                <a:spcPct val="100000"/>
              </a:lnSpc>
              <a:spcBef>
                <a:spcPts val="0"/>
              </a:spcBef>
            </a:pPr>
            <a:endParaRPr lang="en-US" sz="1800" dirty="0">
              <a:cs typeface="Segoe UI"/>
            </a:endParaRPr>
          </a:p>
        </p:txBody>
      </p:sp>
      <p:sp>
        <p:nvSpPr>
          <p:cNvPr id="9" name="Rectangle 8">
            <a:extLst>
              <a:ext uri="{FF2B5EF4-FFF2-40B4-BE49-F238E27FC236}">
                <a16:creationId xmlns:a16="http://schemas.microsoft.com/office/drawing/2014/main" id="{36359A35-E710-7052-E9F3-71A93B566D8B}"/>
              </a:ext>
            </a:extLst>
          </p:cNvPr>
          <p:cNvSpPr/>
          <p:nvPr/>
        </p:nvSpPr>
        <p:spPr>
          <a:xfrm>
            <a:off x="518681" y="3801940"/>
            <a:ext cx="11152135" cy="2810101"/>
          </a:xfrm>
          <a:prstGeom prst="rect">
            <a:avLst/>
          </a:prstGeom>
          <a:solidFill>
            <a:srgbClr val="EAF1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4D94DA4B-A97E-3CAC-D9A3-DAC700EDA818}"/>
              </a:ext>
            </a:extLst>
          </p:cNvPr>
          <p:cNvSpPr txBox="1">
            <a:spLocks/>
          </p:cNvSpPr>
          <p:nvPr/>
        </p:nvSpPr>
        <p:spPr>
          <a:xfrm>
            <a:off x="522997" y="3797945"/>
            <a:ext cx="11136907" cy="22586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800" b="1" dirty="0">
                <a:latin typeface="Aptos"/>
                <a:cs typeface="Segoe UI"/>
              </a:rPr>
              <a:t>Internal Automatic and Manual QAQC ( Annex XXVI, Additional Reporting) </a:t>
            </a:r>
            <a:endParaRPr lang="en-GB" sz="1800" b="1" dirty="0">
              <a:ea typeface="+mn-lt"/>
              <a:cs typeface="Segoe UI"/>
            </a:endParaRPr>
          </a:p>
          <a:p>
            <a:pPr marL="0" indent="0">
              <a:buNone/>
            </a:pPr>
            <a:r>
              <a:rPr lang="en-US" sz="1800" u="sng" dirty="0">
                <a:ea typeface="+mn-lt"/>
                <a:cs typeface="+mn-lt"/>
              </a:rPr>
              <a:t>EUROSTAT Datasets for the Enhancement of Quality Assurance </a:t>
            </a:r>
            <a:endParaRPr lang="en-GB" sz="1800" u="sng" dirty="0">
              <a:ea typeface="+mn-lt"/>
              <a:cs typeface="+mn-lt"/>
            </a:endParaRPr>
          </a:p>
          <a:p>
            <a:pPr marL="0" indent="0">
              <a:buNone/>
            </a:pPr>
            <a:r>
              <a:rPr lang="en-US" sz="1800" dirty="0">
                <a:ea typeface="+mn-lt"/>
                <a:cs typeface="+mn-lt"/>
              </a:rPr>
              <a:t>NRG_IND_PEHCF: </a:t>
            </a:r>
            <a:r>
              <a:rPr lang="en-US" sz="1600" dirty="0">
                <a:solidFill>
                  <a:srgbClr val="004494"/>
                </a:solidFill>
                <a:ea typeface="+mn-lt"/>
                <a:cs typeface="+mn-lt"/>
              </a:rPr>
              <a:t>Gross production of electricity and derived heat from combustible fuels by type of plant and operator</a:t>
            </a:r>
            <a:endParaRPr lang="en-GB" sz="1600" u="sng" dirty="0">
              <a:ea typeface="+mn-lt"/>
              <a:cs typeface="+mn-lt"/>
            </a:endParaRPr>
          </a:p>
          <a:p>
            <a:pPr marL="0" indent="0">
              <a:buNone/>
            </a:pPr>
            <a:r>
              <a:rPr lang="en-US" sz="1800" dirty="0">
                <a:ea typeface="+mn-lt"/>
                <a:cs typeface="+mn-lt"/>
              </a:rPr>
              <a:t>NRG_IND_URHCD </a:t>
            </a:r>
            <a:r>
              <a:rPr lang="en-US" sz="1600" dirty="0">
                <a:solidFill>
                  <a:srgbClr val="004494"/>
                </a:solidFill>
                <a:ea typeface="+mn-lt"/>
                <a:cs typeface="+mn-lt"/>
              </a:rPr>
              <a:t>Use of renewables for heating and cooling - details</a:t>
            </a:r>
            <a:endParaRPr lang="en-GB" sz="1600" u="sng" dirty="0">
              <a:ea typeface="+mn-lt"/>
              <a:cs typeface="+mn-lt"/>
            </a:endParaRPr>
          </a:p>
          <a:p>
            <a:pPr marL="0" indent="0">
              <a:buNone/>
            </a:pPr>
            <a:r>
              <a:rPr lang="en-US" sz="1800" dirty="0">
                <a:ea typeface="+mn-lt"/>
                <a:cs typeface="+mn-lt"/>
              </a:rPr>
              <a:t>NRG_IND_PEHAP </a:t>
            </a:r>
            <a:r>
              <a:rPr lang="en-US" sz="1600" dirty="0">
                <a:solidFill>
                  <a:srgbClr val="004494"/>
                </a:solidFill>
                <a:ea typeface="+mn-lt"/>
                <a:cs typeface="+mn-lt"/>
              </a:rPr>
              <a:t>Production of electricity and heat by auto producers, by type of plant</a:t>
            </a:r>
            <a:endParaRPr lang="en-GB" sz="1600" u="sng" dirty="0">
              <a:ea typeface="+mn-lt"/>
              <a:cs typeface="+mn-lt"/>
            </a:endParaRPr>
          </a:p>
          <a:p>
            <a:pPr marL="0" indent="0">
              <a:buNone/>
            </a:pPr>
            <a:r>
              <a:rPr lang="en-US" sz="1800" dirty="0">
                <a:ea typeface="+mn-lt"/>
                <a:cs typeface="+mn-lt"/>
              </a:rPr>
              <a:t>SDG_07_40 </a:t>
            </a:r>
            <a:r>
              <a:rPr lang="en-US" sz="1600" dirty="0">
                <a:solidFill>
                  <a:srgbClr val="004494"/>
                </a:solidFill>
                <a:ea typeface="+mn-lt"/>
                <a:cs typeface="+mn-lt"/>
              </a:rPr>
              <a:t>Share of renewable energy in gross final energy consumption by sector</a:t>
            </a:r>
            <a:endParaRPr lang="en-GB" sz="1600" u="sng" dirty="0">
              <a:ea typeface="+mn-lt"/>
              <a:cs typeface="+mn-lt"/>
            </a:endParaRPr>
          </a:p>
        </p:txBody>
      </p:sp>
      <p:sp>
        <p:nvSpPr>
          <p:cNvPr id="3" name="Slide Number Placeholder 2">
            <a:extLst>
              <a:ext uri="{FF2B5EF4-FFF2-40B4-BE49-F238E27FC236}">
                <a16:creationId xmlns:a16="http://schemas.microsoft.com/office/drawing/2014/main" id="{E0DE6567-F3CA-541E-FD8B-E71ED29ECBFB}"/>
              </a:ext>
            </a:extLst>
          </p:cNvPr>
          <p:cNvSpPr>
            <a:spLocks noGrp="1"/>
          </p:cNvSpPr>
          <p:nvPr>
            <p:ph type="sldNum" sz="quarter" idx="12"/>
          </p:nvPr>
        </p:nvSpPr>
        <p:spPr/>
        <p:txBody>
          <a:bodyPr/>
          <a:lstStyle/>
          <a:p>
            <a:fld id="{1A424DB6-78F0-4ADD-B66A-AFD80B81666A}" type="slidenum">
              <a:rPr lang="en-DK" smtClean="0"/>
              <a:t>51</a:t>
            </a:fld>
            <a:endParaRPr lang="en-DK"/>
          </a:p>
        </p:txBody>
      </p:sp>
      <p:sp>
        <p:nvSpPr>
          <p:cNvPr id="4" name="TextBox 3">
            <a:extLst>
              <a:ext uri="{FF2B5EF4-FFF2-40B4-BE49-F238E27FC236}">
                <a16:creationId xmlns:a16="http://schemas.microsoft.com/office/drawing/2014/main" id="{58544167-0D49-A6A7-B221-32DFEDB54860}"/>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2 &amp; 16 – QAQC</a:t>
            </a:r>
            <a:endParaRPr lang="en-GB" sz="3200" b="1" dirty="0">
              <a:solidFill>
                <a:srgbClr val="113A60"/>
              </a:solidFill>
            </a:endParaRPr>
          </a:p>
        </p:txBody>
      </p:sp>
    </p:spTree>
    <p:extLst>
      <p:ext uri="{BB962C8B-B14F-4D97-AF65-F5344CB8AC3E}">
        <p14:creationId xmlns:p14="http://schemas.microsoft.com/office/powerpoint/2010/main" val="3927865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8D01B1-589F-97C6-6A61-7417A2A641BA}"/>
              </a:ext>
            </a:extLst>
          </p:cNvPr>
          <p:cNvSpPr txBox="1"/>
          <p:nvPr/>
        </p:nvSpPr>
        <p:spPr>
          <a:xfrm>
            <a:off x="3063602" y="1865400"/>
            <a:ext cx="5232266" cy="3539430"/>
          </a:xfrm>
          <a:prstGeom prst="rect">
            <a:avLst/>
          </a:prstGeom>
          <a:noFill/>
        </p:spPr>
        <p:txBody>
          <a:bodyPr wrap="none" rtlCol="0">
            <a:spAutoFit/>
          </a:bodyPr>
          <a:lstStyle/>
          <a:p>
            <a:pPr marL="457200" indent="-457200">
              <a:buFontTx/>
              <a:buChar char="-"/>
            </a:pPr>
            <a:r>
              <a:rPr lang="en-US" sz="3200" b="1" dirty="0">
                <a:solidFill>
                  <a:schemeClr val="accent4"/>
                </a:solidFill>
              </a:rPr>
              <a:t>Warning </a:t>
            </a:r>
            <a:r>
              <a:rPr lang="en-US" sz="3200" i="1" dirty="0"/>
              <a:t>(can release data)</a:t>
            </a:r>
          </a:p>
          <a:p>
            <a:pPr marL="457200" indent="-457200">
              <a:buFontTx/>
              <a:buChar char="-"/>
            </a:pPr>
            <a:endParaRPr lang="en-US" sz="3200" i="1" dirty="0"/>
          </a:p>
          <a:p>
            <a:pPr marL="457200" indent="-457200">
              <a:buFontTx/>
              <a:buChar char="-"/>
            </a:pPr>
            <a:endParaRPr lang="en-US" sz="3200" i="1" dirty="0"/>
          </a:p>
          <a:p>
            <a:pPr marL="457200" indent="-457200">
              <a:buFontTx/>
              <a:buChar char="-"/>
            </a:pPr>
            <a:r>
              <a:rPr lang="en-US" sz="3200" b="1" dirty="0">
                <a:solidFill>
                  <a:srgbClr val="FF0000"/>
                </a:solidFill>
              </a:rPr>
              <a:t>Error </a:t>
            </a:r>
            <a:r>
              <a:rPr lang="en-US" sz="3200" i="1" dirty="0"/>
              <a:t>(can release data)</a:t>
            </a:r>
          </a:p>
          <a:p>
            <a:pPr marL="457200" indent="-457200">
              <a:buFontTx/>
              <a:buChar char="-"/>
            </a:pPr>
            <a:endParaRPr lang="en-US" sz="3200" b="1" dirty="0"/>
          </a:p>
          <a:p>
            <a:pPr marL="457200" indent="-457200">
              <a:buFontTx/>
              <a:buChar char="-"/>
            </a:pPr>
            <a:endParaRPr lang="en-US" sz="3200" b="1" dirty="0"/>
          </a:p>
          <a:p>
            <a:pPr marL="457200" indent="-457200">
              <a:buFontTx/>
              <a:buChar char="-"/>
            </a:pPr>
            <a:r>
              <a:rPr lang="en-US" sz="3200" b="1" dirty="0">
                <a:solidFill>
                  <a:srgbClr val="FF0000"/>
                </a:solidFill>
              </a:rPr>
              <a:t>Blocker </a:t>
            </a:r>
            <a:r>
              <a:rPr lang="en-US" sz="3200" i="1" dirty="0"/>
              <a:t>(</a:t>
            </a:r>
            <a:r>
              <a:rPr lang="en-US" sz="3200" i="1" u="sng" dirty="0"/>
              <a:t>can’t</a:t>
            </a:r>
            <a:r>
              <a:rPr lang="en-US" sz="3200" i="1" dirty="0"/>
              <a:t> release data)</a:t>
            </a:r>
          </a:p>
        </p:txBody>
      </p:sp>
      <p:pic>
        <p:nvPicPr>
          <p:cNvPr id="13" name="Graphic 12" descr="Forbidden with solid fill">
            <a:extLst>
              <a:ext uri="{FF2B5EF4-FFF2-40B4-BE49-F238E27FC236}">
                <a16:creationId xmlns:a16="http://schemas.microsoft.com/office/drawing/2014/main" id="{D7399E47-80D4-3928-4022-C411CA6E23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59351" y="4694072"/>
            <a:ext cx="914400" cy="914400"/>
          </a:xfrm>
          <a:prstGeom prst="rect">
            <a:avLst/>
          </a:prstGeom>
        </p:spPr>
      </p:pic>
      <p:pic>
        <p:nvPicPr>
          <p:cNvPr id="21" name="Graphic 20" descr="Warning with solid fill">
            <a:extLst>
              <a:ext uri="{FF2B5EF4-FFF2-40B4-BE49-F238E27FC236}">
                <a16:creationId xmlns:a16="http://schemas.microsoft.com/office/drawing/2014/main" id="{9823F94B-F058-8352-F00D-9BC262AE7D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59351" y="3177915"/>
            <a:ext cx="914400" cy="914400"/>
          </a:xfrm>
          <a:prstGeom prst="rect">
            <a:avLst/>
          </a:prstGeom>
        </p:spPr>
      </p:pic>
      <p:pic>
        <p:nvPicPr>
          <p:cNvPr id="22" name="Graphic 21" descr="Warning with solid fill">
            <a:extLst>
              <a:ext uri="{FF2B5EF4-FFF2-40B4-BE49-F238E27FC236}">
                <a16:creationId xmlns:a16="http://schemas.microsoft.com/office/drawing/2014/main" id="{34E8E636-BDC8-40A3-64DF-30C0AE2BEC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59351" y="1661758"/>
            <a:ext cx="914400" cy="914400"/>
          </a:xfrm>
          <a:prstGeom prst="rect">
            <a:avLst/>
          </a:prstGeom>
        </p:spPr>
      </p:pic>
      <p:sp>
        <p:nvSpPr>
          <p:cNvPr id="2" name="Text Placeholder 1">
            <a:extLst>
              <a:ext uri="{FF2B5EF4-FFF2-40B4-BE49-F238E27FC236}">
                <a16:creationId xmlns:a16="http://schemas.microsoft.com/office/drawing/2014/main" id="{074BE841-AE8F-D7CF-42E0-254B585FE9E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types of errors</a:t>
            </a:r>
          </a:p>
        </p:txBody>
      </p:sp>
    </p:spTree>
    <p:extLst>
      <p:ext uri="{BB962C8B-B14F-4D97-AF65-F5344CB8AC3E}">
        <p14:creationId xmlns:p14="http://schemas.microsoft.com/office/powerpoint/2010/main" val="1908972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2"/>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5850244" y="2216727"/>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706812-08AC-6149-2DEC-70DE03E12A29}"/>
              </a:ext>
            </a:extLst>
          </p:cNvPr>
          <p:cNvCxnSpPr>
            <a:cxnSpLocks/>
          </p:cNvCxnSpPr>
          <p:nvPr/>
        </p:nvCxnSpPr>
        <p:spPr>
          <a:xfrm flipH="1">
            <a:off x="2115127" y="4322619"/>
            <a:ext cx="47006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9FEC3B0-BD1E-A608-7116-E9ACA7F0447E}"/>
              </a:ext>
            </a:extLst>
          </p:cNvPr>
          <p:cNvPicPr>
            <a:picLocks noChangeAspect="1"/>
          </p:cNvPicPr>
          <p:nvPr/>
        </p:nvPicPr>
        <p:blipFill rotWithShape="1">
          <a:blip r:embed="rId2"/>
          <a:srcRect l="14241" t="58776" r="83762" b="38660"/>
          <a:stretch/>
        </p:blipFill>
        <p:spPr>
          <a:xfrm>
            <a:off x="11364544" y="4880643"/>
            <a:ext cx="249382" cy="149334"/>
          </a:xfrm>
          <a:prstGeom prst="rect">
            <a:avLst/>
          </a:prstGeom>
        </p:spPr>
      </p:pic>
      <p:cxnSp>
        <p:nvCxnSpPr>
          <p:cNvPr id="12" name="Straight Arrow Connector 11">
            <a:extLst>
              <a:ext uri="{FF2B5EF4-FFF2-40B4-BE49-F238E27FC236}">
                <a16:creationId xmlns:a16="http://schemas.microsoft.com/office/drawing/2014/main" id="{91F14D81-D712-E574-140C-A8B1922C2DEF}"/>
              </a:ext>
            </a:extLst>
          </p:cNvPr>
          <p:cNvCxnSpPr>
            <a:cxnSpLocks/>
          </p:cNvCxnSpPr>
          <p:nvPr/>
        </p:nvCxnSpPr>
        <p:spPr>
          <a:xfrm>
            <a:off x="10888872" y="4941456"/>
            <a:ext cx="4756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CDC2FC-E415-15C1-19F7-168496AF7CA8}"/>
              </a:ext>
            </a:extLst>
          </p:cNvPr>
          <p:cNvSpPr txBox="1"/>
          <p:nvPr/>
        </p:nvSpPr>
        <p:spPr>
          <a:xfrm>
            <a:off x="4902408" y="1822418"/>
            <a:ext cx="2045047" cy="369332"/>
          </a:xfrm>
          <a:prstGeom prst="rect">
            <a:avLst/>
          </a:prstGeom>
          <a:noFill/>
        </p:spPr>
        <p:txBody>
          <a:bodyPr wrap="none" rtlCol="0">
            <a:spAutoFit/>
          </a:bodyPr>
          <a:lstStyle/>
          <a:p>
            <a:r>
              <a:rPr lang="en-US" b="1">
                <a:solidFill>
                  <a:srgbClr val="FF0000"/>
                </a:solidFill>
              </a:rPr>
              <a:t>1. Table level errors</a:t>
            </a:r>
            <a:endParaRPr lang="en-DK" b="1">
              <a:solidFill>
                <a:srgbClr val="FF0000"/>
              </a:solidFill>
            </a:endParaRPr>
          </a:p>
        </p:txBody>
      </p:sp>
      <p:sp>
        <p:nvSpPr>
          <p:cNvPr id="15" name="TextBox 14">
            <a:extLst>
              <a:ext uri="{FF2B5EF4-FFF2-40B4-BE49-F238E27FC236}">
                <a16:creationId xmlns:a16="http://schemas.microsoft.com/office/drawing/2014/main" id="{392D89F9-31A6-CB2B-6E32-CC915422ECAB}"/>
              </a:ext>
            </a:extLst>
          </p:cNvPr>
          <p:cNvSpPr txBox="1"/>
          <p:nvPr/>
        </p:nvSpPr>
        <p:spPr>
          <a:xfrm>
            <a:off x="2585189" y="4137953"/>
            <a:ext cx="2202591" cy="369332"/>
          </a:xfrm>
          <a:prstGeom prst="rect">
            <a:avLst/>
          </a:prstGeom>
          <a:noFill/>
        </p:spPr>
        <p:txBody>
          <a:bodyPr wrap="none" rtlCol="0">
            <a:spAutoFit/>
          </a:bodyPr>
          <a:lstStyle/>
          <a:p>
            <a:r>
              <a:rPr lang="en-US" b="1">
                <a:solidFill>
                  <a:srgbClr val="FF0000"/>
                </a:solidFill>
              </a:rPr>
              <a:t>2. Record level errors</a:t>
            </a:r>
            <a:endParaRPr lang="en-DK" b="1">
              <a:solidFill>
                <a:srgbClr val="FF0000"/>
              </a:solidFill>
            </a:endParaRPr>
          </a:p>
        </p:txBody>
      </p:sp>
      <p:sp>
        <p:nvSpPr>
          <p:cNvPr id="16" name="TextBox 15">
            <a:extLst>
              <a:ext uri="{FF2B5EF4-FFF2-40B4-BE49-F238E27FC236}">
                <a16:creationId xmlns:a16="http://schemas.microsoft.com/office/drawing/2014/main" id="{6398C9C0-2E37-01E0-4705-0EBE6D47B1A9}"/>
              </a:ext>
            </a:extLst>
          </p:cNvPr>
          <p:cNvSpPr txBox="1"/>
          <p:nvPr/>
        </p:nvSpPr>
        <p:spPr>
          <a:xfrm>
            <a:off x="9071580" y="4749441"/>
            <a:ext cx="1817292" cy="369332"/>
          </a:xfrm>
          <a:prstGeom prst="rect">
            <a:avLst/>
          </a:prstGeom>
          <a:noFill/>
        </p:spPr>
        <p:txBody>
          <a:bodyPr wrap="none" rtlCol="0">
            <a:spAutoFit/>
          </a:bodyPr>
          <a:lstStyle/>
          <a:p>
            <a:r>
              <a:rPr lang="en-US" b="1">
                <a:solidFill>
                  <a:srgbClr val="FF0000"/>
                </a:solidFill>
              </a:rPr>
              <a:t>3. Specific errors</a:t>
            </a:r>
            <a:endParaRPr lang="en-DK" b="1">
              <a:solidFill>
                <a:srgbClr val="FF0000"/>
              </a:solidFill>
            </a:endParaRPr>
          </a:p>
        </p:txBody>
      </p:sp>
      <p:sp>
        <p:nvSpPr>
          <p:cNvPr id="18" name="Rectangle 17">
            <a:extLst>
              <a:ext uri="{FF2B5EF4-FFF2-40B4-BE49-F238E27FC236}">
                <a16:creationId xmlns:a16="http://schemas.microsoft.com/office/drawing/2014/main" id="{4C6DF848-8032-D846-D81A-C9310EB981F7}"/>
              </a:ext>
            </a:extLst>
          </p:cNvPr>
          <p:cNvSpPr/>
          <p:nvPr/>
        </p:nvSpPr>
        <p:spPr>
          <a:xfrm>
            <a:off x="4618183" y="3177309"/>
            <a:ext cx="1306748"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Rectangle 18">
            <a:extLst>
              <a:ext uri="{FF2B5EF4-FFF2-40B4-BE49-F238E27FC236}">
                <a16:creationId xmlns:a16="http://schemas.microsoft.com/office/drawing/2014/main" id="{E0B7F26F-8BD3-C1AF-B35B-5E944296354F}"/>
              </a:ext>
            </a:extLst>
          </p:cNvPr>
          <p:cNvSpPr/>
          <p:nvPr/>
        </p:nvSpPr>
        <p:spPr>
          <a:xfrm>
            <a:off x="1483509" y="4137953"/>
            <a:ext cx="10197315" cy="3419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Rectangle 19">
            <a:extLst>
              <a:ext uri="{FF2B5EF4-FFF2-40B4-BE49-F238E27FC236}">
                <a16:creationId xmlns:a16="http://schemas.microsoft.com/office/drawing/2014/main" id="{8A3C8A8F-693D-3822-D8BB-2A42A665A74E}"/>
              </a:ext>
            </a:extLst>
          </p:cNvPr>
          <p:cNvSpPr/>
          <p:nvPr/>
        </p:nvSpPr>
        <p:spPr>
          <a:xfrm>
            <a:off x="8467725" y="4786325"/>
            <a:ext cx="3213099" cy="2952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 Placeholder 1">
            <a:extLst>
              <a:ext uri="{FF2B5EF4-FFF2-40B4-BE49-F238E27FC236}">
                <a16:creationId xmlns:a16="http://schemas.microsoft.com/office/drawing/2014/main" id="{53AF10D0-663E-C23A-7B37-E9FDF306A33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reviewing errors in the dataflow</a:t>
            </a:r>
          </a:p>
        </p:txBody>
      </p:sp>
    </p:spTree>
    <p:extLst>
      <p:ext uri="{BB962C8B-B14F-4D97-AF65-F5344CB8AC3E}">
        <p14:creationId xmlns:p14="http://schemas.microsoft.com/office/powerpoint/2010/main" val="1865372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2"/>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8129747" y="1711459"/>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C6DF848-8032-D846-D81A-C9310EB981F7}"/>
              </a:ext>
            </a:extLst>
          </p:cNvPr>
          <p:cNvSpPr/>
          <p:nvPr/>
        </p:nvSpPr>
        <p:spPr>
          <a:xfrm>
            <a:off x="7640534" y="2782512"/>
            <a:ext cx="963970"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TextBox 13">
            <a:extLst>
              <a:ext uri="{FF2B5EF4-FFF2-40B4-BE49-F238E27FC236}">
                <a16:creationId xmlns:a16="http://schemas.microsoft.com/office/drawing/2014/main" id="{3CCDC2FC-E415-15C1-19F7-168496AF7CA8}"/>
              </a:ext>
            </a:extLst>
          </p:cNvPr>
          <p:cNvSpPr txBox="1"/>
          <p:nvPr/>
        </p:nvSpPr>
        <p:spPr>
          <a:xfrm>
            <a:off x="6396227" y="1342127"/>
            <a:ext cx="3467039" cy="369332"/>
          </a:xfrm>
          <a:prstGeom prst="rect">
            <a:avLst/>
          </a:prstGeom>
          <a:noFill/>
        </p:spPr>
        <p:txBody>
          <a:bodyPr wrap="none" rtlCol="0">
            <a:spAutoFit/>
          </a:bodyPr>
          <a:lstStyle/>
          <a:p>
            <a:r>
              <a:rPr lang="en-US" b="1">
                <a:solidFill>
                  <a:srgbClr val="FF0000"/>
                </a:solidFill>
              </a:rPr>
              <a:t>To view all validations in dataflow</a:t>
            </a:r>
            <a:endParaRPr lang="en-DK" b="1">
              <a:solidFill>
                <a:srgbClr val="FF0000"/>
              </a:solidFill>
            </a:endParaRPr>
          </a:p>
        </p:txBody>
      </p:sp>
      <p:grpSp>
        <p:nvGrpSpPr>
          <p:cNvPr id="24" name="Group 23">
            <a:extLst>
              <a:ext uri="{FF2B5EF4-FFF2-40B4-BE49-F238E27FC236}">
                <a16:creationId xmlns:a16="http://schemas.microsoft.com/office/drawing/2014/main" id="{E245F2A8-455D-8EB1-9E2B-B63DAB6EC58F}"/>
              </a:ext>
            </a:extLst>
          </p:cNvPr>
          <p:cNvGrpSpPr/>
          <p:nvPr/>
        </p:nvGrpSpPr>
        <p:grpSpPr>
          <a:xfrm>
            <a:off x="742188" y="1092880"/>
            <a:ext cx="10707624" cy="5236213"/>
            <a:chOff x="742188" y="1092880"/>
            <a:chExt cx="10707624" cy="5236213"/>
          </a:xfrm>
        </p:grpSpPr>
        <p:pic>
          <p:nvPicPr>
            <p:cNvPr id="10" name="Picture 9">
              <a:extLst>
                <a:ext uri="{FF2B5EF4-FFF2-40B4-BE49-F238E27FC236}">
                  <a16:creationId xmlns:a16="http://schemas.microsoft.com/office/drawing/2014/main" id="{51E1FCBA-B0F5-4F74-67AC-C2FF3C00C78B}"/>
                </a:ext>
              </a:extLst>
            </p:cNvPr>
            <p:cNvPicPr>
              <a:picLocks noChangeAspect="1"/>
            </p:cNvPicPr>
            <p:nvPr/>
          </p:nvPicPr>
          <p:blipFill>
            <a:blip r:embed="rId3"/>
            <a:stretch>
              <a:fillRect/>
            </a:stretch>
          </p:blipFill>
          <p:spPr>
            <a:xfrm>
              <a:off x="742188" y="1092880"/>
              <a:ext cx="10707624" cy="5236213"/>
            </a:xfrm>
            <a:prstGeom prst="rect">
              <a:avLst/>
            </a:prstGeom>
          </p:spPr>
        </p:pic>
        <p:sp>
          <p:nvSpPr>
            <p:cNvPr id="13" name="Rectangle 12">
              <a:extLst>
                <a:ext uri="{FF2B5EF4-FFF2-40B4-BE49-F238E27FC236}">
                  <a16:creationId xmlns:a16="http://schemas.microsoft.com/office/drawing/2014/main" id="{CEC111AF-208A-07A9-592F-AC112AF5A876}"/>
                </a:ext>
              </a:extLst>
            </p:cNvPr>
            <p:cNvSpPr/>
            <p:nvPr/>
          </p:nvSpPr>
          <p:spPr>
            <a:xfrm>
              <a:off x="848608" y="5961622"/>
              <a:ext cx="1208792" cy="29287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1" name="Straight Connector 20">
              <a:extLst>
                <a:ext uri="{FF2B5EF4-FFF2-40B4-BE49-F238E27FC236}">
                  <a16:creationId xmlns:a16="http://schemas.microsoft.com/office/drawing/2014/main" id="{809E3FE1-36C7-0686-4DC3-37BBD356F4BE}"/>
                </a:ext>
              </a:extLst>
            </p:cNvPr>
            <p:cNvCxnSpPr/>
            <p:nvPr/>
          </p:nvCxnSpPr>
          <p:spPr>
            <a:xfrm>
              <a:off x="848608" y="1874520"/>
              <a:ext cx="924636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D01FD1A-0128-6497-3AB4-878CE3022E83}"/>
                </a:ext>
              </a:extLst>
            </p:cNvPr>
            <p:cNvSpPr txBox="1"/>
            <p:nvPr/>
          </p:nvSpPr>
          <p:spPr>
            <a:xfrm>
              <a:off x="4091472" y="1157461"/>
              <a:ext cx="3182153" cy="369332"/>
            </a:xfrm>
            <a:prstGeom prst="rect">
              <a:avLst/>
            </a:prstGeom>
            <a:noFill/>
          </p:spPr>
          <p:txBody>
            <a:bodyPr wrap="none" rtlCol="0">
              <a:spAutoFit/>
            </a:bodyPr>
            <a:lstStyle/>
            <a:p>
              <a:r>
                <a:rPr lang="en-US" b="1">
                  <a:solidFill>
                    <a:srgbClr val="FF0000"/>
                  </a:solidFill>
                </a:rPr>
                <a:t>Filtering options available here</a:t>
              </a:r>
              <a:endParaRPr lang="en-DK" b="1">
                <a:solidFill>
                  <a:srgbClr val="FF0000"/>
                </a:solidFill>
              </a:endParaRPr>
            </a:p>
          </p:txBody>
        </p:sp>
        <p:sp>
          <p:nvSpPr>
            <p:cNvPr id="23" name="TextBox 22">
              <a:extLst>
                <a:ext uri="{FF2B5EF4-FFF2-40B4-BE49-F238E27FC236}">
                  <a16:creationId xmlns:a16="http://schemas.microsoft.com/office/drawing/2014/main" id="{3140A453-489A-700B-F7C5-3F485618959F}"/>
                </a:ext>
              </a:extLst>
            </p:cNvPr>
            <p:cNvSpPr txBox="1"/>
            <p:nvPr/>
          </p:nvSpPr>
          <p:spPr>
            <a:xfrm>
              <a:off x="2057400" y="5930671"/>
              <a:ext cx="3535776" cy="369332"/>
            </a:xfrm>
            <a:prstGeom prst="rect">
              <a:avLst/>
            </a:prstGeom>
            <a:noFill/>
          </p:spPr>
          <p:txBody>
            <a:bodyPr wrap="none" rtlCol="0">
              <a:spAutoFit/>
            </a:bodyPr>
            <a:lstStyle/>
            <a:p>
              <a:r>
                <a:rPr lang="en-US" b="1">
                  <a:solidFill>
                    <a:srgbClr val="FF0000"/>
                  </a:solidFill>
                </a:rPr>
                <a:t>Download validations in a csv. here</a:t>
              </a:r>
              <a:endParaRPr lang="en-DK" b="1">
                <a:solidFill>
                  <a:srgbClr val="FF0000"/>
                </a:solidFill>
              </a:endParaRPr>
            </a:p>
          </p:txBody>
        </p:sp>
      </p:grpSp>
      <p:sp>
        <p:nvSpPr>
          <p:cNvPr id="8" name="Text Placeholder 1">
            <a:extLst>
              <a:ext uri="{FF2B5EF4-FFF2-40B4-BE49-F238E27FC236}">
                <a16:creationId xmlns:a16="http://schemas.microsoft.com/office/drawing/2014/main" id="{B0662E99-512B-3F40-0D2F-301869D6FB6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overview of errors in dataset</a:t>
            </a:r>
          </a:p>
        </p:txBody>
      </p:sp>
    </p:spTree>
    <p:extLst>
      <p:ext uri="{BB962C8B-B14F-4D97-AF65-F5344CB8AC3E}">
        <p14:creationId xmlns:p14="http://schemas.microsoft.com/office/powerpoint/2010/main" val="308449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E44267-408D-3A9E-C84C-5C06975B7D13}"/>
              </a:ext>
            </a:extLst>
          </p:cNvPr>
          <p:cNvSpPr txBox="1"/>
          <p:nvPr/>
        </p:nvSpPr>
        <p:spPr>
          <a:xfrm>
            <a:off x="3447011" y="548640"/>
            <a:ext cx="8744989" cy="1477328"/>
          </a:xfrm>
          <a:prstGeom prst="rect">
            <a:avLst/>
          </a:prstGeom>
          <a:noFill/>
        </p:spPr>
        <p:txBody>
          <a:bodyPr wrap="square" rtlCol="0">
            <a:spAutoFit/>
          </a:bodyPr>
          <a:lstStyle>
            <a:defPPr>
              <a:defRPr lang="en-US"/>
            </a:defPPr>
            <a:lvl1pPr>
              <a:defRPr b="0" i="0" u="none" strike="noStrike" baseline="0">
                <a:solidFill>
                  <a:schemeClr val="bg1"/>
                </a:solidFill>
                <a:latin typeface="Lato" panose="020F0502020204030203" pitchFamily="34" charset="0"/>
              </a:defRPr>
            </a:lvl1pPr>
          </a:lstStyle>
          <a:p>
            <a:r>
              <a:rPr lang="en-GB"/>
              <a:t>Submitting data</a:t>
            </a:r>
          </a:p>
          <a:p>
            <a:r>
              <a:rPr lang="en-US"/>
              <a:t>After add</a:t>
            </a:r>
            <a:r>
              <a:rPr lang="fr-FR" err="1"/>
              <a:t>Step</a:t>
            </a:r>
            <a:r>
              <a:rPr lang="fr-FR"/>
              <a:t> 6 : Last check and </a:t>
            </a:r>
            <a:r>
              <a:rPr lang="fr-FR" err="1"/>
              <a:t>delivery</a:t>
            </a:r>
            <a:endParaRPr lang="fr-FR"/>
          </a:p>
          <a:p>
            <a:r>
              <a:rPr lang="en-US" err="1"/>
              <a:t>ressing</a:t>
            </a:r>
            <a:r>
              <a:rPr lang="en-US"/>
              <a:t> all error/warning messages, again validate and refresh the data</a:t>
            </a:r>
          </a:p>
          <a:p>
            <a:r>
              <a:rPr lang="en-US"/>
              <a:t>When reporting is </a:t>
            </a:r>
            <a:r>
              <a:rPr lang="en-US" err="1"/>
              <a:t>finalised</a:t>
            </a:r>
            <a:r>
              <a:rPr lang="en-US"/>
              <a:t>, release the data</a:t>
            </a:r>
          </a:p>
          <a:p>
            <a:endParaRPr lang="en-DK"/>
          </a:p>
        </p:txBody>
      </p:sp>
      <p:pic>
        <p:nvPicPr>
          <p:cNvPr id="4" name="Picture 3">
            <a:extLst>
              <a:ext uri="{FF2B5EF4-FFF2-40B4-BE49-F238E27FC236}">
                <a16:creationId xmlns:a16="http://schemas.microsoft.com/office/drawing/2014/main" id="{C6FF4264-5FF7-38C8-1E25-A4365FE97D5C}"/>
              </a:ext>
            </a:extLst>
          </p:cNvPr>
          <p:cNvPicPr>
            <a:picLocks noChangeAspect="1"/>
          </p:cNvPicPr>
          <p:nvPr/>
        </p:nvPicPr>
        <p:blipFill rotWithShape="1">
          <a:blip r:embed="rId3"/>
          <a:srcRect t="33117" r="63804" b="6689"/>
          <a:stretch/>
        </p:blipFill>
        <p:spPr>
          <a:xfrm>
            <a:off x="2910523" y="2576946"/>
            <a:ext cx="5634961" cy="2437072"/>
          </a:xfrm>
          <a:prstGeom prst="rect">
            <a:avLst/>
          </a:prstGeom>
        </p:spPr>
      </p:pic>
      <p:grpSp>
        <p:nvGrpSpPr>
          <p:cNvPr id="5" name="Group 4">
            <a:extLst>
              <a:ext uri="{FF2B5EF4-FFF2-40B4-BE49-F238E27FC236}">
                <a16:creationId xmlns:a16="http://schemas.microsoft.com/office/drawing/2014/main" id="{FC43EAB0-E2B1-C7DB-F050-CEF840FA2B8E}"/>
              </a:ext>
            </a:extLst>
          </p:cNvPr>
          <p:cNvGrpSpPr/>
          <p:nvPr/>
        </p:nvGrpSpPr>
        <p:grpSpPr>
          <a:xfrm>
            <a:off x="553992" y="548640"/>
            <a:ext cx="2356531" cy="1477328"/>
            <a:chOff x="4822" y="1888450"/>
            <a:chExt cx="1441251" cy="864750"/>
          </a:xfrm>
        </p:grpSpPr>
        <p:sp>
          <p:nvSpPr>
            <p:cNvPr id="6" name="Rectangle: Rounded Corners 5">
              <a:extLst>
                <a:ext uri="{FF2B5EF4-FFF2-40B4-BE49-F238E27FC236}">
                  <a16:creationId xmlns:a16="http://schemas.microsoft.com/office/drawing/2014/main" id="{541D3ADB-4584-8180-7DCC-5A81205DF05F}"/>
                </a:ext>
              </a:extLst>
            </p:cNvPr>
            <p:cNvSpPr/>
            <p:nvPr/>
          </p:nvSpPr>
          <p:spPr>
            <a:xfrm>
              <a:off x="4822" y="1888450"/>
              <a:ext cx="1441251" cy="8647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K" sz="2000"/>
            </a:p>
          </p:txBody>
        </p:sp>
        <p:sp>
          <p:nvSpPr>
            <p:cNvPr id="7" name="Rectangle: Rounded Corners 4">
              <a:extLst>
                <a:ext uri="{FF2B5EF4-FFF2-40B4-BE49-F238E27FC236}">
                  <a16:creationId xmlns:a16="http://schemas.microsoft.com/office/drawing/2014/main" id="{7AAF510F-DB99-D830-47B8-1406AC630E72}"/>
                </a:ext>
              </a:extLst>
            </p:cNvPr>
            <p:cNvSpPr txBox="1"/>
            <p:nvPr/>
          </p:nvSpPr>
          <p:spPr>
            <a:xfrm>
              <a:off x="30150" y="1913778"/>
              <a:ext cx="1390595" cy="8140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2000" kern="1200" dirty="0" err="1"/>
                <a:t>Step</a:t>
              </a:r>
              <a:r>
                <a:rPr lang="fr-FR" sz="2000" kern="1200" dirty="0"/>
                <a:t> 6 : release</a:t>
              </a:r>
            </a:p>
          </p:txBody>
        </p:sp>
      </p:grpSp>
    </p:spTree>
    <p:extLst>
      <p:ext uri="{BB962C8B-B14F-4D97-AF65-F5344CB8AC3E}">
        <p14:creationId xmlns:p14="http://schemas.microsoft.com/office/powerpoint/2010/main" val="1485049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E6FE5DE6-8593-D7CE-F7B3-1400726C014A}"/>
              </a:ext>
            </a:extLst>
          </p:cNvPr>
          <p:cNvPicPr>
            <a:picLocks noChangeAspect="1"/>
          </p:cNvPicPr>
          <p:nvPr/>
        </p:nvPicPr>
        <p:blipFill>
          <a:blip r:embed="rId2"/>
          <a:stretch>
            <a:fillRect/>
          </a:stretch>
        </p:blipFill>
        <p:spPr>
          <a:xfrm>
            <a:off x="0" y="979148"/>
            <a:ext cx="12192000" cy="5790564"/>
          </a:xfrm>
          <a:prstGeom prst="rect">
            <a:avLst/>
          </a:prstGeom>
        </p:spPr>
      </p:pic>
      <p:pic>
        <p:nvPicPr>
          <p:cNvPr id="6" name="Picture 5">
            <a:extLst>
              <a:ext uri="{FF2B5EF4-FFF2-40B4-BE49-F238E27FC236}">
                <a16:creationId xmlns:a16="http://schemas.microsoft.com/office/drawing/2014/main" id="{9E2E6CA8-D893-AE4D-1F2D-1987E868B72C}"/>
              </a:ext>
            </a:extLst>
          </p:cNvPr>
          <p:cNvPicPr>
            <a:picLocks noChangeAspect="1"/>
          </p:cNvPicPr>
          <p:nvPr/>
        </p:nvPicPr>
        <p:blipFill>
          <a:blip r:embed="rId3"/>
          <a:stretch>
            <a:fillRect/>
          </a:stretch>
        </p:blipFill>
        <p:spPr>
          <a:xfrm>
            <a:off x="2399146" y="2825562"/>
            <a:ext cx="1738746" cy="1451086"/>
          </a:xfrm>
          <a:prstGeom prst="rect">
            <a:avLst/>
          </a:prstGeom>
        </p:spPr>
      </p:pic>
      <p:cxnSp>
        <p:nvCxnSpPr>
          <p:cNvPr id="8" name="Straight Arrow Connector 7">
            <a:extLst>
              <a:ext uri="{FF2B5EF4-FFF2-40B4-BE49-F238E27FC236}">
                <a16:creationId xmlns:a16="http://schemas.microsoft.com/office/drawing/2014/main" id="{7D1F9539-3251-BB8A-1017-66D1EC57A702}"/>
              </a:ext>
            </a:extLst>
          </p:cNvPr>
          <p:cNvCxnSpPr>
            <a:cxnSpLocks/>
            <a:stCxn id="9" idx="0"/>
          </p:cNvCxnSpPr>
          <p:nvPr/>
        </p:nvCxnSpPr>
        <p:spPr>
          <a:xfrm flipV="1">
            <a:off x="2809566" y="3987800"/>
            <a:ext cx="0" cy="51047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document with text and images">
            <a:extLst>
              <a:ext uri="{FF2B5EF4-FFF2-40B4-BE49-F238E27FC236}">
                <a16:creationId xmlns:a16="http://schemas.microsoft.com/office/drawing/2014/main" id="{6906F385-1D9D-5CB4-FD6C-0DD4393488E2}"/>
              </a:ext>
            </a:extLst>
          </p:cNvPr>
          <p:cNvPicPr>
            <a:picLocks noChangeAspect="1"/>
          </p:cNvPicPr>
          <p:nvPr/>
        </p:nvPicPr>
        <p:blipFill>
          <a:blip r:embed="rId4"/>
          <a:stretch>
            <a:fillRect/>
          </a:stretch>
        </p:blipFill>
        <p:spPr>
          <a:xfrm>
            <a:off x="4828913" y="2984501"/>
            <a:ext cx="5253129" cy="3453100"/>
          </a:xfrm>
          <a:prstGeom prst="rect">
            <a:avLst/>
          </a:prstGeom>
        </p:spPr>
      </p:pic>
      <p:sp>
        <p:nvSpPr>
          <p:cNvPr id="9" name="TextBox 8">
            <a:extLst>
              <a:ext uri="{FF2B5EF4-FFF2-40B4-BE49-F238E27FC236}">
                <a16:creationId xmlns:a16="http://schemas.microsoft.com/office/drawing/2014/main" id="{3AFA2709-F13C-8CCD-E89B-426609A8F9D2}"/>
              </a:ext>
            </a:extLst>
          </p:cNvPr>
          <p:cNvSpPr txBox="1"/>
          <p:nvPr/>
        </p:nvSpPr>
        <p:spPr>
          <a:xfrm>
            <a:off x="564532" y="4498276"/>
            <a:ext cx="4490067" cy="2031325"/>
          </a:xfrm>
          <a:prstGeom prst="rect">
            <a:avLst/>
          </a:prstGeom>
          <a:noFill/>
        </p:spPr>
        <p:txBody>
          <a:bodyPr wrap="square" rtlCol="0">
            <a:spAutoFit/>
          </a:bodyPr>
          <a:lstStyle/>
          <a:p>
            <a:r>
              <a:rPr lang="en-GB" b="1">
                <a:solidFill>
                  <a:srgbClr val="FF0000"/>
                </a:solidFill>
              </a:rPr>
              <a:t>Releasing data can take a while</a:t>
            </a:r>
          </a:p>
          <a:p>
            <a:r>
              <a:rPr lang="en-GB">
                <a:solidFill>
                  <a:srgbClr val="FF0000"/>
                </a:solidFill>
              </a:rPr>
              <a:t>This can run in the background while you do other tasks!</a:t>
            </a:r>
          </a:p>
          <a:p>
            <a:endParaRPr lang="en-GB">
              <a:solidFill>
                <a:srgbClr val="FF0000"/>
              </a:solidFill>
            </a:endParaRPr>
          </a:p>
          <a:p>
            <a:r>
              <a:rPr lang="en-GB" b="1">
                <a:solidFill>
                  <a:srgbClr val="FF0000"/>
                </a:solidFill>
              </a:rPr>
              <a:t>! If the confirmation receipt does not appear a blocker remains in your dataflow and must be resolved before releasing again !</a:t>
            </a:r>
            <a:endParaRPr lang="en-GB" b="1"/>
          </a:p>
        </p:txBody>
      </p:sp>
      <p:sp>
        <p:nvSpPr>
          <p:cNvPr id="13" name="Rectangle 12">
            <a:extLst>
              <a:ext uri="{FF2B5EF4-FFF2-40B4-BE49-F238E27FC236}">
                <a16:creationId xmlns:a16="http://schemas.microsoft.com/office/drawing/2014/main" id="{57ECB382-7EA1-410F-DBFA-6D8C38A1CF10}"/>
              </a:ext>
            </a:extLst>
          </p:cNvPr>
          <p:cNvSpPr/>
          <p:nvPr/>
        </p:nvSpPr>
        <p:spPr>
          <a:xfrm>
            <a:off x="564532" y="5615201"/>
            <a:ext cx="4363068" cy="914400"/>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Text Placeholder 1">
            <a:extLst>
              <a:ext uri="{FF2B5EF4-FFF2-40B4-BE49-F238E27FC236}">
                <a16:creationId xmlns:a16="http://schemas.microsoft.com/office/drawing/2014/main" id="{9F624B7F-0695-0C08-DF0A-0223F67116D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Data submission</a:t>
            </a:r>
          </a:p>
        </p:txBody>
      </p:sp>
    </p:spTree>
    <p:extLst>
      <p:ext uri="{BB962C8B-B14F-4D97-AF65-F5344CB8AC3E}">
        <p14:creationId xmlns:p14="http://schemas.microsoft.com/office/powerpoint/2010/main" val="312394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6E2CC-1A80-64B4-F59C-261B1E46C0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8EA05A-2186-9699-9C5C-D7E90E030ABF}"/>
              </a:ext>
            </a:extLst>
          </p:cNvPr>
          <p:cNvSpPr txBox="1"/>
          <p:nvPr/>
        </p:nvSpPr>
        <p:spPr>
          <a:xfrm>
            <a:off x="4234552" y="3429000"/>
            <a:ext cx="3722943" cy="738664"/>
          </a:xfrm>
          <a:prstGeom prst="rect">
            <a:avLst/>
          </a:prstGeom>
          <a:noFill/>
        </p:spPr>
        <p:txBody>
          <a:bodyPr wrap="none" rtlCol="0">
            <a:spAutoFit/>
          </a:bodyPr>
          <a:lstStyle/>
          <a:p>
            <a:pPr algn="ctr"/>
            <a:r>
              <a:rPr lang="en-GB" sz="2400" b="1">
                <a:solidFill>
                  <a:schemeClr val="bg1"/>
                </a:solidFill>
              </a:rPr>
              <a:t>Next steps</a:t>
            </a:r>
            <a:endParaRPr lang="en-GB" b="1">
              <a:solidFill>
                <a:schemeClr val="bg1"/>
              </a:solidFill>
              <a:highlight>
                <a:srgbClr val="FFFF00"/>
              </a:highlight>
            </a:endParaRPr>
          </a:p>
          <a:p>
            <a:pPr algn="ctr"/>
            <a:r>
              <a:rPr lang="en-GB" b="1" i="1">
                <a:solidFill>
                  <a:schemeClr val="bg1"/>
                </a:solidFill>
              </a:rPr>
              <a:t>Quality assurance and final datasets</a:t>
            </a:r>
          </a:p>
        </p:txBody>
      </p:sp>
      <p:pic>
        <p:nvPicPr>
          <p:cNvPr id="2" name="Graphic 1" descr="Monthly calendar with solid fill">
            <a:extLst>
              <a:ext uri="{FF2B5EF4-FFF2-40B4-BE49-F238E27FC236}">
                <a16:creationId xmlns:a16="http://schemas.microsoft.com/office/drawing/2014/main" id="{70467475-4CA7-1D82-F1B3-2A7D95ADCA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3471459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1B801332-87AC-4B74-4564-0209CCEDDC7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submission, quality checks, assessment</a:t>
            </a:r>
          </a:p>
        </p:txBody>
      </p:sp>
      <p:sp>
        <p:nvSpPr>
          <p:cNvPr id="10" name="Content Placeholder 2">
            <a:extLst>
              <a:ext uri="{FF2B5EF4-FFF2-40B4-BE49-F238E27FC236}">
                <a16:creationId xmlns:a16="http://schemas.microsoft.com/office/drawing/2014/main" id="{859249E5-2246-07B2-A3F7-4464D4997C4D}"/>
              </a:ext>
            </a:extLst>
          </p:cNvPr>
          <p:cNvSpPr txBox="1">
            <a:spLocks/>
          </p:cNvSpPr>
          <p:nvPr/>
        </p:nvSpPr>
        <p:spPr>
          <a:xfrm>
            <a:off x="3687379" y="1245320"/>
            <a:ext cx="3200110" cy="5375211"/>
          </a:xfrm>
          <a:prstGeom prst="rect">
            <a:avLst/>
          </a:prstGeom>
        </p:spPr>
        <p:txBody>
          <a:bodyPr lIns="91440" tIns="45720" rIns="91440" bIns="4572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a:t>Deadline for reporting: </a:t>
            </a:r>
          </a:p>
          <a:p>
            <a:pPr marL="0" indent="0">
              <a:spcBef>
                <a:spcPts val="600"/>
              </a:spcBef>
              <a:spcAft>
                <a:spcPts val="600"/>
              </a:spcAft>
              <a:buNone/>
            </a:pPr>
            <a:r>
              <a:rPr lang="en-US" sz="2400"/>
              <a:t>15 March 2025</a:t>
            </a:r>
          </a:p>
          <a:p>
            <a:pPr>
              <a:spcBef>
                <a:spcPts val="600"/>
              </a:spcBef>
              <a:spcAft>
                <a:spcPts val="600"/>
              </a:spcAft>
            </a:pPr>
            <a:endParaRPr lang="en-US" sz="2400" b="1"/>
          </a:p>
          <a:p>
            <a:pPr marL="0" indent="0">
              <a:spcBef>
                <a:spcPts val="600"/>
              </a:spcBef>
              <a:spcAft>
                <a:spcPts val="600"/>
              </a:spcAft>
              <a:buNone/>
            </a:pPr>
            <a:r>
              <a:rPr lang="en-US" sz="2400" b="1"/>
              <a:t>Quality assurance: </a:t>
            </a:r>
          </a:p>
          <a:p>
            <a:pPr marL="0" indent="0">
              <a:spcBef>
                <a:spcPts val="600"/>
              </a:spcBef>
              <a:spcAft>
                <a:spcPts val="600"/>
              </a:spcAft>
              <a:buNone/>
            </a:pPr>
            <a:r>
              <a:rPr lang="en-US" sz="2400"/>
              <a:t>15 March – 15 June </a:t>
            </a:r>
          </a:p>
          <a:p>
            <a:pPr marL="0" indent="0">
              <a:spcBef>
                <a:spcPts val="600"/>
              </a:spcBef>
              <a:spcAft>
                <a:spcPts val="600"/>
              </a:spcAft>
              <a:buNone/>
            </a:pPr>
            <a:endParaRPr lang="en-US" sz="2400" b="1"/>
          </a:p>
          <a:p>
            <a:pPr marL="0" indent="0">
              <a:spcBef>
                <a:spcPts val="600"/>
              </a:spcBef>
              <a:spcAft>
                <a:spcPts val="600"/>
              </a:spcAft>
              <a:buNone/>
            </a:pPr>
            <a:r>
              <a:rPr lang="en-US" sz="2400" b="1"/>
              <a:t>Final dataset:</a:t>
            </a:r>
          </a:p>
          <a:p>
            <a:pPr marL="0" indent="0">
              <a:spcBef>
                <a:spcPts val="600"/>
              </a:spcBef>
              <a:spcAft>
                <a:spcPts val="600"/>
              </a:spcAft>
              <a:buNone/>
            </a:pPr>
            <a:r>
              <a:rPr lang="en-US" sz="2400"/>
              <a:t>End June</a:t>
            </a:r>
          </a:p>
          <a:p>
            <a:pPr marL="0" indent="0">
              <a:spcBef>
                <a:spcPts val="600"/>
              </a:spcBef>
              <a:spcAft>
                <a:spcPts val="600"/>
              </a:spcAft>
              <a:buNone/>
            </a:pPr>
            <a:endParaRPr lang="en-US" sz="2400" b="1"/>
          </a:p>
          <a:p>
            <a:pPr marL="0" indent="0">
              <a:spcBef>
                <a:spcPts val="600"/>
              </a:spcBef>
              <a:spcAft>
                <a:spcPts val="600"/>
              </a:spcAft>
              <a:buNone/>
            </a:pPr>
            <a:r>
              <a:rPr lang="en-US" sz="2400" b="1"/>
              <a:t>Assessment &amp; analysis:</a:t>
            </a:r>
          </a:p>
          <a:p>
            <a:pPr marL="0" indent="0">
              <a:spcBef>
                <a:spcPts val="600"/>
              </a:spcBef>
              <a:spcAft>
                <a:spcPts val="600"/>
              </a:spcAft>
              <a:buNone/>
            </a:pPr>
            <a:r>
              <a:rPr lang="en-US" sz="2400"/>
              <a:t>July – October</a:t>
            </a:r>
          </a:p>
          <a:p>
            <a:pPr marL="421640" indent="-421640">
              <a:spcBef>
                <a:spcPts val="600"/>
              </a:spcBef>
              <a:spcAft>
                <a:spcPts val="600"/>
              </a:spcAft>
            </a:pPr>
            <a:endParaRPr lang="en-GB" sz="2400"/>
          </a:p>
        </p:txBody>
      </p:sp>
      <p:pic>
        <p:nvPicPr>
          <p:cNvPr id="12" name="Graphic 11" descr="Group brainstorm with solid fill">
            <a:extLst>
              <a:ext uri="{FF2B5EF4-FFF2-40B4-BE49-F238E27FC236}">
                <a16:creationId xmlns:a16="http://schemas.microsoft.com/office/drawing/2014/main" id="{F7AB55CC-439F-3535-FB66-11522813E0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09172" y="5652357"/>
            <a:ext cx="914400" cy="914400"/>
          </a:xfrm>
          <a:prstGeom prst="rect">
            <a:avLst/>
          </a:prstGeom>
        </p:spPr>
      </p:pic>
      <p:pic>
        <p:nvPicPr>
          <p:cNvPr id="14" name="Graphic 13" descr="Research with solid fill">
            <a:extLst>
              <a:ext uri="{FF2B5EF4-FFF2-40B4-BE49-F238E27FC236}">
                <a16:creationId xmlns:a16="http://schemas.microsoft.com/office/drawing/2014/main" id="{7D3FCB6F-019D-1D66-39BB-C870C6D61E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64103" y="2714332"/>
            <a:ext cx="914400" cy="914400"/>
          </a:xfrm>
          <a:prstGeom prst="rect">
            <a:avLst/>
          </a:prstGeom>
        </p:spPr>
      </p:pic>
      <p:pic>
        <p:nvPicPr>
          <p:cNvPr id="16" name="Graphic 15" descr="Database with solid fill">
            <a:extLst>
              <a:ext uri="{FF2B5EF4-FFF2-40B4-BE49-F238E27FC236}">
                <a16:creationId xmlns:a16="http://schemas.microsoft.com/office/drawing/2014/main" id="{23A8C56F-9C19-FE10-7CDE-0E34712DCA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09172" y="4183345"/>
            <a:ext cx="914400" cy="914400"/>
          </a:xfrm>
          <a:prstGeom prst="rect">
            <a:avLst/>
          </a:prstGeom>
        </p:spPr>
      </p:pic>
      <p:pic>
        <p:nvPicPr>
          <p:cNvPr id="18" name="Graphic 17" descr="Door Closed with solid fill">
            <a:extLst>
              <a:ext uri="{FF2B5EF4-FFF2-40B4-BE49-F238E27FC236}">
                <a16:creationId xmlns:a16="http://schemas.microsoft.com/office/drawing/2014/main" id="{ED8E2412-A1ED-C4D7-15F5-4B2FFC81F0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09172" y="1245320"/>
            <a:ext cx="914400" cy="914400"/>
          </a:xfrm>
          <a:prstGeom prst="rect">
            <a:avLst/>
          </a:prstGeom>
        </p:spPr>
      </p:pic>
      <p:sp>
        <p:nvSpPr>
          <p:cNvPr id="20" name="Arrow: Down 19">
            <a:extLst>
              <a:ext uri="{FF2B5EF4-FFF2-40B4-BE49-F238E27FC236}">
                <a16:creationId xmlns:a16="http://schemas.microsoft.com/office/drawing/2014/main" id="{5A58229E-3CCB-AD79-3A7F-562E8FD7D5EE}"/>
              </a:ext>
            </a:extLst>
          </p:cNvPr>
          <p:cNvSpPr/>
          <p:nvPr/>
        </p:nvSpPr>
        <p:spPr>
          <a:xfrm>
            <a:off x="2737390" y="2221507"/>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Arrow: Down 20">
            <a:extLst>
              <a:ext uri="{FF2B5EF4-FFF2-40B4-BE49-F238E27FC236}">
                <a16:creationId xmlns:a16="http://schemas.microsoft.com/office/drawing/2014/main" id="{35F1FE09-FB59-B9A2-FD01-8A32E8EE64E4}"/>
              </a:ext>
            </a:extLst>
          </p:cNvPr>
          <p:cNvSpPr/>
          <p:nvPr/>
        </p:nvSpPr>
        <p:spPr>
          <a:xfrm>
            <a:off x="2737390" y="3690519"/>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Arrow: Down 21">
            <a:extLst>
              <a:ext uri="{FF2B5EF4-FFF2-40B4-BE49-F238E27FC236}">
                <a16:creationId xmlns:a16="http://schemas.microsoft.com/office/drawing/2014/main" id="{D8C73F3D-96AD-0440-800D-EFF03DF413B8}"/>
              </a:ext>
            </a:extLst>
          </p:cNvPr>
          <p:cNvSpPr/>
          <p:nvPr/>
        </p:nvSpPr>
        <p:spPr>
          <a:xfrm>
            <a:off x="2737390" y="5170042"/>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Rectangle 1">
            <a:extLst>
              <a:ext uri="{FF2B5EF4-FFF2-40B4-BE49-F238E27FC236}">
                <a16:creationId xmlns:a16="http://schemas.microsoft.com/office/drawing/2014/main" id="{D8B44B8D-9F75-85D1-E192-E10D5A39A533}"/>
              </a:ext>
            </a:extLst>
          </p:cNvPr>
          <p:cNvSpPr>
            <a:spLocks noChangeArrowheads="1"/>
          </p:cNvSpPr>
          <p:nvPr/>
        </p:nvSpPr>
        <p:spPr bwMode="auto">
          <a:xfrm>
            <a:off x="7444155" y="2714332"/>
            <a:ext cx="4276725" cy="6463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DK" altLang="en-DK" sz="1800" b="0" i="0" u="none" strike="noStrike" cap="none" normalizeH="0" baseline="0" dirty="0">
                <a:ln>
                  <a:noFill/>
                </a:ln>
                <a:solidFill>
                  <a:srgbClr val="FF0000"/>
                </a:solidFill>
                <a:effectLst/>
                <a:latin typeface="Arial" panose="020B0604020202020204" pitchFamily="34" charset="0"/>
              </a:rPr>
              <a:t>It will not be possible to extend after August</a:t>
            </a:r>
            <a:r>
              <a:rPr kumimoji="0" lang="en-US" altLang="en-DK" sz="1800" b="0" i="0" u="none" strike="noStrike" cap="none" normalizeH="0" baseline="0" dirty="0">
                <a:ln>
                  <a:noFill/>
                </a:ln>
                <a:solidFill>
                  <a:srgbClr val="FF0000"/>
                </a:solidFill>
                <a:effectLst/>
                <a:latin typeface="Arial" panose="020B0604020202020204" pitchFamily="34" charset="0"/>
              </a:rPr>
              <a:t> (6 weeks needed before)</a:t>
            </a:r>
            <a:r>
              <a:rPr kumimoji="0" lang="en-DK" altLang="en-DK" sz="1800" b="0" i="0" u="none" strike="noStrike" cap="none" normalizeH="0" baseline="0" dirty="0">
                <a:ln>
                  <a:noFill/>
                </a:ln>
                <a:solidFill>
                  <a:srgbClr val="FF0000"/>
                </a:solidFill>
                <a:effectLst/>
                <a:latin typeface="Arial" panose="020B0604020202020204" pitchFamily="34" charset="0"/>
              </a:rPr>
              <a:t>.</a:t>
            </a:r>
          </a:p>
        </p:txBody>
      </p:sp>
    </p:spTree>
    <p:extLst>
      <p:ext uri="{BB962C8B-B14F-4D97-AF65-F5344CB8AC3E}">
        <p14:creationId xmlns:p14="http://schemas.microsoft.com/office/powerpoint/2010/main" val="7988937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344414-40A3-8720-6BE9-9C0FDE672E51}"/>
              </a:ext>
            </a:extLst>
          </p:cNvPr>
          <p:cNvSpPr/>
          <p:nvPr/>
        </p:nvSpPr>
        <p:spPr>
          <a:xfrm>
            <a:off x="854415" y="2999490"/>
            <a:ext cx="5204205" cy="3632530"/>
          </a:xfrm>
          <a:prstGeom prst="rect">
            <a:avLst/>
          </a:prstGeom>
          <a:solidFill>
            <a:srgbClr val="D4B590">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438ECE7-D689-FB30-2A90-7C6FE60D44F0}"/>
              </a:ext>
            </a:extLst>
          </p:cNvPr>
          <p:cNvSpPr/>
          <p:nvPr/>
        </p:nvSpPr>
        <p:spPr>
          <a:xfrm>
            <a:off x="7577962" y="3157828"/>
            <a:ext cx="4264075" cy="3474192"/>
          </a:xfrm>
          <a:prstGeom prst="rect">
            <a:avLst/>
          </a:prstGeom>
          <a:solidFill>
            <a:srgbClr val="A3C9E7">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A066DB-77F1-3985-634F-21F78C76AE29}"/>
              </a:ext>
            </a:extLst>
          </p:cNvPr>
          <p:cNvSpPr txBox="1"/>
          <p:nvPr/>
        </p:nvSpPr>
        <p:spPr>
          <a:xfrm>
            <a:off x="7676208" y="3156988"/>
            <a:ext cx="426480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ptos"/>
                <a:ea typeface="Calibri"/>
                <a:cs typeface="Arial"/>
              </a:rPr>
              <a:t>Manual checks for All CPs</a:t>
            </a:r>
            <a:endParaRPr lang="en-US" dirty="0">
              <a:latin typeface="Aptos"/>
              <a:ea typeface="Calibri"/>
              <a:cs typeface="Arial"/>
            </a:endParaRPr>
          </a:p>
          <a:p>
            <a:endParaRPr lang="en-US" sz="2000" b="1" dirty="0">
              <a:latin typeface="Aptos"/>
              <a:ea typeface="Calibri"/>
              <a:cs typeface="Arial"/>
            </a:endParaRPr>
          </a:p>
          <a:p>
            <a:r>
              <a:rPr lang="en-US" b="1" dirty="0">
                <a:latin typeface="Aptos"/>
                <a:ea typeface="Calibri"/>
                <a:cs typeface="Arial"/>
              </a:rPr>
              <a:t>Comparability</a:t>
            </a:r>
            <a:endParaRPr lang="en-US" dirty="0">
              <a:latin typeface="Aptos"/>
              <a:ea typeface="Calibri"/>
              <a:cs typeface="Arial"/>
            </a:endParaRPr>
          </a:p>
          <a:p>
            <a:r>
              <a:rPr lang="en-US" dirty="0">
                <a:latin typeface="Aptos"/>
                <a:ea typeface="Calibri"/>
                <a:cs typeface="Arial"/>
              </a:rPr>
              <a:t>the purpose of this criterion is to verify that the submitted data is comparable across CPs.</a:t>
            </a:r>
            <a:endParaRPr lang="en-US" dirty="0">
              <a:ea typeface="Calibri"/>
              <a:cs typeface="Arial"/>
            </a:endParaRPr>
          </a:p>
          <a:p>
            <a:endParaRPr lang="en-US" b="1" dirty="0">
              <a:latin typeface="Aptos"/>
              <a:ea typeface="Calibri"/>
              <a:cs typeface="Arial"/>
            </a:endParaRPr>
          </a:p>
          <a:p>
            <a:r>
              <a:rPr lang="en-US" b="1" dirty="0">
                <a:latin typeface="Aptos"/>
                <a:ea typeface="Calibri"/>
                <a:cs typeface="Arial"/>
              </a:rPr>
              <a:t>Coherence </a:t>
            </a:r>
            <a:endParaRPr lang="en-US" dirty="0">
              <a:latin typeface="Aptos"/>
              <a:ea typeface="Calibri"/>
              <a:cs typeface="Arial"/>
            </a:endParaRPr>
          </a:p>
          <a:p>
            <a:r>
              <a:rPr lang="en-US" dirty="0">
                <a:latin typeface="Aptos"/>
                <a:ea typeface="Calibri"/>
                <a:cs typeface="Arial"/>
              </a:rPr>
              <a:t>the purpose of this criterion is to verify that the submitted data is coherent in the context. </a:t>
            </a:r>
          </a:p>
          <a:p>
            <a:endParaRPr lang="en-US" dirty="0">
              <a:latin typeface="Calibri"/>
              <a:ea typeface="Calibri"/>
              <a:cs typeface="Calibri"/>
            </a:endParaRPr>
          </a:p>
        </p:txBody>
      </p:sp>
      <p:sp>
        <p:nvSpPr>
          <p:cNvPr id="4" name="TextBox 3">
            <a:extLst>
              <a:ext uri="{FF2B5EF4-FFF2-40B4-BE49-F238E27FC236}">
                <a16:creationId xmlns:a16="http://schemas.microsoft.com/office/drawing/2014/main" id="{399AFBED-94CF-F9AB-A57F-D75F843410FB}"/>
              </a:ext>
            </a:extLst>
          </p:cNvPr>
          <p:cNvSpPr txBox="1"/>
          <p:nvPr/>
        </p:nvSpPr>
        <p:spPr>
          <a:xfrm>
            <a:off x="771629" y="2999490"/>
            <a:ext cx="5369775" cy="347787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Manual checks for each CP</a:t>
            </a:r>
            <a:endParaRPr lang="en-US" dirty="0">
              <a:cs typeface="Segoe UI"/>
            </a:endParaRPr>
          </a:p>
          <a:p>
            <a:endParaRPr lang="en-US" sz="2000" b="1" dirty="0">
              <a:cs typeface="Segoe UI"/>
            </a:endParaRPr>
          </a:p>
          <a:p>
            <a:r>
              <a:rPr lang="en-US" b="1" dirty="0">
                <a:cs typeface="Segoe UI"/>
              </a:rPr>
              <a:t>Completeness (20 checks)</a:t>
            </a:r>
            <a:r>
              <a:rPr lang="en-US" dirty="0">
                <a:cs typeface="Segoe UI"/>
              </a:rPr>
              <a:t>: The purpose of this criterion is to verify that data has been reported for all non-voluntary fields;</a:t>
            </a:r>
          </a:p>
          <a:p>
            <a:endParaRPr lang="en-US" dirty="0">
              <a:cs typeface="Segoe UI"/>
            </a:endParaRPr>
          </a:p>
          <a:p>
            <a:r>
              <a:rPr lang="en-US" b="1" dirty="0">
                <a:cs typeface="Segoe UI"/>
              </a:rPr>
              <a:t>Transparency (7 checks)</a:t>
            </a:r>
            <a:r>
              <a:rPr lang="en-US" dirty="0">
                <a:cs typeface="Segoe UI"/>
              </a:rPr>
              <a:t>: The purpose of this criteria is to verify that data reported is understandable to most and univocal;</a:t>
            </a:r>
          </a:p>
          <a:p>
            <a:endParaRPr lang="en-US" dirty="0">
              <a:cs typeface="Segoe UI"/>
            </a:endParaRPr>
          </a:p>
          <a:p>
            <a:r>
              <a:rPr lang="en-US" b="1" dirty="0">
                <a:cs typeface="Segoe UI"/>
              </a:rPr>
              <a:t>Accuracy (5 checks)</a:t>
            </a:r>
            <a:r>
              <a:rPr lang="en-US" dirty="0">
                <a:cs typeface="Segoe UI"/>
              </a:rPr>
              <a:t>: Check if the values/information provided are accurate/plausible </a:t>
            </a:r>
          </a:p>
        </p:txBody>
      </p:sp>
      <p:sp>
        <p:nvSpPr>
          <p:cNvPr id="18" name="Arrow: Down 17">
            <a:extLst>
              <a:ext uri="{FF2B5EF4-FFF2-40B4-BE49-F238E27FC236}">
                <a16:creationId xmlns:a16="http://schemas.microsoft.com/office/drawing/2014/main" id="{FDABF7B3-E2A7-7D82-81ED-28D69F80C6B2}"/>
              </a:ext>
            </a:extLst>
          </p:cNvPr>
          <p:cNvSpPr/>
          <p:nvPr/>
        </p:nvSpPr>
        <p:spPr>
          <a:xfrm>
            <a:off x="366178" y="3813311"/>
            <a:ext cx="383991" cy="2818709"/>
          </a:xfrm>
          <a:prstGeom prst="downArrow">
            <a:avLst/>
          </a:prstGeom>
          <a:solidFill>
            <a:srgbClr val="9465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0274C61D-898A-480E-5D9D-3FCA360CE4ED}"/>
              </a:ext>
            </a:extLst>
          </p:cNvPr>
          <p:cNvSpPr/>
          <p:nvPr/>
        </p:nvSpPr>
        <p:spPr>
          <a:xfrm rot="16200000">
            <a:off x="6719327" y="3554336"/>
            <a:ext cx="369614" cy="1179691"/>
          </a:xfrm>
          <a:prstGeom prst="downArrow">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63B35B9-E540-C2CB-F0E1-111E979239A3}"/>
              </a:ext>
            </a:extLst>
          </p:cNvPr>
          <p:cNvSpPr txBox="1"/>
          <p:nvPr/>
        </p:nvSpPr>
        <p:spPr>
          <a:xfrm>
            <a:off x="6133381" y="4322954"/>
            <a:ext cx="154987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cs typeface="Segoe UI"/>
              </a:rPr>
              <a:t>Data resubmission​</a:t>
            </a:r>
          </a:p>
          <a:p>
            <a:r>
              <a:rPr lang="en-US" dirty="0">
                <a:latin typeface="Calibri"/>
                <a:cs typeface="Segoe UI"/>
              </a:rPr>
              <a:t>​</a:t>
            </a:r>
            <a:endParaRPr lang="en-US" dirty="0">
              <a:latin typeface="Calibri"/>
              <a:ea typeface="Calibri"/>
              <a:cs typeface="Segoe UI"/>
            </a:endParaRPr>
          </a:p>
        </p:txBody>
      </p:sp>
      <p:sp>
        <p:nvSpPr>
          <p:cNvPr id="2" name="Slide Number Placeholder 1">
            <a:extLst>
              <a:ext uri="{FF2B5EF4-FFF2-40B4-BE49-F238E27FC236}">
                <a16:creationId xmlns:a16="http://schemas.microsoft.com/office/drawing/2014/main" id="{8D46C0D3-C5AE-5EB8-3491-1C2EDC92B82B}"/>
              </a:ext>
            </a:extLst>
          </p:cNvPr>
          <p:cNvSpPr>
            <a:spLocks noGrp="1"/>
          </p:cNvSpPr>
          <p:nvPr>
            <p:ph type="sldNum" sz="quarter" idx="12"/>
          </p:nvPr>
        </p:nvSpPr>
        <p:spPr/>
        <p:txBody>
          <a:bodyPr/>
          <a:lstStyle/>
          <a:p>
            <a:fld id="{1A424DB6-78F0-4ADD-B66A-AFD80B81666A}" type="slidenum">
              <a:rPr lang="en-DK" smtClean="0"/>
              <a:t>59</a:t>
            </a:fld>
            <a:endParaRPr lang="en-DK"/>
          </a:p>
        </p:txBody>
      </p:sp>
      <p:sp>
        <p:nvSpPr>
          <p:cNvPr id="7" name="TextBox 6">
            <a:extLst>
              <a:ext uri="{FF2B5EF4-FFF2-40B4-BE49-F238E27FC236}">
                <a16:creationId xmlns:a16="http://schemas.microsoft.com/office/drawing/2014/main" id="{8AA47919-3760-1E57-C03B-B025E5F6490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First and second QAQC</a:t>
            </a:r>
            <a:endParaRPr lang="en-GB" sz="3200" b="1" dirty="0">
              <a:solidFill>
                <a:srgbClr val="113A60"/>
              </a:solidFill>
            </a:endParaRPr>
          </a:p>
        </p:txBody>
      </p:sp>
      <p:sp>
        <p:nvSpPr>
          <p:cNvPr id="5" name="Content Placeholder 2">
            <a:extLst>
              <a:ext uri="{FF2B5EF4-FFF2-40B4-BE49-F238E27FC236}">
                <a16:creationId xmlns:a16="http://schemas.microsoft.com/office/drawing/2014/main" id="{FCF11A54-F016-575C-DD36-1369BEA95B8B}"/>
              </a:ext>
            </a:extLst>
          </p:cNvPr>
          <p:cNvSpPr txBox="1">
            <a:spLocks/>
          </p:cNvSpPr>
          <p:nvPr/>
        </p:nvSpPr>
        <p:spPr>
          <a:xfrm>
            <a:off x="2662746" y="693174"/>
            <a:ext cx="936234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endParaRPr lang="en-US" sz="1800" dirty="0">
              <a:cs typeface="Segoe UI"/>
            </a:endParaRPr>
          </a:p>
          <a:p>
            <a:pPr marL="0" indent="0">
              <a:lnSpc>
                <a:spcPct val="100000"/>
              </a:lnSpc>
              <a:spcBef>
                <a:spcPts val="0"/>
              </a:spcBef>
              <a:buNone/>
            </a:pPr>
            <a:r>
              <a:rPr lang="en-US" sz="2400" b="1" dirty="0">
                <a:solidFill>
                  <a:srgbClr val="007B6C"/>
                </a:solidFill>
                <a:latin typeface="Calibri Light"/>
                <a:ea typeface="Calibri Light"/>
                <a:cs typeface="Calibri Light"/>
              </a:rPr>
              <a:t>Progress to target </a:t>
            </a:r>
          </a:p>
          <a:p>
            <a:pPr marL="0" indent="0">
              <a:lnSpc>
                <a:spcPct val="100000"/>
              </a:lnSpc>
              <a:spcBef>
                <a:spcPts val="0"/>
              </a:spcBef>
              <a:buNone/>
            </a:pPr>
            <a:r>
              <a:rPr lang="en-US" sz="1800" dirty="0">
                <a:cs typeface="Segoe UI"/>
              </a:rPr>
              <a:t>30 Automatic QA/QC </a:t>
            </a:r>
          </a:p>
          <a:p>
            <a:pPr marL="285750" lvl="1" indent="-285750">
              <a:lnSpc>
                <a:spcPct val="100000"/>
              </a:lnSpc>
              <a:spcBef>
                <a:spcPts val="0"/>
              </a:spcBef>
            </a:pPr>
            <a:r>
              <a:rPr lang="en-US" sz="1800" dirty="0">
                <a:cs typeface="Segoe UI"/>
              </a:rPr>
              <a:t>6 “blocker” type QA/QC </a:t>
            </a:r>
          </a:p>
          <a:p>
            <a:pPr marL="285750" lvl="1" indent="-285750">
              <a:lnSpc>
                <a:spcPct val="100000"/>
              </a:lnSpc>
              <a:spcBef>
                <a:spcPts val="0"/>
              </a:spcBef>
            </a:pPr>
            <a:r>
              <a:rPr lang="en-US" sz="1800" dirty="0">
                <a:cs typeface="Segoe UI"/>
              </a:rPr>
              <a:t>24 “error” type QA/QC</a:t>
            </a:r>
            <a:endParaRPr lang="en-US" dirty="0"/>
          </a:p>
          <a:p>
            <a:pPr marL="285750" lvl="1" indent="-285750">
              <a:lnSpc>
                <a:spcPct val="100000"/>
              </a:lnSpc>
              <a:spcBef>
                <a:spcPts val="0"/>
              </a:spcBef>
            </a:pPr>
            <a:endParaRPr lang="en-US" sz="1800" dirty="0">
              <a:cs typeface="Segoe UI"/>
            </a:endParaRPr>
          </a:p>
        </p:txBody>
      </p:sp>
      <p:pic>
        <p:nvPicPr>
          <p:cNvPr id="6" name="Picture 5" descr="A blue background with white text&#10;&#10;Description automatically generated">
            <a:extLst>
              <a:ext uri="{FF2B5EF4-FFF2-40B4-BE49-F238E27FC236}">
                <a16:creationId xmlns:a16="http://schemas.microsoft.com/office/drawing/2014/main" id="{6718970D-4FDB-A931-4318-766DAB138B06}"/>
              </a:ext>
            </a:extLst>
          </p:cNvPr>
          <p:cNvPicPr>
            <a:picLocks noChangeAspect="1"/>
          </p:cNvPicPr>
          <p:nvPr/>
        </p:nvPicPr>
        <p:blipFill>
          <a:blip r:embed="rId3"/>
          <a:stretch>
            <a:fillRect/>
          </a:stretch>
        </p:blipFill>
        <p:spPr>
          <a:xfrm>
            <a:off x="468740" y="1017150"/>
            <a:ext cx="1917580" cy="887442"/>
          </a:xfrm>
          <a:prstGeom prst="rect">
            <a:avLst/>
          </a:prstGeom>
        </p:spPr>
      </p:pic>
      <p:sp>
        <p:nvSpPr>
          <p:cNvPr id="8" name="Content Placeholder 2">
            <a:extLst>
              <a:ext uri="{FF2B5EF4-FFF2-40B4-BE49-F238E27FC236}">
                <a16:creationId xmlns:a16="http://schemas.microsoft.com/office/drawing/2014/main" id="{9E3C1AA2-EF0E-A9CE-724C-C5AD5CE9B448}"/>
              </a:ext>
            </a:extLst>
          </p:cNvPr>
          <p:cNvSpPr txBox="1">
            <a:spLocks/>
          </p:cNvSpPr>
          <p:nvPr/>
        </p:nvSpPr>
        <p:spPr>
          <a:xfrm>
            <a:off x="6830562" y="891234"/>
            <a:ext cx="936234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rgbClr val="007B6C"/>
                </a:solidFill>
                <a:latin typeface="Calibri Light"/>
                <a:ea typeface="Calibri Light"/>
                <a:cs typeface="Calibri Light"/>
              </a:rPr>
              <a:t>Additional Reporting</a:t>
            </a:r>
            <a:endParaRPr lang="en-US" sz="2400" b="1" dirty="0"/>
          </a:p>
          <a:p>
            <a:pPr marL="0" indent="0">
              <a:lnSpc>
                <a:spcPct val="100000"/>
              </a:lnSpc>
              <a:spcBef>
                <a:spcPts val="0"/>
              </a:spcBef>
              <a:buNone/>
            </a:pPr>
            <a:r>
              <a:rPr lang="en-US" sz="1800" dirty="0">
                <a:cs typeface="Segoe UI"/>
              </a:rPr>
              <a:t>81 Automatic QA/QC </a:t>
            </a:r>
          </a:p>
          <a:p>
            <a:pPr marL="285750" lvl="1" indent="-285750">
              <a:lnSpc>
                <a:spcPct val="100000"/>
              </a:lnSpc>
              <a:spcBef>
                <a:spcPts val="0"/>
              </a:spcBef>
            </a:pPr>
            <a:r>
              <a:rPr lang="en-US" sz="1800" dirty="0">
                <a:cs typeface="Segoe UI"/>
              </a:rPr>
              <a:t>14 “blocker” type QA/QC </a:t>
            </a:r>
          </a:p>
          <a:p>
            <a:pPr marL="285750" lvl="1" indent="-285750">
              <a:lnSpc>
                <a:spcPct val="100000"/>
              </a:lnSpc>
              <a:spcBef>
                <a:spcPts val="0"/>
              </a:spcBef>
            </a:pPr>
            <a:r>
              <a:rPr lang="en-US" sz="1800" dirty="0">
                <a:cs typeface="Segoe UI"/>
              </a:rPr>
              <a:t>49 "error" type QA/QC</a:t>
            </a:r>
          </a:p>
          <a:p>
            <a:pPr marL="285750" lvl="1" indent="-285750">
              <a:lnSpc>
                <a:spcPct val="100000"/>
              </a:lnSpc>
              <a:spcBef>
                <a:spcPts val="0"/>
              </a:spcBef>
            </a:pPr>
            <a:r>
              <a:rPr lang="en-US" sz="1800" dirty="0">
                <a:cs typeface="Segoe UI"/>
              </a:rPr>
              <a:t>18 "warning" type QA/QC</a:t>
            </a:r>
          </a:p>
          <a:p>
            <a:pPr marL="285750" lvl="1" indent="-285750">
              <a:lnSpc>
                <a:spcPct val="100000"/>
              </a:lnSpc>
              <a:spcBef>
                <a:spcPts val="0"/>
              </a:spcBef>
            </a:pPr>
            <a:endParaRPr lang="en-US" sz="1800" dirty="0">
              <a:cs typeface="Segoe UI"/>
            </a:endParaRPr>
          </a:p>
        </p:txBody>
      </p:sp>
      <p:cxnSp>
        <p:nvCxnSpPr>
          <p:cNvPr id="9" name="Straight Arrow Connector 8">
            <a:extLst>
              <a:ext uri="{FF2B5EF4-FFF2-40B4-BE49-F238E27FC236}">
                <a16:creationId xmlns:a16="http://schemas.microsoft.com/office/drawing/2014/main" id="{A233EDE8-272E-A839-B4E1-167C59EB79C0}"/>
              </a:ext>
            </a:extLst>
          </p:cNvPr>
          <p:cNvCxnSpPr>
            <a:cxnSpLocks/>
          </p:cNvCxnSpPr>
          <p:nvPr/>
        </p:nvCxnSpPr>
        <p:spPr>
          <a:xfrm>
            <a:off x="4622800" y="2683418"/>
            <a:ext cx="17043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412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96EF76-86E0-F5AF-C290-2CF21C06E40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7FB0EE0D-D0E0-41AC-8821-42300043D12D}"/>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quality checks</a:t>
            </a:r>
          </a:p>
        </p:txBody>
      </p:sp>
      <p:pic>
        <p:nvPicPr>
          <p:cNvPr id="9" name="Picture 8">
            <a:extLst>
              <a:ext uri="{FF2B5EF4-FFF2-40B4-BE49-F238E27FC236}">
                <a16:creationId xmlns:a16="http://schemas.microsoft.com/office/drawing/2014/main" id="{7B41E6BC-3B12-BC5F-CAD7-473A0106BB52}"/>
              </a:ext>
            </a:extLst>
          </p:cNvPr>
          <p:cNvPicPr>
            <a:picLocks noChangeAspect="1"/>
          </p:cNvPicPr>
          <p:nvPr/>
        </p:nvPicPr>
        <p:blipFill>
          <a:blip r:embed="rId2"/>
          <a:stretch>
            <a:fillRect/>
          </a:stretch>
        </p:blipFill>
        <p:spPr>
          <a:xfrm>
            <a:off x="500863" y="2387892"/>
            <a:ext cx="6086756" cy="3868976"/>
          </a:xfrm>
          <a:prstGeom prst="rect">
            <a:avLst/>
          </a:prstGeom>
        </p:spPr>
      </p:pic>
      <p:sp>
        <p:nvSpPr>
          <p:cNvPr id="10" name="Content Placeholder 2">
            <a:extLst>
              <a:ext uri="{FF2B5EF4-FFF2-40B4-BE49-F238E27FC236}">
                <a16:creationId xmlns:a16="http://schemas.microsoft.com/office/drawing/2014/main" id="{DF157AA8-E6C6-014F-42A4-E5CD1B47F05B}"/>
              </a:ext>
            </a:extLst>
          </p:cNvPr>
          <p:cNvSpPr txBox="1">
            <a:spLocks/>
          </p:cNvSpPr>
          <p:nvPr/>
        </p:nvSpPr>
        <p:spPr>
          <a:xfrm>
            <a:off x="7277562" y="1269045"/>
            <a:ext cx="4416661" cy="537521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dirty="0"/>
              <a:t>ETC to prepare list of possibly quality issues (COMLOG) </a:t>
            </a:r>
            <a:r>
              <a:rPr lang="en-US" sz="2400" dirty="0"/>
              <a:t>to be shared with CPs after 15 March.</a:t>
            </a:r>
          </a:p>
          <a:p>
            <a:pPr marL="0" indent="0">
              <a:spcBef>
                <a:spcPts val="600"/>
              </a:spcBef>
              <a:spcAft>
                <a:spcPts val="600"/>
              </a:spcAft>
              <a:buNone/>
            </a:pPr>
            <a:r>
              <a:rPr lang="en-US" sz="2400" b="1" dirty="0"/>
              <a:t>CPs requested to resubmit data </a:t>
            </a:r>
            <a:r>
              <a:rPr lang="en-US" sz="2400" dirty="0"/>
              <a:t>officially in Reportnet 3.</a:t>
            </a:r>
          </a:p>
          <a:p>
            <a:pPr marL="0" indent="0">
              <a:spcBef>
                <a:spcPts val="600"/>
              </a:spcBef>
              <a:spcAft>
                <a:spcPts val="600"/>
              </a:spcAft>
              <a:buNone/>
            </a:pPr>
            <a:r>
              <a:rPr lang="en-US" sz="2400" dirty="0"/>
              <a:t>ETC-EEA will only make updates to final dataset in communication with CPs.</a:t>
            </a:r>
          </a:p>
          <a:p>
            <a:pPr marL="0" indent="0">
              <a:spcBef>
                <a:spcPts val="600"/>
              </a:spcBef>
              <a:spcAft>
                <a:spcPts val="600"/>
              </a:spcAft>
              <a:buNone/>
            </a:pPr>
            <a:r>
              <a:rPr lang="en-US" sz="2400" b="1" dirty="0"/>
              <a:t>Final quality reports will </a:t>
            </a:r>
            <a:r>
              <a:rPr lang="en-US" sz="2400" b="1" dirty="0" err="1"/>
              <a:t>summarise</a:t>
            </a:r>
            <a:r>
              <a:rPr lang="en-US" sz="2400" b="1" dirty="0"/>
              <a:t> final state of data </a:t>
            </a:r>
            <a:r>
              <a:rPr lang="en-US" sz="2400" dirty="0"/>
              <a:t>and updates request for future reporting.</a:t>
            </a:r>
            <a:endParaRPr lang="en-GB" sz="2400" dirty="0"/>
          </a:p>
        </p:txBody>
      </p:sp>
      <p:sp>
        <p:nvSpPr>
          <p:cNvPr id="2" name="Rectangle 1">
            <a:extLst>
              <a:ext uri="{FF2B5EF4-FFF2-40B4-BE49-F238E27FC236}">
                <a16:creationId xmlns:a16="http://schemas.microsoft.com/office/drawing/2014/main" id="{9122943A-C393-36C5-2F48-4A0C45D81D1B}"/>
              </a:ext>
            </a:extLst>
          </p:cNvPr>
          <p:cNvSpPr/>
          <p:nvPr/>
        </p:nvSpPr>
        <p:spPr>
          <a:xfrm>
            <a:off x="588579"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4" name="Rectangle 3">
            <a:extLst>
              <a:ext uri="{FF2B5EF4-FFF2-40B4-BE49-F238E27FC236}">
                <a16:creationId xmlns:a16="http://schemas.microsoft.com/office/drawing/2014/main" id="{C1E16E46-674D-2CD3-746E-F257373A3E02}"/>
              </a:ext>
            </a:extLst>
          </p:cNvPr>
          <p:cNvSpPr/>
          <p:nvPr/>
        </p:nvSpPr>
        <p:spPr>
          <a:xfrm>
            <a:off x="2201915"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5" name="Rectangle 4">
            <a:extLst>
              <a:ext uri="{FF2B5EF4-FFF2-40B4-BE49-F238E27FC236}">
                <a16:creationId xmlns:a16="http://schemas.microsoft.com/office/drawing/2014/main" id="{9D42D922-F732-FB42-BA71-B0EF67E2079B}"/>
              </a:ext>
            </a:extLst>
          </p:cNvPr>
          <p:cNvSpPr/>
          <p:nvPr/>
        </p:nvSpPr>
        <p:spPr>
          <a:xfrm>
            <a:off x="3967652" y="105613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A</a:t>
            </a:r>
            <a:endParaRPr lang="LID4096" b="1"/>
          </a:p>
        </p:txBody>
      </p:sp>
      <p:sp>
        <p:nvSpPr>
          <p:cNvPr id="6" name="Rectangle 5">
            <a:extLst>
              <a:ext uri="{FF2B5EF4-FFF2-40B4-BE49-F238E27FC236}">
                <a16:creationId xmlns:a16="http://schemas.microsoft.com/office/drawing/2014/main" id="{D5EF2EC4-7F64-4AE2-ACFF-A8DF3091EC9C}"/>
              </a:ext>
            </a:extLst>
          </p:cNvPr>
          <p:cNvSpPr/>
          <p:nvPr/>
        </p:nvSpPr>
        <p:spPr>
          <a:xfrm>
            <a:off x="588579"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7" name="Rectangle 6">
            <a:extLst>
              <a:ext uri="{FF2B5EF4-FFF2-40B4-BE49-F238E27FC236}">
                <a16:creationId xmlns:a16="http://schemas.microsoft.com/office/drawing/2014/main" id="{B3A82F05-096B-60CD-93B6-6862A660EC62}"/>
              </a:ext>
            </a:extLst>
          </p:cNvPr>
          <p:cNvSpPr/>
          <p:nvPr/>
        </p:nvSpPr>
        <p:spPr>
          <a:xfrm>
            <a:off x="2201914"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8" name="Rectangle 7">
            <a:extLst>
              <a:ext uri="{FF2B5EF4-FFF2-40B4-BE49-F238E27FC236}">
                <a16:creationId xmlns:a16="http://schemas.microsoft.com/office/drawing/2014/main" id="{9538B3CA-651B-58FA-3552-A6785F4D27BA}"/>
              </a:ext>
            </a:extLst>
          </p:cNvPr>
          <p:cNvSpPr/>
          <p:nvPr/>
        </p:nvSpPr>
        <p:spPr>
          <a:xfrm>
            <a:off x="3967651"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11" name="TextBox 10">
            <a:extLst>
              <a:ext uri="{FF2B5EF4-FFF2-40B4-BE49-F238E27FC236}">
                <a16:creationId xmlns:a16="http://schemas.microsoft.com/office/drawing/2014/main" id="{A779BD59-EBE1-6D35-DC1D-DE4329C54212}"/>
              </a:ext>
            </a:extLst>
          </p:cNvPr>
          <p:cNvSpPr txBox="1"/>
          <p:nvPr/>
        </p:nvSpPr>
        <p:spPr>
          <a:xfrm>
            <a:off x="908975" y="1112626"/>
            <a:ext cx="1059906" cy="369332"/>
          </a:xfrm>
          <a:prstGeom prst="rect">
            <a:avLst/>
          </a:prstGeom>
          <a:noFill/>
        </p:spPr>
        <p:txBody>
          <a:bodyPr wrap="none" rtlCol="0">
            <a:spAutoFit/>
          </a:bodyPr>
          <a:lstStyle/>
          <a:p>
            <a:r>
              <a:rPr lang="en-GB" err="1"/>
              <a:t>imeliness</a:t>
            </a:r>
            <a:endParaRPr lang="LID4096"/>
          </a:p>
        </p:txBody>
      </p:sp>
      <p:sp>
        <p:nvSpPr>
          <p:cNvPr id="13" name="TextBox 12">
            <a:extLst>
              <a:ext uri="{FF2B5EF4-FFF2-40B4-BE49-F238E27FC236}">
                <a16:creationId xmlns:a16="http://schemas.microsoft.com/office/drawing/2014/main" id="{1DA62A9D-219C-E7F1-534D-218F83D95D95}"/>
              </a:ext>
            </a:extLst>
          </p:cNvPr>
          <p:cNvSpPr txBox="1"/>
          <p:nvPr/>
        </p:nvSpPr>
        <p:spPr>
          <a:xfrm>
            <a:off x="2524940" y="1112626"/>
            <a:ext cx="1331070" cy="369332"/>
          </a:xfrm>
          <a:prstGeom prst="rect">
            <a:avLst/>
          </a:prstGeom>
          <a:noFill/>
        </p:spPr>
        <p:txBody>
          <a:bodyPr wrap="none" rtlCol="0">
            <a:spAutoFit/>
          </a:bodyPr>
          <a:lstStyle/>
          <a:p>
            <a:r>
              <a:rPr lang="en-GB" err="1"/>
              <a:t>ranspanrecy</a:t>
            </a:r>
            <a:endParaRPr lang="LID4096"/>
          </a:p>
        </p:txBody>
      </p:sp>
      <p:sp>
        <p:nvSpPr>
          <p:cNvPr id="15" name="TextBox 14">
            <a:extLst>
              <a:ext uri="{FF2B5EF4-FFF2-40B4-BE49-F238E27FC236}">
                <a16:creationId xmlns:a16="http://schemas.microsoft.com/office/drawing/2014/main" id="{0B684068-EE58-81E3-7EF8-4E515A638231}"/>
              </a:ext>
            </a:extLst>
          </p:cNvPr>
          <p:cNvSpPr txBox="1"/>
          <p:nvPr/>
        </p:nvSpPr>
        <p:spPr>
          <a:xfrm>
            <a:off x="4283026" y="1112626"/>
            <a:ext cx="890052" cy="369332"/>
          </a:xfrm>
          <a:prstGeom prst="rect">
            <a:avLst/>
          </a:prstGeom>
          <a:noFill/>
        </p:spPr>
        <p:txBody>
          <a:bodyPr wrap="none" rtlCol="0">
            <a:spAutoFit/>
          </a:bodyPr>
          <a:lstStyle/>
          <a:p>
            <a:r>
              <a:rPr lang="en-GB" err="1"/>
              <a:t>ccuracy</a:t>
            </a:r>
            <a:endParaRPr lang="LID4096"/>
          </a:p>
        </p:txBody>
      </p:sp>
      <p:sp>
        <p:nvSpPr>
          <p:cNvPr id="17" name="TextBox 16">
            <a:extLst>
              <a:ext uri="{FF2B5EF4-FFF2-40B4-BE49-F238E27FC236}">
                <a16:creationId xmlns:a16="http://schemas.microsoft.com/office/drawing/2014/main" id="{1871EF53-D75F-7610-9B94-EE25AB8EA8FA}"/>
              </a:ext>
            </a:extLst>
          </p:cNvPr>
          <p:cNvSpPr txBox="1"/>
          <p:nvPr/>
        </p:nvSpPr>
        <p:spPr>
          <a:xfrm>
            <a:off x="908975" y="1780105"/>
            <a:ext cx="1273490" cy="369332"/>
          </a:xfrm>
          <a:prstGeom prst="rect">
            <a:avLst/>
          </a:prstGeom>
          <a:noFill/>
        </p:spPr>
        <p:txBody>
          <a:bodyPr wrap="none" rtlCol="0">
            <a:spAutoFit/>
          </a:bodyPr>
          <a:lstStyle/>
          <a:p>
            <a:r>
              <a:rPr lang="en-GB" err="1"/>
              <a:t>ompletness</a:t>
            </a:r>
            <a:endParaRPr lang="LID4096"/>
          </a:p>
        </p:txBody>
      </p:sp>
      <p:sp>
        <p:nvSpPr>
          <p:cNvPr id="19" name="TextBox 18">
            <a:extLst>
              <a:ext uri="{FF2B5EF4-FFF2-40B4-BE49-F238E27FC236}">
                <a16:creationId xmlns:a16="http://schemas.microsoft.com/office/drawing/2014/main" id="{EF6C5DFC-3EDC-8F05-4EAB-43B3C9C4ABE4}"/>
              </a:ext>
            </a:extLst>
          </p:cNvPr>
          <p:cNvSpPr txBox="1"/>
          <p:nvPr/>
        </p:nvSpPr>
        <p:spPr>
          <a:xfrm>
            <a:off x="2524940" y="1778506"/>
            <a:ext cx="1171859" cy="369332"/>
          </a:xfrm>
          <a:prstGeom prst="rect">
            <a:avLst/>
          </a:prstGeom>
          <a:noFill/>
        </p:spPr>
        <p:txBody>
          <a:bodyPr wrap="none" rtlCol="0">
            <a:spAutoFit/>
          </a:bodyPr>
          <a:lstStyle/>
          <a:p>
            <a:r>
              <a:rPr lang="en-GB" err="1"/>
              <a:t>onsistency</a:t>
            </a:r>
            <a:endParaRPr lang="LID4096"/>
          </a:p>
        </p:txBody>
      </p:sp>
      <p:sp>
        <p:nvSpPr>
          <p:cNvPr id="20" name="TextBox 19">
            <a:extLst>
              <a:ext uri="{FF2B5EF4-FFF2-40B4-BE49-F238E27FC236}">
                <a16:creationId xmlns:a16="http://schemas.microsoft.com/office/drawing/2014/main" id="{91BD95B5-BB7E-6340-900C-AA2F6C5E8BFF}"/>
              </a:ext>
            </a:extLst>
          </p:cNvPr>
          <p:cNvSpPr txBox="1"/>
          <p:nvPr/>
        </p:nvSpPr>
        <p:spPr>
          <a:xfrm>
            <a:off x="4287978" y="1778506"/>
            <a:ext cx="2669257" cy="369332"/>
          </a:xfrm>
          <a:prstGeom prst="rect">
            <a:avLst/>
          </a:prstGeom>
          <a:noFill/>
        </p:spPr>
        <p:txBody>
          <a:bodyPr wrap="none" rtlCol="0">
            <a:spAutoFit/>
          </a:bodyPr>
          <a:lstStyle/>
          <a:p>
            <a:r>
              <a:rPr lang="en-GB" err="1"/>
              <a:t>oherence</a:t>
            </a:r>
            <a:r>
              <a:rPr lang="en-GB"/>
              <a:t> &amp; comparability</a:t>
            </a:r>
            <a:endParaRPr lang="LID4096"/>
          </a:p>
        </p:txBody>
      </p:sp>
    </p:spTree>
    <p:extLst>
      <p:ext uri="{BB962C8B-B14F-4D97-AF65-F5344CB8AC3E}">
        <p14:creationId xmlns:p14="http://schemas.microsoft.com/office/powerpoint/2010/main" val="19792909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F92EDA-7680-1861-D136-80BC5996DF01}"/>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C98AF869-0442-2EB2-3BB6-C6F3C3D8B5C3}"/>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assessment and analysis</a:t>
            </a:r>
          </a:p>
        </p:txBody>
      </p:sp>
      <p:pic>
        <p:nvPicPr>
          <p:cNvPr id="6" name="Picture 5">
            <a:extLst>
              <a:ext uri="{FF2B5EF4-FFF2-40B4-BE49-F238E27FC236}">
                <a16:creationId xmlns:a16="http://schemas.microsoft.com/office/drawing/2014/main" id="{BC599EDF-B8CF-C294-A8F9-BE786B308191}"/>
              </a:ext>
            </a:extLst>
          </p:cNvPr>
          <p:cNvPicPr>
            <a:picLocks noChangeAspect="1"/>
          </p:cNvPicPr>
          <p:nvPr/>
        </p:nvPicPr>
        <p:blipFill>
          <a:blip r:embed="rId2"/>
          <a:stretch>
            <a:fillRect/>
          </a:stretch>
        </p:blipFill>
        <p:spPr>
          <a:xfrm>
            <a:off x="1565951" y="1474076"/>
            <a:ext cx="1325614" cy="1881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708B14BE-FE6B-4A8D-FA73-BAF7D59BF6AD}"/>
              </a:ext>
            </a:extLst>
          </p:cNvPr>
          <p:cNvPicPr>
            <a:picLocks noChangeAspect="1"/>
          </p:cNvPicPr>
          <p:nvPr/>
        </p:nvPicPr>
        <p:blipFill>
          <a:blip r:embed="rId3"/>
          <a:stretch>
            <a:fillRect/>
          </a:stretch>
        </p:blipFill>
        <p:spPr>
          <a:xfrm>
            <a:off x="1390850" y="1851381"/>
            <a:ext cx="1325614" cy="18745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E54E438B-2564-3A97-A259-941A6BC40CEC}"/>
              </a:ext>
            </a:extLst>
          </p:cNvPr>
          <p:cNvPicPr>
            <a:picLocks noChangeAspect="1"/>
          </p:cNvPicPr>
          <p:nvPr/>
        </p:nvPicPr>
        <p:blipFill>
          <a:blip r:embed="rId4"/>
          <a:srcRect t="1749" b="1431"/>
          <a:stretch/>
        </p:blipFill>
        <p:spPr>
          <a:xfrm>
            <a:off x="1100135" y="2248147"/>
            <a:ext cx="1366283" cy="1881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F7A350C8-8EEA-471E-E1CA-DF37AAC55ED3}"/>
              </a:ext>
            </a:extLst>
          </p:cNvPr>
          <p:cNvSpPr txBox="1"/>
          <p:nvPr/>
        </p:nvSpPr>
        <p:spPr>
          <a:xfrm>
            <a:off x="248260" y="4318181"/>
            <a:ext cx="3147657" cy="1477328"/>
          </a:xfrm>
          <a:prstGeom prst="rect">
            <a:avLst/>
          </a:prstGeom>
          <a:noFill/>
        </p:spPr>
        <p:txBody>
          <a:bodyPr wrap="none" rtlCol="0">
            <a:spAutoFit/>
          </a:bodyPr>
          <a:lstStyle/>
          <a:p>
            <a:pPr algn="ctr"/>
            <a:r>
              <a:rPr lang="en-GB" b="1"/>
              <a:t>European Commission </a:t>
            </a:r>
          </a:p>
          <a:p>
            <a:pPr algn="ctr"/>
            <a:r>
              <a:rPr lang="en-GB" b="1"/>
              <a:t>Assessments</a:t>
            </a:r>
          </a:p>
          <a:p>
            <a:r>
              <a:rPr lang="en-GB"/>
              <a:t>State of Energy Union Report</a:t>
            </a:r>
          </a:p>
          <a:p>
            <a:r>
              <a:rPr lang="en-GB"/>
              <a:t>NECPR technical assessment</a:t>
            </a:r>
          </a:p>
          <a:p>
            <a:r>
              <a:rPr lang="en-GB"/>
              <a:t>Climate Action Progress Report</a:t>
            </a:r>
          </a:p>
        </p:txBody>
      </p:sp>
      <p:pic>
        <p:nvPicPr>
          <p:cNvPr id="15" name="Picture 14">
            <a:extLst>
              <a:ext uri="{FF2B5EF4-FFF2-40B4-BE49-F238E27FC236}">
                <a16:creationId xmlns:a16="http://schemas.microsoft.com/office/drawing/2014/main" id="{647E1B80-7480-DA20-8A99-F273619FF95E}"/>
              </a:ext>
            </a:extLst>
          </p:cNvPr>
          <p:cNvPicPr>
            <a:picLocks noChangeAspect="1"/>
          </p:cNvPicPr>
          <p:nvPr/>
        </p:nvPicPr>
        <p:blipFill>
          <a:blip r:embed="rId5"/>
          <a:srcRect r="2990"/>
          <a:stretch/>
        </p:blipFill>
        <p:spPr>
          <a:xfrm>
            <a:off x="4780097" y="1895459"/>
            <a:ext cx="1315903" cy="1881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900AC459-75EA-A28F-0403-9EFA539E40DB}"/>
              </a:ext>
            </a:extLst>
          </p:cNvPr>
          <p:cNvPicPr>
            <a:picLocks noChangeAspect="1"/>
          </p:cNvPicPr>
          <p:nvPr/>
        </p:nvPicPr>
        <p:blipFill>
          <a:blip r:embed="rId6"/>
          <a:stretch>
            <a:fillRect/>
          </a:stretch>
        </p:blipFill>
        <p:spPr>
          <a:xfrm>
            <a:off x="4393693" y="2309602"/>
            <a:ext cx="1315903" cy="18198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0" name="TextBox 19">
            <a:extLst>
              <a:ext uri="{FF2B5EF4-FFF2-40B4-BE49-F238E27FC236}">
                <a16:creationId xmlns:a16="http://schemas.microsoft.com/office/drawing/2014/main" id="{D700B1F8-D017-4508-E135-0520BEE35091}"/>
              </a:ext>
            </a:extLst>
          </p:cNvPr>
          <p:cNvSpPr txBox="1"/>
          <p:nvPr/>
        </p:nvSpPr>
        <p:spPr>
          <a:xfrm>
            <a:off x="4003322" y="4318181"/>
            <a:ext cx="2458750" cy="1477328"/>
          </a:xfrm>
          <a:prstGeom prst="rect">
            <a:avLst/>
          </a:prstGeom>
          <a:noFill/>
        </p:spPr>
        <p:txBody>
          <a:bodyPr wrap="none" rtlCol="0">
            <a:spAutoFit/>
          </a:bodyPr>
          <a:lstStyle/>
          <a:p>
            <a:pPr algn="ctr"/>
            <a:r>
              <a:rPr lang="en-GB" b="1"/>
              <a:t>EEA</a:t>
            </a:r>
          </a:p>
          <a:p>
            <a:pPr algn="ctr"/>
            <a:r>
              <a:rPr lang="en-GB" b="1"/>
              <a:t>Analysis</a:t>
            </a:r>
          </a:p>
          <a:p>
            <a:r>
              <a:rPr lang="en-GB"/>
              <a:t>Trends and Projections</a:t>
            </a:r>
          </a:p>
          <a:p>
            <a:r>
              <a:rPr lang="en-GB" b="1" u="sng"/>
              <a:t>SOER 2025</a:t>
            </a:r>
          </a:p>
          <a:p>
            <a:r>
              <a:rPr lang="en-GB"/>
              <a:t>Dataflow quality reports</a:t>
            </a:r>
          </a:p>
        </p:txBody>
      </p:sp>
      <p:pic>
        <p:nvPicPr>
          <p:cNvPr id="26" name="Picture 25">
            <a:extLst>
              <a:ext uri="{FF2B5EF4-FFF2-40B4-BE49-F238E27FC236}">
                <a16:creationId xmlns:a16="http://schemas.microsoft.com/office/drawing/2014/main" id="{098F7E17-DA60-B907-A74B-0EE3F4C7F1DD}"/>
              </a:ext>
            </a:extLst>
          </p:cNvPr>
          <p:cNvPicPr>
            <a:picLocks noChangeAspect="1"/>
          </p:cNvPicPr>
          <p:nvPr/>
        </p:nvPicPr>
        <p:blipFill>
          <a:blip r:embed="rId7"/>
          <a:stretch>
            <a:fillRect/>
          </a:stretch>
        </p:blipFill>
        <p:spPr>
          <a:xfrm>
            <a:off x="7386825" y="1373568"/>
            <a:ext cx="3877216" cy="1105054"/>
          </a:xfrm>
          <a:prstGeom prst="rect">
            <a:avLst/>
          </a:prstGeom>
        </p:spPr>
      </p:pic>
      <p:sp>
        <p:nvSpPr>
          <p:cNvPr id="27" name="TextBox 26">
            <a:extLst>
              <a:ext uri="{FF2B5EF4-FFF2-40B4-BE49-F238E27FC236}">
                <a16:creationId xmlns:a16="http://schemas.microsoft.com/office/drawing/2014/main" id="{EEA8FED2-040A-F891-4A3A-4095F94CEFF4}"/>
              </a:ext>
            </a:extLst>
          </p:cNvPr>
          <p:cNvSpPr txBox="1"/>
          <p:nvPr/>
        </p:nvSpPr>
        <p:spPr>
          <a:xfrm>
            <a:off x="8518448" y="2576483"/>
            <a:ext cx="1613968" cy="646331"/>
          </a:xfrm>
          <a:prstGeom prst="rect">
            <a:avLst/>
          </a:prstGeom>
          <a:noFill/>
        </p:spPr>
        <p:txBody>
          <a:bodyPr wrap="none" rtlCol="0">
            <a:spAutoFit/>
          </a:bodyPr>
          <a:lstStyle/>
          <a:p>
            <a:pPr algn="ctr"/>
            <a:r>
              <a:rPr lang="en-GB" b="1"/>
              <a:t>Final datasets</a:t>
            </a:r>
          </a:p>
          <a:p>
            <a:r>
              <a:rPr lang="en-GB">
                <a:hlinkClick r:id="rId8"/>
              </a:rPr>
              <a:t>EEA – datahub</a:t>
            </a:r>
            <a:endParaRPr lang="en-GB" b="1" u="sng"/>
          </a:p>
        </p:txBody>
      </p:sp>
      <p:pic>
        <p:nvPicPr>
          <p:cNvPr id="29" name="Picture 28">
            <a:extLst>
              <a:ext uri="{FF2B5EF4-FFF2-40B4-BE49-F238E27FC236}">
                <a16:creationId xmlns:a16="http://schemas.microsoft.com/office/drawing/2014/main" id="{779745FE-26D8-2F32-C5FD-A0CFBD223DE9}"/>
              </a:ext>
            </a:extLst>
          </p:cNvPr>
          <p:cNvPicPr>
            <a:picLocks noChangeAspect="1"/>
          </p:cNvPicPr>
          <p:nvPr/>
        </p:nvPicPr>
        <p:blipFill>
          <a:blip r:embed="rId9"/>
          <a:stretch>
            <a:fillRect/>
          </a:stretch>
        </p:blipFill>
        <p:spPr>
          <a:xfrm>
            <a:off x="7795291" y="3934871"/>
            <a:ext cx="2287473" cy="14148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1" name="Picture 30">
            <a:extLst>
              <a:ext uri="{FF2B5EF4-FFF2-40B4-BE49-F238E27FC236}">
                <a16:creationId xmlns:a16="http://schemas.microsoft.com/office/drawing/2014/main" id="{EB6FF367-0E4C-9EFE-77A9-1E016712D9E0}"/>
              </a:ext>
            </a:extLst>
          </p:cNvPr>
          <p:cNvPicPr>
            <a:picLocks noChangeAspect="1"/>
          </p:cNvPicPr>
          <p:nvPr/>
        </p:nvPicPr>
        <p:blipFill>
          <a:blip r:embed="rId10"/>
          <a:stretch>
            <a:fillRect/>
          </a:stretch>
        </p:blipFill>
        <p:spPr>
          <a:xfrm>
            <a:off x="8181695" y="3608275"/>
            <a:ext cx="2287474" cy="14198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2" name="TextBox 31">
            <a:extLst>
              <a:ext uri="{FF2B5EF4-FFF2-40B4-BE49-F238E27FC236}">
                <a16:creationId xmlns:a16="http://schemas.microsoft.com/office/drawing/2014/main" id="{A1AC1FBA-F293-6F7B-D1FE-ACE719AC17DD}"/>
              </a:ext>
            </a:extLst>
          </p:cNvPr>
          <p:cNvSpPr txBox="1"/>
          <p:nvPr/>
        </p:nvSpPr>
        <p:spPr>
          <a:xfrm>
            <a:off x="7665045" y="5488621"/>
            <a:ext cx="3320781" cy="646331"/>
          </a:xfrm>
          <a:prstGeom prst="rect">
            <a:avLst/>
          </a:prstGeom>
          <a:noFill/>
        </p:spPr>
        <p:txBody>
          <a:bodyPr wrap="none" rtlCol="0">
            <a:spAutoFit/>
          </a:bodyPr>
          <a:lstStyle/>
          <a:p>
            <a:pPr algn="ctr"/>
            <a:r>
              <a:rPr lang="en-GB" b="1"/>
              <a:t>Data tools</a:t>
            </a:r>
          </a:p>
          <a:p>
            <a:r>
              <a:rPr lang="en-GB">
                <a:hlinkClick r:id="rId11"/>
              </a:rPr>
              <a:t>Climate &amp; Energy in the EU portal</a:t>
            </a:r>
            <a:endParaRPr lang="en-GB"/>
          </a:p>
        </p:txBody>
      </p:sp>
    </p:spTree>
    <p:extLst>
      <p:ext uri="{BB962C8B-B14F-4D97-AF65-F5344CB8AC3E}">
        <p14:creationId xmlns:p14="http://schemas.microsoft.com/office/powerpoint/2010/main" val="29466232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D2329AE-22D4-EEF0-723C-669475075FA7}"/>
              </a:ext>
            </a:extLst>
          </p:cNvPr>
          <p:cNvSpPr txBox="1">
            <a:spLocks/>
          </p:cNvSpPr>
          <p:nvPr/>
        </p:nvSpPr>
        <p:spPr>
          <a:xfrm>
            <a:off x="2819545" y="3999031"/>
            <a:ext cx="6552910" cy="720115"/>
          </a:xfrm>
          <a:prstGeom prst="rect">
            <a:avLst/>
          </a:prstGeom>
        </p:spPr>
        <p:txBody>
          <a:bodyPr lIns="91440" tIns="45720" rIns="91440" bIns="4572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b="1" dirty="0">
                <a:solidFill>
                  <a:srgbClr val="008080"/>
                </a:solidFill>
              </a:rPr>
              <a:t>magdalena.jozwicka@eea.europa.eu</a:t>
            </a:r>
            <a:endParaRPr lang="en-US" sz="3200" dirty="0"/>
          </a:p>
        </p:txBody>
      </p:sp>
      <p:sp>
        <p:nvSpPr>
          <p:cNvPr id="3" name="Text Placeholder 1">
            <a:extLst>
              <a:ext uri="{FF2B5EF4-FFF2-40B4-BE49-F238E27FC236}">
                <a16:creationId xmlns:a16="http://schemas.microsoft.com/office/drawing/2014/main" id="{B561040F-7953-B761-0159-CD430F8D3A5A}"/>
              </a:ext>
            </a:extLst>
          </p:cNvPr>
          <p:cNvSpPr txBox="1">
            <a:spLocks/>
          </p:cNvSpPr>
          <p:nvPr/>
        </p:nvSpPr>
        <p:spPr>
          <a:xfrm>
            <a:off x="468000" y="36000"/>
            <a:ext cx="11246369"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questions – please reach out!</a:t>
            </a:r>
          </a:p>
        </p:txBody>
      </p:sp>
      <p:pic>
        <p:nvPicPr>
          <p:cNvPr id="5" name="Graphic 4" descr="Questions with solid fill">
            <a:extLst>
              <a:ext uri="{FF2B5EF4-FFF2-40B4-BE49-F238E27FC236}">
                <a16:creationId xmlns:a16="http://schemas.microsoft.com/office/drawing/2014/main" id="{03102B9E-E952-85FB-C873-4C44FFD8E4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94167" y="1804997"/>
            <a:ext cx="2194034" cy="2194034"/>
          </a:xfrm>
          <a:prstGeom prst="rect">
            <a:avLst/>
          </a:prstGeom>
        </p:spPr>
      </p:pic>
    </p:spTree>
    <p:extLst>
      <p:ext uri="{BB962C8B-B14F-4D97-AF65-F5344CB8AC3E}">
        <p14:creationId xmlns:p14="http://schemas.microsoft.com/office/powerpoint/2010/main" val="12524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3AE3B-260C-4A2B-3DA8-6978ECD7578F}"/>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AAC34BC1-C6F6-3B1E-E54F-21CDA9C13B25}"/>
              </a:ext>
            </a:extLst>
          </p:cNvPr>
          <p:cNvSpPr txBox="1">
            <a:spLocks/>
          </p:cNvSpPr>
          <p:nvPr/>
        </p:nvSpPr>
        <p:spPr>
          <a:xfrm>
            <a:off x="500863" y="54288"/>
            <a:ext cx="11010281" cy="1077218"/>
          </a:xfrm>
          <a:prstGeom prst="rect">
            <a:avLst/>
          </a:prstGeom>
          <a:noFill/>
        </p:spPr>
        <p:txBody>
          <a:bodyPr wrap="square" lIns="91440" tIns="45720" rIns="91440" bIns="45720" rtlCol="0" anchor="t">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noProof="0" dirty="0">
                <a:ea typeface="Calibri"/>
                <a:cs typeface="Calibri"/>
              </a:rPr>
              <a:t>Key takeaways</a:t>
            </a:r>
            <a:endParaRPr lang="en-GB" noProof="0" dirty="0">
              <a:ea typeface="Calibri"/>
              <a:cs typeface="Calibri"/>
            </a:endParaRPr>
          </a:p>
          <a:p>
            <a:endParaRPr lang="en-GB" noProof="0" dirty="0">
              <a:highlight>
                <a:srgbClr val="FFFF00"/>
              </a:highlight>
              <a:ea typeface="Calibri"/>
              <a:cs typeface="Calibri"/>
            </a:endParaRPr>
          </a:p>
        </p:txBody>
      </p:sp>
      <p:sp>
        <p:nvSpPr>
          <p:cNvPr id="4" name="Rectángulo 3">
            <a:extLst>
              <a:ext uri="{FF2B5EF4-FFF2-40B4-BE49-F238E27FC236}">
                <a16:creationId xmlns:a16="http://schemas.microsoft.com/office/drawing/2014/main" id="{CE80D80E-3CA3-6055-F591-276AA76BA2D8}"/>
              </a:ext>
            </a:extLst>
          </p:cNvPr>
          <p:cNvSpPr/>
          <p:nvPr/>
        </p:nvSpPr>
        <p:spPr>
          <a:xfrm>
            <a:off x="664409" y="1359877"/>
            <a:ext cx="10863181" cy="4330175"/>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200000"/>
              </a:lnSpc>
              <a:buFont typeface="Arial" panose="020B0604020202020204" pitchFamily="34" charset="0"/>
              <a:buChar char="•"/>
            </a:pPr>
            <a:r>
              <a:rPr lang="en-GB" sz="2000" noProof="0" dirty="0"/>
              <a:t>Follow Colour-coding: Ensure correct interpretation of cells in import/export Excel tables.</a:t>
            </a:r>
            <a:endParaRPr lang="en-GB" sz="2000" dirty="0"/>
          </a:p>
          <a:p>
            <a:pPr marL="342900" indent="-342900">
              <a:lnSpc>
                <a:spcPct val="200000"/>
              </a:lnSpc>
              <a:buFont typeface="Arial" panose="020B0604020202020204" pitchFamily="34" charset="0"/>
              <a:buChar char="•"/>
            </a:pPr>
            <a:r>
              <a:rPr lang="en-GB" sz="2000" dirty="0"/>
              <a:t>Reviewing EUROSTAT DATA you submitted </a:t>
            </a:r>
          </a:p>
          <a:p>
            <a:pPr marL="342900" indent="-342900">
              <a:lnSpc>
                <a:spcPct val="200000"/>
              </a:lnSpc>
              <a:buFont typeface="Arial" panose="020B0604020202020204" pitchFamily="34" charset="0"/>
              <a:buChar char="•"/>
            </a:pPr>
            <a:r>
              <a:rPr lang="en-GB" sz="2000" noProof="0" dirty="0"/>
              <a:t>Use notation</a:t>
            </a:r>
            <a:r>
              <a:rPr lang="en-GB" sz="2000" dirty="0"/>
              <a:t> keys</a:t>
            </a:r>
          </a:p>
          <a:p>
            <a:pPr marL="342900" indent="-342900">
              <a:lnSpc>
                <a:spcPct val="200000"/>
              </a:lnSpc>
              <a:buFont typeface="Arial" panose="020B0604020202020204" pitchFamily="34" charset="0"/>
              <a:buChar char="•"/>
            </a:pPr>
            <a:r>
              <a:rPr lang="en-GB" sz="2000" b="0" noProof="0" dirty="0"/>
              <a:t>Follow thematic guidelines for consistency</a:t>
            </a:r>
          </a:p>
          <a:p>
            <a:pPr marL="342900" indent="-342900">
              <a:lnSpc>
                <a:spcPct val="200000"/>
              </a:lnSpc>
              <a:buFont typeface="Arial" panose="020B0604020202020204" pitchFamily="34" charset="0"/>
              <a:buChar char="•"/>
            </a:pPr>
            <a:r>
              <a:rPr lang="en-GB" sz="2000" b="0" noProof="0" dirty="0"/>
              <a:t>Engage </a:t>
            </a:r>
            <a:r>
              <a:rPr lang="en-GB" sz="2000" b="0" dirty="0"/>
              <a:t>Ensure validation before submission </a:t>
            </a:r>
            <a:r>
              <a:rPr lang="en-GB" sz="2000" b="0" noProof="0" dirty="0"/>
              <a:t>with the QA/QC process for high-quality data</a:t>
            </a:r>
            <a:endParaRPr lang="en-GB" sz="2000" dirty="0"/>
          </a:p>
          <a:p>
            <a:pPr marL="342900" indent="-342900">
              <a:lnSpc>
                <a:spcPct val="200000"/>
              </a:lnSpc>
              <a:buFont typeface="Arial" panose="020B0604020202020204" pitchFamily="34" charset="0"/>
              <a:buChar char="•"/>
            </a:pPr>
            <a:r>
              <a:rPr lang="en-DK" altLang="en-DK" sz="2000" dirty="0"/>
              <a:t>Try to validate when you are sure you have done a good job.</a:t>
            </a:r>
            <a:endParaRPr lang="en-GB" sz="2000" noProof="0" dirty="0"/>
          </a:p>
          <a:p>
            <a:pPr marL="457200" indent="-457200">
              <a:lnSpc>
                <a:spcPct val="200000"/>
              </a:lnSpc>
              <a:buFont typeface="Arial" panose="020B0604020202020204" pitchFamily="34" charset="0"/>
              <a:buChar char="•"/>
            </a:pPr>
            <a:endParaRPr lang="en-GB" sz="2000" noProof="0" dirty="0"/>
          </a:p>
        </p:txBody>
      </p:sp>
    </p:spTree>
    <p:extLst>
      <p:ext uri="{BB962C8B-B14F-4D97-AF65-F5344CB8AC3E}">
        <p14:creationId xmlns:p14="http://schemas.microsoft.com/office/powerpoint/2010/main" val="21183166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AD9AAD-4643-F1F7-C40C-4F721C095467}"/>
              </a:ext>
            </a:extLst>
          </p:cNvPr>
          <p:cNvPicPr>
            <a:picLocks noChangeAspect="1"/>
          </p:cNvPicPr>
          <p:nvPr/>
        </p:nvPicPr>
        <p:blipFill>
          <a:blip r:embed="rId3">
            <a:extLst>
              <a:ext uri="{28A0092B-C50C-407E-A947-70E740481C1C}">
                <a14:useLocalDpi xmlns:a14="http://schemas.microsoft.com/office/drawing/2010/main" val="0"/>
              </a:ext>
            </a:extLst>
          </a:blip>
          <a:srcRect t="12500" b="12500"/>
          <a:stretch/>
        </p:blipFill>
        <p:spPr>
          <a:xfrm>
            <a:off x="0" y="0"/>
            <a:ext cx="12192000" cy="6858000"/>
          </a:xfrm>
          <a:prstGeom prst="rect">
            <a:avLst/>
          </a:prstGeom>
        </p:spPr>
      </p:pic>
      <p:sp>
        <p:nvSpPr>
          <p:cNvPr id="7" name="TextBox 6">
            <a:extLst>
              <a:ext uri="{FF2B5EF4-FFF2-40B4-BE49-F238E27FC236}">
                <a16:creationId xmlns:a16="http://schemas.microsoft.com/office/drawing/2014/main" id="{ABE32C5D-70B6-473F-AC9F-7FB482E19507}"/>
              </a:ext>
            </a:extLst>
          </p:cNvPr>
          <p:cNvSpPr txBox="1"/>
          <p:nvPr/>
        </p:nvSpPr>
        <p:spPr>
          <a:xfrm rot="-5400000">
            <a:off x="-887299" y="5176609"/>
            <a:ext cx="2536723" cy="246221"/>
          </a:xfrm>
          <a:prstGeom prst="rect">
            <a:avLst/>
          </a:prstGeom>
          <a:noFill/>
        </p:spPr>
        <p:txBody>
          <a:bodyPr wrap="square" rtlCol="0">
            <a:spAutoFit/>
          </a:bodyPr>
          <a:lstStyle/>
          <a:p>
            <a:r>
              <a:rPr lang="en-US" sz="1000" b="0" i="0">
                <a:solidFill>
                  <a:srgbClr val="FFFFFF"/>
                </a:solidFill>
                <a:effectLst/>
                <a:latin typeface="Aptos Narrow" panose="020B0004020202020204" pitchFamily="34" charset="0"/>
              </a:rPr>
              <a:t>© Alice van Kempen, Well with Nature /EEA</a:t>
            </a:r>
            <a:endParaRPr lang="en-DK" sz="1000">
              <a:solidFill>
                <a:srgbClr val="FFFFFF"/>
              </a:solidFill>
            </a:endParaRPr>
          </a:p>
        </p:txBody>
      </p:sp>
      <p:sp>
        <p:nvSpPr>
          <p:cNvPr id="3" name="TextBox 2">
            <a:extLst>
              <a:ext uri="{FF2B5EF4-FFF2-40B4-BE49-F238E27FC236}">
                <a16:creationId xmlns:a16="http://schemas.microsoft.com/office/drawing/2014/main" id="{FDD99ECD-6A7C-4A78-BE9B-E919716CEEDC}"/>
              </a:ext>
            </a:extLst>
          </p:cNvPr>
          <p:cNvSpPr txBox="1"/>
          <p:nvPr/>
        </p:nvSpPr>
        <p:spPr>
          <a:xfrm>
            <a:off x="1" y="4445638"/>
            <a:ext cx="12191999" cy="646331"/>
          </a:xfrm>
          <a:prstGeom prst="rect">
            <a:avLst/>
          </a:prstGeom>
          <a:solidFill>
            <a:srgbClr val="316300">
              <a:alpha val="80000"/>
            </a:srgbClr>
          </a:solidFill>
        </p:spPr>
        <p:txBody>
          <a:bodyPr wrap="square" rtlCol="0">
            <a:spAutoFit/>
          </a:bodyPr>
          <a:lstStyle>
            <a:defPPr>
              <a:defRPr lang="en-US"/>
            </a:defPPr>
            <a:lvl1pPr algn="r">
              <a:defRPr sz="3600" b="1">
                <a:solidFill>
                  <a:schemeClr val="bg1"/>
                </a:solidFill>
              </a:defRPr>
            </a:lvl1pPr>
          </a:lstStyle>
          <a:p>
            <a:pPr algn="ctr"/>
            <a:r>
              <a:rPr lang="en-GB" dirty="0"/>
              <a:t>Thank you</a:t>
            </a:r>
            <a:endParaRPr lang="en-DK" dirty="0"/>
          </a:p>
        </p:txBody>
      </p:sp>
    </p:spTree>
    <p:extLst>
      <p:ext uri="{BB962C8B-B14F-4D97-AF65-F5344CB8AC3E}">
        <p14:creationId xmlns:p14="http://schemas.microsoft.com/office/powerpoint/2010/main" val="32095475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5334027" y="856760"/>
            <a:ext cx="1523943" cy="584775"/>
          </a:xfrm>
          <a:prstGeom prst="rect">
            <a:avLst/>
          </a:prstGeom>
          <a:noFill/>
        </p:spPr>
        <p:txBody>
          <a:bodyPr wrap="none" lIns="91440" tIns="45720" rIns="91440" bIns="45720" rtlCol="0" anchor="t">
            <a:spAutoFit/>
          </a:bodyPr>
          <a:lstStyle/>
          <a:p>
            <a:pPr algn="ctr"/>
            <a:r>
              <a:rPr lang="en-US" sz="3200" dirty="0">
                <a:solidFill>
                  <a:schemeClr val="bg1"/>
                </a:solidFill>
                <a:latin typeface="Calibri"/>
                <a:ea typeface="Calibri"/>
                <a:cs typeface="Calibri"/>
              </a:rPr>
              <a:t>Exercise</a:t>
            </a:r>
            <a:endParaRPr lang="en-US">
              <a:solidFill>
                <a:schemeClr val="bg1"/>
              </a:solidFill>
              <a:latin typeface="Calibri"/>
              <a:ea typeface="Calibri"/>
              <a:cs typeface="Calibri"/>
            </a:endParaRPr>
          </a:p>
        </p:txBody>
      </p:sp>
      <p:pic>
        <p:nvPicPr>
          <p:cNvPr id="2" name="Graphic 1" descr="Run outline">
            <a:extLst>
              <a:ext uri="{FF2B5EF4-FFF2-40B4-BE49-F238E27FC236}">
                <a16:creationId xmlns:a16="http://schemas.microsoft.com/office/drawing/2014/main" id="{6B82A9B6-B727-7048-4F7A-CC949BF908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70324" y="2415419"/>
            <a:ext cx="2051352" cy="2039257"/>
          </a:xfrm>
          <a:prstGeom prst="rect">
            <a:avLst/>
          </a:prstGeom>
        </p:spPr>
      </p:pic>
    </p:spTree>
    <p:extLst>
      <p:ext uri="{BB962C8B-B14F-4D97-AF65-F5344CB8AC3E}">
        <p14:creationId xmlns:p14="http://schemas.microsoft.com/office/powerpoint/2010/main" val="31493099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506818" y="341446"/>
            <a:ext cx="7878726" cy="584775"/>
          </a:xfrm>
          <a:prstGeom prst="rect">
            <a:avLst/>
          </a:prstGeom>
          <a:noFill/>
        </p:spPr>
        <p:txBody>
          <a:bodyPr wrap="square" lIns="91440" tIns="45720" rIns="91440" bIns="45720" rtlCol="0" anchor="t">
            <a:spAutoFit/>
          </a:bodyPr>
          <a:lstStyle/>
          <a:p>
            <a:r>
              <a:rPr lang="en-US" sz="3200" b="1" dirty="0">
                <a:solidFill>
                  <a:srgbClr val="113A60"/>
                </a:solidFill>
              </a:rPr>
              <a:t>Exercise</a:t>
            </a:r>
          </a:p>
        </p:txBody>
      </p:sp>
      <p:sp>
        <p:nvSpPr>
          <p:cNvPr id="8" name="TextBox 7">
            <a:extLst>
              <a:ext uri="{FF2B5EF4-FFF2-40B4-BE49-F238E27FC236}">
                <a16:creationId xmlns:a16="http://schemas.microsoft.com/office/drawing/2014/main" id="{4D7E68BC-FA71-E7E8-D056-3301B1D1BABD}"/>
              </a:ext>
            </a:extLst>
          </p:cNvPr>
          <p:cNvSpPr txBox="1"/>
          <p:nvPr/>
        </p:nvSpPr>
        <p:spPr>
          <a:xfrm>
            <a:off x="647150" y="2546966"/>
            <a:ext cx="11182470" cy="2787751"/>
          </a:xfrm>
          <a:prstGeom prst="rect">
            <a:avLst/>
          </a:prstGeom>
          <a:noFill/>
        </p:spPr>
        <p:txBody>
          <a:bodyPr wrap="square" lIns="91440" tIns="45720" rIns="91440" bIns="45720" anchor="t">
            <a:spAutoFit/>
          </a:bodyPr>
          <a:lstStyle/>
          <a:p>
            <a:pPr marL="342900" indent="-342900" algn="just">
              <a:lnSpc>
                <a:spcPct val="200000"/>
              </a:lnSpc>
              <a:buAutoNum type="arabicPeriod"/>
            </a:pPr>
            <a:r>
              <a:rPr lang="en-US" b="1" dirty="0">
                <a:ea typeface="+mn-lt"/>
                <a:cs typeface="+mn-lt"/>
              </a:rPr>
              <a:t>Log into Reportnet, access the Annex II and open the reporting guidelines</a:t>
            </a:r>
            <a:endParaRPr lang="en-US" b="1" dirty="0">
              <a:ea typeface="Calibri"/>
              <a:cs typeface="Calibri"/>
            </a:endParaRPr>
          </a:p>
          <a:p>
            <a:pPr marL="342900" indent="-342900" algn="just">
              <a:lnSpc>
                <a:spcPct val="200000"/>
              </a:lnSpc>
              <a:buAutoNum type="arabicPeriod"/>
            </a:pPr>
            <a:r>
              <a:rPr lang="en-US" b="1" dirty="0">
                <a:ea typeface="+mn-lt"/>
                <a:cs typeface="+mn-lt"/>
              </a:rPr>
              <a:t>Review the tables </a:t>
            </a:r>
            <a:endParaRPr lang="en-US" dirty="0">
              <a:ea typeface="Calibri" panose="020F0502020204030204"/>
              <a:cs typeface="Calibri" panose="020F0502020204030204"/>
            </a:endParaRPr>
          </a:p>
          <a:p>
            <a:pPr marL="342900" indent="-342900" algn="just">
              <a:lnSpc>
                <a:spcPct val="200000"/>
              </a:lnSpc>
              <a:buAutoNum type="arabicPeriod"/>
            </a:pPr>
            <a:r>
              <a:rPr lang="en-US" b="1" dirty="0">
                <a:ea typeface="+mn-lt"/>
                <a:cs typeface="+mn-lt"/>
              </a:rPr>
              <a:t>Note any questions or concerns</a:t>
            </a:r>
          </a:p>
          <a:p>
            <a:pPr marL="342900" indent="-342900" algn="just">
              <a:lnSpc>
                <a:spcPct val="200000"/>
              </a:lnSpc>
              <a:buAutoNum type="arabicPeriod"/>
            </a:pPr>
            <a:r>
              <a:rPr lang="en-US" b="1" dirty="0">
                <a:ea typeface="+mn-lt"/>
                <a:cs typeface="+mn-lt"/>
              </a:rPr>
              <a:t>If you have some national data, try to add and try to validation</a:t>
            </a:r>
          </a:p>
          <a:p>
            <a:pPr marL="342900" indent="-342900" algn="just">
              <a:lnSpc>
                <a:spcPct val="200000"/>
              </a:lnSpc>
              <a:buAutoNum type="arabicPeriod"/>
            </a:pPr>
            <a:r>
              <a:rPr lang="en-US" b="1" dirty="0">
                <a:ea typeface="+mn-lt"/>
                <a:cs typeface="+mn-lt"/>
              </a:rPr>
              <a:t>If you don t have any data……invent them for the purpose of the exercise</a:t>
            </a:r>
          </a:p>
        </p:txBody>
      </p:sp>
      <p:pic>
        <p:nvPicPr>
          <p:cNvPr id="4" name="Picture 3">
            <a:extLst>
              <a:ext uri="{FF2B5EF4-FFF2-40B4-BE49-F238E27FC236}">
                <a16:creationId xmlns:a16="http://schemas.microsoft.com/office/drawing/2014/main" id="{46B716B6-72B8-2CAD-32ED-A8D37B335179}"/>
              </a:ext>
            </a:extLst>
          </p:cNvPr>
          <p:cNvPicPr>
            <a:picLocks noChangeAspect="1"/>
          </p:cNvPicPr>
          <p:nvPr/>
        </p:nvPicPr>
        <p:blipFill>
          <a:blip r:embed="rId2"/>
          <a:stretch>
            <a:fillRect/>
          </a:stretch>
        </p:blipFill>
        <p:spPr>
          <a:xfrm>
            <a:off x="506818" y="1114017"/>
            <a:ext cx="8311989" cy="1245153"/>
          </a:xfrm>
          <a:prstGeom prst="rect">
            <a:avLst/>
          </a:prstGeom>
        </p:spPr>
      </p:pic>
    </p:spTree>
    <p:extLst>
      <p:ext uri="{BB962C8B-B14F-4D97-AF65-F5344CB8AC3E}">
        <p14:creationId xmlns:p14="http://schemas.microsoft.com/office/powerpoint/2010/main" val="7874375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0B16F-80BF-9719-E687-8D5269CEA3FC}"/>
              </a:ext>
            </a:extLst>
          </p:cNvPr>
          <p:cNvSpPr txBox="1"/>
          <p:nvPr/>
        </p:nvSpPr>
        <p:spPr>
          <a:xfrm>
            <a:off x="553146" y="344589"/>
            <a:ext cx="8722619" cy="461665"/>
          </a:xfrm>
          <a:prstGeom prst="rect">
            <a:avLst/>
          </a:prstGeom>
          <a:noFill/>
        </p:spPr>
        <p:txBody>
          <a:bodyPr wrap="square" rtlCol="0">
            <a:spAutoFit/>
          </a:bodyPr>
          <a:lstStyle>
            <a:defPPr>
              <a:defRPr lang="en-DK"/>
            </a:defPPr>
            <a:lvl1pPr lvl="0" fontAlgn="base">
              <a:spcBef>
                <a:spcPct val="0"/>
              </a:spcBef>
              <a:spcAft>
                <a:spcPct val="0"/>
              </a:spcAft>
              <a:defRPr sz="3200" b="1">
                <a:solidFill>
                  <a:srgbClr val="113A60"/>
                </a:solidFill>
              </a:defRPr>
            </a:lvl1pPr>
          </a:lstStyle>
          <a:p>
            <a:r>
              <a:rPr lang="en-GB" dirty="0"/>
              <a:t>Questions? </a:t>
            </a:r>
            <a:endParaRPr lang="en-US" dirty="0"/>
          </a:p>
        </p:txBody>
      </p:sp>
      <p:pic>
        <p:nvPicPr>
          <p:cNvPr id="8" name="Graphic 7" descr="Questions with solid fill">
            <a:extLst>
              <a:ext uri="{FF2B5EF4-FFF2-40B4-BE49-F238E27FC236}">
                <a16:creationId xmlns:a16="http://schemas.microsoft.com/office/drawing/2014/main" id="{3D0FD68F-A8BA-7D8C-1E2E-85488421ED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2858" y="3690610"/>
            <a:ext cx="2585237" cy="2585237"/>
          </a:xfrm>
          <a:prstGeom prst="rect">
            <a:avLst/>
          </a:prstGeom>
        </p:spPr>
      </p:pic>
      <p:sp>
        <p:nvSpPr>
          <p:cNvPr id="4" name="TextBox 3">
            <a:extLst>
              <a:ext uri="{FF2B5EF4-FFF2-40B4-BE49-F238E27FC236}">
                <a16:creationId xmlns:a16="http://schemas.microsoft.com/office/drawing/2014/main" id="{DC3A1ED5-7D47-8FF5-5923-D52A6324D4A8}"/>
              </a:ext>
            </a:extLst>
          </p:cNvPr>
          <p:cNvSpPr txBox="1"/>
          <p:nvPr/>
        </p:nvSpPr>
        <p:spPr>
          <a:xfrm>
            <a:off x="830237" y="1131555"/>
            <a:ext cx="11126236" cy="1679755"/>
          </a:xfrm>
          <a:prstGeom prst="rect">
            <a:avLst/>
          </a:prstGeom>
          <a:noFill/>
        </p:spPr>
        <p:txBody>
          <a:bodyPr wrap="square">
            <a:spAutoFit/>
          </a:bodyPr>
          <a:lstStyle/>
          <a:p>
            <a:pPr algn="just">
              <a:lnSpc>
                <a:spcPct val="200000"/>
              </a:lnSpc>
            </a:pPr>
            <a:r>
              <a:rPr lang="en-US" b="1" dirty="0">
                <a:ea typeface="+mn-lt"/>
                <a:cs typeface="+mn-lt"/>
              </a:rPr>
              <a:t>Answer the following questions as a group: </a:t>
            </a:r>
          </a:p>
          <a:p>
            <a:pPr marL="285750" indent="-285750" algn="just">
              <a:lnSpc>
                <a:spcPct val="200000"/>
              </a:lnSpc>
              <a:buFont typeface="Arial" panose="020B0604020202020204" pitchFamily="34" charset="0"/>
              <a:buChar char="•"/>
            </a:pPr>
            <a:r>
              <a:rPr lang="en-US" b="1" dirty="0">
                <a:ea typeface="+mn-lt"/>
                <a:cs typeface="Calibri Light"/>
              </a:rPr>
              <a:t>Are you able to identify the data needed? </a:t>
            </a:r>
          </a:p>
          <a:p>
            <a:pPr marL="285750" indent="-285750" algn="just">
              <a:lnSpc>
                <a:spcPct val="200000"/>
              </a:lnSpc>
              <a:buFont typeface="Arial" panose="020B0604020202020204" pitchFamily="34" charset="0"/>
              <a:buChar char="•"/>
            </a:pPr>
            <a:r>
              <a:rPr lang="en-US" b="1" dirty="0">
                <a:ea typeface="+mn-lt"/>
                <a:cs typeface="Calibri Light"/>
              </a:rPr>
              <a:t>Do you think you will manage to submit it?</a:t>
            </a:r>
          </a:p>
        </p:txBody>
      </p:sp>
      <p:sp>
        <p:nvSpPr>
          <p:cNvPr id="3" name="Content Placeholder 2">
            <a:extLst>
              <a:ext uri="{FF2B5EF4-FFF2-40B4-BE49-F238E27FC236}">
                <a16:creationId xmlns:a16="http://schemas.microsoft.com/office/drawing/2014/main" id="{5275F39A-E986-45B9-7D58-0DDB0F7F70A3}"/>
              </a:ext>
            </a:extLst>
          </p:cNvPr>
          <p:cNvSpPr txBox="1">
            <a:spLocks/>
          </p:cNvSpPr>
          <p:nvPr/>
        </p:nvSpPr>
        <p:spPr>
          <a:xfrm>
            <a:off x="3999759" y="3850175"/>
            <a:ext cx="6552910" cy="720115"/>
          </a:xfrm>
          <a:prstGeom prst="rect">
            <a:avLst/>
          </a:prstGeom>
        </p:spPr>
        <p:txBody>
          <a:bodyPr lIns="91440" tIns="45720" rIns="91440" bIns="4572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b="1" dirty="0">
                <a:solidFill>
                  <a:srgbClr val="008080"/>
                </a:solidFill>
              </a:rPr>
              <a:t>magdalena.jozwicka@eea.europa.eu</a:t>
            </a:r>
            <a:endParaRPr lang="en-US" sz="3200" dirty="0"/>
          </a:p>
        </p:txBody>
      </p:sp>
    </p:spTree>
    <p:extLst>
      <p:ext uri="{BB962C8B-B14F-4D97-AF65-F5344CB8AC3E}">
        <p14:creationId xmlns:p14="http://schemas.microsoft.com/office/powerpoint/2010/main" val="2074017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6E93B9-F0C3-4540-9FD0-8DCF34EFC4E8}"/>
</file>

<file path=customXml/itemProps2.xml><?xml version="1.0" encoding="utf-8"?>
<ds:datastoreItem xmlns:ds="http://schemas.openxmlformats.org/officeDocument/2006/customXml" ds:itemID="{7639C664-5B84-48C6-B94F-8EC1A9C7ED4B}">
  <ds:schemaRefs>
    <ds:schemaRef ds:uri="http://schemas.microsoft.com/sharepoint/v3/contenttype/forms"/>
  </ds:schemaRefs>
</ds:datastoreItem>
</file>

<file path=customXml/itemProps3.xml><?xml version="1.0" encoding="utf-8"?>
<ds:datastoreItem xmlns:ds="http://schemas.openxmlformats.org/officeDocument/2006/customXml" ds:itemID="{0D8DD286-5790-46EC-8465-B09BB9F89FE5}">
  <ds:schemaRefs>
    <ds:schemaRef ds:uri="http://schemas.microsoft.com/office/2006/metadata/properties"/>
    <ds:schemaRef ds:uri="http://schemas.microsoft.com/office/infopath/2007/PartnerControls"/>
    <ds:schemaRef ds:uri="ab36edd1-f22d-48fa-8c14-ce14ffa55440"/>
    <ds:schemaRef ds:uri="9962651d-4d37-485e-88c7-c8ed15b30222"/>
  </ds:schemaRefs>
</ds:datastoreItem>
</file>

<file path=docProps/app.xml><?xml version="1.0" encoding="utf-8"?>
<Properties xmlns="http://schemas.openxmlformats.org/officeDocument/2006/extended-properties" xmlns:vt="http://schemas.openxmlformats.org/officeDocument/2006/docPropsVTypes">
  <Template/>
  <TotalTime>29825</TotalTime>
  <Words>6559</Words>
  <Application>Microsoft Office PowerPoint</Application>
  <PresentationFormat>Widescreen</PresentationFormat>
  <Paragraphs>687</Paragraphs>
  <Slides>67</Slides>
  <Notes>50</Notes>
  <HiddenSlides>6</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67</vt:i4>
      </vt:variant>
    </vt:vector>
  </HeadingPairs>
  <TitlesOfParts>
    <vt:vector size="81" baseType="lpstr">
      <vt:lpstr>Aptos</vt:lpstr>
      <vt:lpstr>Aptos Display</vt:lpstr>
      <vt:lpstr>Aptos Narrow</vt:lpstr>
      <vt:lpstr>arial</vt:lpstr>
      <vt:lpstr>arial</vt:lpstr>
      <vt:lpstr>Calibri</vt:lpstr>
      <vt:lpstr>Calibri Light</vt:lpstr>
      <vt:lpstr>CIDFont+F3</vt:lpstr>
      <vt:lpstr>CIDFont+F4</vt:lpstr>
      <vt:lpstr>Lato</vt:lpstr>
      <vt:lpstr>Segoe 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Marta Giulia Baldi</dc:creator>
  <cp:lastModifiedBy>Stephane  Quefelec</cp:lastModifiedBy>
  <cp:revision>11</cp:revision>
  <dcterms:created xsi:type="dcterms:W3CDTF">2024-09-14T20:14:29Z</dcterms:created>
  <dcterms:modified xsi:type="dcterms:W3CDTF">2025-10-09T07:11:24Z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193800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