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16"/>
  </p:notesMasterIdLst>
  <p:sldIdLst>
    <p:sldId id="1995" r:id="rId5"/>
    <p:sldId id="2029" r:id="rId6"/>
    <p:sldId id="1812" r:id="rId7"/>
    <p:sldId id="1997" r:id="rId8"/>
    <p:sldId id="1717" r:id="rId9"/>
    <p:sldId id="1650" r:id="rId10"/>
    <p:sldId id="2056" r:id="rId11"/>
    <p:sldId id="2048" r:id="rId12"/>
    <p:sldId id="2055" r:id="rId13"/>
    <p:sldId id="1983" r:id="rId14"/>
    <p:sldId id="2057" r:id="rId15"/>
  </p:sldIdLst>
  <p:sldSz cx="12192000" cy="6858000"/>
  <p:notesSz cx="6858000" cy="9144000"/>
  <p:defaultTex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F018823-1834-2C18-11F0-6F8E01AD1C51}" name="Marta Giulia Baldi" initials="MB" userId="S::Marta.Baldi@eea.europa.eu::6dc62c41-b90b-4b5d-9f07-096888b693de"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156082"/>
    <a:srgbClr val="316300"/>
    <a:srgbClr val="908669"/>
    <a:srgbClr val="6D6DC0"/>
    <a:srgbClr val="FFC000"/>
    <a:srgbClr val="3B7D2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219E481-B7B7-4DC0-9742-062326F924B1}" v="46" dt="2025-10-21T09:34:47.85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6698" autoAdjust="0"/>
    <p:restoredTop sz="62409" autoAdjust="0"/>
  </p:normalViewPr>
  <p:slideViewPr>
    <p:cSldViewPr snapToGrid="0">
      <p:cViewPr varScale="1">
        <p:scale>
          <a:sx n="46" d="100"/>
          <a:sy n="46" d="100"/>
        </p:scale>
        <p:origin x="368" y="36"/>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8/10/relationships/authors" Target="authors.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ephane  Quefelec" userId="fcffc988-bc4d-4b81-a6eb-94c617d18c4c" providerId="ADAL" clId="{14C83A0C-649B-4374-A008-45A5A3112510}"/>
    <pc:docChg chg="undo custSel addSld delSld modSld">
      <pc:chgData name="Stephane  Quefelec" userId="fcffc988-bc4d-4b81-a6eb-94c617d18c4c" providerId="ADAL" clId="{14C83A0C-649B-4374-A008-45A5A3112510}" dt="2025-10-21T09:34:47.850" v="3965"/>
      <pc:docMkLst>
        <pc:docMk/>
      </pc:docMkLst>
      <pc:sldChg chg="del">
        <pc:chgData name="Stephane  Quefelec" userId="fcffc988-bc4d-4b81-a6eb-94c617d18c4c" providerId="ADAL" clId="{14C83A0C-649B-4374-A008-45A5A3112510}" dt="2025-10-21T09:33:54.692" v="3962" actId="47"/>
        <pc:sldMkLst>
          <pc:docMk/>
          <pc:sldMk cId="3209547502" sldId="256"/>
        </pc:sldMkLst>
      </pc:sldChg>
      <pc:sldChg chg="del">
        <pc:chgData name="Stephane  Quefelec" userId="fcffc988-bc4d-4b81-a6eb-94c617d18c4c" providerId="ADAL" clId="{14C83A0C-649B-4374-A008-45A5A3112510}" dt="2025-10-21T09:33:54.692" v="3962" actId="47"/>
        <pc:sldMkLst>
          <pc:docMk/>
          <pc:sldMk cId="195017079" sldId="286"/>
        </pc:sldMkLst>
      </pc:sldChg>
      <pc:sldChg chg="addSp delSp modSp mod modNotesTx">
        <pc:chgData name="Stephane  Quefelec" userId="fcffc988-bc4d-4b81-a6eb-94c617d18c4c" providerId="ADAL" clId="{14C83A0C-649B-4374-A008-45A5A3112510}" dt="2025-10-21T09:10:28.906" v="2200" actId="20577"/>
        <pc:sldMkLst>
          <pc:docMk/>
          <pc:sldMk cId="3553565766" sldId="1650"/>
        </pc:sldMkLst>
        <pc:spChg chg="del">
          <ac:chgData name="Stephane  Quefelec" userId="fcffc988-bc4d-4b81-a6eb-94c617d18c4c" providerId="ADAL" clId="{14C83A0C-649B-4374-A008-45A5A3112510}" dt="2025-10-20T15:27:18.006" v="22" actId="478"/>
          <ac:spMkLst>
            <pc:docMk/>
            <pc:sldMk cId="3553565766" sldId="1650"/>
            <ac:spMk id="2" creationId="{B53A1235-AED4-51B6-D805-0389A32C7AE9}"/>
          </ac:spMkLst>
        </pc:spChg>
        <pc:spChg chg="mod">
          <ac:chgData name="Stephane  Quefelec" userId="fcffc988-bc4d-4b81-a6eb-94c617d18c4c" providerId="ADAL" clId="{14C83A0C-649B-4374-A008-45A5A3112510}" dt="2025-10-21T08:55:44.196" v="1496" actId="1035"/>
          <ac:spMkLst>
            <pc:docMk/>
            <pc:sldMk cId="3553565766" sldId="1650"/>
            <ac:spMk id="3" creationId="{233B315D-B5FF-4E86-7FB9-A20028FF081A}"/>
          </ac:spMkLst>
        </pc:spChg>
        <pc:spChg chg="mod">
          <ac:chgData name="Stephane  Quefelec" userId="fcffc988-bc4d-4b81-a6eb-94c617d18c4c" providerId="ADAL" clId="{14C83A0C-649B-4374-A008-45A5A3112510}" dt="2025-10-21T09:04:32.376" v="1581" actId="20577"/>
          <ac:spMkLst>
            <pc:docMk/>
            <pc:sldMk cId="3553565766" sldId="1650"/>
            <ac:spMk id="4" creationId="{EA2FFF37-3DA7-6487-71DE-C698A748EA5F}"/>
          </ac:spMkLst>
        </pc:spChg>
        <pc:spChg chg="mod">
          <ac:chgData name="Stephane  Quefelec" userId="fcffc988-bc4d-4b81-a6eb-94c617d18c4c" providerId="ADAL" clId="{14C83A0C-649B-4374-A008-45A5A3112510}" dt="2025-10-21T09:04:46.846" v="1592" actId="20577"/>
          <ac:spMkLst>
            <pc:docMk/>
            <pc:sldMk cId="3553565766" sldId="1650"/>
            <ac:spMk id="5" creationId="{0EE64071-421E-165C-851F-FEEA9CD5E154}"/>
          </ac:spMkLst>
        </pc:spChg>
        <pc:spChg chg="mod">
          <ac:chgData name="Stephane  Quefelec" userId="fcffc988-bc4d-4b81-a6eb-94c617d18c4c" providerId="ADAL" clId="{14C83A0C-649B-4374-A008-45A5A3112510}" dt="2025-10-21T08:55:44.196" v="1496" actId="1035"/>
          <ac:spMkLst>
            <pc:docMk/>
            <pc:sldMk cId="3553565766" sldId="1650"/>
            <ac:spMk id="6" creationId="{63D49CE2-B3AD-35E0-C6C1-8A5DA8298A68}"/>
          </ac:spMkLst>
        </pc:spChg>
        <pc:spChg chg="mod">
          <ac:chgData name="Stephane  Quefelec" userId="fcffc988-bc4d-4b81-a6eb-94c617d18c4c" providerId="ADAL" clId="{14C83A0C-649B-4374-A008-45A5A3112510}" dt="2025-10-21T08:55:44.196" v="1496" actId="1035"/>
          <ac:spMkLst>
            <pc:docMk/>
            <pc:sldMk cId="3553565766" sldId="1650"/>
            <ac:spMk id="7" creationId="{77395626-F4DD-BF94-5C2C-4508E3EF1A9F}"/>
          </ac:spMkLst>
        </pc:spChg>
        <pc:spChg chg="mod">
          <ac:chgData name="Stephane  Quefelec" userId="fcffc988-bc4d-4b81-a6eb-94c617d18c4c" providerId="ADAL" clId="{14C83A0C-649B-4374-A008-45A5A3112510}" dt="2025-10-21T08:55:44.196" v="1496" actId="1035"/>
          <ac:spMkLst>
            <pc:docMk/>
            <pc:sldMk cId="3553565766" sldId="1650"/>
            <ac:spMk id="8" creationId="{67A51201-30D4-B0F6-D89C-997E02B93F2A}"/>
          </ac:spMkLst>
        </pc:spChg>
        <pc:spChg chg="mod">
          <ac:chgData name="Stephane  Quefelec" userId="fcffc988-bc4d-4b81-a6eb-94c617d18c4c" providerId="ADAL" clId="{14C83A0C-649B-4374-A008-45A5A3112510}" dt="2025-10-21T08:55:44.196" v="1496" actId="1035"/>
          <ac:spMkLst>
            <pc:docMk/>
            <pc:sldMk cId="3553565766" sldId="1650"/>
            <ac:spMk id="9" creationId="{5B7597E0-4F89-23DF-E8D1-D14BC03CDDCE}"/>
          </ac:spMkLst>
        </pc:spChg>
        <pc:spChg chg="mod">
          <ac:chgData name="Stephane  Quefelec" userId="fcffc988-bc4d-4b81-a6eb-94c617d18c4c" providerId="ADAL" clId="{14C83A0C-649B-4374-A008-45A5A3112510}" dt="2025-10-21T08:55:44.196" v="1496" actId="1035"/>
          <ac:spMkLst>
            <pc:docMk/>
            <pc:sldMk cId="3553565766" sldId="1650"/>
            <ac:spMk id="10" creationId="{FB41F115-5AE2-A9D4-5700-A8787EDE5198}"/>
          </ac:spMkLst>
        </pc:spChg>
        <pc:spChg chg="mod">
          <ac:chgData name="Stephane  Quefelec" userId="fcffc988-bc4d-4b81-a6eb-94c617d18c4c" providerId="ADAL" clId="{14C83A0C-649B-4374-A008-45A5A3112510}" dt="2025-10-21T08:55:44.196" v="1496" actId="1035"/>
          <ac:spMkLst>
            <pc:docMk/>
            <pc:sldMk cId="3553565766" sldId="1650"/>
            <ac:spMk id="11" creationId="{3E0C3597-DB19-CFAC-5791-36A58C66DA21}"/>
          </ac:spMkLst>
        </pc:spChg>
        <pc:spChg chg="add mod">
          <ac:chgData name="Stephane  Quefelec" userId="fcffc988-bc4d-4b81-a6eb-94c617d18c4c" providerId="ADAL" clId="{14C83A0C-649B-4374-A008-45A5A3112510}" dt="2025-10-21T09:02:35.837" v="1556" actId="208"/>
          <ac:spMkLst>
            <pc:docMk/>
            <pc:sldMk cId="3553565766" sldId="1650"/>
            <ac:spMk id="12" creationId="{5BCD50A0-B9AF-6ABF-7FBA-F44838651439}"/>
          </ac:spMkLst>
        </pc:spChg>
        <pc:spChg chg="mod">
          <ac:chgData name="Stephane  Quefelec" userId="fcffc988-bc4d-4b81-a6eb-94c617d18c4c" providerId="ADAL" clId="{14C83A0C-649B-4374-A008-45A5A3112510}" dt="2025-10-21T09:09:41.285" v="2103" actId="255"/>
          <ac:spMkLst>
            <pc:docMk/>
            <pc:sldMk cId="3553565766" sldId="1650"/>
            <ac:spMk id="13" creationId="{46B643A8-FFB8-136B-2DE0-3140E5894FC7}"/>
          </ac:spMkLst>
        </pc:spChg>
        <pc:spChg chg="mod">
          <ac:chgData name="Stephane  Quefelec" userId="fcffc988-bc4d-4b81-a6eb-94c617d18c4c" providerId="ADAL" clId="{14C83A0C-649B-4374-A008-45A5A3112510}" dt="2025-10-21T09:04:56.442" v="1605" actId="20577"/>
          <ac:spMkLst>
            <pc:docMk/>
            <pc:sldMk cId="3553565766" sldId="1650"/>
            <ac:spMk id="14" creationId="{48BA5E73-144F-E8E0-729A-B954F0222445}"/>
          </ac:spMkLst>
        </pc:spChg>
        <pc:spChg chg="mod">
          <ac:chgData name="Stephane  Quefelec" userId="fcffc988-bc4d-4b81-a6eb-94c617d18c4c" providerId="ADAL" clId="{14C83A0C-649B-4374-A008-45A5A3112510}" dt="2025-10-21T09:04:26.725" v="1578" actId="20577"/>
          <ac:spMkLst>
            <pc:docMk/>
            <pc:sldMk cId="3553565766" sldId="1650"/>
            <ac:spMk id="15" creationId="{8EBA3132-1FCE-0C4C-DCF4-D0ECB92B7883}"/>
          </ac:spMkLst>
        </pc:spChg>
        <pc:spChg chg="add del ord">
          <ac:chgData name="Stephane  Quefelec" userId="fcffc988-bc4d-4b81-a6eb-94c617d18c4c" providerId="ADAL" clId="{14C83A0C-649B-4374-A008-45A5A3112510}" dt="2025-10-21T09:02:08.589" v="1553" actId="478"/>
          <ac:spMkLst>
            <pc:docMk/>
            <pc:sldMk cId="3553565766" sldId="1650"/>
            <ac:spMk id="23" creationId="{C0B96A40-0381-6DB6-A6B9-D12B3319F863}"/>
          </ac:spMkLst>
        </pc:spChg>
        <pc:spChg chg="add mod">
          <ac:chgData name="Stephane  Quefelec" userId="fcffc988-bc4d-4b81-a6eb-94c617d18c4c" providerId="ADAL" clId="{14C83A0C-649B-4374-A008-45A5A3112510}" dt="2025-10-21T09:09:57.091" v="2118" actId="20577"/>
          <ac:spMkLst>
            <pc:docMk/>
            <pc:sldMk cId="3553565766" sldId="1650"/>
            <ac:spMk id="24" creationId="{115C8C30-8EA9-E6B2-586D-F0F4CC87123A}"/>
          </ac:spMkLst>
        </pc:spChg>
        <pc:spChg chg="mod">
          <ac:chgData name="Stephane  Quefelec" userId="fcffc988-bc4d-4b81-a6eb-94c617d18c4c" providerId="ADAL" clId="{14C83A0C-649B-4374-A008-45A5A3112510}" dt="2025-10-20T15:27:12.094" v="21" actId="20577"/>
          <ac:spMkLst>
            <pc:docMk/>
            <pc:sldMk cId="3553565766" sldId="1650"/>
            <ac:spMk id="46" creationId="{E65CE029-7A10-7408-973F-BFF687A6F96E}"/>
          </ac:spMkLst>
        </pc:spChg>
        <pc:cxnChg chg="add mod">
          <ac:chgData name="Stephane  Quefelec" userId="fcffc988-bc4d-4b81-a6eb-94c617d18c4c" providerId="ADAL" clId="{14C83A0C-649B-4374-A008-45A5A3112510}" dt="2025-10-21T08:59:05.858" v="1548" actId="1582"/>
          <ac:cxnSpMkLst>
            <pc:docMk/>
            <pc:sldMk cId="3553565766" sldId="1650"/>
            <ac:cxnSpMk id="17" creationId="{A8921E94-768A-8A79-521B-F15EDF6C6562}"/>
          </ac:cxnSpMkLst>
        </pc:cxnChg>
        <pc:cxnChg chg="add mod ord">
          <ac:chgData name="Stephane  Quefelec" userId="fcffc988-bc4d-4b81-a6eb-94c617d18c4c" providerId="ADAL" clId="{14C83A0C-649B-4374-A008-45A5A3112510}" dt="2025-10-21T08:59:16.144" v="1549" actId="167"/>
          <ac:cxnSpMkLst>
            <pc:docMk/>
            <pc:sldMk cId="3553565766" sldId="1650"/>
            <ac:cxnSpMk id="20" creationId="{E531FDEA-A0AF-A75A-EF5A-72C4006E194C}"/>
          </ac:cxnSpMkLst>
        </pc:cxnChg>
        <pc:cxnChg chg="add mod">
          <ac:chgData name="Stephane  Quefelec" userId="fcffc988-bc4d-4b81-a6eb-94c617d18c4c" providerId="ADAL" clId="{14C83A0C-649B-4374-A008-45A5A3112510}" dt="2025-10-21T09:09:56.270" v="2114" actId="20577"/>
          <ac:cxnSpMkLst>
            <pc:docMk/>
            <pc:sldMk cId="3553565766" sldId="1650"/>
            <ac:cxnSpMk id="26" creationId="{D3B82C66-2931-3441-81AB-8A247B4F4898}"/>
          </ac:cxnSpMkLst>
        </pc:cxnChg>
      </pc:sldChg>
      <pc:sldChg chg="addSp modSp add mod modNotesTx">
        <pc:chgData name="Stephane  Quefelec" userId="fcffc988-bc4d-4b81-a6eb-94c617d18c4c" providerId="ADAL" clId="{14C83A0C-649B-4374-A008-45A5A3112510}" dt="2025-10-21T08:54:47.717" v="1386" actId="1076"/>
        <pc:sldMkLst>
          <pc:docMk/>
          <pc:sldMk cId="1994055" sldId="1717"/>
        </pc:sldMkLst>
        <pc:spChg chg="add mod">
          <ac:chgData name="Stephane  Quefelec" userId="fcffc988-bc4d-4b81-a6eb-94c617d18c4c" providerId="ADAL" clId="{14C83A0C-649B-4374-A008-45A5A3112510}" dt="2025-10-21T08:54:47.717" v="1386" actId="1076"/>
          <ac:spMkLst>
            <pc:docMk/>
            <pc:sldMk cId="1994055" sldId="1717"/>
            <ac:spMk id="4" creationId="{9E25C8C3-CD89-3B2A-F8F4-5F4FB0144C0E}"/>
          </ac:spMkLst>
        </pc:spChg>
        <pc:spChg chg="add">
          <ac:chgData name="Stephane  Quefelec" userId="fcffc988-bc4d-4b81-a6eb-94c617d18c4c" providerId="ADAL" clId="{14C83A0C-649B-4374-A008-45A5A3112510}" dt="2025-10-21T08:52:08.027" v="1311" actId="11529"/>
          <ac:spMkLst>
            <pc:docMk/>
            <pc:sldMk cId="1994055" sldId="1717"/>
            <ac:spMk id="6" creationId="{EBC8CA4F-8796-8799-A08A-53E8C30C8494}"/>
          </ac:spMkLst>
        </pc:spChg>
        <pc:spChg chg="mod">
          <ac:chgData name="Stephane  Quefelec" userId="fcffc988-bc4d-4b81-a6eb-94c617d18c4c" providerId="ADAL" clId="{14C83A0C-649B-4374-A008-45A5A3112510}" dt="2025-10-21T08:54:40.197" v="1384" actId="20577"/>
          <ac:spMkLst>
            <pc:docMk/>
            <pc:sldMk cId="1994055" sldId="1717"/>
            <ac:spMk id="13" creationId="{D51CCCA4-9841-646D-6415-012C94B1476B}"/>
          </ac:spMkLst>
        </pc:spChg>
        <pc:spChg chg="mod">
          <ac:chgData name="Stephane  Quefelec" userId="fcffc988-bc4d-4b81-a6eb-94c617d18c4c" providerId="ADAL" clId="{14C83A0C-649B-4374-A008-45A5A3112510}" dt="2025-10-21T08:42:35.278" v="643" actId="1036"/>
          <ac:spMkLst>
            <pc:docMk/>
            <pc:sldMk cId="1994055" sldId="1717"/>
            <ac:spMk id="19" creationId="{1342C835-A315-A476-1A76-2356D8E0CDD6}"/>
          </ac:spMkLst>
        </pc:spChg>
        <pc:cxnChg chg="mod">
          <ac:chgData name="Stephane  Quefelec" userId="fcffc988-bc4d-4b81-a6eb-94c617d18c4c" providerId="ADAL" clId="{14C83A0C-649B-4374-A008-45A5A3112510}" dt="2025-10-21T08:42:35.278" v="643" actId="1036"/>
          <ac:cxnSpMkLst>
            <pc:docMk/>
            <pc:sldMk cId="1994055" sldId="1717"/>
            <ac:cxnSpMk id="21" creationId="{A96174E6-8A93-4B9C-348E-FA58015F03AC}"/>
          </ac:cxnSpMkLst>
        </pc:cxnChg>
      </pc:sldChg>
      <pc:sldChg chg="del">
        <pc:chgData name="Stephane  Quefelec" userId="fcffc988-bc4d-4b81-a6eb-94c617d18c4c" providerId="ADAL" clId="{14C83A0C-649B-4374-A008-45A5A3112510}" dt="2025-10-21T09:33:54.692" v="3962" actId="47"/>
        <pc:sldMkLst>
          <pc:docMk/>
          <pc:sldMk cId="292959202" sldId="1754"/>
        </pc:sldMkLst>
      </pc:sldChg>
      <pc:sldChg chg="del">
        <pc:chgData name="Stephane  Quefelec" userId="fcffc988-bc4d-4b81-a6eb-94c617d18c4c" providerId="ADAL" clId="{14C83A0C-649B-4374-A008-45A5A3112510}" dt="2025-10-21T09:33:54.692" v="3962" actId="47"/>
        <pc:sldMkLst>
          <pc:docMk/>
          <pc:sldMk cId="3760074107" sldId="1781"/>
        </pc:sldMkLst>
      </pc:sldChg>
      <pc:sldChg chg="del">
        <pc:chgData name="Stephane  Quefelec" userId="fcffc988-bc4d-4b81-a6eb-94c617d18c4c" providerId="ADAL" clId="{14C83A0C-649B-4374-A008-45A5A3112510}" dt="2025-10-21T09:33:54.692" v="3962" actId="47"/>
        <pc:sldMkLst>
          <pc:docMk/>
          <pc:sldMk cId="4011194787" sldId="1790"/>
        </pc:sldMkLst>
      </pc:sldChg>
      <pc:sldChg chg="del">
        <pc:chgData name="Stephane  Quefelec" userId="fcffc988-bc4d-4b81-a6eb-94c617d18c4c" providerId="ADAL" clId="{14C83A0C-649B-4374-A008-45A5A3112510}" dt="2025-10-21T09:33:54.692" v="3962" actId="47"/>
        <pc:sldMkLst>
          <pc:docMk/>
          <pc:sldMk cId="798893770" sldId="1795"/>
        </pc:sldMkLst>
      </pc:sldChg>
      <pc:sldChg chg="del">
        <pc:chgData name="Stephane  Quefelec" userId="fcffc988-bc4d-4b81-a6eb-94c617d18c4c" providerId="ADAL" clId="{14C83A0C-649B-4374-A008-45A5A3112510}" dt="2025-10-21T09:33:54.692" v="3962" actId="47"/>
        <pc:sldMkLst>
          <pc:docMk/>
          <pc:sldMk cId="1865372352" sldId="1798"/>
        </pc:sldMkLst>
      </pc:sldChg>
      <pc:sldChg chg="del">
        <pc:chgData name="Stephane  Quefelec" userId="fcffc988-bc4d-4b81-a6eb-94c617d18c4c" providerId="ADAL" clId="{14C83A0C-649B-4374-A008-45A5A3112510}" dt="2025-10-21T09:33:54.692" v="3962" actId="47"/>
        <pc:sldMkLst>
          <pc:docMk/>
          <pc:sldMk cId="3084495619" sldId="1799"/>
        </pc:sldMkLst>
      </pc:sldChg>
      <pc:sldChg chg="del">
        <pc:chgData name="Stephane  Quefelec" userId="fcffc988-bc4d-4b81-a6eb-94c617d18c4c" providerId="ADAL" clId="{14C83A0C-649B-4374-A008-45A5A3112510}" dt="2025-10-21T09:33:54.692" v="3962" actId="47"/>
        <pc:sldMkLst>
          <pc:docMk/>
          <pc:sldMk cId="1908972371" sldId="1800"/>
        </pc:sldMkLst>
      </pc:sldChg>
      <pc:sldChg chg="del">
        <pc:chgData name="Stephane  Quefelec" userId="fcffc988-bc4d-4b81-a6eb-94c617d18c4c" providerId="ADAL" clId="{14C83A0C-649B-4374-A008-45A5A3112510}" dt="2025-10-21T09:33:54.692" v="3962" actId="47"/>
        <pc:sldMkLst>
          <pc:docMk/>
          <pc:sldMk cId="1252492" sldId="1809"/>
        </pc:sldMkLst>
      </pc:sldChg>
      <pc:sldChg chg="del">
        <pc:chgData name="Stephane  Quefelec" userId="fcffc988-bc4d-4b81-a6eb-94c617d18c4c" providerId="ADAL" clId="{14C83A0C-649B-4374-A008-45A5A3112510}" dt="2025-10-20T16:10:28.995" v="214" actId="47"/>
        <pc:sldMkLst>
          <pc:docMk/>
          <pc:sldMk cId="1344746568" sldId="1811"/>
        </pc:sldMkLst>
      </pc:sldChg>
      <pc:sldChg chg="addSp delSp modSp mod modNotesTx">
        <pc:chgData name="Stephane  Quefelec" userId="fcffc988-bc4d-4b81-a6eb-94c617d18c4c" providerId="ADAL" clId="{14C83A0C-649B-4374-A008-45A5A3112510}" dt="2025-10-21T08:44:52.512" v="665" actId="20577"/>
        <pc:sldMkLst>
          <pc:docMk/>
          <pc:sldMk cId="4230210892" sldId="1812"/>
        </pc:sldMkLst>
        <pc:spChg chg="mod">
          <ac:chgData name="Stephane  Quefelec" userId="fcffc988-bc4d-4b81-a6eb-94c617d18c4c" providerId="ADAL" clId="{14C83A0C-649B-4374-A008-45A5A3112510}" dt="2025-10-21T07:59:22.973" v="324" actId="6549"/>
          <ac:spMkLst>
            <pc:docMk/>
            <pc:sldMk cId="4230210892" sldId="1812"/>
            <ac:spMk id="2" creationId="{41A2936B-584E-D5BB-A91B-217134D19BE1}"/>
          </ac:spMkLst>
        </pc:spChg>
        <pc:spChg chg="del">
          <ac:chgData name="Stephane  Quefelec" userId="fcffc988-bc4d-4b81-a6eb-94c617d18c4c" providerId="ADAL" clId="{14C83A0C-649B-4374-A008-45A5A3112510}" dt="2025-10-21T07:55:09.820" v="287" actId="478"/>
          <ac:spMkLst>
            <pc:docMk/>
            <pc:sldMk cId="4230210892" sldId="1812"/>
            <ac:spMk id="4" creationId="{6903A251-7108-675E-F71E-8CF80485167C}"/>
          </ac:spMkLst>
        </pc:spChg>
        <pc:spChg chg="add">
          <ac:chgData name="Stephane  Quefelec" userId="fcffc988-bc4d-4b81-a6eb-94c617d18c4c" providerId="ADAL" clId="{14C83A0C-649B-4374-A008-45A5A3112510}" dt="2025-10-21T07:58:38.135" v="301"/>
          <ac:spMkLst>
            <pc:docMk/>
            <pc:sldMk cId="4230210892" sldId="1812"/>
            <ac:spMk id="6" creationId="{AC28412D-AA49-0E00-E57C-D13ADEDE1E61}"/>
          </ac:spMkLst>
        </pc:spChg>
        <pc:picChg chg="del">
          <ac:chgData name="Stephane  Quefelec" userId="fcffc988-bc4d-4b81-a6eb-94c617d18c4c" providerId="ADAL" clId="{14C83A0C-649B-4374-A008-45A5A3112510}" dt="2025-10-21T07:55:07.590" v="286" actId="478"/>
          <ac:picMkLst>
            <pc:docMk/>
            <pc:sldMk cId="4230210892" sldId="1812"/>
            <ac:picMk id="5" creationId="{B04DD0A4-9233-B77E-8319-5E6FED1A4278}"/>
          </ac:picMkLst>
        </pc:picChg>
      </pc:sldChg>
      <pc:sldChg chg="del">
        <pc:chgData name="Stephane  Quefelec" userId="fcffc988-bc4d-4b81-a6eb-94c617d18c4c" providerId="ADAL" clId="{14C83A0C-649B-4374-A008-45A5A3112510}" dt="2025-10-21T09:33:54.692" v="3962" actId="47"/>
        <pc:sldMkLst>
          <pc:docMk/>
          <pc:sldMk cId="257645886" sldId="1832"/>
        </pc:sldMkLst>
      </pc:sldChg>
      <pc:sldChg chg="del">
        <pc:chgData name="Stephane  Quefelec" userId="fcffc988-bc4d-4b81-a6eb-94c617d18c4c" providerId="ADAL" clId="{14C83A0C-649B-4374-A008-45A5A3112510}" dt="2025-10-21T09:33:54.692" v="3962" actId="47"/>
        <pc:sldMkLst>
          <pc:docMk/>
          <pc:sldMk cId="1352219456" sldId="1846"/>
        </pc:sldMkLst>
      </pc:sldChg>
      <pc:sldChg chg="del">
        <pc:chgData name="Stephane  Quefelec" userId="fcffc988-bc4d-4b81-a6eb-94c617d18c4c" providerId="ADAL" clId="{14C83A0C-649B-4374-A008-45A5A3112510}" dt="2025-10-21T09:33:54.692" v="3962" actId="47"/>
        <pc:sldMkLst>
          <pc:docMk/>
          <pc:sldMk cId="2601692479" sldId="1847"/>
        </pc:sldMkLst>
      </pc:sldChg>
      <pc:sldChg chg="del">
        <pc:chgData name="Stephane  Quefelec" userId="fcffc988-bc4d-4b81-a6eb-94c617d18c4c" providerId="ADAL" clId="{14C83A0C-649B-4374-A008-45A5A3112510}" dt="2025-10-21T09:33:54.692" v="3962" actId="47"/>
        <pc:sldMkLst>
          <pc:docMk/>
          <pc:sldMk cId="3729693746" sldId="1853"/>
        </pc:sldMkLst>
      </pc:sldChg>
      <pc:sldChg chg="del">
        <pc:chgData name="Stephane  Quefelec" userId="fcffc988-bc4d-4b81-a6eb-94c617d18c4c" providerId="ADAL" clId="{14C83A0C-649B-4374-A008-45A5A3112510}" dt="2025-10-21T09:33:54.692" v="3962" actId="47"/>
        <pc:sldMkLst>
          <pc:docMk/>
          <pc:sldMk cId="3286057478" sldId="1877"/>
        </pc:sldMkLst>
      </pc:sldChg>
      <pc:sldChg chg="del">
        <pc:chgData name="Stephane  Quefelec" userId="fcffc988-bc4d-4b81-a6eb-94c617d18c4c" providerId="ADAL" clId="{14C83A0C-649B-4374-A008-45A5A3112510}" dt="2025-10-21T09:33:54.692" v="3962" actId="47"/>
        <pc:sldMkLst>
          <pc:docMk/>
          <pc:sldMk cId="2676459909" sldId="1884"/>
        </pc:sldMkLst>
      </pc:sldChg>
      <pc:sldChg chg="del">
        <pc:chgData name="Stephane  Quefelec" userId="fcffc988-bc4d-4b81-a6eb-94c617d18c4c" providerId="ADAL" clId="{14C83A0C-649B-4374-A008-45A5A3112510}" dt="2025-10-21T09:33:54.692" v="3962" actId="47"/>
        <pc:sldMkLst>
          <pc:docMk/>
          <pc:sldMk cId="2032972355" sldId="1885"/>
        </pc:sldMkLst>
      </pc:sldChg>
      <pc:sldChg chg="del">
        <pc:chgData name="Stephane  Quefelec" userId="fcffc988-bc4d-4b81-a6eb-94c617d18c4c" providerId="ADAL" clId="{14C83A0C-649B-4374-A008-45A5A3112510}" dt="2025-10-21T09:33:54.692" v="3962" actId="47"/>
        <pc:sldMkLst>
          <pc:docMk/>
          <pc:sldMk cId="1485049055" sldId="1886"/>
        </pc:sldMkLst>
      </pc:sldChg>
      <pc:sldChg chg="del">
        <pc:chgData name="Stephane  Quefelec" userId="fcffc988-bc4d-4b81-a6eb-94c617d18c4c" providerId="ADAL" clId="{14C83A0C-649B-4374-A008-45A5A3112510}" dt="2025-10-21T09:33:54.692" v="3962" actId="47"/>
        <pc:sldMkLst>
          <pc:docMk/>
          <pc:sldMk cId="744120571" sldId="1916"/>
        </pc:sldMkLst>
      </pc:sldChg>
      <pc:sldChg chg="del">
        <pc:chgData name="Stephane  Quefelec" userId="fcffc988-bc4d-4b81-a6eb-94c617d18c4c" providerId="ADAL" clId="{14C83A0C-649B-4374-A008-45A5A3112510}" dt="2025-10-21T09:33:54.692" v="3962" actId="47"/>
        <pc:sldMkLst>
          <pc:docMk/>
          <pc:sldMk cId="3927865540" sldId="1918"/>
        </pc:sldMkLst>
      </pc:sldChg>
      <pc:sldChg chg="del">
        <pc:chgData name="Stephane  Quefelec" userId="fcffc988-bc4d-4b81-a6eb-94c617d18c4c" providerId="ADAL" clId="{14C83A0C-649B-4374-A008-45A5A3112510}" dt="2025-10-21T09:33:54.692" v="3962" actId="47"/>
        <pc:sldMkLst>
          <pc:docMk/>
          <pc:sldMk cId="2689947097" sldId="1920"/>
        </pc:sldMkLst>
      </pc:sldChg>
      <pc:sldChg chg="del">
        <pc:chgData name="Stephane  Quefelec" userId="fcffc988-bc4d-4b81-a6eb-94c617d18c4c" providerId="ADAL" clId="{14C83A0C-649B-4374-A008-45A5A3112510}" dt="2025-10-21T09:33:54.692" v="3962" actId="47"/>
        <pc:sldMkLst>
          <pc:docMk/>
          <pc:sldMk cId="2485267265" sldId="1941"/>
        </pc:sldMkLst>
      </pc:sldChg>
      <pc:sldChg chg="del">
        <pc:chgData name="Stephane  Quefelec" userId="fcffc988-bc4d-4b81-a6eb-94c617d18c4c" providerId="ADAL" clId="{14C83A0C-649B-4374-A008-45A5A3112510}" dt="2025-10-21T09:33:54.692" v="3962" actId="47"/>
        <pc:sldMkLst>
          <pc:docMk/>
          <pc:sldMk cId="805534209" sldId="1959"/>
        </pc:sldMkLst>
      </pc:sldChg>
      <pc:sldChg chg="del">
        <pc:chgData name="Stephane  Quefelec" userId="fcffc988-bc4d-4b81-a6eb-94c617d18c4c" providerId="ADAL" clId="{14C83A0C-649B-4374-A008-45A5A3112510}" dt="2025-10-21T09:33:54.692" v="3962" actId="47"/>
        <pc:sldMkLst>
          <pc:docMk/>
          <pc:sldMk cId="2678989047" sldId="1960"/>
        </pc:sldMkLst>
      </pc:sldChg>
      <pc:sldChg chg="del">
        <pc:chgData name="Stephane  Quefelec" userId="fcffc988-bc4d-4b81-a6eb-94c617d18c4c" providerId="ADAL" clId="{14C83A0C-649B-4374-A008-45A5A3112510}" dt="2025-10-21T09:33:54.692" v="3962" actId="47"/>
        <pc:sldMkLst>
          <pc:docMk/>
          <pc:sldMk cId="366428035" sldId="1961"/>
        </pc:sldMkLst>
      </pc:sldChg>
      <pc:sldChg chg="del">
        <pc:chgData name="Stephane  Quefelec" userId="fcffc988-bc4d-4b81-a6eb-94c617d18c4c" providerId="ADAL" clId="{14C83A0C-649B-4374-A008-45A5A3112510}" dt="2025-10-21T09:33:54.692" v="3962" actId="47"/>
        <pc:sldMkLst>
          <pc:docMk/>
          <pc:sldMk cId="1745080450" sldId="1962"/>
        </pc:sldMkLst>
      </pc:sldChg>
      <pc:sldChg chg="del">
        <pc:chgData name="Stephane  Quefelec" userId="fcffc988-bc4d-4b81-a6eb-94c617d18c4c" providerId="ADAL" clId="{14C83A0C-649B-4374-A008-45A5A3112510}" dt="2025-10-21T09:33:54.692" v="3962" actId="47"/>
        <pc:sldMkLst>
          <pc:docMk/>
          <pc:sldMk cId="1974605693" sldId="1963"/>
        </pc:sldMkLst>
      </pc:sldChg>
      <pc:sldChg chg="del">
        <pc:chgData name="Stephane  Quefelec" userId="fcffc988-bc4d-4b81-a6eb-94c617d18c4c" providerId="ADAL" clId="{14C83A0C-649B-4374-A008-45A5A3112510}" dt="2025-10-21T09:33:54.692" v="3962" actId="47"/>
        <pc:sldMkLst>
          <pc:docMk/>
          <pc:sldMk cId="2752666794" sldId="1964"/>
        </pc:sldMkLst>
      </pc:sldChg>
      <pc:sldChg chg="del">
        <pc:chgData name="Stephane  Quefelec" userId="fcffc988-bc4d-4b81-a6eb-94c617d18c4c" providerId="ADAL" clId="{14C83A0C-649B-4374-A008-45A5A3112510}" dt="2025-10-21T09:33:54.692" v="3962" actId="47"/>
        <pc:sldMkLst>
          <pc:docMk/>
          <pc:sldMk cId="3098896223" sldId="1965"/>
        </pc:sldMkLst>
      </pc:sldChg>
      <pc:sldChg chg="del">
        <pc:chgData name="Stephane  Quefelec" userId="fcffc988-bc4d-4b81-a6eb-94c617d18c4c" providerId="ADAL" clId="{14C83A0C-649B-4374-A008-45A5A3112510}" dt="2025-10-21T09:33:54.692" v="3962" actId="47"/>
        <pc:sldMkLst>
          <pc:docMk/>
          <pc:sldMk cId="540827869" sldId="1966"/>
        </pc:sldMkLst>
      </pc:sldChg>
      <pc:sldChg chg="del">
        <pc:chgData name="Stephane  Quefelec" userId="fcffc988-bc4d-4b81-a6eb-94c617d18c4c" providerId="ADAL" clId="{14C83A0C-649B-4374-A008-45A5A3112510}" dt="2025-10-21T09:33:54.692" v="3962" actId="47"/>
        <pc:sldMkLst>
          <pc:docMk/>
          <pc:sldMk cId="495383085" sldId="1967"/>
        </pc:sldMkLst>
      </pc:sldChg>
      <pc:sldChg chg="del">
        <pc:chgData name="Stephane  Quefelec" userId="fcffc988-bc4d-4b81-a6eb-94c617d18c4c" providerId="ADAL" clId="{14C83A0C-649B-4374-A008-45A5A3112510}" dt="2025-10-21T09:33:54.692" v="3962" actId="47"/>
        <pc:sldMkLst>
          <pc:docMk/>
          <pc:sldMk cId="3826395279" sldId="1968"/>
        </pc:sldMkLst>
      </pc:sldChg>
      <pc:sldChg chg="del">
        <pc:chgData name="Stephane  Quefelec" userId="fcffc988-bc4d-4b81-a6eb-94c617d18c4c" providerId="ADAL" clId="{14C83A0C-649B-4374-A008-45A5A3112510}" dt="2025-10-21T09:33:54.692" v="3962" actId="47"/>
        <pc:sldMkLst>
          <pc:docMk/>
          <pc:sldMk cId="1572102536" sldId="1970"/>
        </pc:sldMkLst>
      </pc:sldChg>
      <pc:sldChg chg="del">
        <pc:chgData name="Stephane  Quefelec" userId="fcffc988-bc4d-4b81-a6eb-94c617d18c4c" providerId="ADAL" clId="{14C83A0C-649B-4374-A008-45A5A3112510}" dt="2025-10-21T09:33:54.692" v="3962" actId="47"/>
        <pc:sldMkLst>
          <pc:docMk/>
          <pc:sldMk cId="2254321785" sldId="1971"/>
        </pc:sldMkLst>
      </pc:sldChg>
      <pc:sldChg chg="del">
        <pc:chgData name="Stephane  Quefelec" userId="fcffc988-bc4d-4b81-a6eb-94c617d18c4c" providerId="ADAL" clId="{14C83A0C-649B-4374-A008-45A5A3112510}" dt="2025-10-21T09:33:54.692" v="3962" actId="47"/>
        <pc:sldMkLst>
          <pc:docMk/>
          <pc:sldMk cId="90930602" sldId="1973"/>
        </pc:sldMkLst>
      </pc:sldChg>
      <pc:sldChg chg="del">
        <pc:chgData name="Stephane  Quefelec" userId="fcffc988-bc4d-4b81-a6eb-94c617d18c4c" providerId="ADAL" clId="{14C83A0C-649B-4374-A008-45A5A3112510}" dt="2025-10-21T09:33:54.692" v="3962" actId="47"/>
        <pc:sldMkLst>
          <pc:docMk/>
          <pc:sldMk cId="2071549338" sldId="1974"/>
        </pc:sldMkLst>
      </pc:sldChg>
      <pc:sldChg chg="del">
        <pc:chgData name="Stephane  Quefelec" userId="fcffc988-bc4d-4b81-a6eb-94c617d18c4c" providerId="ADAL" clId="{14C83A0C-649B-4374-A008-45A5A3112510}" dt="2025-10-21T09:33:54.692" v="3962" actId="47"/>
        <pc:sldMkLst>
          <pc:docMk/>
          <pc:sldMk cId="2296537108" sldId="1975"/>
        </pc:sldMkLst>
      </pc:sldChg>
      <pc:sldChg chg="del">
        <pc:chgData name="Stephane  Quefelec" userId="fcffc988-bc4d-4b81-a6eb-94c617d18c4c" providerId="ADAL" clId="{14C83A0C-649B-4374-A008-45A5A3112510}" dt="2025-10-21T09:33:54.692" v="3962" actId="47"/>
        <pc:sldMkLst>
          <pc:docMk/>
          <pc:sldMk cId="3517240860" sldId="1976"/>
        </pc:sldMkLst>
      </pc:sldChg>
      <pc:sldChg chg="del">
        <pc:chgData name="Stephane  Quefelec" userId="fcffc988-bc4d-4b81-a6eb-94c617d18c4c" providerId="ADAL" clId="{14C83A0C-649B-4374-A008-45A5A3112510}" dt="2025-10-21T09:33:54.692" v="3962" actId="47"/>
        <pc:sldMkLst>
          <pc:docMk/>
          <pc:sldMk cId="4272293645" sldId="1978"/>
        </pc:sldMkLst>
      </pc:sldChg>
      <pc:sldChg chg="del">
        <pc:chgData name="Stephane  Quefelec" userId="fcffc988-bc4d-4b81-a6eb-94c617d18c4c" providerId="ADAL" clId="{14C83A0C-649B-4374-A008-45A5A3112510}" dt="2025-10-21T09:33:54.692" v="3962" actId="47"/>
        <pc:sldMkLst>
          <pc:docMk/>
          <pc:sldMk cId="2489206716" sldId="1979"/>
        </pc:sldMkLst>
      </pc:sldChg>
      <pc:sldChg chg="del">
        <pc:chgData name="Stephane  Quefelec" userId="fcffc988-bc4d-4b81-a6eb-94c617d18c4c" providerId="ADAL" clId="{14C83A0C-649B-4374-A008-45A5A3112510}" dt="2025-10-21T09:33:54.692" v="3962" actId="47"/>
        <pc:sldMkLst>
          <pc:docMk/>
          <pc:sldMk cId="1684579539" sldId="1980"/>
        </pc:sldMkLst>
      </pc:sldChg>
      <pc:sldChg chg="del">
        <pc:chgData name="Stephane  Quefelec" userId="fcffc988-bc4d-4b81-a6eb-94c617d18c4c" providerId="ADAL" clId="{14C83A0C-649B-4374-A008-45A5A3112510}" dt="2025-10-21T09:33:54.692" v="3962" actId="47"/>
        <pc:sldMkLst>
          <pc:docMk/>
          <pc:sldMk cId="4218346458" sldId="1981"/>
        </pc:sldMkLst>
      </pc:sldChg>
      <pc:sldChg chg="addSp modSp add mod modShow modNotesTx">
        <pc:chgData name="Stephane  Quefelec" userId="fcffc988-bc4d-4b81-a6eb-94c617d18c4c" providerId="ADAL" clId="{14C83A0C-649B-4374-A008-45A5A3112510}" dt="2025-10-21T09:18:21.863" v="2939" actId="20577"/>
        <pc:sldMkLst>
          <pc:docMk/>
          <pc:sldMk cId="2180135834" sldId="1983"/>
        </pc:sldMkLst>
        <pc:spChg chg="mod">
          <ac:chgData name="Stephane  Quefelec" userId="fcffc988-bc4d-4b81-a6eb-94c617d18c4c" providerId="ADAL" clId="{14C83A0C-649B-4374-A008-45A5A3112510}" dt="2025-10-20T15:26:08.818" v="10" actId="20577"/>
          <ac:spMkLst>
            <pc:docMk/>
            <pc:sldMk cId="2180135834" sldId="1983"/>
            <ac:spMk id="10" creationId="{9100F181-FFDE-8A20-C985-4A96DC8B9A78}"/>
          </ac:spMkLst>
        </pc:spChg>
        <pc:graphicFrameChg chg="add mod">
          <ac:chgData name="Stephane  Quefelec" userId="fcffc988-bc4d-4b81-a6eb-94c617d18c4c" providerId="ADAL" clId="{14C83A0C-649B-4374-A008-45A5A3112510}" dt="2025-10-20T16:00:46.447" v="118" actId="1076"/>
          <ac:graphicFrameMkLst>
            <pc:docMk/>
            <pc:sldMk cId="2180135834" sldId="1983"/>
            <ac:graphicFrameMk id="4" creationId="{B2ACF135-5417-7C0C-BF81-03B5481958B3}"/>
          </ac:graphicFrameMkLst>
        </pc:graphicFrameChg>
      </pc:sldChg>
      <pc:sldChg chg="del">
        <pc:chgData name="Stephane  Quefelec" userId="fcffc988-bc4d-4b81-a6eb-94c617d18c4c" providerId="ADAL" clId="{14C83A0C-649B-4374-A008-45A5A3112510}" dt="2025-10-21T09:33:54.692" v="3962" actId="47"/>
        <pc:sldMkLst>
          <pc:docMk/>
          <pc:sldMk cId="1979290979" sldId="1985"/>
        </pc:sldMkLst>
      </pc:sldChg>
      <pc:sldChg chg="del">
        <pc:chgData name="Stephane  Quefelec" userId="fcffc988-bc4d-4b81-a6eb-94c617d18c4c" providerId="ADAL" clId="{14C83A0C-649B-4374-A008-45A5A3112510}" dt="2025-10-21T09:33:54.692" v="3962" actId="47"/>
        <pc:sldMkLst>
          <pc:docMk/>
          <pc:sldMk cId="3149309958" sldId="1986"/>
        </pc:sldMkLst>
      </pc:sldChg>
      <pc:sldChg chg="del">
        <pc:chgData name="Stephane  Quefelec" userId="fcffc988-bc4d-4b81-a6eb-94c617d18c4c" providerId="ADAL" clId="{14C83A0C-649B-4374-A008-45A5A3112510}" dt="2025-10-21T09:33:54.692" v="3962" actId="47"/>
        <pc:sldMkLst>
          <pc:docMk/>
          <pc:sldMk cId="787437524" sldId="1993"/>
        </pc:sldMkLst>
      </pc:sldChg>
      <pc:sldChg chg="del">
        <pc:chgData name="Stephane  Quefelec" userId="fcffc988-bc4d-4b81-a6eb-94c617d18c4c" providerId="ADAL" clId="{14C83A0C-649B-4374-A008-45A5A3112510}" dt="2025-10-21T09:33:54.692" v="3962" actId="47"/>
        <pc:sldMkLst>
          <pc:docMk/>
          <pc:sldMk cId="2074017868" sldId="1994"/>
        </pc:sldMkLst>
      </pc:sldChg>
      <pc:sldChg chg="modSp mod">
        <pc:chgData name="Stephane  Quefelec" userId="fcffc988-bc4d-4b81-a6eb-94c617d18c4c" providerId="ADAL" clId="{14C83A0C-649B-4374-A008-45A5A3112510}" dt="2025-10-21T09:34:47.850" v="3965"/>
        <pc:sldMkLst>
          <pc:docMk/>
          <pc:sldMk cId="2347366309" sldId="1995"/>
        </pc:sldMkLst>
        <pc:spChg chg="mod">
          <ac:chgData name="Stephane  Quefelec" userId="fcffc988-bc4d-4b81-a6eb-94c617d18c4c" providerId="ADAL" clId="{14C83A0C-649B-4374-A008-45A5A3112510}" dt="2025-10-21T09:34:47.850" v="3965"/>
          <ac:spMkLst>
            <pc:docMk/>
            <pc:sldMk cId="2347366309" sldId="1995"/>
            <ac:spMk id="7" creationId="{8DE23F50-A075-9D5E-847E-4CFD887D9067}"/>
          </ac:spMkLst>
        </pc:spChg>
        <pc:spChg chg="mod">
          <ac:chgData name="Stephane  Quefelec" userId="fcffc988-bc4d-4b81-a6eb-94c617d18c4c" providerId="ADAL" clId="{14C83A0C-649B-4374-A008-45A5A3112510}" dt="2025-10-21T09:34:15.477" v="3964" actId="20577"/>
          <ac:spMkLst>
            <pc:docMk/>
            <pc:sldMk cId="2347366309" sldId="1995"/>
            <ac:spMk id="9" creationId="{DAD74A2F-28C7-65A6-88CB-B17DD66BC6FD}"/>
          </ac:spMkLst>
        </pc:spChg>
      </pc:sldChg>
      <pc:sldChg chg="del">
        <pc:chgData name="Stephane  Quefelec" userId="fcffc988-bc4d-4b81-a6eb-94c617d18c4c" providerId="ADAL" clId="{14C83A0C-649B-4374-A008-45A5A3112510}" dt="2025-10-21T08:02:13.791" v="326" actId="47"/>
        <pc:sldMkLst>
          <pc:docMk/>
          <pc:sldMk cId="2825358248" sldId="1996"/>
        </pc:sldMkLst>
      </pc:sldChg>
      <pc:sldChg chg="modNotesTx">
        <pc:chgData name="Stephane  Quefelec" userId="fcffc988-bc4d-4b81-a6eb-94c617d18c4c" providerId="ADAL" clId="{14C83A0C-649B-4374-A008-45A5A3112510}" dt="2025-10-21T08:48:29.463" v="971" actId="20577"/>
        <pc:sldMkLst>
          <pc:docMk/>
          <pc:sldMk cId="561390410" sldId="1997"/>
        </pc:sldMkLst>
      </pc:sldChg>
      <pc:sldChg chg="del">
        <pc:chgData name="Stephane  Quefelec" userId="fcffc988-bc4d-4b81-a6eb-94c617d18c4c" providerId="ADAL" clId="{14C83A0C-649B-4374-A008-45A5A3112510}" dt="2025-10-21T08:02:05.532" v="325" actId="47"/>
        <pc:sldMkLst>
          <pc:docMk/>
          <pc:sldMk cId="485163453" sldId="1999"/>
        </pc:sldMkLst>
      </pc:sldChg>
      <pc:sldChg chg="del">
        <pc:chgData name="Stephane  Quefelec" userId="fcffc988-bc4d-4b81-a6eb-94c617d18c4c" providerId="ADAL" clId="{14C83A0C-649B-4374-A008-45A5A3112510}" dt="2025-10-21T09:33:54.692" v="3962" actId="47"/>
        <pc:sldMkLst>
          <pc:docMk/>
          <pc:sldMk cId="3123944938" sldId="2024"/>
        </pc:sldMkLst>
      </pc:sldChg>
      <pc:sldChg chg="del">
        <pc:chgData name="Stephane  Quefelec" userId="fcffc988-bc4d-4b81-a6eb-94c617d18c4c" providerId="ADAL" clId="{14C83A0C-649B-4374-A008-45A5A3112510}" dt="2025-10-21T09:33:54.692" v="3962" actId="47"/>
        <pc:sldMkLst>
          <pc:docMk/>
          <pc:sldMk cId="3471459737" sldId="2025"/>
        </pc:sldMkLst>
      </pc:sldChg>
      <pc:sldChg chg="del">
        <pc:chgData name="Stephane  Quefelec" userId="fcffc988-bc4d-4b81-a6eb-94c617d18c4c" providerId="ADAL" clId="{14C83A0C-649B-4374-A008-45A5A3112510}" dt="2025-10-21T09:33:54.692" v="3962" actId="47"/>
        <pc:sldMkLst>
          <pc:docMk/>
          <pc:sldMk cId="2946623295" sldId="2026"/>
        </pc:sldMkLst>
      </pc:sldChg>
      <pc:sldChg chg="del">
        <pc:chgData name="Stephane  Quefelec" userId="fcffc988-bc4d-4b81-a6eb-94c617d18c4c" providerId="ADAL" clId="{14C83A0C-649B-4374-A008-45A5A3112510}" dt="2025-10-21T09:33:54.692" v="3962" actId="47"/>
        <pc:sldMkLst>
          <pc:docMk/>
          <pc:sldMk cId="3590864800" sldId="2027"/>
        </pc:sldMkLst>
      </pc:sldChg>
      <pc:sldChg chg="del">
        <pc:chgData name="Stephane  Quefelec" userId="fcffc988-bc4d-4b81-a6eb-94c617d18c4c" providerId="ADAL" clId="{14C83A0C-649B-4374-A008-45A5A3112510}" dt="2025-10-21T09:33:54.692" v="3962" actId="47"/>
        <pc:sldMkLst>
          <pc:docMk/>
          <pc:sldMk cId="2118316660" sldId="2028"/>
        </pc:sldMkLst>
      </pc:sldChg>
      <pc:sldChg chg="modSp mod">
        <pc:chgData name="Stephane  Quefelec" userId="fcffc988-bc4d-4b81-a6eb-94c617d18c4c" providerId="ADAL" clId="{14C83A0C-649B-4374-A008-45A5A3112510}" dt="2025-10-20T16:10:42.828" v="215" actId="14100"/>
        <pc:sldMkLst>
          <pc:docMk/>
          <pc:sldMk cId="830147961" sldId="2029"/>
        </pc:sldMkLst>
        <pc:spChg chg="mod">
          <ac:chgData name="Stephane  Quefelec" userId="fcffc988-bc4d-4b81-a6eb-94c617d18c4c" providerId="ADAL" clId="{14C83A0C-649B-4374-A008-45A5A3112510}" dt="2025-10-20T16:10:42.828" v="215" actId="14100"/>
          <ac:spMkLst>
            <pc:docMk/>
            <pc:sldMk cId="830147961" sldId="2029"/>
            <ac:spMk id="3" creationId="{CE6870DC-F20D-D2C9-CBC4-6E11D9FD83B5}"/>
          </ac:spMkLst>
        </pc:spChg>
      </pc:sldChg>
      <pc:sldChg chg="del">
        <pc:chgData name="Stephane  Quefelec" userId="fcffc988-bc4d-4b81-a6eb-94c617d18c4c" providerId="ADAL" clId="{14C83A0C-649B-4374-A008-45A5A3112510}" dt="2025-10-21T09:33:54.692" v="3962" actId="47"/>
        <pc:sldMkLst>
          <pc:docMk/>
          <pc:sldMk cId="1343485737" sldId="2044"/>
        </pc:sldMkLst>
      </pc:sldChg>
      <pc:sldChg chg="del">
        <pc:chgData name="Stephane  Quefelec" userId="fcffc988-bc4d-4b81-a6eb-94c617d18c4c" providerId="ADAL" clId="{14C83A0C-649B-4374-A008-45A5A3112510}" dt="2025-10-21T09:33:54.692" v="3962" actId="47"/>
        <pc:sldMkLst>
          <pc:docMk/>
          <pc:sldMk cId="3731720068" sldId="2046"/>
        </pc:sldMkLst>
      </pc:sldChg>
      <pc:sldChg chg="modSp mod modNotesTx">
        <pc:chgData name="Stephane  Quefelec" userId="fcffc988-bc4d-4b81-a6eb-94c617d18c4c" providerId="ADAL" clId="{14C83A0C-649B-4374-A008-45A5A3112510}" dt="2025-10-21T09:16:08.732" v="2724" actId="20577"/>
        <pc:sldMkLst>
          <pc:docMk/>
          <pc:sldMk cId="561493271" sldId="2048"/>
        </pc:sldMkLst>
        <pc:spChg chg="mod">
          <ac:chgData name="Stephane  Quefelec" userId="fcffc988-bc4d-4b81-a6eb-94c617d18c4c" providerId="ADAL" clId="{14C83A0C-649B-4374-A008-45A5A3112510}" dt="2025-10-20T15:25:59.512" v="6" actId="20577"/>
          <ac:spMkLst>
            <pc:docMk/>
            <pc:sldMk cId="561493271" sldId="2048"/>
            <ac:spMk id="10" creationId="{A6A83985-0F35-81E5-04DF-F09C6CE7BF14}"/>
          </ac:spMkLst>
        </pc:spChg>
      </pc:sldChg>
      <pc:sldChg chg="del">
        <pc:chgData name="Stephane  Quefelec" userId="fcffc988-bc4d-4b81-a6eb-94c617d18c4c" providerId="ADAL" clId="{14C83A0C-649B-4374-A008-45A5A3112510}" dt="2025-10-21T09:33:54.692" v="3962" actId="47"/>
        <pc:sldMkLst>
          <pc:docMk/>
          <pc:sldMk cId="2624651262" sldId="2049"/>
        </pc:sldMkLst>
      </pc:sldChg>
      <pc:sldChg chg="del">
        <pc:chgData name="Stephane  Quefelec" userId="fcffc988-bc4d-4b81-a6eb-94c617d18c4c" providerId="ADAL" clId="{14C83A0C-649B-4374-A008-45A5A3112510}" dt="2025-10-21T09:33:54.692" v="3962" actId="47"/>
        <pc:sldMkLst>
          <pc:docMk/>
          <pc:sldMk cId="537171861" sldId="2050"/>
        </pc:sldMkLst>
      </pc:sldChg>
      <pc:sldChg chg="del">
        <pc:chgData name="Stephane  Quefelec" userId="fcffc988-bc4d-4b81-a6eb-94c617d18c4c" providerId="ADAL" clId="{14C83A0C-649B-4374-A008-45A5A3112510}" dt="2025-10-21T09:33:54.692" v="3962" actId="47"/>
        <pc:sldMkLst>
          <pc:docMk/>
          <pc:sldMk cId="345300853" sldId="2051"/>
        </pc:sldMkLst>
      </pc:sldChg>
      <pc:sldChg chg="del">
        <pc:chgData name="Stephane  Quefelec" userId="fcffc988-bc4d-4b81-a6eb-94c617d18c4c" providerId="ADAL" clId="{14C83A0C-649B-4374-A008-45A5A3112510}" dt="2025-10-21T09:33:54.692" v="3962" actId="47"/>
        <pc:sldMkLst>
          <pc:docMk/>
          <pc:sldMk cId="271125559" sldId="2052"/>
        </pc:sldMkLst>
      </pc:sldChg>
      <pc:sldChg chg="del">
        <pc:chgData name="Stephane  Quefelec" userId="fcffc988-bc4d-4b81-a6eb-94c617d18c4c" providerId="ADAL" clId="{14C83A0C-649B-4374-A008-45A5A3112510}" dt="2025-10-21T09:33:54.692" v="3962" actId="47"/>
        <pc:sldMkLst>
          <pc:docMk/>
          <pc:sldMk cId="2021424405" sldId="2053"/>
        </pc:sldMkLst>
      </pc:sldChg>
      <pc:sldChg chg="addSp modSp new del mod">
        <pc:chgData name="Stephane  Quefelec" userId="fcffc988-bc4d-4b81-a6eb-94c617d18c4c" providerId="ADAL" clId="{14C83A0C-649B-4374-A008-45A5A3112510}" dt="2025-10-20T16:05:23.556" v="131" actId="47"/>
        <pc:sldMkLst>
          <pc:docMk/>
          <pc:sldMk cId="711301980" sldId="2054"/>
        </pc:sldMkLst>
        <pc:graphicFrameChg chg="add mod modGraphic">
          <ac:chgData name="Stephane  Quefelec" userId="fcffc988-bc4d-4b81-a6eb-94c617d18c4c" providerId="ADAL" clId="{14C83A0C-649B-4374-A008-45A5A3112510}" dt="2025-10-20T16:02:00.024" v="124" actId="20577"/>
          <ac:graphicFrameMkLst>
            <pc:docMk/>
            <pc:sldMk cId="711301980" sldId="2054"/>
            <ac:graphicFrameMk id="3" creationId="{FA411671-8680-34BE-8822-0EC52B8CF8C0}"/>
          </ac:graphicFrameMkLst>
        </pc:graphicFrameChg>
      </pc:sldChg>
      <pc:sldChg chg="new del">
        <pc:chgData name="Stephane  Quefelec" userId="fcffc988-bc4d-4b81-a6eb-94c617d18c4c" providerId="ADAL" clId="{14C83A0C-649B-4374-A008-45A5A3112510}" dt="2025-10-20T15:33:53.289" v="24" actId="680"/>
        <pc:sldMkLst>
          <pc:docMk/>
          <pc:sldMk cId="2476124387" sldId="2054"/>
        </pc:sldMkLst>
      </pc:sldChg>
      <pc:sldChg chg="addSp modSp new add del mod modNotesTx">
        <pc:chgData name="Stephane  Quefelec" userId="fcffc988-bc4d-4b81-a6eb-94c617d18c4c" providerId="ADAL" clId="{14C83A0C-649B-4374-A008-45A5A3112510}" dt="2025-10-21T09:16:59.632" v="2827" actId="313"/>
        <pc:sldMkLst>
          <pc:docMk/>
          <pc:sldMk cId="4185616492" sldId="2055"/>
        </pc:sldMkLst>
        <pc:spChg chg="add mod">
          <ac:chgData name="Stephane  Quefelec" userId="fcffc988-bc4d-4b81-a6eb-94c617d18c4c" providerId="ADAL" clId="{14C83A0C-649B-4374-A008-45A5A3112510}" dt="2025-10-20T16:14:52.707" v="237" actId="14100"/>
          <ac:spMkLst>
            <pc:docMk/>
            <pc:sldMk cId="4185616492" sldId="2055"/>
            <ac:spMk id="3" creationId="{DFC39514-400E-BDB4-175B-FB069D7965E2}"/>
          </ac:spMkLst>
        </pc:spChg>
        <pc:graphicFrameChg chg="add mod modGraphic">
          <ac:chgData name="Stephane  Quefelec" userId="fcffc988-bc4d-4b81-a6eb-94c617d18c4c" providerId="ADAL" clId="{14C83A0C-649B-4374-A008-45A5A3112510}" dt="2025-10-20T16:17:55.197" v="242" actId="20577"/>
          <ac:graphicFrameMkLst>
            <pc:docMk/>
            <pc:sldMk cId="4185616492" sldId="2055"/>
            <ac:graphicFrameMk id="2" creationId="{14CF9C62-6BB6-621E-8F05-FC2B00733D34}"/>
          </ac:graphicFrameMkLst>
        </pc:graphicFrameChg>
      </pc:sldChg>
      <pc:sldChg chg="addSp delSp modSp new del mod">
        <pc:chgData name="Stephane  Quefelec" userId="fcffc988-bc4d-4b81-a6eb-94c617d18c4c" providerId="ADAL" clId="{14C83A0C-649B-4374-A008-45A5A3112510}" dt="2025-10-20T16:00:53.754" v="119" actId="47"/>
        <pc:sldMkLst>
          <pc:docMk/>
          <pc:sldMk cId="3165325469" sldId="2056"/>
        </pc:sldMkLst>
        <pc:graphicFrameChg chg="add del mod modGraphic">
          <ac:chgData name="Stephane  Quefelec" userId="fcffc988-bc4d-4b81-a6eb-94c617d18c4c" providerId="ADAL" clId="{14C83A0C-649B-4374-A008-45A5A3112510}" dt="2025-10-20T16:00:34.933" v="116" actId="21"/>
          <ac:graphicFrameMkLst>
            <pc:docMk/>
            <pc:sldMk cId="3165325469" sldId="2056"/>
            <ac:graphicFrameMk id="4" creationId="{B2ACF135-5417-7C0C-BF81-03B5481958B3}"/>
          </ac:graphicFrameMkLst>
        </pc:graphicFrameChg>
      </pc:sldChg>
      <pc:sldChg chg="addSp delSp modSp add mod modNotesTx">
        <pc:chgData name="Stephane  Quefelec" userId="fcffc988-bc4d-4b81-a6eb-94c617d18c4c" providerId="ADAL" clId="{14C83A0C-649B-4374-A008-45A5A3112510}" dt="2025-10-21T09:14:56.114" v="2639" actId="20577"/>
        <pc:sldMkLst>
          <pc:docMk/>
          <pc:sldMk cId="4170599176" sldId="2056"/>
        </pc:sldMkLst>
        <pc:spChg chg="del">
          <ac:chgData name="Stephane  Quefelec" userId="fcffc988-bc4d-4b81-a6eb-94c617d18c4c" providerId="ADAL" clId="{14C83A0C-649B-4374-A008-45A5A3112510}" dt="2025-10-20T16:01:22.833" v="121" actId="478"/>
          <ac:spMkLst>
            <pc:docMk/>
            <pc:sldMk cId="4170599176" sldId="2056"/>
            <ac:spMk id="3" creationId="{E163D3FA-5C6C-8385-FFC7-21C5294C1DF4}"/>
          </ac:spMkLst>
        </pc:spChg>
        <pc:spChg chg="del">
          <ac:chgData name="Stephane  Quefelec" userId="fcffc988-bc4d-4b81-a6eb-94c617d18c4c" providerId="ADAL" clId="{14C83A0C-649B-4374-A008-45A5A3112510}" dt="2025-10-20T16:01:22.833" v="121" actId="478"/>
          <ac:spMkLst>
            <pc:docMk/>
            <pc:sldMk cId="4170599176" sldId="2056"/>
            <ac:spMk id="4" creationId="{036F5F8A-D4B3-3311-0997-AD861BCB359F}"/>
          </ac:spMkLst>
        </pc:spChg>
        <pc:spChg chg="del">
          <ac:chgData name="Stephane  Quefelec" userId="fcffc988-bc4d-4b81-a6eb-94c617d18c4c" providerId="ADAL" clId="{14C83A0C-649B-4374-A008-45A5A3112510}" dt="2025-10-20T16:01:22.833" v="121" actId="478"/>
          <ac:spMkLst>
            <pc:docMk/>
            <pc:sldMk cId="4170599176" sldId="2056"/>
            <ac:spMk id="5" creationId="{78CD0A4B-7F37-9CB9-8A6B-44603DAB8755}"/>
          </ac:spMkLst>
        </pc:spChg>
        <pc:spChg chg="del">
          <ac:chgData name="Stephane  Quefelec" userId="fcffc988-bc4d-4b81-a6eb-94c617d18c4c" providerId="ADAL" clId="{14C83A0C-649B-4374-A008-45A5A3112510}" dt="2025-10-20T16:01:22.833" v="121" actId="478"/>
          <ac:spMkLst>
            <pc:docMk/>
            <pc:sldMk cId="4170599176" sldId="2056"/>
            <ac:spMk id="6" creationId="{7D251A55-8B81-2F38-96E0-4E0C5CCE51CF}"/>
          </ac:spMkLst>
        </pc:spChg>
        <pc:spChg chg="del">
          <ac:chgData name="Stephane  Quefelec" userId="fcffc988-bc4d-4b81-a6eb-94c617d18c4c" providerId="ADAL" clId="{14C83A0C-649B-4374-A008-45A5A3112510}" dt="2025-10-20T16:01:22.833" v="121" actId="478"/>
          <ac:spMkLst>
            <pc:docMk/>
            <pc:sldMk cId="4170599176" sldId="2056"/>
            <ac:spMk id="7" creationId="{174C183A-492E-CDD9-163C-FF158C657E9E}"/>
          </ac:spMkLst>
        </pc:spChg>
        <pc:spChg chg="del">
          <ac:chgData name="Stephane  Quefelec" userId="fcffc988-bc4d-4b81-a6eb-94c617d18c4c" providerId="ADAL" clId="{14C83A0C-649B-4374-A008-45A5A3112510}" dt="2025-10-20T16:01:22.833" v="121" actId="478"/>
          <ac:spMkLst>
            <pc:docMk/>
            <pc:sldMk cId="4170599176" sldId="2056"/>
            <ac:spMk id="8" creationId="{A6247C91-8AC7-DDDB-0CB8-52A2EB9A0E21}"/>
          </ac:spMkLst>
        </pc:spChg>
        <pc:spChg chg="del">
          <ac:chgData name="Stephane  Quefelec" userId="fcffc988-bc4d-4b81-a6eb-94c617d18c4c" providerId="ADAL" clId="{14C83A0C-649B-4374-A008-45A5A3112510}" dt="2025-10-20T16:01:22.833" v="121" actId="478"/>
          <ac:spMkLst>
            <pc:docMk/>
            <pc:sldMk cId="4170599176" sldId="2056"/>
            <ac:spMk id="9" creationId="{16DC671C-A261-A60A-36E4-2F491C3C5BB6}"/>
          </ac:spMkLst>
        </pc:spChg>
        <pc:spChg chg="del">
          <ac:chgData name="Stephane  Quefelec" userId="fcffc988-bc4d-4b81-a6eb-94c617d18c4c" providerId="ADAL" clId="{14C83A0C-649B-4374-A008-45A5A3112510}" dt="2025-10-20T16:01:22.833" v="121" actId="478"/>
          <ac:spMkLst>
            <pc:docMk/>
            <pc:sldMk cId="4170599176" sldId="2056"/>
            <ac:spMk id="11" creationId="{53883EE9-0B7A-2B39-6CA0-04E4C5AACDDC}"/>
          </ac:spMkLst>
        </pc:spChg>
        <pc:spChg chg="del">
          <ac:chgData name="Stephane  Quefelec" userId="fcffc988-bc4d-4b81-a6eb-94c617d18c4c" providerId="ADAL" clId="{14C83A0C-649B-4374-A008-45A5A3112510}" dt="2025-10-20T16:01:25.558" v="122" actId="478"/>
          <ac:spMkLst>
            <pc:docMk/>
            <pc:sldMk cId="4170599176" sldId="2056"/>
            <ac:spMk id="13" creationId="{884FA2FB-45D4-CE79-8152-C54B418E4050}"/>
          </ac:spMkLst>
        </pc:spChg>
        <pc:spChg chg="del">
          <ac:chgData name="Stephane  Quefelec" userId="fcffc988-bc4d-4b81-a6eb-94c617d18c4c" providerId="ADAL" clId="{14C83A0C-649B-4374-A008-45A5A3112510}" dt="2025-10-20T16:01:22.833" v="121" actId="478"/>
          <ac:spMkLst>
            <pc:docMk/>
            <pc:sldMk cId="4170599176" sldId="2056"/>
            <ac:spMk id="14" creationId="{BCBCF0C1-6A1D-382A-1B8A-568FEBB42B86}"/>
          </ac:spMkLst>
        </pc:spChg>
        <pc:spChg chg="del">
          <ac:chgData name="Stephane  Quefelec" userId="fcffc988-bc4d-4b81-a6eb-94c617d18c4c" providerId="ADAL" clId="{14C83A0C-649B-4374-A008-45A5A3112510}" dt="2025-10-20T16:01:22.833" v="121" actId="478"/>
          <ac:spMkLst>
            <pc:docMk/>
            <pc:sldMk cId="4170599176" sldId="2056"/>
            <ac:spMk id="15" creationId="{F2411883-632F-DABA-6AB2-808E8905A464}"/>
          </ac:spMkLst>
        </pc:spChg>
        <pc:spChg chg="mod">
          <ac:chgData name="Stephane  Quefelec" userId="fcffc988-bc4d-4b81-a6eb-94c617d18c4c" providerId="ADAL" clId="{14C83A0C-649B-4374-A008-45A5A3112510}" dt="2025-10-20T16:06:28.022" v="152" actId="20577"/>
          <ac:spMkLst>
            <pc:docMk/>
            <pc:sldMk cId="4170599176" sldId="2056"/>
            <ac:spMk id="46" creationId="{2C286A10-80B0-E39E-E9D6-0AE2C42E8BE9}"/>
          </ac:spMkLst>
        </pc:spChg>
        <pc:graphicFrameChg chg="add mod modGraphic">
          <ac:chgData name="Stephane  Quefelec" userId="fcffc988-bc4d-4b81-a6eb-94c617d18c4c" providerId="ADAL" clId="{14C83A0C-649B-4374-A008-45A5A3112510}" dt="2025-10-20T16:05:18.893" v="130" actId="1076"/>
          <ac:graphicFrameMkLst>
            <pc:docMk/>
            <pc:sldMk cId="4170599176" sldId="2056"/>
            <ac:graphicFrameMk id="2" creationId="{DA195161-31BB-DDC2-9F3F-AB51179CD95E}"/>
          </ac:graphicFrameMkLst>
        </pc:graphicFrameChg>
      </pc:sldChg>
      <pc:sldChg chg="addSp delSp modSp add mod modNotesTx">
        <pc:chgData name="Stephane  Quefelec" userId="fcffc988-bc4d-4b81-a6eb-94c617d18c4c" providerId="ADAL" clId="{14C83A0C-649B-4374-A008-45A5A3112510}" dt="2025-10-21T09:33:33.993" v="3961" actId="20577"/>
        <pc:sldMkLst>
          <pc:docMk/>
          <pc:sldMk cId="1882631839" sldId="2057"/>
        </pc:sldMkLst>
        <pc:spChg chg="mod">
          <ac:chgData name="Stephane  Quefelec" userId="fcffc988-bc4d-4b81-a6eb-94c617d18c4c" providerId="ADAL" clId="{14C83A0C-649B-4374-A008-45A5A3112510}" dt="2025-10-21T09:31:03.608" v="3917" actId="20577"/>
          <ac:spMkLst>
            <pc:docMk/>
            <pc:sldMk cId="1882631839" sldId="2057"/>
            <ac:spMk id="3" creationId="{1439403E-52F6-24F2-5050-D560CFA59BB5}"/>
          </ac:spMkLst>
        </pc:spChg>
        <pc:spChg chg="add mod">
          <ac:chgData name="Stephane  Quefelec" userId="fcffc988-bc4d-4b81-a6eb-94c617d18c4c" providerId="ADAL" clId="{14C83A0C-649B-4374-A008-45A5A3112510}" dt="2025-10-21T09:33:33.993" v="3961" actId="20577"/>
          <ac:spMkLst>
            <pc:docMk/>
            <pc:sldMk cId="1882631839" sldId="2057"/>
            <ac:spMk id="4" creationId="{99E6FAC3-6890-E2B2-7E8F-D358B8A1EFCB}"/>
          </ac:spMkLst>
        </pc:spChg>
        <pc:graphicFrameChg chg="del">
          <ac:chgData name="Stephane  Quefelec" userId="fcffc988-bc4d-4b81-a6eb-94c617d18c4c" providerId="ADAL" clId="{14C83A0C-649B-4374-A008-45A5A3112510}" dt="2025-10-21T09:19:14.313" v="2941" actId="478"/>
          <ac:graphicFrameMkLst>
            <pc:docMk/>
            <pc:sldMk cId="1882631839" sldId="2057"/>
            <ac:graphicFrameMk id="2" creationId="{406C3882-C691-E0AC-E7D2-5D76718B90EA}"/>
          </ac:graphicFrameMkLst>
        </pc:graphicFrameChg>
      </pc:sldChg>
      <pc:sldMasterChg chg="delSldLayout">
        <pc:chgData name="Stephane  Quefelec" userId="fcffc988-bc4d-4b81-a6eb-94c617d18c4c" providerId="ADAL" clId="{14C83A0C-649B-4374-A008-45A5A3112510}" dt="2025-10-21T09:33:54.692" v="3962" actId="47"/>
        <pc:sldMasterMkLst>
          <pc:docMk/>
          <pc:sldMasterMk cId="3725570294" sldId="2147483648"/>
        </pc:sldMasterMkLst>
        <pc:sldLayoutChg chg="del">
          <pc:chgData name="Stephane  Quefelec" userId="fcffc988-bc4d-4b81-a6eb-94c617d18c4c" providerId="ADAL" clId="{14C83A0C-649B-4374-A008-45A5A3112510}" dt="2025-10-21T09:33:54.692" v="3962" actId="47"/>
          <pc:sldLayoutMkLst>
            <pc:docMk/>
            <pc:sldMasterMk cId="3725570294" sldId="2147483648"/>
            <pc:sldLayoutMk cId="997975956" sldId="2147483660"/>
          </pc:sldLayoutMkLst>
        </pc:sldLayoutChg>
        <pc:sldLayoutChg chg="del">
          <pc:chgData name="Stephane  Quefelec" userId="fcffc988-bc4d-4b81-a6eb-94c617d18c4c" providerId="ADAL" clId="{14C83A0C-649B-4374-A008-45A5A3112510}" dt="2025-10-21T09:33:54.692" v="3962" actId="47"/>
          <pc:sldLayoutMkLst>
            <pc:docMk/>
            <pc:sldMasterMk cId="3725570294" sldId="2147483648"/>
            <pc:sldLayoutMk cId="477650630" sldId="2147483663"/>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D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A96B3C6-A3F5-4537-BA96-AA3EDD514642}" type="datetimeFigureOut">
              <a:rPr lang="en-DK" smtClean="0"/>
              <a:t>20/10/2025</a:t>
            </a:fld>
            <a:endParaRPr lang="en-D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D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D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81BC6E5-9301-43B9-A908-14619FC78ED8}" type="slidenum">
              <a:rPr lang="en-DK" smtClean="0"/>
              <a:t>‹#›</a:t>
            </a:fld>
            <a:endParaRPr lang="en-DK"/>
          </a:p>
        </p:txBody>
      </p:sp>
    </p:spTree>
    <p:extLst>
      <p:ext uri="{BB962C8B-B14F-4D97-AF65-F5344CB8AC3E}">
        <p14:creationId xmlns:p14="http://schemas.microsoft.com/office/powerpoint/2010/main" val="34862073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E81BC6E5-9301-43B9-A908-14619FC78ED8}" type="slidenum">
              <a:rPr lang="en-DK" smtClean="0"/>
              <a:t>1</a:t>
            </a:fld>
            <a:endParaRPr lang="en-DK"/>
          </a:p>
        </p:txBody>
      </p:sp>
    </p:spTree>
    <p:extLst>
      <p:ext uri="{BB962C8B-B14F-4D97-AF65-F5344CB8AC3E}">
        <p14:creationId xmlns:p14="http://schemas.microsoft.com/office/powerpoint/2010/main" val="25857218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a:t>Stéphane QUEFELEC</a:t>
            </a:r>
          </a:p>
          <a:p>
            <a:r>
              <a:rPr lang="fr-FR" sz="1200"/>
              <a:t>Oskar GUSTAFSSON</a:t>
            </a:r>
            <a:endParaRPr lang="en-US"/>
          </a:p>
          <a:p>
            <a:endParaRPr lang="en-US"/>
          </a:p>
        </p:txBody>
      </p:sp>
      <p:sp>
        <p:nvSpPr>
          <p:cNvPr id="4" name="Slide Number Placeholder 3"/>
          <p:cNvSpPr>
            <a:spLocks noGrp="1"/>
          </p:cNvSpPr>
          <p:nvPr>
            <p:ph type="sldNum" sz="quarter" idx="5"/>
          </p:nvPr>
        </p:nvSpPr>
        <p:spPr/>
        <p:txBody>
          <a:bodyPr/>
          <a:lstStyle/>
          <a:p>
            <a:fld id="{70783294-E9FF-4F24-AF23-19B98F36DF0D}" type="slidenum">
              <a:rPr lang="en-DK" smtClean="0"/>
              <a:t>2</a:t>
            </a:fld>
            <a:endParaRPr lang="en-DK"/>
          </a:p>
        </p:txBody>
      </p:sp>
    </p:spTree>
    <p:extLst>
      <p:ext uri="{BB962C8B-B14F-4D97-AF65-F5344CB8AC3E}">
        <p14:creationId xmlns:p14="http://schemas.microsoft.com/office/powerpoint/2010/main" val="10693690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0783294-E9FF-4F24-AF23-19B98F36DF0D}" type="slidenum">
              <a:rPr lang="en-DK" smtClean="0"/>
              <a:t>3</a:t>
            </a:fld>
            <a:endParaRPr lang="en-DK"/>
          </a:p>
        </p:txBody>
      </p:sp>
    </p:spTree>
    <p:extLst>
      <p:ext uri="{BB962C8B-B14F-4D97-AF65-F5344CB8AC3E}">
        <p14:creationId xmlns:p14="http://schemas.microsoft.com/office/powerpoint/2010/main" val="2340353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adapted governance regulation: it describes the Monitoring system of the NECP. When we have plan, we need to monitor if things are going to the direction the plan has established. </a:t>
            </a:r>
          </a:p>
        </p:txBody>
      </p:sp>
      <p:sp>
        <p:nvSpPr>
          <p:cNvPr id="4" name="Slide Number Placeholder 3"/>
          <p:cNvSpPr>
            <a:spLocks noGrp="1"/>
          </p:cNvSpPr>
          <p:nvPr>
            <p:ph type="sldNum" sz="quarter" idx="5"/>
          </p:nvPr>
        </p:nvSpPr>
        <p:spPr/>
        <p:txBody>
          <a:bodyPr/>
          <a:lstStyle/>
          <a:p>
            <a:fld id="{70783294-E9FF-4F24-AF23-19B98F36DF0D}" type="slidenum">
              <a:rPr lang="en-DK" smtClean="0"/>
              <a:t>4</a:t>
            </a:fld>
            <a:endParaRPr lang="en-DK"/>
          </a:p>
        </p:txBody>
      </p:sp>
    </p:spTree>
    <p:extLst>
      <p:ext uri="{BB962C8B-B14F-4D97-AF65-F5344CB8AC3E}">
        <p14:creationId xmlns:p14="http://schemas.microsoft.com/office/powerpoint/2010/main" val="29030901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it is organized in term of governance?</a:t>
            </a:r>
          </a:p>
          <a:p>
            <a:r>
              <a:rPr lang="en-US" dirty="0"/>
              <a:t>The slide shows what is established.</a:t>
            </a:r>
          </a:p>
          <a:p>
            <a:r>
              <a:rPr lang="en-US" dirty="0" err="1"/>
              <a:t>Decarbonisation</a:t>
            </a:r>
            <a:r>
              <a:rPr lang="en-US" dirty="0"/>
              <a:t> dimensions and RE and EE are to be gathered </a:t>
            </a:r>
            <a:r>
              <a:rPr lang="en-US" dirty="0" err="1"/>
              <a:t>throught</a:t>
            </a:r>
            <a:r>
              <a:rPr lang="en-US" dirty="0"/>
              <a:t> Reportnet 3 – the EEA system to collect data.</a:t>
            </a:r>
          </a:p>
          <a:p>
            <a:endParaRPr lang="en-US" dirty="0"/>
          </a:p>
          <a:p>
            <a:r>
              <a:rPr lang="en-US" dirty="0"/>
              <a:t>Other dimensions are reported </a:t>
            </a:r>
            <a:r>
              <a:rPr lang="en-US" dirty="0" err="1"/>
              <a:t>throught</a:t>
            </a:r>
            <a:r>
              <a:rPr lang="en-US" dirty="0"/>
              <a:t> the DG ENER system and in the end all the data goes to the Secretariat of the Energy Community who is in charge of doing the </a:t>
            </a:r>
            <a:r>
              <a:rPr lang="en-US" dirty="0" err="1"/>
              <a:t>plociy</a:t>
            </a:r>
            <a:r>
              <a:rPr lang="en-US" dirty="0"/>
              <a:t> assessment.</a:t>
            </a:r>
          </a:p>
          <a:p>
            <a:endParaRPr lang="en-US" dirty="0"/>
          </a:p>
          <a:p>
            <a:r>
              <a:rPr lang="en-US" dirty="0"/>
              <a:t>When it’s about what the EEA covers (red square), several dataflows are involved</a:t>
            </a:r>
            <a:endParaRPr lang="en-DK"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0783294-E9FF-4F24-AF23-19B98F36DF0D}" type="slidenum">
              <a:rPr kumimoji="0" lang="en-DK"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DK"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866399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several dataflows covering the climate and energy dimensions.</a:t>
            </a:r>
          </a:p>
          <a:p>
            <a:r>
              <a:rPr lang="en-US" dirty="0"/>
              <a:t>In green on the screen are the one related to energy: </a:t>
            </a:r>
          </a:p>
          <a:p>
            <a:pPr marL="171450" indent="-171450">
              <a:buFontTx/>
              <a:buChar char="-"/>
            </a:pPr>
            <a:r>
              <a:rPr lang="en-US" dirty="0"/>
              <a:t>they are about the development of RE capacity and use and </a:t>
            </a:r>
          </a:p>
          <a:p>
            <a:pPr marL="171450" indent="-171450">
              <a:buFontTx/>
              <a:buChar char="-"/>
            </a:pPr>
            <a:r>
              <a:rPr lang="en-US" dirty="0"/>
              <a:t>about PEC/FEC and sectoral development, in particular in the sector of buildings (building stock and performances) </a:t>
            </a:r>
          </a:p>
          <a:p>
            <a:pPr marL="171450" indent="-171450">
              <a:buFont typeface="Symbol" panose="05050102010706020507" pitchFamily="18" charset="2"/>
              <a:buChar char="Þ"/>
            </a:pPr>
            <a:r>
              <a:rPr lang="en-US" dirty="0"/>
              <a:t>Related to RES, EE and EPBD Directives</a:t>
            </a:r>
          </a:p>
          <a:p>
            <a:pPr marL="171450" indent="-171450">
              <a:buFont typeface="Symbol" panose="05050102010706020507" pitchFamily="18" charset="2"/>
              <a:buChar char="Þ"/>
            </a:pPr>
            <a:endParaRPr lang="en-US" dirty="0"/>
          </a:p>
          <a:p>
            <a:pPr marL="0" indent="0">
              <a:buFont typeface="Symbol" panose="05050102010706020507" pitchFamily="18" charset="2"/>
              <a:buNone/>
            </a:pPr>
            <a:r>
              <a:rPr lang="en-US" dirty="0"/>
              <a:t>Principle in </a:t>
            </a:r>
            <a:r>
              <a:rPr lang="en-US" dirty="0" err="1"/>
              <a:t>Montoring</a:t>
            </a:r>
            <a:r>
              <a:rPr lang="en-US" dirty="0"/>
              <a:t> system is: don’t ask twice the same data. </a:t>
            </a:r>
          </a:p>
          <a:p>
            <a:pPr marL="0" indent="0">
              <a:buFont typeface="Symbol" panose="05050102010706020507" pitchFamily="18" charset="2"/>
              <a:buNone/>
            </a:pPr>
            <a:r>
              <a:rPr lang="en-US" dirty="0"/>
              <a:t>Hence the pre-filling and post filling concepts introduced in the gov reg</a:t>
            </a:r>
          </a:p>
          <a:p>
            <a:endParaRPr lang="en-DK"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0783294-E9FF-4F24-AF23-19B98F36DF0D}" type="slidenum">
              <a:rPr kumimoji="0" lang="en-DK"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DK"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992457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10C633-BB36-3150-F004-973574D105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34B624-007D-1E40-C018-9D5E7C3DF9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73B757-ECC3-80C6-1060-5FC26AE6DC60}"/>
              </a:ext>
            </a:extLst>
          </p:cNvPr>
          <p:cNvSpPr>
            <a:spLocks noGrp="1"/>
          </p:cNvSpPr>
          <p:nvPr>
            <p:ph type="body" idx="1"/>
          </p:nvPr>
        </p:nvSpPr>
        <p:spPr/>
        <p:txBody>
          <a:bodyPr/>
          <a:lstStyle/>
          <a:p>
            <a:r>
              <a:rPr lang="en-US" dirty="0"/>
              <a:t>In practice, the questionnaires/tables in the gov reg identified the data that are needed for the NECPR but that are already provided through an other reporting process. </a:t>
            </a:r>
          </a:p>
          <a:p>
            <a:r>
              <a:rPr lang="en-US" dirty="0"/>
              <a:t>They are in yellow: if provided before the 15 of March</a:t>
            </a:r>
          </a:p>
          <a:p>
            <a:r>
              <a:rPr lang="en-US" dirty="0"/>
              <a:t>In the other color if provided after the 15 of March</a:t>
            </a:r>
          </a:p>
          <a:p>
            <a:r>
              <a:rPr lang="en-US" dirty="0"/>
              <a:t>In any case, in Reportnet 3, they will be automatically uploaded and you, as a country don’t need to report it again.</a:t>
            </a:r>
            <a:endParaRPr lang="en-DK" dirty="0"/>
          </a:p>
        </p:txBody>
      </p:sp>
      <p:sp>
        <p:nvSpPr>
          <p:cNvPr id="4" name="Slide Number Placeholder 3">
            <a:extLst>
              <a:ext uri="{FF2B5EF4-FFF2-40B4-BE49-F238E27FC236}">
                <a16:creationId xmlns:a16="http://schemas.microsoft.com/office/drawing/2014/main" id="{32DB7820-F4C0-A52F-5367-D39151BEF8F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0783294-E9FF-4F24-AF23-19B98F36DF0D}" type="slidenum">
              <a:rPr kumimoji="0" lang="en-DK"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DK"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20498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on RE needed on the NECPR :</a:t>
            </a:r>
          </a:p>
          <a:p>
            <a:pPr marL="171450" indent="-171450">
              <a:buFontTx/>
              <a:buChar char="-"/>
            </a:pPr>
            <a:r>
              <a:rPr lang="en-US" dirty="0"/>
              <a:t>6 tables includes data available at Eurostat</a:t>
            </a:r>
          </a:p>
          <a:p>
            <a:pPr marL="171450" indent="-171450">
              <a:buFontTx/>
              <a:buChar char="-"/>
            </a:pPr>
            <a:endParaRPr lang="en-DK" dirty="0"/>
          </a:p>
        </p:txBody>
      </p:sp>
      <p:sp>
        <p:nvSpPr>
          <p:cNvPr id="4" name="Slide Number Placeholder 3"/>
          <p:cNvSpPr>
            <a:spLocks noGrp="1"/>
          </p:cNvSpPr>
          <p:nvPr>
            <p:ph type="sldNum" sz="quarter" idx="5"/>
          </p:nvPr>
        </p:nvSpPr>
        <p:spPr/>
        <p:txBody>
          <a:bodyPr/>
          <a:lstStyle/>
          <a:p>
            <a:fld id="{E81BC6E5-9301-43B9-A908-14619FC78ED8}" type="slidenum">
              <a:rPr lang="en-DK" smtClean="0"/>
              <a:t>8</a:t>
            </a:fld>
            <a:endParaRPr lang="en-DK"/>
          </a:p>
        </p:txBody>
      </p:sp>
    </p:spTree>
    <p:extLst>
      <p:ext uri="{BB962C8B-B14F-4D97-AF65-F5344CB8AC3E}">
        <p14:creationId xmlns:p14="http://schemas.microsoft.com/office/powerpoint/2010/main" val="33939856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Eurostat – data are available through Share, the biomass questionnaire and the energy balance.</a:t>
            </a:r>
          </a:p>
          <a:p>
            <a:endParaRPr lang="en-DK" dirty="0"/>
          </a:p>
        </p:txBody>
      </p:sp>
      <p:sp>
        <p:nvSpPr>
          <p:cNvPr id="4" name="Slide Number Placeholder 3"/>
          <p:cNvSpPr>
            <a:spLocks noGrp="1"/>
          </p:cNvSpPr>
          <p:nvPr>
            <p:ph type="sldNum" sz="quarter" idx="5"/>
          </p:nvPr>
        </p:nvSpPr>
        <p:spPr/>
        <p:txBody>
          <a:bodyPr/>
          <a:lstStyle/>
          <a:p>
            <a:fld id="{E81BC6E5-9301-43B9-A908-14619FC78ED8}" type="slidenum">
              <a:rPr lang="en-DK" smtClean="0"/>
              <a:t>9</a:t>
            </a:fld>
            <a:endParaRPr lang="en-DK"/>
          </a:p>
        </p:txBody>
      </p:sp>
    </p:spTree>
    <p:extLst>
      <p:ext uri="{BB962C8B-B14F-4D97-AF65-F5344CB8AC3E}">
        <p14:creationId xmlns:p14="http://schemas.microsoft.com/office/powerpoint/2010/main" val="33044166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EE reporting, data related to PEC and FEC are available from the Eurostat Energy balance.</a:t>
            </a:r>
            <a:endParaRPr lang="en-DK" dirty="0"/>
          </a:p>
        </p:txBody>
      </p:sp>
      <p:sp>
        <p:nvSpPr>
          <p:cNvPr id="4" name="Slide Number Placeholder 3"/>
          <p:cNvSpPr>
            <a:spLocks noGrp="1"/>
          </p:cNvSpPr>
          <p:nvPr>
            <p:ph type="sldNum" sz="quarter" idx="5"/>
          </p:nvPr>
        </p:nvSpPr>
        <p:spPr/>
        <p:txBody>
          <a:bodyPr/>
          <a:lstStyle/>
          <a:p>
            <a:fld id="{E81BC6E5-9301-43B9-A908-14619FC78ED8}" type="slidenum">
              <a:rPr lang="en-DK" smtClean="0"/>
              <a:t>10</a:t>
            </a:fld>
            <a:endParaRPr lang="en-DK"/>
          </a:p>
        </p:txBody>
      </p:sp>
    </p:spTree>
    <p:extLst>
      <p:ext uri="{BB962C8B-B14F-4D97-AF65-F5344CB8AC3E}">
        <p14:creationId xmlns:p14="http://schemas.microsoft.com/office/powerpoint/2010/main" val="36250849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7F712A-6AC9-5D50-4FC3-D7EA1BFDC0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8480F5-ED2D-7909-0C19-84A60C8EF4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8B29DB-B6A3-00F6-01D5-7123491476AA}"/>
              </a:ext>
            </a:extLst>
          </p:cNvPr>
          <p:cNvSpPr>
            <a:spLocks noGrp="1"/>
          </p:cNvSpPr>
          <p:nvPr>
            <p:ph type="body" idx="1"/>
          </p:nvPr>
        </p:nvSpPr>
        <p:spPr/>
        <p:txBody>
          <a:bodyPr/>
          <a:lstStyle/>
          <a:p>
            <a:r>
              <a:rPr lang="en-US" dirty="0"/>
              <a:t>Take away</a:t>
            </a:r>
          </a:p>
          <a:p>
            <a:r>
              <a:rPr lang="en-US" dirty="0"/>
              <a:t>I leave the floor to Fernando to explain </a:t>
            </a:r>
          </a:p>
          <a:p>
            <a:r>
              <a:rPr lang="en-US" sz="1200" dirty="0">
                <a:latin typeface="Calibri" panose="020F0502020204030204" pitchFamily="34" charset="0"/>
                <a:cs typeface="Calibri" panose="020F0502020204030204" pitchFamily="34" charset="0"/>
              </a:rPr>
              <a:t>how, and in what context, Eurostat collects the relevant renewable energy statistics from the Energy Community Parties</a:t>
            </a:r>
            <a:endParaRPr lang="en-US" dirty="0"/>
          </a:p>
          <a:p>
            <a:endParaRPr lang="en-DK" dirty="0"/>
          </a:p>
        </p:txBody>
      </p:sp>
      <p:sp>
        <p:nvSpPr>
          <p:cNvPr id="4" name="Slide Number Placeholder 3">
            <a:extLst>
              <a:ext uri="{FF2B5EF4-FFF2-40B4-BE49-F238E27FC236}">
                <a16:creationId xmlns:a16="http://schemas.microsoft.com/office/drawing/2014/main" id="{C60626F7-5E4A-E2ED-4084-9202F60E8268}"/>
              </a:ext>
            </a:extLst>
          </p:cNvPr>
          <p:cNvSpPr>
            <a:spLocks noGrp="1"/>
          </p:cNvSpPr>
          <p:nvPr>
            <p:ph type="sldNum" sz="quarter" idx="5"/>
          </p:nvPr>
        </p:nvSpPr>
        <p:spPr/>
        <p:txBody>
          <a:bodyPr/>
          <a:lstStyle/>
          <a:p>
            <a:fld id="{E81BC6E5-9301-43B9-A908-14619FC78ED8}" type="slidenum">
              <a:rPr lang="en-DK" smtClean="0"/>
              <a:t>11</a:t>
            </a:fld>
            <a:endParaRPr lang="en-DK"/>
          </a:p>
        </p:txBody>
      </p:sp>
    </p:spTree>
    <p:extLst>
      <p:ext uri="{BB962C8B-B14F-4D97-AF65-F5344CB8AC3E}">
        <p14:creationId xmlns:p14="http://schemas.microsoft.com/office/powerpoint/2010/main" val="22784141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E62DD0-C5DC-88A2-8DD6-BA0FF7F23E7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DK"/>
          </a:p>
        </p:txBody>
      </p:sp>
      <p:sp>
        <p:nvSpPr>
          <p:cNvPr id="3" name="Subtitle 2">
            <a:extLst>
              <a:ext uri="{FF2B5EF4-FFF2-40B4-BE49-F238E27FC236}">
                <a16:creationId xmlns:a16="http://schemas.microsoft.com/office/drawing/2014/main" id="{F7170ECA-95A9-F96E-E451-5254D5A1E94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DK"/>
          </a:p>
        </p:txBody>
      </p:sp>
      <p:sp>
        <p:nvSpPr>
          <p:cNvPr id="4" name="Date Placeholder 3">
            <a:extLst>
              <a:ext uri="{FF2B5EF4-FFF2-40B4-BE49-F238E27FC236}">
                <a16:creationId xmlns:a16="http://schemas.microsoft.com/office/drawing/2014/main" id="{80FCFEB9-5D2A-126A-7FDB-82B033E4F4FA}"/>
              </a:ext>
            </a:extLst>
          </p:cNvPr>
          <p:cNvSpPr>
            <a:spLocks noGrp="1"/>
          </p:cNvSpPr>
          <p:nvPr>
            <p:ph type="dt" sz="half" idx="10"/>
          </p:nvPr>
        </p:nvSpPr>
        <p:spPr/>
        <p:txBody>
          <a:bodyPr/>
          <a:lstStyle/>
          <a:p>
            <a:endParaRPr lang="en-DK"/>
          </a:p>
        </p:txBody>
      </p:sp>
      <p:sp>
        <p:nvSpPr>
          <p:cNvPr id="5" name="Footer Placeholder 4">
            <a:extLst>
              <a:ext uri="{FF2B5EF4-FFF2-40B4-BE49-F238E27FC236}">
                <a16:creationId xmlns:a16="http://schemas.microsoft.com/office/drawing/2014/main" id="{16349648-3547-E4D7-A86E-A374DA45A98E}"/>
              </a:ext>
            </a:extLst>
          </p:cNvPr>
          <p:cNvSpPr>
            <a:spLocks noGrp="1"/>
          </p:cNvSpPr>
          <p:nvPr>
            <p:ph type="ftr" sz="quarter" idx="11"/>
          </p:nvPr>
        </p:nvSpPr>
        <p:spPr/>
        <p:txBody>
          <a:bodyPr/>
          <a:lstStyle/>
          <a:p>
            <a:endParaRPr lang="en-DK"/>
          </a:p>
        </p:txBody>
      </p:sp>
      <p:sp>
        <p:nvSpPr>
          <p:cNvPr id="6" name="Slide Number Placeholder 5">
            <a:extLst>
              <a:ext uri="{FF2B5EF4-FFF2-40B4-BE49-F238E27FC236}">
                <a16:creationId xmlns:a16="http://schemas.microsoft.com/office/drawing/2014/main" id="{604172E3-CAB0-8838-D225-F2275F2D0A04}"/>
              </a:ext>
            </a:extLst>
          </p:cNvPr>
          <p:cNvSpPr>
            <a:spLocks noGrp="1"/>
          </p:cNvSpPr>
          <p:nvPr>
            <p:ph type="sldNum" sz="quarter" idx="12"/>
          </p:nvPr>
        </p:nvSpPr>
        <p:spPr/>
        <p:txBody>
          <a:bodyPr/>
          <a:lstStyle/>
          <a:p>
            <a:fld id="{1A424DB6-78F0-4ADD-B66A-AFD80B81666A}" type="slidenum">
              <a:rPr lang="en-DK" smtClean="0"/>
              <a:t>‹#›</a:t>
            </a:fld>
            <a:endParaRPr lang="en-DK"/>
          </a:p>
        </p:txBody>
      </p:sp>
    </p:spTree>
    <p:extLst>
      <p:ext uri="{BB962C8B-B14F-4D97-AF65-F5344CB8AC3E}">
        <p14:creationId xmlns:p14="http://schemas.microsoft.com/office/powerpoint/2010/main" val="22449375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6084BE-BF78-E688-2ADE-976D17113B71}"/>
              </a:ext>
            </a:extLst>
          </p:cNvPr>
          <p:cNvSpPr>
            <a:spLocks noGrp="1"/>
          </p:cNvSpPr>
          <p:nvPr>
            <p:ph type="title"/>
          </p:nvPr>
        </p:nvSpPr>
        <p:spPr/>
        <p:txBody>
          <a:bodyPr/>
          <a:lstStyle/>
          <a:p>
            <a:r>
              <a:rPr lang="en-US"/>
              <a:t>Click to edit Master title style</a:t>
            </a:r>
            <a:endParaRPr lang="en-DK"/>
          </a:p>
        </p:txBody>
      </p:sp>
      <p:sp>
        <p:nvSpPr>
          <p:cNvPr id="3" name="Content Placeholder 2">
            <a:extLst>
              <a:ext uri="{FF2B5EF4-FFF2-40B4-BE49-F238E27FC236}">
                <a16:creationId xmlns:a16="http://schemas.microsoft.com/office/drawing/2014/main" id="{3366D5A3-1B7F-420A-AFD5-3CBB324A857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
        <p:nvSpPr>
          <p:cNvPr id="4" name="Date Placeholder 3">
            <a:extLst>
              <a:ext uri="{FF2B5EF4-FFF2-40B4-BE49-F238E27FC236}">
                <a16:creationId xmlns:a16="http://schemas.microsoft.com/office/drawing/2014/main" id="{C68C310F-C70E-D8A3-2D2A-818D34128FCB}"/>
              </a:ext>
            </a:extLst>
          </p:cNvPr>
          <p:cNvSpPr>
            <a:spLocks noGrp="1"/>
          </p:cNvSpPr>
          <p:nvPr>
            <p:ph type="dt" sz="half" idx="10"/>
          </p:nvPr>
        </p:nvSpPr>
        <p:spPr/>
        <p:txBody>
          <a:bodyPr/>
          <a:lstStyle/>
          <a:p>
            <a:endParaRPr lang="en-DK"/>
          </a:p>
        </p:txBody>
      </p:sp>
      <p:sp>
        <p:nvSpPr>
          <p:cNvPr id="5" name="Footer Placeholder 4">
            <a:extLst>
              <a:ext uri="{FF2B5EF4-FFF2-40B4-BE49-F238E27FC236}">
                <a16:creationId xmlns:a16="http://schemas.microsoft.com/office/drawing/2014/main" id="{9F02C333-E84B-6B06-A054-7713E26E02EA}"/>
              </a:ext>
            </a:extLst>
          </p:cNvPr>
          <p:cNvSpPr>
            <a:spLocks noGrp="1"/>
          </p:cNvSpPr>
          <p:nvPr>
            <p:ph type="ftr" sz="quarter" idx="11"/>
          </p:nvPr>
        </p:nvSpPr>
        <p:spPr/>
        <p:txBody>
          <a:bodyPr/>
          <a:lstStyle/>
          <a:p>
            <a:endParaRPr lang="en-DK"/>
          </a:p>
        </p:txBody>
      </p:sp>
      <p:sp>
        <p:nvSpPr>
          <p:cNvPr id="6" name="Slide Number Placeholder 5">
            <a:extLst>
              <a:ext uri="{FF2B5EF4-FFF2-40B4-BE49-F238E27FC236}">
                <a16:creationId xmlns:a16="http://schemas.microsoft.com/office/drawing/2014/main" id="{78A16DF8-2601-7934-0A30-001684A569AD}"/>
              </a:ext>
            </a:extLst>
          </p:cNvPr>
          <p:cNvSpPr>
            <a:spLocks noGrp="1"/>
          </p:cNvSpPr>
          <p:nvPr>
            <p:ph type="sldNum" sz="quarter" idx="12"/>
          </p:nvPr>
        </p:nvSpPr>
        <p:spPr/>
        <p:txBody>
          <a:bodyPr/>
          <a:lstStyle/>
          <a:p>
            <a:fld id="{1A424DB6-78F0-4ADD-B66A-AFD80B81666A}" type="slidenum">
              <a:rPr lang="en-DK" smtClean="0"/>
              <a:t>‹#›</a:t>
            </a:fld>
            <a:endParaRPr lang="en-DK"/>
          </a:p>
        </p:txBody>
      </p:sp>
    </p:spTree>
    <p:extLst>
      <p:ext uri="{BB962C8B-B14F-4D97-AF65-F5344CB8AC3E}">
        <p14:creationId xmlns:p14="http://schemas.microsoft.com/office/powerpoint/2010/main" val="2630294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D5106-A24B-8D43-28F2-03B7D02D22E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DK"/>
          </a:p>
        </p:txBody>
      </p:sp>
      <p:sp>
        <p:nvSpPr>
          <p:cNvPr id="3" name="Text Placeholder 2">
            <a:extLst>
              <a:ext uri="{FF2B5EF4-FFF2-40B4-BE49-F238E27FC236}">
                <a16:creationId xmlns:a16="http://schemas.microsoft.com/office/drawing/2014/main" id="{041F93D2-B2A6-DABC-6B2E-809A8EDD992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71CD7AB-B6EB-573C-0F38-C85171B6D5C3}"/>
              </a:ext>
            </a:extLst>
          </p:cNvPr>
          <p:cNvSpPr>
            <a:spLocks noGrp="1"/>
          </p:cNvSpPr>
          <p:nvPr>
            <p:ph type="dt" sz="half" idx="10"/>
          </p:nvPr>
        </p:nvSpPr>
        <p:spPr/>
        <p:txBody>
          <a:bodyPr/>
          <a:lstStyle/>
          <a:p>
            <a:endParaRPr lang="en-DK"/>
          </a:p>
        </p:txBody>
      </p:sp>
      <p:sp>
        <p:nvSpPr>
          <p:cNvPr id="5" name="Footer Placeholder 4">
            <a:extLst>
              <a:ext uri="{FF2B5EF4-FFF2-40B4-BE49-F238E27FC236}">
                <a16:creationId xmlns:a16="http://schemas.microsoft.com/office/drawing/2014/main" id="{21E90584-4652-0A9E-14B8-9EDD0018DD4D}"/>
              </a:ext>
            </a:extLst>
          </p:cNvPr>
          <p:cNvSpPr>
            <a:spLocks noGrp="1"/>
          </p:cNvSpPr>
          <p:nvPr>
            <p:ph type="ftr" sz="quarter" idx="11"/>
          </p:nvPr>
        </p:nvSpPr>
        <p:spPr/>
        <p:txBody>
          <a:bodyPr/>
          <a:lstStyle/>
          <a:p>
            <a:endParaRPr lang="en-DK"/>
          </a:p>
        </p:txBody>
      </p:sp>
      <p:sp>
        <p:nvSpPr>
          <p:cNvPr id="6" name="Slide Number Placeholder 5">
            <a:extLst>
              <a:ext uri="{FF2B5EF4-FFF2-40B4-BE49-F238E27FC236}">
                <a16:creationId xmlns:a16="http://schemas.microsoft.com/office/drawing/2014/main" id="{1948C05A-CE98-3517-CC06-8F41AD00A21D}"/>
              </a:ext>
            </a:extLst>
          </p:cNvPr>
          <p:cNvSpPr>
            <a:spLocks noGrp="1"/>
          </p:cNvSpPr>
          <p:nvPr>
            <p:ph type="sldNum" sz="quarter" idx="12"/>
          </p:nvPr>
        </p:nvSpPr>
        <p:spPr/>
        <p:txBody>
          <a:bodyPr/>
          <a:lstStyle/>
          <a:p>
            <a:fld id="{1A424DB6-78F0-4ADD-B66A-AFD80B81666A}" type="slidenum">
              <a:rPr lang="en-DK" smtClean="0"/>
              <a:t>‹#›</a:t>
            </a:fld>
            <a:endParaRPr lang="en-DK"/>
          </a:p>
        </p:txBody>
      </p:sp>
    </p:spTree>
    <p:extLst>
      <p:ext uri="{BB962C8B-B14F-4D97-AF65-F5344CB8AC3E}">
        <p14:creationId xmlns:p14="http://schemas.microsoft.com/office/powerpoint/2010/main" val="39388382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03BCF-D6D3-034C-D858-790B8405412E}"/>
              </a:ext>
            </a:extLst>
          </p:cNvPr>
          <p:cNvSpPr>
            <a:spLocks noGrp="1"/>
          </p:cNvSpPr>
          <p:nvPr>
            <p:ph type="title"/>
          </p:nvPr>
        </p:nvSpPr>
        <p:spPr/>
        <p:txBody>
          <a:bodyPr/>
          <a:lstStyle/>
          <a:p>
            <a:r>
              <a:rPr lang="en-US"/>
              <a:t>Click to edit Master title style</a:t>
            </a:r>
            <a:endParaRPr lang="en-DK"/>
          </a:p>
        </p:txBody>
      </p:sp>
      <p:sp>
        <p:nvSpPr>
          <p:cNvPr id="3" name="Content Placeholder 2">
            <a:extLst>
              <a:ext uri="{FF2B5EF4-FFF2-40B4-BE49-F238E27FC236}">
                <a16:creationId xmlns:a16="http://schemas.microsoft.com/office/drawing/2014/main" id="{B6B0ACCB-AB5D-3F5C-1029-82DCD53309A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
        <p:nvSpPr>
          <p:cNvPr id="4" name="Content Placeholder 3">
            <a:extLst>
              <a:ext uri="{FF2B5EF4-FFF2-40B4-BE49-F238E27FC236}">
                <a16:creationId xmlns:a16="http://schemas.microsoft.com/office/drawing/2014/main" id="{6FBDE309-68A2-F95D-996D-79949919722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
        <p:nvSpPr>
          <p:cNvPr id="5" name="Date Placeholder 4">
            <a:extLst>
              <a:ext uri="{FF2B5EF4-FFF2-40B4-BE49-F238E27FC236}">
                <a16:creationId xmlns:a16="http://schemas.microsoft.com/office/drawing/2014/main" id="{02F97CA6-DA7A-014D-8EC1-7E4C4491110F}"/>
              </a:ext>
            </a:extLst>
          </p:cNvPr>
          <p:cNvSpPr>
            <a:spLocks noGrp="1"/>
          </p:cNvSpPr>
          <p:nvPr>
            <p:ph type="dt" sz="half" idx="10"/>
          </p:nvPr>
        </p:nvSpPr>
        <p:spPr/>
        <p:txBody>
          <a:bodyPr/>
          <a:lstStyle/>
          <a:p>
            <a:endParaRPr lang="en-DK"/>
          </a:p>
        </p:txBody>
      </p:sp>
      <p:sp>
        <p:nvSpPr>
          <p:cNvPr id="6" name="Footer Placeholder 5">
            <a:extLst>
              <a:ext uri="{FF2B5EF4-FFF2-40B4-BE49-F238E27FC236}">
                <a16:creationId xmlns:a16="http://schemas.microsoft.com/office/drawing/2014/main" id="{36FB7E1D-0AEF-0AF5-918B-DC0BF858DB26}"/>
              </a:ext>
            </a:extLst>
          </p:cNvPr>
          <p:cNvSpPr>
            <a:spLocks noGrp="1"/>
          </p:cNvSpPr>
          <p:nvPr>
            <p:ph type="ftr" sz="quarter" idx="11"/>
          </p:nvPr>
        </p:nvSpPr>
        <p:spPr/>
        <p:txBody>
          <a:bodyPr/>
          <a:lstStyle/>
          <a:p>
            <a:endParaRPr lang="en-DK"/>
          </a:p>
        </p:txBody>
      </p:sp>
      <p:sp>
        <p:nvSpPr>
          <p:cNvPr id="7" name="Slide Number Placeholder 6">
            <a:extLst>
              <a:ext uri="{FF2B5EF4-FFF2-40B4-BE49-F238E27FC236}">
                <a16:creationId xmlns:a16="http://schemas.microsoft.com/office/drawing/2014/main" id="{09E5BF64-0071-370B-4095-F7AADD06A73A}"/>
              </a:ext>
            </a:extLst>
          </p:cNvPr>
          <p:cNvSpPr>
            <a:spLocks noGrp="1"/>
          </p:cNvSpPr>
          <p:nvPr>
            <p:ph type="sldNum" sz="quarter" idx="12"/>
          </p:nvPr>
        </p:nvSpPr>
        <p:spPr/>
        <p:txBody>
          <a:bodyPr/>
          <a:lstStyle/>
          <a:p>
            <a:fld id="{1A424DB6-78F0-4ADD-B66A-AFD80B81666A}" type="slidenum">
              <a:rPr lang="en-DK" smtClean="0"/>
              <a:t>‹#›</a:t>
            </a:fld>
            <a:endParaRPr lang="en-DK"/>
          </a:p>
        </p:txBody>
      </p:sp>
    </p:spTree>
    <p:extLst>
      <p:ext uri="{BB962C8B-B14F-4D97-AF65-F5344CB8AC3E}">
        <p14:creationId xmlns:p14="http://schemas.microsoft.com/office/powerpoint/2010/main" val="17417377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6B3CD7-8C5E-55F6-5B9D-044CEEF08182}"/>
              </a:ext>
            </a:extLst>
          </p:cNvPr>
          <p:cNvSpPr>
            <a:spLocks noGrp="1"/>
          </p:cNvSpPr>
          <p:nvPr>
            <p:ph type="title"/>
          </p:nvPr>
        </p:nvSpPr>
        <p:spPr>
          <a:xfrm>
            <a:off x="839788" y="365125"/>
            <a:ext cx="10515600" cy="1325563"/>
          </a:xfrm>
        </p:spPr>
        <p:txBody>
          <a:bodyPr/>
          <a:lstStyle/>
          <a:p>
            <a:r>
              <a:rPr lang="en-US"/>
              <a:t>Click to edit Master title style</a:t>
            </a:r>
            <a:endParaRPr lang="en-DK"/>
          </a:p>
        </p:txBody>
      </p:sp>
      <p:sp>
        <p:nvSpPr>
          <p:cNvPr id="3" name="Text Placeholder 2">
            <a:extLst>
              <a:ext uri="{FF2B5EF4-FFF2-40B4-BE49-F238E27FC236}">
                <a16:creationId xmlns:a16="http://schemas.microsoft.com/office/drawing/2014/main" id="{C229BD58-E342-E82A-47AB-B5BB210888B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90E5085-8F9D-63E5-2971-AB6B9DB81D1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
        <p:nvSpPr>
          <p:cNvPr id="5" name="Text Placeholder 4">
            <a:extLst>
              <a:ext uri="{FF2B5EF4-FFF2-40B4-BE49-F238E27FC236}">
                <a16:creationId xmlns:a16="http://schemas.microsoft.com/office/drawing/2014/main" id="{02C513AD-10A2-D41F-2653-BE68AB722AC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398C68D-B2FB-5B1D-A44B-D1ED2D69D44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
        <p:nvSpPr>
          <p:cNvPr id="7" name="Date Placeholder 6">
            <a:extLst>
              <a:ext uri="{FF2B5EF4-FFF2-40B4-BE49-F238E27FC236}">
                <a16:creationId xmlns:a16="http://schemas.microsoft.com/office/drawing/2014/main" id="{A32F890A-1DD5-FD31-737E-45F287229A69}"/>
              </a:ext>
            </a:extLst>
          </p:cNvPr>
          <p:cNvSpPr>
            <a:spLocks noGrp="1"/>
          </p:cNvSpPr>
          <p:nvPr>
            <p:ph type="dt" sz="half" idx="10"/>
          </p:nvPr>
        </p:nvSpPr>
        <p:spPr/>
        <p:txBody>
          <a:bodyPr/>
          <a:lstStyle/>
          <a:p>
            <a:endParaRPr lang="en-DK"/>
          </a:p>
        </p:txBody>
      </p:sp>
      <p:sp>
        <p:nvSpPr>
          <p:cNvPr id="8" name="Footer Placeholder 7">
            <a:extLst>
              <a:ext uri="{FF2B5EF4-FFF2-40B4-BE49-F238E27FC236}">
                <a16:creationId xmlns:a16="http://schemas.microsoft.com/office/drawing/2014/main" id="{915FBE75-074B-8C4F-044A-AAADE1E523CF}"/>
              </a:ext>
            </a:extLst>
          </p:cNvPr>
          <p:cNvSpPr>
            <a:spLocks noGrp="1"/>
          </p:cNvSpPr>
          <p:nvPr>
            <p:ph type="ftr" sz="quarter" idx="11"/>
          </p:nvPr>
        </p:nvSpPr>
        <p:spPr/>
        <p:txBody>
          <a:bodyPr/>
          <a:lstStyle/>
          <a:p>
            <a:endParaRPr lang="en-DK"/>
          </a:p>
        </p:txBody>
      </p:sp>
      <p:sp>
        <p:nvSpPr>
          <p:cNvPr id="9" name="Slide Number Placeholder 8">
            <a:extLst>
              <a:ext uri="{FF2B5EF4-FFF2-40B4-BE49-F238E27FC236}">
                <a16:creationId xmlns:a16="http://schemas.microsoft.com/office/drawing/2014/main" id="{FA8E1DE9-148C-585A-EB49-6397C95AD1A5}"/>
              </a:ext>
            </a:extLst>
          </p:cNvPr>
          <p:cNvSpPr>
            <a:spLocks noGrp="1"/>
          </p:cNvSpPr>
          <p:nvPr>
            <p:ph type="sldNum" sz="quarter" idx="12"/>
          </p:nvPr>
        </p:nvSpPr>
        <p:spPr/>
        <p:txBody>
          <a:bodyPr/>
          <a:lstStyle/>
          <a:p>
            <a:fld id="{1A424DB6-78F0-4ADD-B66A-AFD80B81666A}" type="slidenum">
              <a:rPr lang="en-DK" smtClean="0"/>
              <a:t>‹#›</a:t>
            </a:fld>
            <a:endParaRPr lang="en-DK"/>
          </a:p>
        </p:txBody>
      </p:sp>
    </p:spTree>
    <p:extLst>
      <p:ext uri="{BB962C8B-B14F-4D97-AF65-F5344CB8AC3E}">
        <p14:creationId xmlns:p14="http://schemas.microsoft.com/office/powerpoint/2010/main" val="28986827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47D930-0A4F-EBBE-73CF-B0EDA15160AD}"/>
              </a:ext>
            </a:extLst>
          </p:cNvPr>
          <p:cNvSpPr>
            <a:spLocks noGrp="1"/>
          </p:cNvSpPr>
          <p:nvPr>
            <p:ph type="title"/>
          </p:nvPr>
        </p:nvSpPr>
        <p:spPr/>
        <p:txBody>
          <a:bodyPr/>
          <a:lstStyle/>
          <a:p>
            <a:r>
              <a:rPr lang="en-US"/>
              <a:t>Click to edit Master title style</a:t>
            </a:r>
            <a:endParaRPr lang="en-DK"/>
          </a:p>
        </p:txBody>
      </p:sp>
      <p:sp>
        <p:nvSpPr>
          <p:cNvPr id="3" name="Date Placeholder 2">
            <a:extLst>
              <a:ext uri="{FF2B5EF4-FFF2-40B4-BE49-F238E27FC236}">
                <a16:creationId xmlns:a16="http://schemas.microsoft.com/office/drawing/2014/main" id="{EAD1E07D-308F-9879-B709-3123A28C67B1}"/>
              </a:ext>
            </a:extLst>
          </p:cNvPr>
          <p:cNvSpPr>
            <a:spLocks noGrp="1"/>
          </p:cNvSpPr>
          <p:nvPr>
            <p:ph type="dt" sz="half" idx="10"/>
          </p:nvPr>
        </p:nvSpPr>
        <p:spPr/>
        <p:txBody>
          <a:bodyPr/>
          <a:lstStyle/>
          <a:p>
            <a:endParaRPr lang="en-DK"/>
          </a:p>
        </p:txBody>
      </p:sp>
      <p:sp>
        <p:nvSpPr>
          <p:cNvPr id="4" name="Footer Placeholder 3">
            <a:extLst>
              <a:ext uri="{FF2B5EF4-FFF2-40B4-BE49-F238E27FC236}">
                <a16:creationId xmlns:a16="http://schemas.microsoft.com/office/drawing/2014/main" id="{59EBEFA7-FC3B-64F8-96AA-626865748973}"/>
              </a:ext>
            </a:extLst>
          </p:cNvPr>
          <p:cNvSpPr>
            <a:spLocks noGrp="1"/>
          </p:cNvSpPr>
          <p:nvPr>
            <p:ph type="ftr" sz="quarter" idx="11"/>
          </p:nvPr>
        </p:nvSpPr>
        <p:spPr/>
        <p:txBody>
          <a:bodyPr/>
          <a:lstStyle/>
          <a:p>
            <a:endParaRPr lang="en-DK"/>
          </a:p>
        </p:txBody>
      </p:sp>
      <p:sp>
        <p:nvSpPr>
          <p:cNvPr id="5" name="Slide Number Placeholder 4">
            <a:extLst>
              <a:ext uri="{FF2B5EF4-FFF2-40B4-BE49-F238E27FC236}">
                <a16:creationId xmlns:a16="http://schemas.microsoft.com/office/drawing/2014/main" id="{71212795-682B-7938-FE47-679AFD2B1EBF}"/>
              </a:ext>
            </a:extLst>
          </p:cNvPr>
          <p:cNvSpPr>
            <a:spLocks noGrp="1"/>
          </p:cNvSpPr>
          <p:nvPr>
            <p:ph type="sldNum" sz="quarter" idx="12"/>
          </p:nvPr>
        </p:nvSpPr>
        <p:spPr/>
        <p:txBody>
          <a:bodyPr/>
          <a:lstStyle/>
          <a:p>
            <a:fld id="{1A424DB6-78F0-4ADD-B66A-AFD80B81666A}" type="slidenum">
              <a:rPr lang="en-DK" smtClean="0"/>
              <a:t>‹#›</a:t>
            </a:fld>
            <a:endParaRPr lang="en-DK"/>
          </a:p>
        </p:txBody>
      </p:sp>
    </p:spTree>
    <p:extLst>
      <p:ext uri="{BB962C8B-B14F-4D97-AF65-F5344CB8AC3E}">
        <p14:creationId xmlns:p14="http://schemas.microsoft.com/office/powerpoint/2010/main" val="28097668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D4D9487-B30E-7D18-2DFB-D100FD28B97E}"/>
              </a:ext>
            </a:extLst>
          </p:cNvPr>
          <p:cNvSpPr>
            <a:spLocks noGrp="1"/>
          </p:cNvSpPr>
          <p:nvPr>
            <p:ph type="dt" sz="half" idx="10"/>
          </p:nvPr>
        </p:nvSpPr>
        <p:spPr/>
        <p:txBody>
          <a:bodyPr/>
          <a:lstStyle/>
          <a:p>
            <a:endParaRPr lang="en-DK"/>
          </a:p>
        </p:txBody>
      </p:sp>
      <p:sp>
        <p:nvSpPr>
          <p:cNvPr id="3" name="Footer Placeholder 2">
            <a:extLst>
              <a:ext uri="{FF2B5EF4-FFF2-40B4-BE49-F238E27FC236}">
                <a16:creationId xmlns:a16="http://schemas.microsoft.com/office/drawing/2014/main" id="{EA6E9AD3-C86D-BD60-91F4-742654C19C7C}"/>
              </a:ext>
            </a:extLst>
          </p:cNvPr>
          <p:cNvSpPr>
            <a:spLocks noGrp="1"/>
          </p:cNvSpPr>
          <p:nvPr>
            <p:ph type="ftr" sz="quarter" idx="11"/>
          </p:nvPr>
        </p:nvSpPr>
        <p:spPr/>
        <p:txBody>
          <a:bodyPr/>
          <a:lstStyle/>
          <a:p>
            <a:endParaRPr lang="en-DK"/>
          </a:p>
        </p:txBody>
      </p:sp>
      <p:sp>
        <p:nvSpPr>
          <p:cNvPr id="4" name="Slide Number Placeholder 3">
            <a:extLst>
              <a:ext uri="{FF2B5EF4-FFF2-40B4-BE49-F238E27FC236}">
                <a16:creationId xmlns:a16="http://schemas.microsoft.com/office/drawing/2014/main" id="{235E71EF-A352-E7AA-CED6-88CCC78B9B09}"/>
              </a:ext>
            </a:extLst>
          </p:cNvPr>
          <p:cNvSpPr>
            <a:spLocks noGrp="1"/>
          </p:cNvSpPr>
          <p:nvPr>
            <p:ph type="sldNum" sz="quarter" idx="12"/>
          </p:nvPr>
        </p:nvSpPr>
        <p:spPr/>
        <p:txBody>
          <a:bodyPr/>
          <a:lstStyle/>
          <a:p>
            <a:fld id="{1A424DB6-78F0-4ADD-B66A-AFD80B81666A}" type="slidenum">
              <a:rPr lang="en-DK" smtClean="0"/>
              <a:t>‹#›</a:t>
            </a:fld>
            <a:endParaRPr lang="en-DK"/>
          </a:p>
        </p:txBody>
      </p:sp>
    </p:spTree>
    <p:extLst>
      <p:ext uri="{BB962C8B-B14F-4D97-AF65-F5344CB8AC3E}">
        <p14:creationId xmlns:p14="http://schemas.microsoft.com/office/powerpoint/2010/main" val="17352963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243841-BFD5-2BB8-7ED7-73C6530ACE4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DK"/>
          </a:p>
        </p:txBody>
      </p:sp>
      <p:sp>
        <p:nvSpPr>
          <p:cNvPr id="3" name="Content Placeholder 2">
            <a:extLst>
              <a:ext uri="{FF2B5EF4-FFF2-40B4-BE49-F238E27FC236}">
                <a16:creationId xmlns:a16="http://schemas.microsoft.com/office/drawing/2014/main" id="{75CA06AF-411A-677F-A5AD-D420B480118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
        <p:nvSpPr>
          <p:cNvPr id="4" name="Text Placeholder 3">
            <a:extLst>
              <a:ext uri="{FF2B5EF4-FFF2-40B4-BE49-F238E27FC236}">
                <a16:creationId xmlns:a16="http://schemas.microsoft.com/office/drawing/2014/main" id="{2FB69A09-87A4-54F7-24DD-9D4AF7C897B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32864E5-595F-27B7-9FF6-169C48C8A692}"/>
              </a:ext>
            </a:extLst>
          </p:cNvPr>
          <p:cNvSpPr>
            <a:spLocks noGrp="1"/>
          </p:cNvSpPr>
          <p:nvPr>
            <p:ph type="dt" sz="half" idx="10"/>
          </p:nvPr>
        </p:nvSpPr>
        <p:spPr/>
        <p:txBody>
          <a:bodyPr/>
          <a:lstStyle/>
          <a:p>
            <a:endParaRPr lang="en-DK"/>
          </a:p>
        </p:txBody>
      </p:sp>
      <p:sp>
        <p:nvSpPr>
          <p:cNvPr id="6" name="Footer Placeholder 5">
            <a:extLst>
              <a:ext uri="{FF2B5EF4-FFF2-40B4-BE49-F238E27FC236}">
                <a16:creationId xmlns:a16="http://schemas.microsoft.com/office/drawing/2014/main" id="{FBB46663-CEC3-0C08-C8D2-8ECE4D1E9D85}"/>
              </a:ext>
            </a:extLst>
          </p:cNvPr>
          <p:cNvSpPr>
            <a:spLocks noGrp="1"/>
          </p:cNvSpPr>
          <p:nvPr>
            <p:ph type="ftr" sz="quarter" idx="11"/>
          </p:nvPr>
        </p:nvSpPr>
        <p:spPr/>
        <p:txBody>
          <a:bodyPr/>
          <a:lstStyle/>
          <a:p>
            <a:endParaRPr lang="en-DK"/>
          </a:p>
        </p:txBody>
      </p:sp>
      <p:sp>
        <p:nvSpPr>
          <p:cNvPr id="7" name="Slide Number Placeholder 6">
            <a:extLst>
              <a:ext uri="{FF2B5EF4-FFF2-40B4-BE49-F238E27FC236}">
                <a16:creationId xmlns:a16="http://schemas.microsoft.com/office/drawing/2014/main" id="{BB29CED0-AD28-7067-F54B-8019EF035183}"/>
              </a:ext>
            </a:extLst>
          </p:cNvPr>
          <p:cNvSpPr>
            <a:spLocks noGrp="1"/>
          </p:cNvSpPr>
          <p:nvPr>
            <p:ph type="sldNum" sz="quarter" idx="12"/>
          </p:nvPr>
        </p:nvSpPr>
        <p:spPr/>
        <p:txBody>
          <a:bodyPr/>
          <a:lstStyle/>
          <a:p>
            <a:fld id="{1A424DB6-78F0-4ADD-B66A-AFD80B81666A}" type="slidenum">
              <a:rPr lang="en-DK" smtClean="0"/>
              <a:t>‹#›</a:t>
            </a:fld>
            <a:endParaRPr lang="en-DK"/>
          </a:p>
        </p:txBody>
      </p:sp>
    </p:spTree>
    <p:extLst>
      <p:ext uri="{BB962C8B-B14F-4D97-AF65-F5344CB8AC3E}">
        <p14:creationId xmlns:p14="http://schemas.microsoft.com/office/powerpoint/2010/main" val="36607020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7F16CA-A3FA-914B-3AC4-7907E487ECC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DK"/>
          </a:p>
        </p:txBody>
      </p:sp>
      <p:sp>
        <p:nvSpPr>
          <p:cNvPr id="3" name="Picture Placeholder 2">
            <a:extLst>
              <a:ext uri="{FF2B5EF4-FFF2-40B4-BE49-F238E27FC236}">
                <a16:creationId xmlns:a16="http://schemas.microsoft.com/office/drawing/2014/main" id="{6DF6CA86-E853-3A23-E029-FBEA5202576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DK"/>
          </a:p>
        </p:txBody>
      </p:sp>
      <p:sp>
        <p:nvSpPr>
          <p:cNvPr id="4" name="Text Placeholder 3">
            <a:extLst>
              <a:ext uri="{FF2B5EF4-FFF2-40B4-BE49-F238E27FC236}">
                <a16:creationId xmlns:a16="http://schemas.microsoft.com/office/drawing/2014/main" id="{8EDE6E34-CCCB-44F1-740A-5270712E99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E489F9-3489-F20C-347E-900CB7510691}"/>
              </a:ext>
            </a:extLst>
          </p:cNvPr>
          <p:cNvSpPr>
            <a:spLocks noGrp="1"/>
          </p:cNvSpPr>
          <p:nvPr>
            <p:ph type="dt" sz="half" idx="10"/>
          </p:nvPr>
        </p:nvSpPr>
        <p:spPr/>
        <p:txBody>
          <a:bodyPr/>
          <a:lstStyle/>
          <a:p>
            <a:endParaRPr lang="en-DK"/>
          </a:p>
        </p:txBody>
      </p:sp>
      <p:sp>
        <p:nvSpPr>
          <p:cNvPr id="6" name="Footer Placeholder 5">
            <a:extLst>
              <a:ext uri="{FF2B5EF4-FFF2-40B4-BE49-F238E27FC236}">
                <a16:creationId xmlns:a16="http://schemas.microsoft.com/office/drawing/2014/main" id="{B2A5D9C3-3DD0-7C49-7C68-3ED4C6FBC6E7}"/>
              </a:ext>
            </a:extLst>
          </p:cNvPr>
          <p:cNvSpPr>
            <a:spLocks noGrp="1"/>
          </p:cNvSpPr>
          <p:nvPr>
            <p:ph type="ftr" sz="quarter" idx="11"/>
          </p:nvPr>
        </p:nvSpPr>
        <p:spPr/>
        <p:txBody>
          <a:bodyPr/>
          <a:lstStyle/>
          <a:p>
            <a:endParaRPr lang="en-DK"/>
          </a:p>
        </p:txBody>
      </p:sp>
      <p:sp>
        <p:nvSpPr>
          <p:cNvPr id="7" name="Slide Number Placeholder 6">
            <a:extLst>
              <a:ext uri="{FF2B5EF4-FFF2-40B4-BE49-F238E27FC236}">
                <a16:creationId xmlns:a16="http://schemas.microsoft.com/office/drawing/2014/main" id="{33B25455-DB6C-FB3F-323F-42C0B2114B9A}"/>
              </a:ext>
            </a:extLst>
          </p:cNvPr>
          <p:cNvSpPr>
            <a:spLocks noGrp="1"/>
          </p:cNvSpPr>
          <p:nvPr>
            <p:ph type="sldNum" sz="quarter" idx="12"/>
          </p:nvPr>
        </p:nvSpPr>
        <p:spPr/>
        <p:txBody>
          <a:bodyPr/>
          <a:lstStyle/>
          <a:p>
            <a:fld id="{1A424DB6-78F0-4ADD-B66A-AFD80B81666A}" type="slidenum">
              <a:rPr lang="en-DK" smtClean="0"/>
              <a:t>‹#›</a:t>
            </a:fld>
            <a:endParaRPr lang="en-DK"/>
          </a:p>
        </p:txBody>
      </p:sp>
    </p:spTree>
    <p:extLst>
      <p:ext uri="{BB962C8B-B14F-4D97-AF65-F5344CB8AC3E}">
        <p14:creationId xmlns:p14="http://schemas.microsoft.com/office/powerpoint/2010/main" val="19456753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B00178-9067-A5F1-B47F-62C9B0C74319}"/>
              </a:ext>
            </a:extLst>
          </p:cNvPr>
          <p:cNvSpPr>
            <a:spLocks noGrp="1"/>
          </p:cNvSpPr>
          <p:nvPr>
            <p:ph type="title"/>
          </p:nvPr>
        </p:nvSpPr>
        <p:spPr/>
        <p:txBody>
          <a:bodyPr/>
          <a:lstStyle/>
          <a:p>
            <a:r>
              <a:rPr lang="en-US"/>
              <a:t>Click to edit Master title style</a:t>
            </a:r>
            <a:endParaRPr lang="en-DK"/>
          </a:p>
        </p:txBody>
      </p:sp>
      <p:sp>
        <p:nvSpPr>
          <p:cNvPr id="3" name="Vertical Text Placeholder 2">
            <a:extLst>
              <a:ext uri="{FF2B5EF4-FFF2-40B4-BE49-F238E27FC236}">
                <a16:creationId xmlns:a16="http://schemas.microsoft.com/office/drawing/2014/main" id="{C4AF1BF6-F4C2-12AE-D62E-8EC6821B37D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
        <p:nvSpPr>
          <p:cNvPr id="4" name="Date Placeholder 3">
            <a:extLst>
              <a:ext uri="{FF2B5EF4-FFF2-40B4-BE49-F238E27FC236}">
                <a16:creationId xmlns:a16="http://schemas.microsoft.com/office/drawing/2014/main" id="{093217D2-7AC3-94EF-D8DF-67D4BDB77261}"/>
              </a:ext>
            </a:extLst>
          </p:cNvPr>
          <p:cNvSpPr>
            <a:spLocks noGrp="1"/>
          </p:cNvSpPr>
          <p:nvPr>
            <p:ph type="dt" sz="half" idx="10"/>
          </p:nvPr>
        </p:nvSpPr>
        <p:spPr/>
        <p:txBody>
          <a:bodyPr/>
          <a:lstStyle/>
          <a:p>
            <a:endParaRPr lang="en-DK"/>
          </a:p>
        </p:txBody>
      </p:sp>
      <p:sp>
        <p:nvSpPr>
          <p:cNvPr id="5" name="Footer Placeholder 4">
            <a:extLst>
              <a:ext uri="{FF2B5EF4-FFF2-40B4-BE49-F238E27FC236}">
                <a16:creationId xmlns:a16="http://schemas.microsoft.com/office/drawing/2014/main" id="{E58EF233-BAA0-CEDD-4DED-BC4815E9F194}"/>
              </a:ext>
            </a:extLst>
          </p:cNvPr>
          <p:cNvSpPr>
            <a:spLocks noGrp="1"/>
          </p:cNvSpPr>
          <p:nvPr>
            <p:ph type="ftr" sz="quarter" idx="11"/>
          </p:nvPr>
        </p:nvSpPr>
        <p:spPr/>
        <p:txBody>
          <a:bodyPr/>
          <a:lstStyle/>
          <a:p>
            <a:endParaRPr lang="en-DK"/>
          </a:p>
        </p:txBody>
      </p:sp>
      <p:sp>
        <p:nvSpPr>
          <p:cNvPr id="6" name="Slide Number Placeholder 5">
            <a:extLst>
              <a:ext uri="{FF2B5EF4-FFF2-40B4-BE49-F238E27FC236}">
                <a16:creationId xmlns:a16="http://schemas.microsoft.com/office/drawing/2014/main" id="{BD339179-A308-372A-A01B-AF2503F8CC9E}"/>
              </a:ext>
            </a:extLst>
          </p:cNvPr>
          <p:cNvSpPr>
            <a:spLocks noGrp="1"/>
          </p:cNvSpPr>
          <p:nvPr>
            <p:ph type="sldNum" sz="quarter" idx="12"/>
          </p:nvPr>
        </p:nvSpPr>
        <p:spPr/>
        <p:txBody>
          <a:bodyPr/>
          <a:lstStyle/>
          <a:p>
            <a:fld id="{1A424DB6-78F0-4ADD-B66A-AFD80B81666A}" type="slidenum">
              <a:rPr lang="en-DK" smtClean="0"/>
              <a:t>‹#›</a:t>
            </a:fld>
            <a:endParaRPr lang="en-DK"/>
          </a:p>
        </p:txBody>
      </p:sp>
    </p:spTree>
    <p:extLst>
      <p:ext uri="{BB962C8B-B14F-4D97-AF65-F5344CB8AC3E}">
        <p14:creationId xmlns:p14="http://schemas.microsoft.com/office/powerpoint/2010/main" val="3467785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09A0DDD-306D-6CE0-B0BC-95EE8088C9F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DK"/>
          </a:p>
        </p:txBody>
      </p:sp>
      <p:sp>
        <p:nvSpPr>
          <p:cNvPr id="3" name="Vertical Text Placeholder 2">
            <a:extLst>
              <a:ext uri="{FF2B5EF4-FFF2-40B4-BE49-F238E27FC236}">
                <a16:creationId xmlns:a16="http://schemas.microsoft.com/office/drawing/2014/main" id="{D5B83538-0317-1D9A-219D-2119A747CAF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
        <p:nvSpPr>
          <p:cNvPr id="4" name="Date Placeholder 3">
            <a:extLst>
              <a:ext uri="{FF2B5EF4-FFF2-40B4-BE49-F238E27FC236}">
                <a16:creationId xmlns:a16="http://schemas.microsoft.com/office/drawing/2014/main" id="{57DAAF87-0994-7BB5-56D7-BAA35FDD5FEE}"/>
              </a:ext>
            </a:extLst>
          </p:cNvPr>
          <p:cNvSpPr>
            <a:spLocks noGrp="1"/>
          </p:cNvSpPr>
          <p:nvPr>
            <p:ph type="dt" sz="half" idx="10"/>
          </p:nvPr>
        </p:nvSpPr>
        <p:spPr/>
        <p:txBody>
          <a:bodyPr/>
          <a:lstStyle/>
          <a:p>
            <a:endParaRPr lang="en-DK"/>
          </a:p>
        </p:txBody>
      </p:sp>
      <p:sp>
        <p:nvSpPr>
          <p:cNvPr id="5" name="Footer Placeholder 4">
            <a:extLst>
              <a:ext uri="{FF2B5EF4-FFF2-40B4-BE49-F238E27FC236}">
                <a16:creationId xmlns:a16="http://schemas.microsoft.com/office/drawing/2014/main" id="{D4CD6CE6-7FDF-78C8-EA4B-649ACA6A8BD6}"/>
              </a:ext>
            </a:extLst>
          </p:cNvPr>
          <p:cNvSpPr>
            <a:spLocks noGrp="1"/>
          </p:cNvSpPr>
          <p:nvPr>
            <p:ph type="ftr" sz="quarter" idx="11"/>
          </p:nvPr>
        </p:nvSpPr>
        <p:spPr/>
        <p:txBody>
          <a:bodyPr/>
          <a:lstStyle/>
          <a:p>
            <a:endParaRPr lang="en-DK"/>
          </a:p>
        </p:txBody>
      </p:sp>
      <p:sp>
        <p:nvSpPr>
          <p:cNvPr id="6" name="Slide Number Placeholder 5">
            <a:extLst>
              <a:ext uri="{FF2B5EF4-FFF2-40B4-BE49-F238E27FC236}">
                <a16:creationId xmlns:a16="http://schemas.microsoft.com/office/drawing/2014/main" id="{75167D42-A120-46AE-DA9E-1CF86B168935}"/>
              </a:ext>
            </a:extLst>
          </p:cNvPr>
          <p:cNvSpPr>
            <a:spLocks noGrp="1"/>
          </p:cNvSpPr>
          <p:nvPr>
            <p:ph type="sldNum" sz="quarter" idx="12"/>
          </p:nvPr>
        </p:nvSpPr>
        <p:spPr/>
        <p:txBody>
          <a:bodyPr/>
          <a:lstStyle/>
          <a:p>
            <a:fld id="{1A424DB6-78F0-4ADD-B66A-AFD80B81666A}" type="slidenum">
              <a:rPr lang="en-DK" smtClean="0"/>
              <a:t>‹#›</a:t>
            </a:fld>
            <a:endParaRPr lang="en-DK"/>
          </a:p>
        </p:txBody>
      </p:sp>
    </p:spTree>
    <p:extLst>
      <p:ext uri="{BB962C8B-B14F-4D97-AF65-F5344CB8AC3E}">
        <p14:creationId xmlns:p14="http://schemas.microsoft.com/office/powerpoint/2010/main" val="343879042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cxnSp>
        <p:nvCxnSpPr>
          <p:cNvPr id="3" name="Straight Connector 7">
            <a:extLst>
              <a:ext uri="{FF2B5EF4-FFF2-40B4-BE49-F238E27FC236}">
                <a16:creationId xmlns:a16="http://schemas.microsoft.com/office/drawing/2014/main" id="{33E6BE15-809C-50BE-F22A-20351128FA48}"/>
              </a:ext>
            </a:extLst>
          </p:cNvPr>
          <p:cNvCxnSpPr/>
          <p:nvPr userDrawn="1"/>
        </p:nvCxnSpPr>
        <p:spPr>
          <a:xfrm>
            <a:off x="0" y="756000"/>
            <a:ext cx="12192000" cy="24938"/>
          </a:xfrm>
          <a:prstGeom prst="line">
            <a:avLst/>
          </a:prstGeom>
          <a:ln w="114300">
            <a:solidFill>
              <a:srgbClr val="113A6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729031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sp>
        <p:nvSpPr>
          <p:cNvPr id="3" name="Text Placeholder 2"/>
          <p:cNvSpPr>
            <a:spLocks noGrp="1"/>
          </p:cNvSpPr>
          <p:nvPr>
            <p:ph type="body" sz="quarter" idx="10" hasCustomPrompt="1"/>
          </p:nvPr>
        </p:nvSpPr>
        <p:spPr>
          <a:xfrm>
            <a:off x="562068" y="390871"/>
            <a:ext cx="3642894" cy="265834"/>
          </a:xfrm>
          <a:prstGeom prst="rect">
            <a:avLst/>
          </a:prstGeom>
        </p:spPr>
        <p:txBody>
          <a:bodyPr/>
          <a:lstStyle>
            <a:lvl1pPr marL="0" indent="0">
              <a:buNone/>
              <a:defRPr sz="1100" b="1">
                <a:solidFill>
                  <a:schemeClr val="bg1"/>
                </a:solidFill>
                <a:latin typeface="Calibri" panose="020F0502020204030204" pitchFamily="34" charset="0"/>
                <a:cs typeface="Calibri" panose="020F0502020204030204" pitchFamily="34" charset="0"/>
              </a:defRPr>
            </a:lvl1pPr>
          </a:lstStyle>
          <a:p>
            <a:pPr lvl="0"/>
            <a:r>
              <a:rPr lang="en-US"/>
              <a:t>Speaker I Date I Venue</a:t>
            </a:r>
            <a:endParaRPr lang="en-GB"/>
          </a:p>
        </p:txBody>
      </p:sp>
      <p:sp>
        <p:nvSpPr>
          <p:cNvPr id="4" name="Text Placeholder 3"/>
          <p:cNvSpPr>
            <a:spLocks noGrp="1"/>
          </p:cNvSpPr>
          <p:nvPr>
            <p:ph type="body" sz="quarter" idx="11" hasCustomPrompt="1"/>
          </p:nvPr>
        </p:nvSpPr>
        <p:spPr>
          <a:xfrm>
            <a:off x="562068" y="914400"/>
            <a:ext cx="11049559" cy="1463040"/>
          </a:xfrm>
          <a:prstGeom prst="rect">
            <a:avLst/>
          </a:prstGeom>
        </p:spPr>
        <p:txBody>
          <a:bodyPr/>
          <a:lstStyle>
            <a:lvl1pPr marL="0" indent="0" algn="r">
              <a:buNone/>
              <a:defRPr sz="4000" b="1">
                <a:solidFill>
                  <a:schemeClr val="bg1"/>
                </a:solidFill>
                <a:latin typeface="Calibri" panose="020F050202020403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Presentation title goes here</a:t>
            </a:r>
          </a:p>
          <a:p>
            <a:pPr lvl="0"/>
            <a:r>
              <a:rPr lang="en-US"/>
              <a:t>Max two lines</a:t>
            </a:r>
            <a:endParaRPr lang="en-GB"/>
          </a:p>
        </p:txBody>
      </p:sp>
    </p:spTree>
    <p:extLst>
      <p:ext uri="{BB962C8B-B14F-4D97-AF65-F5344CB8AC3E}">
        <p14:creationId xmlns:p14="http://schemas.microsoft.com/office/powerpoint/2010/main" val="1904506645"/>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338F2D-64B1-7DE0-E06A-0255EA1068A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DK"/>
          </a:p>
        </p:txBody>
      </p:sp>
      <p:sp>
        <p:nvSpPr>
          <p:cNvPr id="3" name="Text Placeholder 2">
            <a:extLst>
              <a:ext uri="{FF2B5EF4-FFF2-40B4-BE49-F238E27FC236}">
                <a16:creationId xmlns:a16="http://schemas.microsoft.com/office/drawing/2014/main" id="{474BF234-12BB-9872-048D-91979AFAA61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
        <p:nvSpPr>
          <p:cNvPr id="4" name="Date Placeholder 3">
            <a:extLst>
              <a:ext uri="{FF2B5EF4-FFF2-40B4-BE49-F238E27FC236}">
                <a16:creationId xmlns:a16="http://schemas.microsoft.com/office/drawing/2014/main" id="{B926C628-0371-0724-8D39-BDE1C629EE0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endParaRPr lang="en-DK"/>
          </a:p>
        </p:txBody>
      </p:sp>
      <p:sp>
        <p:nvSpPr>
          <p:cNvPr id="5" name="Footer Placeholder 4">
            <a:extLst>
              <a:ext uri="{FF2B5EF4-FFF2-40B4-BE49-F238E27FC236}">
                <a16:creationId xmlns:a16="http://schemas.microsoft.com/office/drawing/2014/main" id="{A967519F-7B8F-E46E-B9CE-5D13BB2CE8F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DK"/>
          </a:p>
        </p:txBody>
      </p:sp>
      <p:sp>
        <p:nvSpPr>
          <p:cNvPr id="6" name="Slide Number Placeholder 5">
            <a:extLst>
              <a:ext uri="{FF2B5EF4-FFF2-40B4-BE49-F238E27FC236}">
                <a16:creationId xmlns:a16="http://schemas.microsoft.com/office/drawing/2014/main" id="{9577E2C1-F5A2-7F5C-70C0-3D1AB52B046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A424DB6-78F0-4ADD-B66A-AFD80B81666A}" type="slidenum">
              <a:rPr lang="en-DK" smtClean="0"/>
              <a:t>‹#›</a:t>
            </a:fld>
            <a:endParaRPr lang="en-DK"/>
          </a:p>
        </p:txBody>
      </p:sp>
    </p:spTree>
    <p:extLst>
      <p:ext uri="{BB962C8B-B14F-4D97-AF65-F5344CB8AC3E}">
        <p14:creationId xmlns:p14="http://schemas.microsoft.com/office/powerpoint/2010/main" val="37255702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 id="2147483662"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FF8DADB-2704-493C-1EFC-F0B8CEE23CEA}"/>
              </a:ext>
            </a:extLst>
          </p:cNvPr>
          <p:cNvPicPr>
            <a:picLocks noChangeAspect="1"/>
          </p:cNvPicPr>
          <p:nvPr/>
        </p:nvPicPr>
        <p:blipFill>
          <a:blip r:embed="rId3">
            <a:extLst>
              <a:ext uri="{28A0092B-C50C-407E-A947-70E740481C1C}">
                <a14:useLocalDpi xmlns:a14="http://schemas.microsoft.com/office/drawing/2010/main" val="0"/>
              </a:ext>
            </a:extLst>
          </a:blip>
          <a:srcRect t="12500" b="12500"/>
          <a:stretch/>
        </p:blipFill>
        <p:spPr>
          <a:xfrm>
            <a:off x="0" y="0"/>
            <a:ext cx="12192000" cy="6858000"/>
          </a:xfrm>
          <a:prstGeom prst="rect">
            <a:avLst/>
          </a:prstGeom>
        </p:spPr>
      </p:pic>
      <p:sp>
        <p:nvSpPr>
          <p:cNvPr id="5" name="Text Placeholder 3">
            <a:extLst>
              <a:ext uri="{FF2B5EF4-FFF2-40B4-BE49-F238E27FC236}">
                <a16:creationId xmlns:a16="http://schemas.microsoft.com/office/drawing/2014/main" id="{793595B9-DB62-B8FC-1A47-8E588A3810B9}"/>
              </a:ext>
            </a:extLst>
          </p:cNvPr>
          <p:cNvSpPr txBox="1">
            <a:spLocks/>
          </p:cNvSpPr>
          <p:nvPr/>
        </p:nvSpPr>
        <p:spPr>
          <a:xfrm>
            <a:off x="6280958" y="2992395"/>
            <a:ext cx="6480441" cy="265834"/>
          </a:xfrm>
          <a:prstGeom prst="rect">
            <a:avLst/>
          </a:prstGeom>
        </p:spPr>
        <p:txBody>
          <a:bodyPr/>
          <a:lstStyle>
            <a:lvl1pPr marL="0" indent="0" algn="l" defTabSz="1125472" rtl="0" eaLnBrk="1" latinLnBrk="0" hangingPunct="1">
              <a:spcBef>
                <a:spcPct val="20000"/>
              </a:spcBef>
              <a:buFont typeface="Arial" pitchFamily="34" charset="0"/>
              <a:buNone/>
              <a:defRPr sz="1100" b="1" kern="1200">
                <a:solidFill>
                  <a:schemeClr val="bg1"/>
                </a:solidFill>
                <a:latin typeface="Calibri" panose="020F0502020204030204" pitchFamily="34" charset="0"/>
                <a:ea typeface="+mn-ea"/>
                <a:cs typeface="Calibri" panose="020F0502020204030204" pitchFamily="34" charset="0"/>
              </a:defRPr>
            </a:lvl1pPr>
            <a:lvl2pPr marL="914446" indent="-351710" algn="l" defTabSz="1125472" rtl="0" eaLnBrk="1" latinLnBrk="0" hangingPunct="1">
              <a:spcBef>
                <a:spcPct val="20000"/>
              </a:spcBef>
              <a:buFont typeface="Arial" pitchFamily="34" charset="0"/>
              <a:buChar char="–"/>
              <a:defRPr sz="3446" kern="1200">
                <a:solidFill>
                  <a:schemeClr val="tx1"/>
                </a:solidFill>
                <a:latin typeface="+mn-lt"/>
                <a:ea typeface="+mn-ea"/>
                <a:cs typeface="+mn-cs"/>
              </a:defRPr>
            </a:lvl2pPr>
            <a:lvl3pPr marL="1406839" indent="-281368" algn="l" defTabSz="1125472" rtl="0" eaLnBrk="1" latinLnBrk="0" hangingPunct="1">
              <a:spcBef>
                <a:spcPct val="20000"/>
              </a:spcBef>
              <a:buFont typeface="Arial" pitchFamily="34" charset="0"/>
              <a:buChar char="•"/>
              <a:defRPr sz="2954" kern="1200">
                <a:solidFill>
                  <a:schemeClr val="tx1"/>
                </a:solidFill>
                <a:latin typeface="+mn-lt"/>
                <a:ea typeface="+mn-ea"/>
                <a:cs typeface="+mn-cs"/>
              </a:defRPr>
            </a:lvl3pPr>
            <a:lvl4pPr marL="1969575" indent="-281368" algn="l" defTabSz="1125472" rtl="0" eaLnBrk="1" latinLnBrk="0" hangingPunct="1">
              <a:spcBef>
                <a:spcPct val="20000"/>
              </a:spcBef>
              <a:buFont typeface="Arial" pitchFamily="34" charset="0"/>
              <a:buChar char="–"/>
              <a:defRPr sz="2462" kern="1200">
                <a:solidFill>
                  <a:schemeClr val="tx1"/>
                </a:solidFill>
                <a:latin typeface="+mn-lt"/>
                <a:ea typeface="+mn-ea"/>
                <a:cs typeface="+mn-cs"/>
              </a:defRPr>
            </a:lvl4pPr>
            <a:lvl5pPr marL="2532312" indent="-281368" algn="l" defTabSz="1125472" rtl="0" eaLnBrk="1" latinLnBrk="0" hangingPunct="1">
              <a:spcBef>
                <a:spcPct val="20000"/>
              </a:spcBef>
              <a:buFont typeface="Arial" pitchFamily="34" charset="0"/>
              <a:buChar char="»"/>
              <a:defRPr sz="2462" kern="1200">
                <a:solidFill>
                  <a:schemeClr val="tx1"/>
                </a:solidFill>
                <a:latin typeface="+mn-lt"/>
                <a:ea typeface="+mn-ea"/>
                <a:cs typeface="+mn-cs"/>
              </a:defRPr>
            </a:lvl5pPr>
            <a:lvl6pPr marL="3095047" indent="-281368" algn="l" defTabSz="1125472" rtl="0" eaLnBrk="1" latinLnBrk="0" hangingPunct="1">
              <a:spcBef>
                <a:spcPct val="20000"/>
              </a:spcBef>
              <a:buFont typeface="Arial" pitchFamily="34" charset="0"/>
              <a:buChar char="•"/>
              <a:defRPr sz="2462" kern="1200">
                <a:solidFill>
                  <a:schemeClr val="tx1"/>
                </a:solidFill>
                <a:latin typeface="+mn-lt"/>
                <a:ea typeface="+mn-ea"/>
                <a:cs typeface="+mn-cs"/>
              </a:defRPr>
            </a:lvl6pPr>
            <a:lvl7pPr marL="3657783" indent="-281368" algn="l" defTabSz="1125472" rtl="0" eaLnBrk="1" latinLnBrk="0" hangingPunct="1">
              <a:spcBef>
                <a:spcPct val="20000"/>
              </a:spcBef>
              <a:buFont typeface="Arial" pitchFamily="34" charset="0"/>
              <a:buChar char="•"/>
              <a:defRPr sz="2462" kern="1200">
                <a:solidFill>
                  <a:schemeClr val="tx1"/>
                </a:solidFill>
                <a:latin typeface="+mn-lt"/>
                <a:ea typeface="+mn-ea"/>
                <a:cs typeface="+mn-cs"/>
              </a:defRPr>
            </a:lvl7pPr>
            <a:lvl8pPr marL="4220519" indent="-281368" algn="l" defTabSz="1125472" rtl="0" eaLnBrk="1" latinLnBrk="0" hangingPunct="1">
              <a:spcBef>
                <a:spcPct val="20000"/>
              </a:spcBef>
              <a:buFont typeface="Arial" pitchFamily="34" charset="0"/>
              <a:buChar char="•"/>
              <a:defRPr sz="2462" kern="1200">
                <a:solidFill>
                  <a:schemeClr val="tx1"/>
                </a:solidFill>
                <a:latin typeface="+mn-lt"/>
                <a:ea typeface="+mn-ea"/>
                <a:cs typeface="+mn-cs"/>
              </a:defRPr>
            </a:lvl8pPr>
            <a:lvl9pPr marL="4783254" indent="-281368" algn="l" defTabSz="1125472" rtl="0" eaLnBrk="1" latinLnBrk="0" hangingPunct="1">
              <a:spcBef>
                <a:spcPct val="20000"/>
              </a:spcBef>
              <a:buFont typeface="Arial" pitchFamily="34" charset="0"/>
              <a:buChar char="•"/>
              <a:defRPr sz="2462" kern="1200">
                <a:solidFill>
                  <a:schemeClr val="tx1"/>
                </a:solidFill>
                <a:latin typeface="+mn-lt"/>
                <a:ea typeface="+mn-ea"/>
                <a:cs typeface="+mn-cs"/>
              </a:defRPr>
            </a:lvl9pPr>
          </a:lstStyle>
          <a:p>
            <a:endParaRPr lang="en-GB" sz="1400"/>
          </a:p>
        </p:txBody>
      </p:sp>
      <p:pic>
        <p:nvPicPr>
          <p:cNvPr id="6" name="Picture 4" descr="Text&#10;&#10;Description automatically generated">
            <a:extLst>
              <a:ext uri="{FF2B5EF4-FFF2-40B4-BE49-F238E27FC236}">
                <a16:creationId xmlns:a16="http://schemas.microsoft.com/office/drawing/2014/main" id="{4A56B853-524A-A71B-C24E-880A57633606}"/>
              </a:ext>
            </a:extLst>
          </p:cNvPr>
          <p:cNvPicPr>
            <a:picLocks noChangeAspect="1"/>
          </p:cNvPicPr>
          <p:nvPr/>
        </p:nvPicPr>
        <p:blipFill>
          <a:blip r:embed="rId4"/>
          <a:stretch>
            <a:fillRect/>
          </a:stretch>
        </p:blipFill>
        <p:spPr>
          <a:xfrm>
            <a:off x="9635478" y="6257780"/>
            <a:ext cx="2484335" cy="468000"/>
          </a:xfrm>
          <a:prstGeom prst="rect">
            <a:avLst/>
          </a:prstGeom>
        </p:spPr>
      </p:pic>
      <p:sp>
        <p:nvSpPr>
          <p:cNvPr id="7" name="TextBox 6">
            <a:extLst>
              <a:ext uri="{FF2B5EF4-FFF2-40B4-BE49-F238E27FC236}">
                <a16:creationId xmlns:a16="http://schemas.microsoft.com/office/drawing/2014/main" id="{8DE23F50-A075-9D5E-847E-4CFD887D9067}"/>
              </a:ext>
            </a:extLst>
          </p:cNvPr>
          <p:cNvSpPr txBox="1"/>
          <p:nvPr/>
        </p:nvSpPr>
        <p:spPr>
          <a:xfrm>
            <a:off x="1" y="892455"/>
            <a:ext cx="12191999" cy="646331"/>
          </a:xfrm>
          <a:prstGeom prst="rect">
            <a:avLst/>
          </a:prstGeom>
          <a:solidFill>
            <a:srgbClr val="0D3512">
              <a:alpha val="80000"/>
            </a:srgbClr>
          </a:solidFill>
          <a:ln>
            <a:noFill/>
          </a:ln>
        </p:spPr>
        <p:txBody>
          <a:bodyPr wrap="square" rtlCol="0">
            <a:spAutoFit/>
          </a:bodyPr>
          <a:lstStyle>
            <a:defPPr>
              <a:defRPr lang="en-DK"/>
            </a:defPPr>
            <a:lvl1pPr algn="r">
              <a:defRPr sz="3600">
                <a:solidFill>
                  <a:schemeClr val="bg1"/>
                </a:solidFill>
              </a:defRPr>
            </a:lvl1pPr>
          </a:lstStyle>
          <a:p>
            <a:r>
              <a:rPr lang="en-US" b="1" dirty="0"/>
              <a:t>The role of Eurostat in NECPRs </a:t>
            </a:r>
            <a:r>
              <a:rPr lang="en-US" dirty="0"/>
              <a:t>	</a:t>
            </a:r>
          </a:p>
        </p:txBody>
      </p:sp>
      <p:sp>
        <p:nvSpPr>
          <p:cNvPr id="8" name="TextBox 7">
            <a:extLst>
              <a:ext uri="{FF2B5EF4-FFF2-40B4-BE49-F238E27FC236}">
                <a16:creationId xmlns:a16="http://schemas.microsoft.com/office/drawing/2014/main" id="{F96ECC34-C9C5-86CF-6D14-957EDDF105AD}"/>
              </a:ext>
            </a:extLst>
          </p:cNvPr>
          <p:cNvSpPr txBox="1"/>
          <p:nvPr/>
        </p:nvSpPr>
        <p:spPr>
          <a:xfrm>
            <a:off x="6681534" y="4592833"/>
            <a:ext cx="5510466" cy="707886"/>
          </a:xfrm>
          <a:prstGeom prst="rect">
            <a:avLst/>
          </a:prstGeom>
          <a:solidFill>
            <a:schemeClr val="accent3">
              <a:lumMod val="50000"/>
              <a:alpha val="54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2000" b="1" i="1" dirty="0">
                <a:solidFill>
                  <a:schemeClr val="bg1"/>
                </a:solidFill>
              </a:rPr>
              <a:t>Ph.D. Stephane QUEFELEC</a:t>
            </a:r>
            <a:br>
              <a:rPr lang="en-SE" sz="2000" b="1" i="1" dirty="0">
                <a:solidFill>
                  <a:schemeClr val="bg1"/>
                </a:solidFill>
              </a:rPr>
            </a:br>
            <a:r>
              <a:rPr lang="en-SE" sz="2000" b="1" i="1" dirty="0">
                <a:solidFill>
                  <a:schemeClr val="bg1"/>
                </a:solidFill>
              </a:rPr>
              <a:t>European Environment Agency</a:t>
            </a:r>
            <a:endParaRPr lang="en-US" sz="2000" b="1" i="1" dirty="0">
              <a:solidFill>
                <a:schemeClr val="bg1"/>
              </a:solidFill>
              <a:ea typeface="Calibri"/>
              <a:cs typeface="Calibri"/>
            </a:endParaRPr>
          </a:p>
        </p:txBody>
      </p:sp>
      <p:sp>
        <p:nvSpPr>
          <p:cNvPr id="9" name="TextBox 8">
            <a:extLst>
              <a:ext uri="{FF2B5EF4-FFF2-40B4-BE49-F238E27FC236}">
                <a16:creationId xmlns:a16="http://schemas.microsoft.com/office/drawing/2014/main" id="{DAD74A2F-28C7-65A6-88CB-B17DD66BC6FD}"/>
              </a:ext>
            </a:extLst>
          </p:cNvPr>
          <p:cNvSpPr txBox="1"/>
          <p:nvPr/>
        </p:nvSpPr>
        <p:spPr>
          <a:xfrm>
            <a:off x="6681534" y="5725450"/>
            <a:ext cx="5510465" cy="400110"/>
          </a:xfrm>
          <a:prstGeom prst="rect">
            <a:avLst/>
          </a:prstGeom>
          <a:solidFill>
            <a:schemeClr val="accent3">
              <a:lumMod val="50000"/>
              <a:alpha val="54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2000" b="1" dirty="0">
                <a:solidFill>
                  <a:schemeClr val="bg1"/>
                </a:solidFill>
              </a:rPr>
              <a:t>23 October 2025</a:t>
            </a:r>
          </a:p>
        </p:txBody>
      </p:sp>
    </p:spTree>
    <p:extLst>
      <p:ext uri="{BB962C8B-B14F-4D97-AF65-F5344CB8AC3E}">
        <p14:creationId xmlns:p14="http://schemas.microsoft.com/office/powerpoint/2010/main" val="234736630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CADE1CD-0857-0CBF-A83E-94FD911F3DA0}"/>
              </a:ext>
            </a:extLst>
          </p:cNvPr>
          <p:cNvSpPr txBox="1"/>
          <p:nvPr/>
        </p:nvSpPr>
        <p:spPr>
          <a:xfrm>
            <a:off x="434187" y="58968"/>
            <a:ext cx="8582527" cy="584775"/>
          </a:xfrm>
          <a:prstGeom prst="rect">
            <a:avLst/>
          </a:prstGeom>
          <a:noFill/>
        </p:spPr>
        <p:txBody>
          <a:bodyPr wrap="square" rtlCol="0">
            <a:spAutoFit/>
          </a:bodyPr>
          <a:lstStyle>
            <a:defPPr>
              <a:defRPr lang="en-US"/>
            </a:defPPr>
            <a:lvl1pPr>
              <a:defRPr sz="3200" b="1">
                <a:solidFill>
                  <a:srgbClr val="002060"/>
                </a:solidFill>
                <a:latin typeface="Calibri" panose="020F0502020204030204"/>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Objective and expected result</a:t>
            </a:r>
            <a:endParaRPr lang="en-DK" dirty="0"/>
          </a:p>
        </p:txBody>
      </p:sp>
      <p:sp>
        <p:nvSpPr>
          <p:cNvPr id="3" name="Content Placeholder 2">
            <a:extLst>
              <a:ext uri="{FF2B5EF4-FFF2-40B4-BE49-F238E27FC236}">
                <a16:creationId xmlns:a16="http://schemas.microsoft.com/office/drawing/2014/main" id="{CE6870DC-F20D-D2C9-CBC4-6E11D9FD83B5}"/>
              </a:ext>
            </a:extLst>
          </p:cNvPr>
          <p:cNvSpPr txBox="1">
            <a:spLocks/>
          </p:cNvSpPr>
          <p:nvPr/>
        </p:nvSpPr>
        <p:spPr>
          <a:xfrm>
            <a:off x="691356" y="1634532"/>
            <a:ext cx="10809287" cy="4516886"/>
          </a:xfrm>
          <a:prstGeom prst="rect">
            <a:avLst/>
          </a:prstGeom>
        </p:spPr>
        <p:txBody>
          <a:bodyPr lIns="91440" tIns="45720" rIns="91440" bIns="4572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sz="2400" dirty="0">
              <a:latin typeface="Calibri" panose="020F0502020204030204" pitchFamily="34" charset="0"/>
              <a:cs typeface="Calibri" panose="020F0502020204030204" pitchFamily="34" charset="0"/>
            </a:endParaRPr>
          </a:p>
          <a:p>
            <a:r>
              <a:rPr lang="en-US" b="1" dirty="0"/>
              <a:t>The role of Eurostat in NECPRs </a:t>
            </a:r>
            <a:r>
              <a:rPr lang="en-US" dirty="0"/>
              <a:t>This session will focus on how statistical cooperation supports the preparation and monitoring of National Energy and Climate Progress Reports (NECPRs). A representative from Eurostat will present the agency’s role in providing data to support NECPRs. </a:t>
            </a:r>
          </a:p>
          <a:p>
            <a:r>
              <a:rPr lang="en-US" i="1" dirty="0"/>
              <a:t>Moderated by Stéphane Quefelec and Aneliya Nikolova, featuring a presentation by Fernando Díaz Alonso from Eurostat </a:t>
            </a:r>
            <a:r>
              <a:rPr lang="en-US" dirty="0"/>
              <a:t>	</a:t>
            </a:r>
          </a:p>
        </p:txBody>
      </p:sp>
    </p:spTree>
    <p:extLst>
      <p:ext uri="{BB962C8B-B14F-4D97-AF65-F5344CB8AC3E}">
        <p14:creationId xmlns:p14="http://schemas.microsoft.com/office/powerpoint/2010/main" val="8301479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41A2936B-584E-D5BB-A91B-217134D19BE1}"/>
              </a:ext>
            </a:extLst>
          </p:cNvPr>
          <p:cNvSpPr txBox="1">
            <a:spLocks/>
          </p:cNvSpPr>
          <p:nvPr/>
        </p:nvSpPr>
        <p:spPr>
          <a:xfrm>
            <a:off x="598714" y="1431923"/>
            <a:ext cx="10905027" cy="4818641"/>
          </a:xfrm>
          <a:prstGeom prst="rect">
            <a:avLst/>
          </a:prstGeom>
        </p:spPr>
        <p:txBody>
          <a:bodyPr lIns="91440" tIns="45720" rIns="91440" bIns="4572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z="2400" dirty="0">
                <a:latin typeface="Calibri" panose="020F0502020204030204" pitchFamily="34" charset="0"/>
                <a:cs typeface="Calibri" panose="020F0502020204030204" pitchFamily="34" charset="0"/>
              </a:rPr>
              <a:t>Your speakers for this meeting:</a:t>
            </a:r>
          </a:p>
          <a:p>
            <a:endParaRPr lang="fr-FR" sz="2400" dirty="0">
              <a:latin typeface="Calibri" panose="020F0502020204030204" pitchFamily="34" charset="0"/>
              <a:cs typeface="Calibri" panose="020F0502020204030204" pitchFamily="34" charset="0"/>
            </a:endParaRPr>
          </a:p>
          <a:p>
            <a:r>
              <a:rPr lang="fr-FR" sz="2400" dirty="0">
                <a:latin typeface="Calibri" panose="020F0502020204030204" pitchFamily="34" charset="0"/>
                <a:cs typeface="Calibri" panose="020F0502020204030204" pitchFamily="34" charset="0"/>
              </a:rPr>
              <a:t>Stephane Quefelec– EEA – Unit Climate </a:t>
            </a:r>
            <a:r>
              <a:rPr lang="fr-FR" sz="2400" dirty="0" err="1">
                <a:latin typeface="Calibri" panose="020F0502020204030204" pitchFamily="34" charset="0"/>
                <a:cs typeface="Calibri" panose="020F0502020204030204" pitchFamily="34" charset="0"/>
              </a:rPr>
              <a:t>Neutrality</a:t>
            </a:r>
            <a:r>
              <a:rPr lang="fr-FR" sz="2400" dirty="0">
                <a:latin typeface="Calibri" panose="020F0502020204030204" pitchFamily="34" charset="0"/>
                <a:cs typeface="Calibri" panose="020F0502020204030204" pitchFamily="34" charset="0"/>
              </a:rPr>
              <a:t>, Energy and </a:t>
            </a:r>
            <a:r>
              <a:rPr lang="fr-FR" sz="2400" dirty="0" err="1">
                <a:latin typeface="Calibri" panose="020F0502020204030204" pitchFamily="34" charset="0"/>
                <a:cs typeface="Calibri" panose="020F0502020204030204" pitchFamily="34" charset="0"/>
              </a:rPr>
              <a:t>Mobility</a:t>
            </a:r>
            <a:r>
              <a:rPr lang="fr-FR" sz="2400" dirty="0">
                <a:latin typeface="Calibri" panose="020F0502020204030204" pitchFamily="34" charset="0"/>
                <a:cs typeface="Calibri" panose="020F0502020204030204" pitchFamily="34" charset="0"/>
              </a:rPr>
              <a:t> (CMT 1)</a:t>
            </a:r>
          </a:p>
          <a:p>
            <a:pPr marL="0" indent="0">
              <a:buNone/>
            </a:pPr>
            <a:r>
              <a:rPr lang="fr-FR" sz="2400" dirty="0">
                <a:latin typeface="Calibri" panose="020F0502020204030204" pitchFamily="34" charset="0"/>
                <a:cs typeface="Calibri" panose="020F0502020204030204" pitchFamily="34" charset="0"/>
              </a:rPr>
              <a:t>Intro: </a:t>
            </a:r>
            <a:r>
              <a:rPr lang="en-US" sz="2400" dirty="0">
                <a:latin typeface="Calibri" panose="020F0502020204030204" pitchFamily="34" charset="0"/>
                <a:cs typeface="Calibri" panose="020F0502020204030204" pitchFamily="34" charset="0"/>
              </a:rPr>
              <a:t>An overview of the agreed approach to using existing Eurostat data required for preparing the NECPR through Reportnet 3, in line with the Governance Regulation and the so-called “pre-filling” of data in the NECPR. </a:t>
            </a:r>
          </a:p>
          <a:p>
            <a:r>
              <a:rPr lang="es-ES" sz="2400" dirty="0">
                <a:latin typeface="Calibri" panose="020F0502020204030204" pitchFamily="34" charset="0"/>
                <a:cs typeface="Calibri" panose="020F0502020204030204" pitchFamily="34" charset="0"/>
              </a:rPr>
              <a:t>Fernando DIAZ ALONSO – Eurostat – Unit </a:t>
            </a:r>
            <a:r>
              <a:rPr lang="en-US" sz="2400" dirty="0">
                <a:latin typeface="Calibri" panose="020F0502020204030204" pitchFamily="34" charset="0"/>
                <a:cs typeface="Calibri" panose="020F0502020204030204" pitchFamily="34" charset="0"/>
              </a:rPr>
              <a:t>E5 – Energy</a:t>
            </a:r>
          </a:p>
          <a:p>
            <a:pPr marL="0" indent="0">
              <a:buNone/>
            </a:pPr>
            <a:r>
              <a:rPr lang="en-US" sz="2400" dirty="0">
                <a:latin typeface="Calibri" panose="020F0502020204030204" pitchFamily="34" charset="0"/>
                <a:cs typeface="Calibri" panose="020F0502020204030204" pitchFamily="34" charset="0"/>
              </a:rPr>
              <a:t>An overview of how, and in what context, Eurostat collects the relevant renewable energy statistics from the Energy Community Parties.</a:t>
            </a:r>
            <a:endParaRPr lang="fr-FR" sz="2400" dirty="0">
              <a:latin typeface="Calibri" panose="020F0502020204030204" pitchFamily="34" charset="0"/>
              <a:cs typeface="Calibri" panose="020F0502020204030204" pitchFamily="34" charset="0"/>
            </a:endParaRPr>
          </a:p>
          <a:p>
            <a:pPr marL="0" indent="0">
              <a:buNone/>
            </a:pPr>
            <a:endParaRPr lang="fr-FR" sz="2400" dirty="0">
              <a:highlight>
                <a:srgbClr val="FFFF00"/>
              </a:highlight>
              <a:latin typeface="Calibri" panose="020F0502020204030204" pitchFamily="34" charset="0"/>
              <a:cs typeface="Calibri" panose="020F0502020204030204" pitchFamily="34" charset="0"/>
            </a:endParaRPr>
          </a:p>
          <a:p>
            <a:pPr marL="0" indent="0">
              <a:buNone/>
            </a:pPr>
            <a:endParaRPr lang="fr-FR" sz="2400" dirty="0">
              <a:highlight>
                <a:srgbClr val="FFFF00"/>
              </a:highlight>
              <a:latin typeface="Calibri" panose="020F0502020204030204" pitchFamily="34" charset="0"/>
              <a:cs typeface="Calibri" panose="020F0502020204030204" pitchFamily="34" charset="0"/>
            </a:endParaRPr>
          </a:p>
          <a:p>
            <a:endParaRPr lang="fr-FR" sz="2400" dirty="0">
              <a:highlight>
                <a:srgbClr val="FFFF00"/>
              </a:highlight>
              <a:latin typeface="Calibri" panose="020F0502020204030204" pitchFamily="34" charset="0"/>
              <a:cs typeface="Calibri" panose="020F0502020204030204" pitchFamily="34" charset="0"/>
            </a:endParaRPr>
          </a:p>
          <a:p>
            <a:endParaRPr lang="fr-FR" sz="2400" dirty="0">
              <a:highlight>
                <a:srgbClr val="FFFF00"/>
              </a:highlight>
              <a:latin typeface="Calibri" panose="020F0502020204030204" pitchFamily="34" charset="0"/>
              <a:cs typeface="Calibri" panose="020F0502020204030204" pitchFamily="34" charset="0"/>
            </a:endParaRPr>
          </a:p>
          <a:p>
            <a:endParaRPr lang="fr-FR" sz="2400" dirty="0">
              <a:latin typeface="Calibri" panose="020F0502020204030204" pitchFamily="34" charset="0"/>
              <a:cs typeface="Calibri" panose="020F0502020204030204" pitchFamily="34" charset="0"/>
            </a:endParaRPr>
          </a:p>
          <a:p>
            <a:endParaRPr lang="fr-FR" sz="2400" dirty="0">
              <a:latin typeface="Calibri" panose="020F0502020204030204" pitchFamily="34" charset="0"/>
              <a:cs typeface="Calibri" panose="020F0502020204030204" pitchFamily="34" charset="0"/>
            </a:endParaRPr>
          </a:p>
          <a:p>
            <a:endParaRPr lang="fr-FR" sz="2400" dirty="0">
              <a:latin typeface="Calibri" panose="020F0502020204030204" pitchFamily="34" charset="0"/>
              <a:cs typeface="Calibri" panose="020F0502020204030204" pitchFamily="34" charset="0"/>
            </a:endParaRPr>
          </a:p>
          <a:p>
            <a:endParaRPr lang="fr-FR" sz="2400" dirty="0">
              <a:latin typeface="Calibri" panose="020F0502020204030204" pitchFamily="34" charset="0"/>
              <a:cs typeface="Calibri" panose="020F0502020204030204" pitchFamily="34" charset="0"/>
            </a:endParaRPr>
          </a:p>
          <a:p>
            <a:pPr marL="0" indent="0">
              <a:buFont typeface="Arial" panose="020B0604020202020204" pitchFamily="34" charset="0"/>
              <a:buNone/>
            </a:pPr>
            <a:endParaRPr lang="en-GB" sz="2400" dirty="0">
              <a:latin typeface="Calibri" panose="020F0502020204030204" pitchFamily="34" charset="0"/>
              <a:cs typeface="Calibri" panose="020F0502020204030204" pitchFamily="34" charset="0"/>
            </a:endParaRPr>
          </a:p>
          <a:p>
            <a:pPr marL="0" indent="0">
              <a:buFont typeface="Arial" panose="020B0604020202020204" pitchFamily="34" charset="0"/>
              <a:buNone/>
            </a:pPr>
            <a:endParaRPr lang="en-GB" sz="2400" dirty="0">
              <a:latin typeface="Calibri" panose="020F0502020204030204" pitchFamily="34" charset="0"/>
              <a:cs typeface="Calibri" panose="020F0502020204030204" pitchFamily="34" charset="0"/>
            </a:endParaRPr>
          </a:p>
        </p:txBody>
      </p:sp>
      <p:sp>
        <p:nvSpPr>
          <p:cNvPr id="3" name="Text Placeholder 1">
            <a:extLst>
              <a:ext uri="{FF2B5EF4-FFF2-40B4-BE49-F238E27FC236}">
                <a16:creationId xmlns:a16="http://schemas.microsoft.com/office/drawing/2014/main" id="{4F1EA2F5-C47E-B592-C170-DA6B5525ECBA}"/>
              </a:ext>
            </a:extLst>
          </p:cNvPr>
          <p:cNvSpPr txBox="1">
            <a:spLocks/>
          </p:cNvSpPr>
          <p:nvPr/>
        </p:nvSpPr>
        <p:spPr>
          <a:xfrm>
            <a:off x="468000" y="36000"/>
            <a:ext cx="11246369" cy="676111"/>
          </a:xfrm>
          <a:prstGeom prst="rect">
            <a:avLst/>
          </a:prstGeom>
          <a:noFill/>
        </p:spPr>
        <p:txBody>
          <a:bodyPr wrap="square" rtlCol="0">
            <a:spAutoFit/>
          </a:bodyPr>
          <a:lstStyle>
            <a:defPPr>
              <a:defRPr lang="en-US"/>
            </a:defPPr>
            <a:lvl1pPr>
              <a:defRPr sz="3200" b="1">
                <a:solidFill>
                  <a:srgbClr val="002060"/>
                </a:solidFill>
                <a:latin typeface="Calibri" panose="020F0502020204030204"/>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fr-FR" dirty="0" err="1"/>
              <a:t>Welcome</a:t>
            </a:r>
            <a:endParaRPr lang="en-GB" dirty="0"/>
          </a:p>
        </p:txBody>
      </p:sp>
    </p:spTree>
    <p:extLst>
      <p:ext uri="{BB962C8B-B14F-4D97-AF65-F5344CB8AC3E}">
        <p14:creationId xmlns:p14="http://schemas.microsoft.com/office/powerpoint/2010/main" val="42302108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a:extLst>
              <a:ext uri="{FF2B5EF4-FFF2-40B4-BE49-F238E27FC236}">
                <a16:creationId xmlns:a16="http://schemas.microsoft.com/office/drawing/2014/main" id="{80E14E01-CE70-4529-921B-AF8CEA6D63CD}"/>
              </a:ext>
            </a:extLst>
          </p:cNvPr>
          <p:cNvSpPr txBox="1"/>
          <p:nvPr/>
        </p:nvSpPr>
        <p:spPr>
          <a:xfrm>
            <a:off x="103746" y="88288"/>
            <a:ext cx="12088253" cy="584775"/>
          </a:xfrm>
          <a:prstGeom prst="rect">
            <a:avLst/>
          </a:prstGeom>
          <a:noFill/>
        </p:spPr>
        <p:txBody>
          <a:bodyPr wrap="square" rtlCol="0">
            <a:spAutoFit/>
          </a:bodyPr>
          <a:lstStyle/>
          <a:p>
            <a:r>
              <a:rPr lang="en-GB" sz="3200" b="1" dirty="0">
                <a:solidFill>
                  <a:srgbClr val="002060"/>
                </a:solidFill>
                <a:latin typeface="Calibri" panose="020F0502020204030204"/>
              </a:rPr>
              <a:t>The Adapted Governance Regulation: </a:t>
            </a:r>
            <a:r>
              <a:rPr lang="en-GB" sz="3200" dirty="0">
                <a:solidFill>
                  <a:srgbClr val="002060"/>
                </a:solidFill>
                <a:latin typeface="Calibri" panose="020F0502020204030204"/>
              </a:rPr>
              <a:t>planning &amp; reporting</a:t>
            </a:r>
            <a:endParaRPr lang="en-DK" sz="3200" dirty="0">
              <a:solidFill>
                <a:srgbClr val="002060"/>
              </a:solidFill>
              <a:latin typeface="Calibri" panose="020F0502020204030204"/>
            </a:endParaRPr>
          </a:p>
        </p:txBody>
      </p:sp>
      <p:sp>
        <p:nvSpPr>
          <p:cNvPr id="20" name="TextBox 19">
            <a:extLst>
              <a:ext uri="{FF2B5EF4-FFF2-40B4-BE49-F238E27FC236}">
                <a16:creationId xmlns:a16="http://schemas.microsoft.com/office/drawing/2014/main" id="{15D1C6FB-A66C-B430-0693-DFC447FD2A2E}"/>
              </a:ext>
            </a:extLst>
          </p:cNvPr>
          <p:cNvSpPr txBox="1"/>
          <p:nvPr/>
        </p:nvSpPr>
        <p:spPr>
          <a:xfrm>
            <a:off x="1345732" y="3348574"/>
            <a:ext cx="4468254" cy="1938992"/>
          </a:xfrm>
          <a:prstGeom prst="rect">
            <a:avLst/>
          </a:prstGeom>
          <a:noFill/>
        </p:spPr>
        <p:txBody>
          <a:bodyPr wrap="square" rtlCol="0">
            <a:spAutoFit/>
          </a:bodyPr>
          <a:lstStyle/>
          <a:p>
            <a:pPr algn="ctr"/>
            <a:r>
              <a:rPr lang="en-GB" sz="2400" i="1" dirty="0"/>
              <a:t>National Energy and Climate Plans</a:t>
            </a:r>
          </a:p>
          <a:p>
            <a:pPr algn="ctr"/>
            <a:r>
              <a:rPr lang="en-GB" sz="2400" b="1" i="1" dirty="0">
                <a:solidFill>
                  <a:schemeClr val="accent1"/>
                </a:solidFill>
              </a:rPr>
              <a:t>(NECP)</a:t>
            </a:r>
          </a:p>
          <a:p>
            <a:pPr algn="ctr"/>
            <a:r>
              <a:rPr lang="en-GB" sz="2400" dirty="0">
                <a:solidFill>
                  <a:schemeClr val="accent1"/>
                </a:solidFill>
              </a:rPr>
              <a:t>2018/9 &amp; 2023/4 (+10yr)</a:t>
            </a:r>
          </a:p>
          <a:p>
            <a:pPr algn="ctr"/>
            <a:r>
              <a:rPr lang="en-GB" sz="2400" dirty="0">
                <a:solidFill>
                  <a:schemeClr val="accent1"/>
                </a:solidFill>
              </a:rPr>
              <a:t>(………….+5 yr)</a:t>
            </a:r>
          </a:p>
        </p:txBody>
      </p:sp>
      <p:sp>
        <p:nvSpPr>
          <p:cNvPr id="2" name="TextBox 1">
            <a:extLst>
              <a:ext uri="{FF2B5EF4-FFF2-40B4-BE49-F238E27FC236}">
                <a16:creationId xmlns:a16="http://schemas.microsoft.com/office/drawing/2014/main" id="{3FACE587-274D-DD47-FB88-C2FFC91EEE33}"/>
              </a:ext>
            </a:extLst>
          </p:cNvPr>
          <p:cNvSpPr txBox="1"/>
          <p:nvPr/>
        </p:nvSpPr>
        <p:spPr>
          <a:xfrm>
            <a:off x="838330" y="6192137"/>
            <a:ext cx="5644109" cy="338554"/>
          </a:xfrm>
          <a:prstGeom prst="rect">
            <a:avLst/>
          </a:prstGeom>
          <a:noFill/>
        </p:spPr>
        <p:txBody>
          <a:bodyPr wrap="none" rtlCol="0">
            <a:spAutoFit/>
          </a:bodyPr>
          <a:lstStyle/>
          <a:p>
            <a:r>
              <a:rPr lang="en-US" sz="1600" dirty="0"/>
              <a:t>Adapted Governance Regulation 2018/1999: Article 3, 9, 14, 17</a:t>
            </a:r>
            <a:endParaRPr lang="LID4096" sz="1600" dirty="0"/>
          </a:p>
        </p:txBody>
      </p:sp>
      <p:pic>
        <p:nvPicPr>
          <p:cNvPr id="4" name="Graphic 3" descr="Clipboard Partially Checked with solid fill">
            <a:extLst>
              <a:ext uri="{FF2B5EF4-FFF2-40B4-BE49-F238E27FC236}">
                <a16:creationId xmlns:a16="http://schemas.microsoft.com/office/drawing/2014/main" id="{064B5A0F-DD7A-151F-9AEC-A9EF17AFB8C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063094" y="1996133"/>
            <a:ext cx="1298584" cy="1298584"/>
          </a:xfrm>
          <a:prstGeom prst="rect">
            <a:avLst/>
          </a:prstGeom>
        </p:spPr>
      </p:pic>
      <p:pic>
        <p:nvPicPr>
          <p:cNvPr id="6" name="Graphic 5" descr="Playbook with solid fill">
            <a:extLst>
              <a:ext uri="{FF2B5EF4-FFF2-40B4-BE49-F238E27FC236}">
                <a16:creationId xmlns:a16="http://schemas.microsoft.com/office/drawing/2014/main" id="{25D9C1E6-811F-85FF-5A51-9504D3CB12C3}"/>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830322" y="2049990"/>
            <a:ext cx="1298584" cy="1298584"/>
          </a:xfrm>
          <a:prstGeom prst="rect">
            <a:avLst/>
          </a:prstGeom>
        </p:spPr>
      </p:pic>
      <p:sp>
        <p:nvSpPr>
          <p:cNvPr id="7" name="TextBox 6">
            <a:extLst>
              <a:ext uri="{FF2B5EF4-FFF2-40B4-BE49-F238E27FC236}">
                <a16:creationId xmlns:a16="http://schemas.microsoft.com/office/drawing/2014/main" id="{08CAF7A7-0962-A543-2025-0EA1C48ABF17}"/>
              </a:ext>
            </a:extLst>
          </p:cNvPr>
          <p:cNvSpPr txBox="1"/>
          <p:nvPr/>
        </p:nvSpPr>
        <p:spPr>
          <a:xfrm>
            <a:off x="6247634" y="3372206"/>
            <a:ext cx="4991496" cy="1569660"/>
          </a:xfrm>
          <a:prstGeom prst="rect">
            <a:avLst/>
          </a:prstGeom>
          <a:noFill/>
        </p:spPr>
        <p:txBody>
          <a:bodyPr wrap="square" rtlCol="0">
            <a:spAutoFit/>
          </a:bodyPr>
          <a:lstStyle/>
          <a:p>
            <a:pPr algn="ctr"/>
            <a:r>
              <a:rPr lang="en-GB" sz="2400" i="1" dirty="0"/>
              <a:t>National Energy and Climate </a:t>
            </a:r>
            <a:r>
              <a:rPr lang="en-GB" sz="2400" b="1" i="1" dirty="0"/>
              <a:t>Progress Report</a:t>
            </a:r>
          </a:p>
          <a:p>
            <a:pPr algn="ctr"/>
            <a:r>
              <a:rPr lang="en-GB" sz="2400" b="1" i="1" dirty="0">
                <a:solidFill>
                  <a:schemeClr val="accent2"/>
                </a:solidFill>
              </a:rPr>
              <a:t>(NECPR)</a:t>
            </a:r>
          </a:p>
          <a:p>
            <a:pPr algn="ctr"/>
            <a:r>
              <a:rPr lang="en-GB" sz="2400" dirty="0">
                <a:solidFill>
                  <a:schemeClr val="accent2"/>
                </a:solidFill>
              </a:rPr>
              <a:t>15 Mar. 2025 (+2yrs)</a:t>
            </a:r>
          </a:p>
        </p:txBody>
      </p:sp>
      <p:pic>
        <p:nvPicPr>
          <p:cNvPr id="9" name="Graphic 8" descr="Research with solid fill">
            <a:extLst>
              <a:ext uri="{FF2B5EF4-FFF2-40B4-BE49-F238E27FC236}">
                <a16:creationId xmlns:a16="http://schemas.microsoft.com/office/drawing/2014/main" id="{A76E5EF0-6151-E8D3-227B-FF85B3D72CD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420139" y="1538933"/>
            <a:ext cx="914400" cy="914400"/>
          </a:xfrm>
          <a:prstGeom prst="rect">
            <a:avLst/>
          </a:prstGeom>
        </p:spPr>
      </p:pic>
      <p:sp>
        <p:nvSpPr>
          <p:cNvPr id="10" name="Arrow: Curved Left 9">
            <a:extLst>
              <a:ext uri="{FF2B5EF4-FFF2-40B4-BE49-F238E27FC236}">
                <a16:creationId xmlns:a16="http://schemas.microsoft.com/office/drawing/2014/main" id="{83DD22BE-949D-BF97-88F5-05C70286F11B}"/>
              </a:ext>
            </a:extLst>
          </p:cNvPr>
          <p:cNvSpPr/>
          <p:nvPr/>
        </p:nvSpPr>
        <p:spPr>
          <a:xfrm rot="16200000" flipV="1">
            <a:off x="5290745" y="396937"/>
            <a:ext cx="865870" cy="2401376"/>
          </a:xfrm>
          <a:prstGeom prst="curvedLeftArrow">
            <a:avLst>
              <a:gd name="adj1" fmla="val 12574"/>
              <a:gd name="adj2" fmla="val 45224"/>
              <a:gd name="adj3" fmla="val 25000"/>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solidFill>
                <a:schemeClr val="tx1"/>
              </a:solidFill>
            </a:endParaRPr>
          </a:p>
        </p:txBody>
      </p:sp>
    </p:spTree>
    <p:extLst>
      <p:ext uri="{BB962C8B-B14F-4D97-AF65-F5344CB8AC3E}">
        <p14:creationId xmlns:p14="http://schemas.microsoft.com/office/powerpoint/2010/main" val="5613904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B3ED38-202E-96C2-4036-605380C4AF27}"/>
              </a:ext>
            </a:extLst>
          </p:cNvPr>
          <p:cNvSpPr txBox="1"/>
          <p:nvPr/>
        </p:nvSpPr>
        <p:spPr>
          <a:xfrm>
            <a:off x="103746" y="88288"/>
            <a:ext cx="12088253" cy="584775"/>
          </a:xfrm>
          <a:prstGeom prst="rect">
            <a:avLst/>
          </a:prstGeom>
          <a:noFill/>
        </p:spPr>
        <p:txBody>
          <a:bodyPr wrap="square" rtlCol="0">
            <a:spAutoFit/>
          </a:bodyPr>
          <a:lstStyle>
            <a:defPPr>
              <a:defRPr lang="en-US"/>
            </a:defPPr>
            <a:lvl1pPr>
              <a:defRPr sz="3200" b="1">
                <a:solidFill>
                  <a:srgbClr val="002060"/>
                </a:solidFill>
                <a:latin typeface="Calibri" panose="020F0502020204030204"/>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a:t>Background: </a:t>
            </a:r>
            <a:r>
              <a:rPr lang="en-SE"/>
              <a:t>Institutional Set-up for the Adapted Gov</a:t>
            </a:r>
            <a:r>
              <a:rPr lang="en-US"/>
              <a:t>.</a:t>
            </a:r>
            <a:r>
              <a:rPr lang="en-SE"/>
              <a:t> Regulation</a:t>
            </a:r>
            <a:endParaRPr lang="en-DK"/>
          </a:p>
        </p:txBody>
      </p:sp>
      <p:sp>
        <p:nvSpPr>
          <p:cNvPr id="13" name="Rectangle 12">
            <a:extLst>
              <a:ext uri="{FF2B5EF4-FFF2-40B4-BE49-F238E27FC236}">
                <a16:creationId xmlns:a16="http://schemas.microsoft.com/office/drawing/2014/main" id="{D51CCCA4-9841-646D-6415-012C94B1476B}"/>
              </a:ext>
            </a:extLst>
          </p:cNvPr>
          <p:cNvSpPr/>
          <p:nvPr/>
        </p:nvSpPr>
        <p:spPr>
          <a:xfrm>
            <a:off x="595043" y="2845536"/>
            <a:ext cx="1712727" cy="673355"/>
          </a:xfrm>
          <a:prstGeom prst="rect">
            <a:avLst/>
          </a:prstGeom>
          <a:solidFill>
            <a:schemeClr val="accent6">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E" sz="1800" b="0" i="0" u="none" strike="noStrike" kern="1200" cap="none" spc="0" normalizeH="0" baseline="0" noProof="0" dirty="0">
                <a:ln>
                  <a:noFill/>
                </a:ln>
                <a:solidFill>
                  <a:prstClr val="black"/>
                </a:solidFill>
                <a:effectLst/>
                <a:uLnTx/>
                <a:uFillTx/>
                <a:latin typeface="Calibri" panose="020F0502020204030204"/>
                <a:ea typeface="+mn-ea"/>
                <a:cs typeface="+mn-cs"/>
              </a:rPr>
              <a:t>Decarbonisation</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&amp; adaptation</a:t>
            </a:r>
            <a:endParaRPr kumimoji="0" lang="en-DK" sz="14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1342C835-A315-A476-1A76-2356D8E0CDD6}"/>
              </a:ext>
            </a:extLst>
          </p:cNvPr>
          <p:cNvSpPr/>
          <p:nvPr/>
        </p:nvSpPr>
        <p:spPr>
          <a:xfrm>
            <a:off x="2902517" y="2750821"/>
            <a:ext cx="1712727" cy="865055"/>
          </a:xfrm>
          <a:prstGeom prst="rect">
            <a:avLst/>
          </a:prstGeom>
          <a:solidFill>
            <a:schemeClr val="accent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Renewable </a:t>
            </a:r>
            <a:r>
              <a:rPr kumimoji="0" lang="en-SE" sz="1800" b="0" i="0" u="none" strike="noStrike" kern="1200" cap="none" spc="0" normalizeH="0" baseline="0" noProof="0" dirty="0">
                <a:ln>
                  <a:noFill/>
                </a:ln>
                <a:solidFill>
                  <a:prstClr val="black"/>
                </a:solidFill>
                <a:effectLst/>
                <a:uLnTx/>
                <a:uFillTx/>
                <a:latin typeface="Calibri" panose="020F0502020204030204"/>
                <a:ea typeface="+mn-ea"/>
                <a:cs typeface="+mn-cs"/>
              </a:rPr>
              <a:t>Energy</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&amp;</a:t>
            </a:r>
            <a:r>
              <a:rPr kumimoji="0" lang="en-SE" sz="18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Energy </a:t>
            </a:r>
            <a:r>
              <a:rPr kumimoji="0" lang="en-SE" sz="1800" b="0" i="0" u="none" strike="noStrike" kern="1200" cap="none" spc="0" normalizeH="0" baseline="0" noProof="0" dirty="0">
                <a:ln>
                  <a:noFill/>
                </a:ln>
                <a:solidFill>
                  <a:prstClr val="black"/>
                </a:solidFill>
                <a:effectLst/>
                <a:uLnTx/>
                <a:uFillTx/>
                <a:latin typeface="Calibri" panose="020F0502020204030204"/>
                <a:ea typeface="+mn-ea"/>
                <a:cs typeface="+mn-cs"/>
              </a:rPr>
              <a:t>Effic</a:t>
            </a:r>
            <a:r>
              <a:rPr kumimoji="0" lang="sv-SE" sz="1800" b="0" i="0" u="none" strike="noStrike" kern="1200" cap="none" spc="0" normalizeH="0" baseline="0" noProof="0" dirty="0">
                <a:ln>
                  <a:noFill/>
                </a:ln>
                <a:solidFill>
                  <a:prstClr val="black"/>
                </a:solidFill>
                <a:effectLst/>
                <a:uLnTx/>
                <a:uFillTx/>
                <a:latin typeface="Calibri" panose="020F0502020204030204"/>
                <a:ea typeface="+mn-ea"/>
                <a:cs typeface="+mn-cs"/>
              </a:rPr>
              <a:t>i</a:t>
            </a:r>
            <a:r>
              <a:rPr kumimoji="0" lang="en-SE" sz="1800" b="0" i="0" u="none" strike="noStrike" kern="1200" cap="none" spc="0" normalizeH="0" baseline="0" noProof="0" dirty="0">
                <a:ln>
                  <a:noFill/>
                </a:ln>
                <a:solidFill>
                  <a:prstClr val="black"/>
                </a:solidFill>
                <a:effectLst/>
                <a:uLnTx/>
                <a:uFillTx/>
                <a:latin typeface="Calibri" panose="020F0502020204030204"/>
                <a:ea typeface="+mn-ea"/>
                <a:cs typeface="+mn-cs"/>
              </a:rPr>
              <a:t>ency</a:t>
            </a:r>
            <a:endParaRPr kumimoji="0" lang="en-DK"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Rectangle 19">
            <a:extLst>
              <a:ext uri="{FF2B5EF4-FFF2-40B4-BE49-F238E27FC236}">
                <a16:creationId xmlns:a16="http://schemas.microsoft.com/office/drawing/2014/main" id="{96B17114-0474-CCE4-6C64-AC8D7E3503B5}"/>
              </a:ext>
            </a:extLst>
          </p:cNvPr>
          <p:cNvSpPr/>
          <p:nvPr/>
        </p:nvSpPr>
        <p:spPr>
          <a:xfrm>
            <a:off x="5209991" y="2845536"/>
            <a:ext cx="1712727" cy="673355"/>
          </a:xfrm>
          <a:prstGeom prst="rect">
            <a:avLst/>
          </a:prstGeom>
          <a:solidFill>
            <a:srgbClr val="FC707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E" sz="1800" b="0" i="0" u="none" strike="noStrike" kern="1200" cap="none" spc="0" normalizeH="0" baseline="0" noProof="0">
                <a:ln>
                  <a:noFill/>
                </a:ln>
                <a:solidFill>
                  <a:prstClr val="black"/>
                </a:solidFill>
                <a:effectLst/>
                <a:uLnTx/>
                <a:uFillTx/>
                <a:latin typeface="Calibri" panose="020F0502020204030204"/>
                <a:ea typeface="+mn-ea"/>
                <a:cs typeface="+mn-cs"/>
              </a:rPr>
              <a:t>Energy Security</a:t>
            </a:r>
            <a:endParaRPr kumimoji="0" lang="en-DK" sz="18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Rectangle 24">
            <a:extLst>
              <a:ext uri="{FF2B5EF4-FFF2-40B4-BE49-F238E27FC236}">
                <a16:creationId xmlns:a16="http://schemas.microsoft.com/office/drawing/2014/main" id="{489109D8-84D6-F76F-CC36-9EBFCFB3A86C}"/>
              </a:ext>
            </a:extLst>
          </p:cNvPr>
          <p:cNvSpPr/>
          <p:nvPr/>
        </p:nvSpPr>
        <p:spPr>
          <a:xfrm>
            <a:off x="7517465" y="2845536"/>
            <a:ext cx="1712727" cy="673355"/>
          </a:xfrm>
          <a:prstGeom prst="rect">
            <a:avLst/>
          </a:prstGeom>
          <a:solidFill>
            <a:schemeClr val="accent4">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E" sz="1800" b="0" i="0" u="none" strike="noStrike" kern="1200" cap="none" spc="0" normalizeH="0" baseline="0" noProof="0">
                <a:ln>
                  <a:noFill/>
                </a:ln>
                <a:solidFill>
                  <a:prstClr val="black"/>
                </a:solidFill>
                <a:effectLst/>
                <a:uLnTx/>
                <a:uFillTx/>
                <a:latin typeface="Calibri" panose="020F0502020204030204"/>
                <a:ea typeface="+mn-ea"/>
                <a:cs typeface="+mn-cs"/>
              </a:rPr>
              <a:t>Energy Markets</a:t>
            </a:r>
            <a:endParaRPr kumimoji="0" lang="en-DK" sz="18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Rectangle 26">
            <a:extLst>
              <a:ext uri="{FF2B5EF4-FFF2-40B4-BE49-F238E27FC236}">
                <a16:creationId xmlns:a16="http://schemas.microsoft.com/office/drawing/2014/main" id="{E23A8747-1E7D-F7CA-0E28-CF67DE790C53}"/>
              </a:ext>
            </a:extLst>
          </p:cNvPr>
          <p:cNvSpPr/>
          <p:nvPr/>
        </p:nvSpPr>
        <p:spPr>
          <a:xfrm>
            <a:off x="9824939" y="2845536"/>
            <a:ext cx="1712727" cy="673355"/>
          </a:xfrm>
          <a:prstGeom prst="rect">
            <a:avLst/>
          </a:prstGeom>
          <a:solidFill>
            <a:schemeClr val="accent5">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E" sz="1800" b="0" i="0" u="none" strike="noStrike" kern="1200" cap="none" spc="0" normalizeH="0" baseline="0" noProof="0">
                <a:ln>
                  <a:noFill/>
                </a:ln>
                <a:solidFill>
                  <a:prstClr val="black"/>
                </a:solidFill>
                <a:effectLst/>
                <a:uLnTx/>
                <a:uFillTx/>
                <a:latin typeface="Calibri" panose="020F0502020204030204"/>
                <a:ea typeface="+mn-ea"/>
                <a:cs typeface="+mn-cs"/>
              </a:rPr>
              <a:t>Energy Research</a:t>
            </a:r>
            <a:endParaRPr kumimoji="0" lang="en-D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06460294-1C63-C334-62E1-CFF310F5316C}"/>
              </a:ext>
            </a:extLst>
          </p:cNvPr>
          <p:cNvSpPr txBox="1"/>
          <p:nvPr/>
        </p:nvSpPr>
        <p:spPr>
          <a:xfrm>
            <a:off x="3868618" y="4772920"/>
            <a:ext cx="2150689" cy="461665"/>
          </a:xfrm>
          <a:prstGeom prst="rect">
            <a:avLst/>
          </a:prstGeom>
          <a:noFill/>
          <a:ln>
            <a:solidFill>
              <a:schemeClr val="tx1"/>
            </a:solidFill>
            <a:prstDash val="solid"/>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SE" sz="1200" b="0" i="0" u="none" strike="noStrike" kern="1200" cap="none" spc="0" normalizeH="0" baseline="0" noProof="0">
                <a:ln>
                  <a:noFill/>
                </a:ln>
                <a:solidFill>
                  <a:prstClr val="black"/>
                </a:solidFill>
                <a:effectLst/>
                <a:uLnTx/>
                <a:uFillTx/>
                <a:latin typeface="Calibri" panose="020F0502020204030204"/>
                <a:ea typeface="+mn-ea"/>
                <a:cs typeface="+mn-cs"/>
              </a:rPr>
              <a:t>EEA performs quality controls of the reported data</a:t>
            </a:r>
          </a:p>
        </p:txBody>
      </p:sp>
      <p:sp>
        <p:nvSpPr>
          <p:cNvPr id="16" name="TextBox 15">
            <a:extLst>
              <a:ext uri="{FF2B5EF4-FFF2-40B4-BE49-F238E27FC236}">
                <a16:creationId xmlns:a16="http://schemas.microsoft.com/office/drawing/2014/main" id="{85768463-CCDB-E218-886C-87C7EF2FCC68}"/>
              </a:ext>
            </a:extLst>
          </p:cNvPr>
          <p:cNvSpPr txBox="1"/>
          <p:nvPr/>
        </p:nvSpPr>
        <p:spPr>
          <a:xfrm>
            <a:off x="1916130" y="4611985"/>
            <a:ext cx="1398624" cy="784830"/>
          </a:xfrm>
          <a:prstGeom prst="rect">
            <a:avLst/>
          </a:prstGeom>
          <a:solidFill>
            <a:schemeClr val="bg1"/>
          </a:solidFill>
          <a:ln>
            <a:solidFill>
              <a:schemeClr val="tx1"/>
            </a:solidFill>
          </a:ln>
        </p:spPr>
        <p:txBody>
          <a:bodyPr wrap="square" rtlCol="0">
            <a:spAutoFit/>
          </a:bodyPr>
          <a:lstStyle>
            <a:defPPr>
              <a:defRPr lang="en-US"/>
            </a:defPPr>
            <a:lvl1pPr>
              <a:defRPr sz="1500"/>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a-DK" sz="1500" b="1" i="0" u="none" strike="noStrike" kern="1200" cap="none" spc="0" normalizeH="0" baseline="0" noProof="0">
                <a:ln>
                  <a:noFill/>
                </a:ln>
                <a:solidFill>
                  <a:prstClr val="black"/>
                </a:solidFill>
                <a:effectLst/>
                <a:uLnTx/>
                <a:uFillTx/>
                <a:latin typeface="Calibri" panose="020F0502020204030204"/>
                <a:ea typeface="+mn-ea"/>
                <a:cs typeface="+mn-cs"/>
              </a:rPr>
              <a:t>E</a:t>
            </a:r>
            <a:r>
              <a:rPr kumimoji="0" lang="en-SE" sz="1500" b="1" i="0" u="none" strike="noStrike" kern="1200" cap="none" spc="0" normalizeH="0" baseline="0" noProof="0" err="1">
                <a:ln>
                  <a:noFill/>
                </a:ln>
                <a:solidFill>
                  <a:prstClr val="black"/>
                </a:solidFill>
                <a:effectLst/>
                <a:uLnTx/>
                <a:uFillTx/>
                <a:latin typeface="Calibri" panose="020F0502020204030204"/>
                <a:ea typeface="+mn-ea"/>
                <a:cs typeface="+mn-cs"/>
              </a:rPr>
              <a:t>uropean</a:t>
            </a:r>
            <a:r>
              <a:rPr kumimoji="0" lang="en-SE" sz="1500" b="1" i="0" u="none" strike="noStrike" kern="1200" cap="none" spc="0" normalizeH="0" baseline="0" noProof="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SE" sz="1500" b="1" i="0" u="none" strike="noStrike" kern="1200" cap="none" spc="0" normalizeH="0" baseline="0" noProof="0">
                <a:ln>
                  <a:noFill/>
                </a:ln>
                <a:solidFill>
                  <a:prstClr val="black"/>
                </a:solidFill>
                <a:effectLst/>
                <a:uLnTx/>
                <a:uFillTx/>
                <a:latin typeface="Calibri" panose="020F0502020204030204"/>
                <a:ea typeface="+mn-ea"/>
                <a:cs typeface="+mn-cs"/>
              </a:rPr>
              <a:t>Environment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SE" sz="1500" b="1" i="0" u="none" strike="noStrike" kern="1200" cap="none" spc="0" normalizeH="0" baseline="0" noProof="0">
                <a:ln>
                  <a:noFill/>
                </a:ln>
                <a:solidFill>
                  <a:prstClr val="black"/>
                </a:solidFill>
                <a:effectLst/>
                <a:uLnTx/>
                <a:uFillTx/>
                <a:latin typeface="Calibri" panose="020F0502020204030204"/>
                <a:ea typeface="+mn-ea"/>
                <a:cs typeface="+mn-cs"/>
              </a:rPr>
              <a:t>Agency</a:t>
            </a:r>
            <a:endParaRPr kumimoji="0" lang="en-DK" sz="15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434DC6F0-EA8E-CDA3-E466-50C4026BEB5C}"/>
              </a:ext>
            </a:extLst>
          </p:cNvPr>
          <p:cNvSpPr/>
          <p:nvPr/>
        </p:nvSpPr>
        <p:spPr>
          <a:xfrm>
            <a:off x="243841" y="1057311"/>
            <a:ext cx="11582400" cy="1314645"/>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E" sz="1800" b="0" i="0" u="none" strike="noStrike" kern="1200" cap="none" spc="0" normalizeH="0" baseline="0" noProof="0">
                <a:ln>
                  <a:noFill/>
                </a:ln>
                <a:solidFill>
                  <a:prstClr val="black"/>
                </a:solidFill>
                <a:effectLst/>
                <a:uLnTx/>
                <a:uFillTx/>
                <a:latin typeface="Calibri" panose="020F0502020204030204"/>
                <a:ea typeface="+mn-ea"/>
                <a:cs typeface="+mn-cs"/>
              </a:rPr>
              <a:t>The Contracting Parties</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SE" sz="1400" b="1"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DK" sz="1400" b="1"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18" name="Straight Arrow Connector 17">
            <a:extLst>
              <a:ext uri="{FF2B5EF4-FFF2-40B4-BE49-F238E27FC236}">
                <a16:creationId xmlns:a16="http://schemas.microsoft.com/office/drawing/2014/main" id="{5EB68517-8CAE-6482-15D5-9FDC51F49999}"/>
              </a:ext>
            </a:extLst>
          </p:cNvPr>
          <p:cNvCxnSpPr>
            <a:cxnSpLocks/>
            <a:stCxn id="13" idx="2"/>
            <a:endCxn id="16" idx="0"/>
          </p:cNvCxnSpPr>
          <p:nvPr/>
        </p:nvCxnSpPr>
        <p:spPr>
          <a:xfrm>
            <a:off x="1451407" y="3518891"/>
            <a:ext cx="1164035" cy="1093094"/>
          </a:xfrm>
          <a:prstGeom prst="straightConnector1">
            <a:avLst/>
          </a:prstGeom>
          <a:ln w="50800">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A96174E6-8A93-4B9C-348E-FA58015F03AC}"/>
              </a:ext>
            </a:extLst>
          </p:cNvPr>
          <p:cNvCxnSpPr>
            <a:cxnSpLocks/>
            <a:stCxn id="19" idx="2"/>
            <a:endCxn id="16" idx="0"/>
          </p:cNvCxnSpPr>
          <p:nvPr/>
        </p:nvCxnSpPr>
        <p:spPr>
          <a:xfrm flipH="1">
            <a:off x="2615442" y="3615876"/>
            <a:ext cx="1143439" cy="996109"/>
          </a:xfrm>
          <a:prstGeom prst="straightConnector1">
            <a:avLst/>
          </a:prstGeom>
          <a:ln w="50800">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81657BAC-692D-A453-9563-AAB78BD39321}"/>
              </a:ext>
            </a:extLst>
          </p:cNvPr>
          <p:cNvCxnSpPr>
            <a:cxnSpLocks/>
            <a:stCxn id="16" idx="3"/>
            <a:endCxn id="3" idx="1"/>
          </p:cNvCxnSpPr>
          <p:nvPr/>
        </p:nvCxnSpPr>
        <p:spPr>
          <a:xfrm flipV="1">
            <a:off x="3314754" y="5003753"/>
            <a:ext cx="553864" cy="647"/>
          </a:xfrm>
          <a:prstGeom prst="straightConnector1">
            <a:avLst/>
          </a:prstGeom>
          <a:ln w="50800">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06EAD5E3-9037-14EC-7123-6DFADAC4388F}"/>
              </a:ext>
            </a:extLst>
          </p:cNvPr>
          <p:cNvCxnSpPr>
            <a:cxnSpLocks/>
            <a:stCxn id="3" idx="3"/>
            <a:endCxn id="41" idx="1"/>
          </p:cNvCxnSpPr>
          <p:nvPr/>
        </p:nvCxnSpPr>
        <p:spPr>
          <a:xfrm flipV="1">
            <a:off x="6019307" y="5001918"/>
            <a:ext cx="1630206" cy="1835"/>
          </a:xfrm>
          <a:prstGeom prst="straightConnector1">
            <a:avLst/>
          </a:prstGeom>
          <a:ln w="50800">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773788A3-ED73-F3EC-0326-F75DAD889382}"/>
              </a:ext>
            </a:extLst>
          </p:cNvPr>
          <p:cNvSpPr txBox="1"/>
          <p:nvPr/>
        </p:nvSpPr>
        <p:spPr>
          <a:xfrm>
            <a:off x="7649513" y="4609503"/>
            <a:ext cx="1448630" cy="784830"/>
          </a:xfrm>
          <a:prstGeom prst="rect">
            <a:avLst/>
          </a:prstGeom>
          <a:solidFill>
            <a:schemeClr val="bg1"/>
          </a:solidFill>
          <a:ln>
            <a:solidFill>
              <a:schemeClr val="tx1"/>
            </a:solidFill>
          </a:ln>
        </p:spPr>
        <p:txBody>
          <a:bodyPr wrap="square" rtlCol="0">
            <a:spAutoFit/>
          </a:bodyPr>
          <a:lstStyle>
            <a:defPPr>
              <a:defRPr lang="en-US"/>
            </a:defPPr>
            <a:lvl1pPr>
              <a:defRPr sz="1500"/>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SE" sz="1500" b="1" i="0" u="none" strike="noStrike" kern="1200" cap="none" spc="0" normalizeH="0" baseline="0" noProof="0">
                <a:ln>
                  <a:noFill/>
                </a:ln>
                <a:solidFill>
                  <a:prstClr val="black"/>
                </a:solidFill>
                <a:effectLst/>
                <a:uLnTx/>
                <a:uFillTx/>
                <a:latin typeface="Calibri" panose="020F0502020204030204"/>
                <a:ea typeface="+mn-ea"/>
                <a:cs typeface="+mn-cs"/>
              </a:rPr>
              <a:t>Energy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SE" sz="1500" b="1" i="0" u="none" strike="noStrike" kern="1200" cap="none" spc="0" normalizeH="0" baseline="0" noProof="0">
                <a:ln>
                  <a:noFill/>
                </a:ln>
                <a:solidFill>
                  <a:prstClr val="black"/>
                </a:solidFill>
                <a:effectLst/>
                <a:uLnTx/>
                <a:uFillTx/>
                <a:latin typeface="Calibri" panose="020F0502020204030204"/>
                <a:ea typeface="+mn-ea"/>
                <a:cs typeface="+mn-cs"/>
              </a:rPr>
              <a:t>Community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SE" sz="1500" b="1" i="0" u="none" strike="noStrike" kern="1200" cap="none" spc="0" normalizeH="0" baseline="0" noProof="0">
                <a:ln>
                  <a:noFill/>
                </a:ln>
                <a:solidFill>
                  <a:prstClr val="black"/>
                </a:solidFill>
                <a:effectLst/>
                <a:uLnTx/>
                <a:uFillTx/>
                <a:latin typeface="Calibri" panose="020F0502020204030204"/>
                <a:ea typeface="+mn-ea"/>
                <a:cs typeface="+mn-cs"/>
              </a:rPr>
              <a:t>Secretariat</a:t>
            </a:r>
            <a:endParaRPr kumimoji="0" lang="en-DK" sz="1500" b="1"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42" name="Straight Arrow Connector 41">
            <a:extLst>
              <a:ext uri="{FF2B5EF4-FFF2-40B4-BE49-F238E27FC236}">
                <a16:creationId xmlns:a16="http://schemas.microsoft.com/office/drawing/2014/main" id="{3F73EAE8-48AB-0620-AD68-8D190B0A024B}"/>
              </a:ext>
            </a:extLst>
          </p:cNvPr>
          <p:cNvCxnSpPr>
            <a:cxnSpLocks/>
            <a:stCxn id="27" idx="2"/>
            <a:endCxn id="41" idx="0"/>
          </p:cNvCxnSpPr>
          <p:nvPr/>
        </p:nvCxnSpPr>
        <p:spPr>
          <a:xfrm flipH="1">
            <a:off x="8373828" y="3518891"/>
            <a:ext cx="2307475" cy="1090612"/>
          </a:xfrm>
          <a:prstGeom prst="straightConnector1">
            <a:avLst/>
          </a:prstGeom>
          <a:ln w="50800">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7A0A589F-430F-1D19-3BF9-92F449620868}"/>
              </a:ext>
            </a:extLst>
          </p:cNvPr>
          <p:cNvCxnSpPr>
            <a:cxnSpLocks/>
            <a:stCxn id="25" idx="2"/>
            <a:endCxn id="41" idx="0"/>
          </p:cNvCxnSpPr>
          <p:nvPr/>
        </p:nvCxnSpPr>
        <p:spPr>
          <a:xfrm flipH="1">
            <a:off x="8373828" y="3518891"/>
            <a:ext cx="1" cy="1090612"/>
          </a:xfrm>
          <a:prstGeom prst="straightConnector1">
            <a:avLst/>
          </a:prstGeom>
          <a:ln w="50800">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3D48CEB7-1F2B-0080-7A2E-CF37BB47DDC4}"/>
              </a:ext>
            </a:extLst>
          </p:cNvPr>
          <p:cNvCxnSpPr>
            <a:cxnSpLocks/>
            <a:stCxn id="20" idx="2"/>
            <a:endCxn id="41" idx="0"/>
          </p:cNvCxnSpPr>
          <p:nvPr/>
        </p:nvCxnSpPr>
        <p:spPr>
          <a:xfrm>
            <a:off x="6066355" y="3518891"/>
            <a:ext cx="2307473" cy="1090612"/>
          </a:xfrm>
          <a:prstGeom prst="straightConnector1">
            <a:avLst/>
          </a:prstGeom>
          <a:ln w="50800">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EC322844-1B91-7154-9EB7-D0A6172B62BD}"/>
              </a:ext>
            </a:extLst>
          </p:cNvPr>
          <p:cNvSpPr txBox="1"/>
          <p:nvPr/>
        </p:nvSpPr>
        <p:spPr>
          <a:xfrm>
            <a:off x="5942333" y="3926938"/>
            <a:ext cx="5305425" cy="276999"/>
          </a:xfrm>
          <a:prstGeom prst="rect">
            <a:avLst/>
          </a:prstGeom>
          <a:solidFill>
            <a:schemeClr val="bg1"/>
          </a:solidFill>
          <a:ln>
            <a:solidFill>
              <a:schemeClr val="tx1"/>
            </a:solidFill>
          </a:ln>
        </p:spPr>
        <p:txBody>
          <a:bodyPr wrap="square" rtlCol="0">
            <a:spAutoFit/>
          </a:bodyPr>
          <a:lstStyle>
            <a:defPPr>
              <a:defRPr lang="en-US"/>
            </a:defPPr>
            <a:lvl1pPr>
              <a:defRPr sz="1500"/>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a-DK" sz="1200" b="0" i="0" u="none" strike="noStrike" kern="1200" cap="none" spc="0" normalizeH="0" baseline="0" noProof="0">
                <a:ln>
                  <a:noFill/>
                </a:ln>
                <a:solidFill>
                  <a:prstClr val="black"/>
                </a:solidFill>
                <a:effectLst/>
                <a:uLnTx/>
                <a:uFillTx/>
                <a:latin typeface="Calibri" panose="020F0502020204030204"/>
                <a:ea typeface="+mn-ea"/>
                <a:cs typeface="+mn-cs"/>
              </a:rPr>
              <a:t>Reported to </a:t>
            </a:r>
            <a:r>
              <a:rPr kumimoji="0" lang="en-SE" sz="1200" b="0" i="0" u="none" strike="noStrike" kern="1200" cap="none" spc="0" normalizeH="0" baseline="0" noProof="0">
                <a:ln>
                  <a:noFill/>
                </a:ln>
                <a:solidFill>
                  <a:prstClr val="black"/>
                </a:solidFill>
                <a:effectLst/>
                <a:uLnTx/>
                <a:uFillTx/>
                <a:latin typeface="Calibri" panose="020F0502020204030204"/>
                <a:ea typeface="+mn-ea"/>
                <a:cs typeface="+mn-cs"/>
              </a:rPr>
              <a:t>Energy Community Secretariat through </a:t>
            </a:r>
            <a:r>
              <a:rPr kumimoji="0" lang="da-DK" sz="1200" b="0" i="0" u="none" strike="noStrike" kern="1200" cap="none" spc="0" normalizeH="0" baseline="0" noProof="0">
                <a:ln>
                  <a:noFill/>
                </a:ln>
                <a:solidFill>
                  <a:prstClr val="black"/>
                </a:solidFill>
                <a:effectLst/>
                <a:uLnTx/>
                <a:uFillTx/>
                <a:latin typeface="Calibri" panose="020F0502020204030204"/>
                <a:ea typeface="+mn-ea"/>
                <a:cs typeface="+mn-cs"/>
              </a:rPr>
              <a:t>DG ENERs</a:t>
            </a:r>
            <a:r>
              <a:rPr kumimoji="0" lang="en-SE" sz="1200" b="0" i="0" u="none" strike="noStrike" kern="1200" cap="none" spc="0" normalizeH="0" baseline="0" noProof="0">
                <a:ln>
                  <a:noFill/>
                </a:ln>
                <a:solidFill>
                  <a:prstClr val="black"/>
                </a:solidFill>
                <a:effectLst/>
                <a:uLnTx/>
                <a:uFillTx/>
                <a:latin typeface="Calibri" panose="020F0502020204030204"/>
                <a:ea typeface="+mn-ea"/>
                <a:cs typeface="+mn-cs"/>
              </a:rPr>
              <a:t> reporting system</a:t>
            </a:r>
            <a:r>
              <a:rPr kumimoji="0" lang="da-DK" sz="1200" b="0" i="0" u="none" strike="noStrike" kern="1200" cap="none" spc="0" normalizeH="0" baseline="0" noProof="0">
                <a:ln>
                  <a:noFill/>
                </a:ln>
                <a:solidFill>
                  <a:prstClr val="black"/>
                </a:solidFill>
                <a:effectLst/>
                <a:uLnTx/>
                <a:uFillTx/>
                <a:latin typeface="Calibri" panose="020F0502020204030204"/>
                <a:ea typeface="+mn-ea"/>
                <a:cs typeface="+mn-cs"/>
              </a:rPr>
              <a:t>.</a:t>
            </a:r>
            <a:endParaRPr kumimoji="0" lang="en-DK"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4" name="TextBox 63">
            <a:extLst>
              <a:ext uri="{FF2B5EF4-FFF2-40B4-BE49-F238E27FC236}">
                <a16:creationId xmlns:a16="http://schemas.microsoft.com/office/drawing/2014/main" id="{8A498561-A192-DF05-E776-EC34D460EED5}"/>
              </a:ext>
            </a:extLst>
          </p:cNvPr>
          <p:cNvSpPr txBox="1"/>
          <p:nvPr/>
        </p:nvSpPr>
        <p:spPr>
          <a:xfrm>
            <a:off x="1200340" y="3936315"/>
            <a:ext cx="2830203" cy="276999"/>
          </a:xfrm>
          <a:prstGeom prst="rect">
            <a:avLst/>
          </a:prstGeom>
          <a:solidFill>
            <a:schemeClr val="bg1"/>
          </a:solidFill>
          <a:ln>
            <a:solidFill>
              <a:schemeClr val="tx1"/>
            </a:solidFill>
          </a:ln>
        </p:spPr>
        <p:txBody>
          <a:bodyPr wrap="square" rtlCol="0">
            <a:spAutoFit/>
          </a:bodyPr>
          <a:lstStyle>
            <a:defPPr>
              <a:defRPr lang="en-US"/>
            </a:defPPr>
            <a:lvl1pPr>
              <a:defRPr sz="1500"/>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a-DK" sz="1200" b="0" i="0" u="none" strike="noStrike" kern="1200" cap="none" spc="0" normalizeH="0" baseline="0" noProof="0">
                <a:ln>
                  <a:noFill/>
                </a:ln>
                <a:solidFill>
                  <a:prstClr val="black"/>
                </a:solidFill>
                <a:effectLst/>
                <a:uLnTx/>
                <a:uFillTx/>
                <a:latin typeface="Calibri" panose="020F0502020204030204"/>
                <a:ea typeface="+mn-ea"/>
                <a:cs typeface="+mn-cs"/>
              </a:rPr>
              <a:t>Reported to </a:t>
            </a:r>
            <a:r>
              <a:rPr kumimoji="0" lang="en-SE" sz="1200" b="0" i="0" u="none" strike="noStrike" kern="1200" cap="none" spc="0" normalizeH="0" baseline="0" noProof="0">
                <a:ln>
                  <a:noFill/>
                </a:ln>
                <a:solidFill>
                  <a:prstClr val="black"/>
                </a:solidFill>
                <a:effectLst/>
                <a:uLnTx/>
                <a:uFillTx/>
                <a:latin typeface="Calibri" panose="020F0502020204030204"/>
                <a:ea typeface="+mn-ea"/>
                <a:cs typeface="+mn-cs"/>
              </a:rPr>
              <a:t>the EEA through Reportnet</a:t>
            </a:r>
            <a:endParaRPr kumimoji="0" lang="en-DK"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80" name="Straight Arrow Connector 79">
            <a:extLst>
              <a:ext uri="{FF2B5EF4-FFF2-40B4-BE49-F238E27FC236}">
                <a16:creationId xmlns:a16="http://schemas.microsoft.com/office/drawing/2014/main" id="{0FAEFD33-2B36-388E-D99B-6D9DE9DCDE58}"/>
              </a:ext>
            </a:extLst>
          </p:cNvPr>
          <p:cNvCxnSpPr>
            <a:cxnSpLocks/>
            <a:stCxn id="3" idx="0"/>
          </p:cNvCxnSpPr>
          <p:nvPr/>
        </p:nvCxnSpPr>
        <p:spPr>
          <a:xfrm flipH="1" flipV="1">
            <a:off x="4943962" y="2390390"/>
            <a:ext cx="1" cy="2382530"/>
          </a:xfrm>
          <a:prstGeom prst="straightConnector1">
            <a:avLst/>
          </a:prstGeom>
          <a:ln w="50800">
            <a:solidFill>
              <a:schemeClr val="accent1">
                <a:lumMod val="60000"/>
                <a:lumOff val="40000"/>
              </a:schemeClr>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84" name="Rectangle 83">
            <a:extLst>
              <a:ext uri="{FF2B5EF4-FFF2-40B4-BE49-F238E27FC236}">
                <a16:creationId xmlns:a16="http://schemas.microsoft.com/office/drawing/2014/main" id="{8F6F3B1B-DDB7-2309-FDD6-25C41AFD696C}"/>
              </a:ext>
            </a:extLst>
          </p:cNvPr>
          <p:cNvSpPr/>
          <p:nvPr/>
        </p:nvSpPr>
        <p:spPr>
          <a:xfrm>
            <a:off x="365759" y="1717035"/>
            <a:ext cx="11460482" cy="61719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E" sz="1800" b="0" i="0" u="none" strike="noStrike" kern="1200" cap="none" spc="0" normalizeH="0" baseline="0" noProof="0">
                <a:ln>
                  <a:noFill/>
                </a:ln>
                <a:solidFill>
                  <a:prstClr val="black"/>
                </a:solidFill>
                <a:effectLst/>
                <a:uLnTx/>
                <a:uFillTx/>
                <a:latin typeface="Calibri" panose="020F0502020204030204"/>
                <a:ea typeface="+mn-ea"/>
                <a:cs typeface="+mn-cs"/>
              </a:rPr>
              <a:t>Reporting obligations specified in the adapted Governance Regulation</a:t>
            </a:r>
            <a:endParaRPr kumimoji="0" lang="en-DK" sz="14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7" name="Arrow: Down 86">
            <a:extLst>
              <a:ext uri="{FF2B5EF4-FFF2-40B4-BE49-F238E27FC236}">
                <a16:creationId xmlns:a16="http://schemas.microsoft.com/office/drawing/2014/main" id="{EEB2E893-1E12-E2AD-28F9-9D79732039D9}"/>
              </a:ext>
            </a:extLst>
          </p:cNvPr>
          <p:cNvSpPr/>
          <p:nvPr/>
        </p:nvSpPr>
        <p:spPr>
          <a:xfrm>
            <a:off x="1060882" y="2371489"/>
            <a:ext cx="781047" cy="417424"/>
          </a:xfrm>
          <a:prstGeom prst="downArrow">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DK"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8" name="Arrow: Down 87">
            <a:extLst>
              <a:ext uri="{FF2B5EF4-FFF2-40B4-BE49-F238E27FC236}">
                <a16:creationId xmlns:a16="http://schemas.microsoft.com/office/drawing/2014/main" id="{7FDD025F-ACD2-D87B-4B99-C9486A36A507}"/>
              </a:ext>
            </a:extLst>
          </p:cNvPr>
          <p:cNvSpPr/>
          <p:nvPr/>
        </p:nvSpPr>
        <p:spPr>
          <a:xfrm>
            <a:off x="3315682" y="2374723"/>
            <a:ext cx="781047" cy="417424"/>
          </a:xfrm>
          <a:prstGeom prst="downArrow">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DK"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9" name="Arrow: Down 88">
            <a:extLst>
              <a:ext uri="{FF2B5EF4-FFF2-40B4-BE49-F238E27FC236}">
                <a16:creationId xmlns:a16="http://schemas.microsoft.com/office/drawing/2014/main" id="{C10021E9-D9B3-D502-35FB-F495DC83BA7A}"/>
              </a:ext>
            </a:extLst>
          </p:cNvPr>
          <p:cNvSpPr/>
          <p:nvPr/>
        </p:nvSpPr>
        <p:spPr>
          <a:xfrm>
            <a:off x="5569441" y="2371956"/>
            <a:ext cx="781047" cy="417424"/>
          </a:xfrm>
          <a:prstGeom prst="downArrow">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DK"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0" name="Arrow: Down 89">
            <a:extLst>
              <a:ext uri="{FF2B5EF4-FFF2-40B4-BE49-F238E27FC236}">
                <a16:creationId xmlns:a16="http://schemas.microsoft.com/office/drawing/2014/main" id="{3AD83714-59B0-3735-7D25-38B9FF4C8CCE}"/>
              </a:ext>
            </a:extLst>
          </p:cNvPr>
          <p:cNvSpPr/>
          <p:nvPr/>
        </p:nvSpPr>
        <p:spPr>
          <a:xfrm>
            <a:off x="7983304" y="2365381"/>
            <a:ext cx="781047" cy="417424"/>
          </a:xfrm>
          <a:prstGeom prst="downArrow">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DK"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1" name="Arrow: Down 90">
            <a:extLst>
              <a:ext uri="{FF2B5EF4-FFF2-40B4-BE49-F238E27FC236}">
                <a16:creationId xmlns:a16="http://schemas.microsoft.com/office/drawing/2014/main" id="{48DAEBD7-2FA4-833E-2255-534C8ABE6C6C}"/>
              </a:ext>
            </a:extLst>
          </p:cNvPr>
          <p:cNvSpPr/>
          <p:nvPr/>
        </p:nvSpPr>
        <p:spPr>
          <a:xfrm>
            <a:off x="10244004" y="2358584"/>
            <a:ext cx="781047" cy="417424"/>
          </a:xfrm>
          <a:prstGeom prst="downArrow">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DK"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9E25C8C3-CD89-3B2A-F8F4-5F4FB0144C0E}"/>
              </a:ext>
            </a:extLst>
          </p:cNvPr>
          <p:cNvSpPr txBox="1"/>
          <p:nvPr/>
        </p:nvSpPr>
        <p:spPr>
          <a:xfrm>
            <a:off x="345498" y="2688128"/>
            <a:ext cx="4479360" cy="2793519"/>
          </a:xfrm>
          <a:prstGeom prst="rect">
            <a:avLst/>
          </a:prstGeom>
          <a:noFill/>
          <a:ln w="63500">
            <a:solidFill>
              <a:srgbClr val="FF0000"/>
            </a:solidFill>
          </a:ln>
        </p:spPr>
        <p:txBody>
          <a:bodyPr wrap="square" rtlCol="0">
            <a:spAutoFit/>
          </a:bodyPr>
          <a:lstStyle/>
          <a:p>
            <a:endParaRPr lang="en-DK" dirty="0"/>
          </a:p>
        </p:txBody>
      </p:sp>
      <p:sp>
        <p:nvSpPr>
          <p:cNvPr id="6" name="Arrow: Down 5">
            <a:extLst>
              <a:ext uri="{FF2B5EF4-FFF2-40B4-BE49-F238E27FC236}">
                <a16:creationId xmlns:a16="http://schemas.microsoft.com/office/drawing/2014/main" id="{EBC8CA4F-8796-8799-A08A-53E8C30C8494}"/>
              </a:ext>
            </a:extLst>
          </p:cNvPr>
          <p:cNvSpPr/>
          <p:nvPr/>
        </p:nvSpPr>
        <p:spPr>
          <a:xfrm>
            <a:off x="2105891" y="5694218"/>
            <a:ext cx="509551" cy="715177"/>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Tree>
    <p:extLst>
      <p:ext uri="{BB962C8B-B14F-4D97-AF65-F5344CB8AC3E}">
        <p14:creationId xmlns:p14="http://schemas.microsoft.com/office/powerpoint/2010/main" val="19940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41" grpId="0" animBg="1"/>
      <p:bldP spid="12" grpId="0" animBg="1"/>
      <p:bldP spid="6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 name="Connector: Elbow 19">
            <a:extLst>
              <a:ext uri="{FF2B5EF4-FFF2-40B4-BE49-F238E27FC236}">
                <a16:creationId xmlns:a16="http://schemas.microsoft.com/office/drawing/2014/main" id="{E531FDEA-A0AF-A75A-EF5A-72C4006E194C}"/>
              </a:ext>
            </a:extLst>
          </p:cNvPr>
          <p:cNvCxnSpPr>
            <a:cxnSpLocks/>
            <a:stCxn id="5" idx="1"/>
            <a:endCxn id="15" idx="3"/>
          </p:cNvCxnSpPr>
          <p:nvPr/>
        </p:nvCxnSpPr>
        <p:spPr>
          <a:xfrm rot="10800000" flipV="1">
            <a:off x="3060068" y="1605199"/>
            <a:ext cx="3035932" cy="1099737"/>
          </a:xfrm>
          <a:prstGeom prst="bentConnector3">
            <a:avLst>
              <a:gd name="adj1" fmla="val 50000"/>
            </a:avLst>
          </a:prstGeom>
          <a:ln w="57150">
            <a:tailEnd type="triangle"/>
          </a:ln>
        </p:spPr>
        <p:style>
          <a:lnRef idx="2">
            <a:schemeClr val="accent1"/>
          </a:lnRef>
          <a:fillRef idx="0">
            <a:schemeClr val="accent1"/>
          </a:fillRef>
          <a:effectRef idx="1">
            <a:schemeClr val="accent1"/>
          </a:effectRef>
          <a:fontRef idx="minor">
            <a:schemeClr val="tx1"/>
          </a:fontRef>
        </p:style>
      </p:cxnSp>
      <p:sp>
        <p:nvSpPr>
          <p:cNvPr id="46" name="Text Placeholder 1">
            <a:extLst>
              <a:ext uri="{FF2B5EF4-FFF2-40B4-BE49-F238E27FC236}">
                <a16:creationId xmlns:a16="http://schemas.microsoft.com/office/drawing/2014/main" id="{E65CE029-7A10-7408-973F-BFF687A6F96E}"/>
              </a:ext>
            </a:extLst>
          </p:cNvPr>
          <p:cNvSpPr txBox="1">
            <a:spLocks/>
          </p:cNvSpPr>
          <p:nvPr/>
        </p:nvSpPr>
        <p:spPr>
          <a:xfrm>
            <a:off x="500863" y="54288"/>
            <a:ext cx="11010281" cy="584775"/>
          </a:xfrm>
          <a:prstGeom prst="rect">
            <a:avLst/>
          </a:prstGeom>
          <a:noFill/>
        </p:spPr>
        <p:txBody>
          <a:bodyPr wrap="square" rtlCol="0">
            <a:spAutoFit/>
          </a:bodyPr>
          <a:lstStyle>
            <a:defPPr>
              <a:defRPr lang="en-US"/>
            </a:defPPr>
            <a:lvl1pPr>
              <a:defRPr sz="3200" b="1">
                <a:solidFill>
                  <a:srgbClr val="002060"/>
                </a:solidFill>
                <a:latin typeface="Calibri" panose="020F0502020204030204"/>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GB" dirty="0"/>
              <a:t>Energy Dataflows in Reportnet 3:  </a:t>
            </a:r>
          </a:p>
        </p:txBody>
      </p:sp>
      <p:sp>
        <p:nvSpPr>
          <p:cNvPr id="3" name="Rectangle 2">
            <a:extLst>
              <a:ext uri="{FF2B5EF4-FFF2-40B4-BE49-F238E27FC236}">
                <a16:creationId xmlns:a16="http://schemas.microsoft.com/office/drawing/2014/main" id="{233B315D-B5FF-4E86-7FB9-A20028FF081A}"/>
              </a:ext>
            </a:extLst>
          </p:cNvPr>
          <p:cNvSpPr/>
          <p:nvPr/>
        </p:nvSpPr>
        <p:spPr>
          <a:xfrm>
            <a:off x="582341" y="1148000"/>
            <a:ext cx="2477727" cy="914400"/>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NECPR – Progress to targets (GHG)</a:t>
            </a:r>
            <a:endParaRPr lang="LID4096" dirty="0"/>
          </a:p>
        </p:txBody>
      </p:sp>
      <p:sp>
        <p:nvSpPr>
          <p:cNvPr id="4" name="Rectangle 3">
            <a:extLst>
              <a:ext uri="{FF2B5EF4-FFF2-40B4-BE49-F238E27FC236}">
                <a16:creationId xmlns:a16="http://schemas.microsoft.com/office/drawing/2014/main" id="{EA2FFF37-3DA7-6487-71DE-C698A748EA5F}"/>
              </a:ext>
            </a:extLst>
          </p:cNvPr>
          <p:cNvSpPr/>
          <p:nvPr/>
        </p:nvSpPr>
        <p:spPr>
          <a:xfrm>
            <a:off x="3342139" y="1148000"/>
            <a:ext cx="2477727" cy="9144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NECPR – Progress to targets (Annex II -Renewable energy)</a:t>
            </a:r>
            <a:endParaRPr lang="LID4096" dirty="0"/>
          </a:p>
        </p:txBody>
      </p:sp>
      <p:sp>
        <p:nvSpPr>
          <p:cNvPr id="5" name="Rectangle 4">
            <a:extLst>
              <a:ext uri="{FF2B5EF4-FFF2-40B4-BE49-F238E27FC236}">
                <a16:creationId xmlns:a16="http://schemas.microsoft.com/office/drawing/2014/main" id="{0EE64071-421E-165C-851F-FEEA9CD5E154}"/>
              </a:ext>
            </a:extLst>
          </p:cNvPr>
          <p:cNvSpPr/>
          <p:nvPr/>
        </p:nvSpPr>
        <p:spPr>
          <a:xfrm>
            <a:off x="6096000" y="1148000"/>
            <a:ext cx="2477727" cy="9144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NECPR – Progress to targets (Annex IV - EE)</a:t>
            </a:r>
            <a:endParaRPr lang="LID4096" dirty="0"/>
          </a:p>
        </p:txBody>
      </p:sp>
      <p:sp>
        <p:nvSpPr>
          <p:cNvPr id="6" name="Rectangle 5">
            <a:extLst>
              <a:ext uri="{FF2B5EF4-FFF2-40B4-BE49-F238E27FC236}">
                <a16:creationId xmlns:a16="http://schemas.microsoft.com/office/drawing/2014/main" id="{63D49CE2-B3AD-35E0-C6C1-8A5DA8298A68}"/>
              </a:ext>
            </a:extLst>
          </p:cNvPr>
          <p:cNvSpPr/>
          <p:nvPr/>
        </p:nvSpPr>
        <p:spPr>
          <a:xfrm>
            <a:off x="8861735" y="1148003"/>
            <a:ext cx="2477727" cy="914400"/>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t>NECPR – Adaptation (Article 17)</a:t>
            </a:r>
            <a:endParaRPr lang="LID4096"/>
          </a:p>
        </p:txBody>
      </p:sp>
      <p:sp>
        <p:nvSpPr>
          <p:cNvPr id="7" name="Rectangle 6">
            <a:extLst>
              <a:ext uri="{FF2B5EF4-FFF2-40B4-BE49-F238E27FC236}">
                <a16:creationId xmlns:a16="http://schemas.microsoft.com/office/drawing/2014/main" id="{77395626-F4DD-BF94-5C2C-4508E3EF1A9F}"/>
              </a:ext>
            </a:extLst>
          </p:cNvPr>
          <p:cNvSpPr/>
          <p:nvPr/>
        </p:nvSpPr>
        <p:spPr>
          <a:xfrm>
            <a:off x="6096000" y="2257049"/>
            <a:ext cx="2477727" cy="914400"/>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Integrated National Policies and Measures (PaMs)</a:t>
            </a:r>
            <a:endParaRPr lang="LID4096" dirty="0"/>
          </a:p>
        </p:txBody>
      </p:sp>
      <p:sp>
        <p:nvSpPr>
          <p:cNvPr id="8" name="Rectangle 7">
            <a:extLst>
              <a:ext uri="{FF2B5EF4-FFF2-40B4-BE49-F238E27FC236}">
                <a16:creationId xmlns:a16="http://schemas.microsoft.com/office/drawing/2014/main" id="{67A51201-30D4-B0F6-D89C-997E02B93F2A}"/>
              </a:ext>
            </a:extLst>
          </p:cNvPr>
          <p:cNvSpPr/>
          <p:nvPr/>
        </p:nvSpPr>
        <p:spPr>
          <a:xfrm>
            <a:off x="582341" y="3366098"/>
            <a:ext cx="2477727" cy="914400"/>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t>National GHG projections</a:t>
            </a:r>
            <a:endParaRPr lang="LID4096"/>
          </a:p>
        </p:txBody>
      </p:sp>
      <p:sp>
        <p:nvSpPr>
          <p:cNvPr id="9" name="Rectangle 8">
            <a:extLst>
              <a:ext uri="{FF2B5EF4-FFF2-40B4-BE49-F238E27FC236}">
                <a16:creationId xmlns:a16="http://schemas.microsoft.com/office/drawing/2014/main" id="{5B7597E0-4F89-23DF-E8D1-D14BC03CDDCE}"/>
              </a:ext>
            </a:extLst>
          </p:cNvPr>
          <p:cNvSpPr/>
          <p:nvPr/>
        </p:nvSpPr>
        <p:spPr>
          <a:xfrm>
            <a:off x="3336204" y="3366098"/>
            <a:ext cx="2477727" cy="914400"/>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t>Adaptation planning and strategies (Article 19)</a:t>
            </a:r>
            <a:endParaRPr lang="LID4096"/>
          </a:p>
        </p:txBody>
      </p:sp>
      <p:sp>
        <p:nvSpPr>
          <p:cNvPr id="10" name="Rectangle 9">
            <a:extLst>
              <a:ext uri="{FF2B5EF4-FFF2-40B4-BE49-F238E27FC236}">
                <a16:creationId xmlns:a16="http://schemas.microsoft.com/office/drawing/2014/main" id="{FB41F115-5AE2-A9D4-5700-A8787EDE5198}"/>
              </a:ext>
            </a:extLst>
          </p:cNvPr>
          <p:cNvSpPr/>
          <p:nvPr/>
        </p:nvSpPr>
        <p:spPr>
          <a:xfrm>
            <a:off x="6096002" y="3366098"/>
            <a:ext cx="2477727" cy="914400"/>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European Climate Law Recommendations (*)</a:t>
            </a:r>
            <a:endParaRPr lang="LID4096" dirty="0"/>
          </a:p>
        </p:txBody>
      </p:sp>
      <p:sp>
        <p:nvSpPr>
          <p:cNvPr id="11" name="Rectangle 10">
            <a:extLst>
              <a:ext uri="{FF2B5EF4-FFF2-40B4-BE49-F238E27FC236}">
                <a16:creationId xmlns:a16="http://schemas.microsoft.com/office/drawing/2014/main" id="{3E0C3597-DB19-CFAC-5791-36A58C66DA21}"/>
              </a:ext>
            </a:extLst>
          </p:cNvPr>
          <p:cNvSpPr/>
          <p:nvPr/>
        </p:nvSpPr>
        <p:spPr>
          <a:xfrm>
            <a:off x="8855797" y="2257049"/>
            <a:ext cx="2477727" cy="914400"/>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t>National systems for reporting on PaMs and projections</a:t>
            </a:r>
            <a:endParaRPr lang="LID4096"/>
          </a:p>
        </p:txBody>
      </p:sp>
      <p:sp>
        <p:nvSpPr>
          <p:cNvPr id="13" name="TextBox 12">
            <a:extLst>
              <a:ext uri="{FF2B5EF4-FFF2-40B4-BE49-F238E27FC236}">
                <a16:creationId xmlns:a16="http://schemas.microsoft.com/office/drawing/2014/main" id="{46B643A8-FFB8-136B-2DE0-3140E5894FC7}"/>
              </a:ext>
            </a:extLst>
          </p:cNvPr>
          <p:cNvSpPr txBox="1"/>
          <p:nvPr/>
        </p:nvSpPr>
        <p:spPr>
          <a:xfrm>
            <a:off x="9052448" y="6008040"/>
            <a:ext cx="3139552" cy="553998"/>
          </a:xfrm>
          <a:prstGeom prst="rect">
            <a:avLst/>
          </a:prstGeom>
          <a:noFill/>
        </p:spPr>
        <p:txBody>
          <a:bodyPr wrap="square" rtlCol="0">
            <a:spAutoFit/>
          </a:bodyPr>
          <a:lstStyle/>
          <a:p>
            <a:r>
              <a:rPr lang="en-GB" sz="1000" dirty="0"/>
              <a:t>* This dataflow is aligned with NECPR but is voluntarily provided under the European Climate Law 2021/1119</a:t>
            </a:r>
            <a:endParaRPr lang="LID4096" sz="1000" dirty="0"/>
          </a:p>
        </p:txBody>
      </p:sp>
      <p:sp>
        <p:nvSpPr>
          <p:cNvPr id="14" name="Rectangle 13">
            <a:extLst>
              <a:ext uri="{FF2B5EF4-FFF2-40B4-BE49-F238E27FC236}">
                <a16:creationId xmlns:a16="http://schemas.microsoft.com/office/drawing/2014/main" id="{48BA5E73-144F-E8E0-729A-B954F0222445}"/>
              </a:ext>
            </a:extLst>
          </p:cNvPr>
          <p:cNvSpPr/>
          <p:nvPr/>
        </p:nvSpPr>
        <p:spPr>
          <a:xfrm>
            <a:off x="3333530" y="2251321"/>
            <a:ext cx="2477727" cy="9144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NECPR – Additional reporting (Annex XVII - EE)</a:t>
            </a:r>
            <a:endParaRPr lang="LID4096" dirty="0"/>
          </a:p>
        </p:txBody>
      </p:sp>
      <p:sp>
        <p:nvSpPr>
          <p:cNvPr id="15" name="Rectangle 14">
            <a:extLst>
              <a:ext uri="{FF2B5EF4-FFF2-40B4-BE49-F238E27FC236}">
                <a16:creationId xmlns:a16="http://schemas.microsoft.com/office/drawing/2014/main" id="{8EBA3132-1FCE-0C4C-DCF4-D0ECB92B7883}"/>
              </a:ext>
            </a:extLst>
          </p:cNvPr>
          <p:cNvSpPr/>
          <p:nvPr/>
        </p:nvSpPr>
        <p:spPr>
          <a:xfrm>
            <a:off x="582341" y="2247737"/>
            <a:ext cx="2477727" cy="9144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NECPR – Additional reporting (Renewable energy – Annex XVI)</a:t>
            </a:r>
            <a:endParaRPr lang="LID4096" dirty="0"/>
          </a:p>
        </p:txBody>
      </p:sp>
      <p:sp>
        <p:nvSpPr>
          <p:cNvPr id="12" name="TextBox 11">
            <a:extLst>
              <a:ext uri="{FF2B5EF4-FFF2-40B4-BE49-F238E27FC236}">
                <a16:creationId xmlns:a16="http://schemas.microsoft.com/office/drawing/2014/main" id="{5BCD50A0-B9AF-6ABF-7FBA-F44838651439}"/>
              </a:ext>
            </a:extLst>
          </p:cNvPr>
          <p:cNvSpPr txBox="1"/>
          <p:nvPr/>
        </p:nvSpPr>
        <p:spPr>
          <a:xfrm>
            <a:off x="4156361" y="4535223"/>
            <a:ext cx="6874010" cy="1015663"/>
          </a:xfrm>
          <a:prstGeom prst="rect">
            <a:avLst/>
          </a:prstGeom>
          <a:noFill/>
          <a:ln>
            <a:solidFill>
              <a:schemeClr val="accent1"/>
            </a:solidFill>
          </a:ln>
        </p:spPr>
        <p:txBody>
          <a:bodyPr wrap="square" rtlCol="0">
            <a:spAutoFit/>
          </a:bodyPr>
          <a:lstStyle/>
          <a:p>
            <a:r>
              <a:rPr lang="en-GB" sz="2000" dirty="0"/>
              <a:t>Information that is already provided by the MS to the Commission through another reporting exercise should not be asked again </a:t>
            </a:r>
            <a:endParaRPr lang="en-DK" sz="2000" dirty="0"/>
          </a:p>
        </p:txBody>
      </p:sp>
      <p:cxnSp>
        <p:nvCxnSpPr>
          <p:cNvPr id="17" name="Connector: Elbow 16">
            <a:extLst>
              <a:ext uri="{FF2B5EF4-FFF2-40B4-BE49-F238E27FC236}">
                <a16:creationId xmlns:a16="http://schemas.microsoft.com/office/drawing/2014/main" id="{A8921E94-768A-8A79-521B-F15EDF6C6562}"/>
              </a:ext>
            </a:extLst>
          </p:cNvPr>
          <p:cNvCxnSpPr>
            <a:cxnSpLocks/>
            <a:stCxn id="15" idx="1"/>
          </p:cNvCxnSpPr>
          <p:nvPr/>
        </p:nvCxnSpPr>
        <p:spPr>
          <a:xfrm rot="10800000" flipH="1" flipV="1">
            <a:off x="582340" y="2704937"/>
            <a:ext cx="3574021" cy="2338118"/>
          </a:xfrm>
          <a:prstGeom prst="bentConnector3">
            <a:avLst>
              <a:gd name="adj1" fmla="val -6396"/>
            </a:avLst>
          </a:prstGeom>
          <a:ln w="57150">
            <a:tailEnd type="triangle"/>
          </a:ln>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115C8C30-8EA9-E6B2-586D-F0F4CC87123A}"/>
              </a:ext>
            </a:extLst>
          </p:cNvPr>
          <p:cNvSpPr txBox="1"/>
          <p:nvPr/>
        </p:nvSpPr>
        <p:spPr>
          <a:xfrm>
            <a:off x="387928" y="5587617"/>
            <a:ext cx="3574022" cy="923330"/>
          </a:xfrm>
          <a:prstGeom prst="rect">
            <a:avLst/>
          </a:prstGeom>
          <a:noFill/>
          <a:ln>
            <a:solidFill>
              <a:schemeClr val="accent1"/>
            </a:solidFill>
          </a:ln>
        </p:spPr>
        <p:txBody>
          <a:bodyPr wrap="square" rtlCol="0">
            <a:spAutoFit/>
          </a:bodyPr>
          <a:lstStyle/>
          <a:p>
            <a:r>
              <a:rPr lang="en-US" dirty="0"/>
              <a:t>Pre-filling and post filling introduced in the Gove reg: color coding</a:t>
            </a:r>
            <a:endParaRPr lang="en-DK" dirty="0"/>
          </a:p>
        </p:txBody>
      </p:sp>
      <p:cxnSp>
        <p:nvCxnSpPr>
          <p:cNvPr id="26" name="Connector: Elbow 25">
            <a:extLst>
              <a:ext uri="{FF2B5EF4-FFF2-40B4-BE49-F238E27FC236}">
                <a16:creationId xmlns:a16="http://schemas.microsoft.com/office/drawing/2014/main" id="{D3B82C66-2931-3441-81AB-8A247B4F4898}"/>
              </a:ext>
            </a:extLst>
          </p:cNvPr>
          <p:cNvCxnSpPr>
            <a:stCxn id="12" idx="2"/>
            <a:endCxn id="24" idx="3"/>
          </p:cNvCxnSpPr>
          <p:nvPr/>
        </p:nvCxnSpPr>
        <p:spPr>
          <a:xfrm rot="5400000">
            <a:off x="5528460" y="3984376"/>
            <a:ext cx="498396" cy="3631416"/>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535657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792FEB-2B3D-DC39-9B46-71A4DCDD6A9D}"/>
            </a:ext>
          </a:extLst>
        </p:cNvPr>
        <p:cNvGrpSpPr/>
        <p:nvPr/>
      </p:nvGrpSpPr>
      <p:grpSpPr>
        <a:xfrm>
          <a:off x="0" y="0"/>
          <a:ext cx="0" cy="0"/>
          <a:chOff x="0" y="0"/>
          <a:chExt cx="0" cy="0"/>
        </a:xfrm>
      </p:grpSpPr>
      <p:sp>
        <p:nvSpPr>
          <p:cNvPr id="46" name="Text Placeholder 1">
            <a:extLst>
              <a:ext uri="{FF2B5EF4-FFF2-40B4-BE49-F238E27FC236}">
                <a16:creationId xmlns:a16="http://schemas.microsoft.com/office/drawing/2014/main" id="{2C286A10-80B0-E39E-E9D6-0AE2C42E8BE9}"/>
              </a:ext>
            </a:extLst>
          </p:cNvPr>
          <p:cNvSpPr txBox="1">
            <a:spLocks/>
          </p:cNvSpPr>
          <p:nvPr/>
        </p:nvSpPr>
        <p:spPr>
          <a:xfrm>
            <a:off x="500863" y="54288"/>
            <a:ext cx="11010281" cy="584775"/>
          </a:xfrm>
          <a:prstGeom prst="rect">
            <a:avLst/>
          </a:prstGeom>
          <a:noFill/>
        </p:spPr>
        <p:txBody>
          <a:bodyPr wrap="square" rtlCol="0">
            <a:spAutoFit/>
          </a:bodyPr>
          <a:lstStyle>
            <a:defPPr>
              <a:defRPr lang="en-US"/>
            </a:defPPr>
            <a:lvl1pPr>
              <a:defRPr sz="3200" b="1">
                <a:solidFill>
                  <a:srgbClr val="002060"/>
                </a:solidFill>
                <a:latin typeface="Calibri" panose="020F0502020204030204"/>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GB" dirty="0"/>
              <a:t>The Implementing Regulation and colour-coding  </a:t>
            </a:r>
          </a:p>
        </p:txBody>
      </p:sp>
      <p:graphicFrame>
        <p:nvGraphicFramePr>
          <p:cNvPr id="2" name="Table 1">
            <a:extLst>
              <a:ext uri="{FF2B5EF4-FFF2-40B4-BE49-F238E27FC236}">
                <a16:creationId xmlns:a16="http://schemas.microsoft.com/office/drawing/2014/main" id="{DA195161-31BB-DDC2-9F3F-AB51179CD95E}"/>
              </a:ext>
            </a:extLst>
          </p:cNvPr>
          <p:cNvGraphicFramePr>
            <a:graphicFrameLocks noGrp="1"/>
          </p:cNvGraphicFramePr>
          <p:nvPr>
            <p:extLst>
              <p:ext uri="{D42A27DB-BD31-4B8C-83A1-F6EECF244321}">
                <p14:modId xmlns:p14="http://schemas.microsoft.com/office/powerpoint/2010/main" val="1955086588"/>
              </p:ext>
            </p:extLst>
          </p:nvPr>
        </p:nvGraphicFramePr>
        <p:xfrm>
          <a:off x="500863" y="968470"/>
          <a:ext cx="10630546" cy="5635129"/>
        </p:xfrm>
        <a:graphic>
          <a:graphicData uri="http://schemas.openxmlformats.org/drawingml/2006/table">
            <a:tbl>
              <a:tblPr/>
              <a:tblGrid>
                <a:gridCol w="2121976">
                  <a:extLst>
                    <a:ext uri="{9D8B030D-6E8A-4147-A177-3AD203B41FA5}">
                      <a16:colId xmlns:a16="http://schemas.microsoft.com/office/drawing/2014/main" val="2876463188"/>
                    </a:ext>
                  </a:extLst>
                </a:gridCol>
                <a:gridCol w="8508570">
                  <a:extLst>
                    <a:ext uri="{9D8B030D-6E8A-4147-A177-3AD203B41FA5}">
                      <a16:colId xmlns:a16="http://schemas.microsoft.com/office/drawing/2014/main" val="2992812036"/>
                    </a:ext>
                  </a:extLst>
                </a:gridCol>
              </a:tblGrid>
              <a:tr h="253039">
                <a:tc>
                  <a:txBody>
                    <a:bodyPr/>
                    <a:lstStyle/>
                    <a:p>
                      <a:pPr algn="just">
                        <a:spcAft>
                          <a:spcPts val="1200"/>
                        </a:spcAft>
                        <a:buNone/>
                      </a:pPr>
                      <a:r>
                        <a:rPr lang="en-GB" sz="1600" baseline="0">
                          <a:effectLst/>
                          <a:latin typeface="+mn-lt"/>
                          <a:ea typeface="Times New Roman" panose="02020603050405020304" pitchFamily="18" charset="0"/>
                        </a:rPr>
                        <a:t>Descriptive text (white/or light grey</a:t>
                      </a:r>
                      <a:endParaRPr lang="en-DK" sz="1600" baseline="0">
                        <a:effectLst/>
                        <a:latin typeface="+mn-lt"/>
                        <a:ea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Aft>
                          <a:spcPts val="1200"/>
                        </a:spcAft>
                        <a:buNone/>
                      </a:pPr>
                      <a:r>
                        <a:rPr lang="en-GB" sz="1600" baseline="0" dirty="0">
                          <a:effectLst/>
                          <a:latin typeface="+mn-lt"/>
                          <a:ea typeface="Times New Roman" panose="02020603050405020304" pitchFamily="18" charset="0"/>
                        </a:rPr>
                        <a:t>Text describing the purpose of the table / fields (not to be filled by MS)</a:t>
                      </a:r>
                      <a:endParaRPr lang="en-DK" sz="1600" baseline="0" dirty="0">
                        <a:effectLst/>
                        <a:latin typeface="+mn-lt"/>
                        <a:ea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32331855"/>
                  </a:ext>
                </a:extLst>
              </a:tr>
              <a:tr h="179560">
                <a:tc>
                  <a:txBody>
                    <a:bodyPr/>
                    <a:lstStyle/>
                    <a:p>
                      <a:pPr algn="just" rtl="0" fontAlgn="base">
                        <a:lnSpc>
                          <a:spcPts val="1457"/>
                        </a:lnSpc>
                        <a:buNone/>
                      </a:pPr>
                      <a:r>
                        <a:rPr lang="en-GB" sz="1600" b="0" i="0" baseline="0">
                          <a:effectLst/>
                          <a:latin typeface="+mn-lt"/>
                        </a:rPr>
                        <a:t>N/A </a:t>
                      </a:r>
                    </a:p>
                  </a:txBody>
                  <a:tcPr marL="35270" marR="35270" marT="17635" marB="1763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FBFBF"/>
                    </a:solidFill>
                  </a:tcPr>
                </a:tc>
                <a:tc>
                  <a:txBody>
                    <a:bodyPr/>
                    <a:lstStyle/>
                    <a:p>
                      <a:pPr algn="just" rtl="0" fontAlgn="base">
                        <a:lnSpc>
                          <a:spcPts val="1457"/>
                        </a:lnSpc>
                        <a:buNone/>
                      </a:pPr>
                      <a:r>
                        <a:rPr lang="en-US" sz="1600" b="0" i="0" baseline="0">
                          <a:effectLst/>
                          <a:latin typeface="+mn-lt"/>
                        </a:rPr>
                        <a:t>Not applicable (not to be filled by MS) </a:t>
                      </a:r>
                    </a:p>
                  </a:txBody>
                  <a:tcPr marL="35270" marR="35270" marT="17635" marB="1763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98908855"/>
                  </a:ext>
                </a:extLst>
              </a:tr>
              <a:tr h="253039">
                <a:tc>
                  <a:txBody>
                    <a:bodyPr/>
                    <a:lstStyle/>
                    <a:p>
                      <a:pPr algn="just" rtl="0" fontAlgn="base">
                        <a:lnSpc>
                          <a:spcPts val="1457"/>
                        </a:lnSpc>
                        <a:buNone/>
                      </a:pPr>
                      <a:r>
                        <a:rPr lang="en-US" sz="1600" b="0" i="0" baseline="0">
                          <a:effectLst/>
                          <a:latin typeface="+mn-lt"/>
                        </a:rPr>
                        <a:t>To be filled in by MS </a:t>
                      </a:r>
                    </a:p>
                  </a:txBody>
                  <a:tcPr marL="35270" marR="35270" marT="17635" marB="1763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2EFD9"/>
                    </a:solidFill>
                  </a:tcPr>
                </a:tc>
                <a:tc>
                  <a:txBody>
                    <a:bodyPr/>
                    <a:lstStyle/>
                    <a:p>
                      <a:pPr algn="just" rtl="0" fontAlgn="base">
                        <a:lnSpc>
                          <a:spcPts val="1457"/>
                        </a:lnSpc>
                        <a:buNone/>
                      </a:pPr>
                      <a:r>
                        <a:rPr lang="en-US" sz="1600" b="0" i="0" baseline="0">
                          <a:effectLst/>
                          <a:latin typeface="+mn-lt"/>
                        </a:rPr>
                        <a:t>Information to be completed by MS: can be mandatory (if applicable/available) or voluntary </a:t>
                      </a:r>
                    </a:p>
                  </a:txBody>
                  <a:tcPr marL="35270" marR="35270" marT="17635" marB="1763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67164152"/>
                  </a:ext>
                </a:extLst>
              </a:tr>
              <a:tr h="1722630">
                <a:tc>
                  <a:txBody>
                    <a:bodyPr/>
                    <a:lstStyle/>
                    <a:p>
                      <a:pPr algn="just" rtl="0" fontAlgn="base">
                        <a:lnSpc>
                          <a:spcPts val="1457"/>
                        </a:lnSpc>
                        <a:buNone/>
                      </a:pPr>
                      <a:r>
                        <a:rPr lang="en-GB" sz="1600" b="0" i="0" baseline="0" dirty="0">
                          <a:effectLst/>
                          <a:latin typeface="+mn-lt"/>
                        </a:rPr>
                        <a:t>Pre-filling </a:t>
                      </a:r>
                    </a:p>
                  </a:txBody>
                  <a:tcPr marL="35270" marR="35270" marT="17635" marB="1763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just" rtl="0" fontAlgn="base">
                        <a:lnSpc>
                          <a:spcPts val="1457"/>
                        </a:lnSpc>
                        <a:buNone/>
                      </a:pPr>
                      <a:r>
                        <a:rPr lang="en-US" sz="1600" b="0" i="0" baseline="0" dirty="0">
                          <a:effectLst/>
                          <a:latin typeface="+mn-lt"/>
                        </a:rPr>
                        <a:t>Information that is already provided by the MS to the Commission through another reporting exercise that finishes substantially before the deadline for the progress report, and if complete, fully covers the requirements of the NECPR, or that is determined by EU legislation. Therefore, MS will not submit the information again as part of the NECPR.  </a:t>
                      </a:r>
                    </a:p>
                    <a:p>
                      <a:pPr algn="just" rtl="0" fontAlgn="base">
                        <a:lnSpc>
                          <a:spcPts val="1457"/>
                        </a:lnSpc>
                        <a:buNone/>
                      </a:pPr>
                      <a:r>
                        <a:rPr lang="en-US" sz="1600" b="0" i="0" baseline="0" dirty="0">
                          <a:effectLst/>
                          <a:latin typeface="+mn-lt"/>
                        </a:rPr>
                        <a:t> </a:t>
                      </a:r>
                    </a:p>
                    <a:p>
                      <a:pPr algn="just" rtl="0" fontAlgn="base">
                        <a:lnSpc>
                          <a:spcPts val="1457"/>
                        </a:lnSpc>
                        <a:buNone/>
                      </a:pPr>
                      <a:r>
                        <a:rPr lang="en-US" sz="1600" b="0" i="0" baseline="0" dirty="0">
                          <a:effectLst/>
                          <a:latin typeface="+mn-lt"/>
                        </a:rPr>
                        <a:t>Data cannot be altered in the progress reporting, but through the primary process established for the source data. </a:t>
                      </a:r>
                    </a:p>
                    <a:p>
                      <a:pPr algn="just" rtl="0" fontAlgn="base">
                        <a:lnSpc>
                          <a:spcPts val="1457"/>
                        </a:lnSpc>
                        <a:buNone/>
                      </a:pPr>
                      <a:r>
                        <a:rPr lang="en-US" sz="1600" b="0" i="0" baseline="0" dirty="0">
                          <a:effectLst/>
                          <a:latin typeface="+mn-lt"/>
                        </a:rPr>
                        <a:t> </a:t>
                      </a:r>
                    </a:p>
                    <a:p>
                      <a:pPr algn="just" rtl="0" fontAlgn="base">
                        <a:lnSpc>
                          <a:spcPts val="1457"/>
                        </a:lnSpc>
                        <a:buNone/>
                      </a:pPr>
                      <a:r>
                        <a:rPr lang="en-US" sz="1600" b="1" i="0" baseline="0" dirty="0" err="1">
                          <a:effectLst/>
                          <a:latin typeface="+mn-lt"/>
                        </a:rPr>
                        <a:t>ReportNet</a:t>
                      </a:r>
                      <a:r>
                        <a:rPr lang="en-US" sz="1600" b="1" i="0" baseline="0" dirty="0">
                          <a:effectLst/>
                          <a:latin typeface="+mn-lt"/>
                        </a:rPr>
                        <a:t> specific</a:t>
                      </a:r>
                      <a:r>
                        <a:rPr lang="en-US" sz="1600" b="0" i="0" baseline="0" dirty="0">
                          <a:effectLst/>
                          <a:latin typeface="+mn-lt"/>
                        </a:rPr>
                        <a:t> </a:t>
                      </a:r>
                    </a:p>
                    <a:p>
                      <a:pPr algn="just" rtl="0" fontAlgn="base">
                        <a:lnSpc>
                          <a:spcPts val="1457"/>
                        </a:lnSpc>
                        <a:buNone/>
                      </a:pPr>
                      <a:r>
                        <a:rPr lang="en-US" sz="1600" b="0" i="0" baseline="0" dirty="0">
                          <a:effectLst/>
                          <a:latin typeface="+mn-lt"/>
                        </a:rPr>
                        <a:t>Prefilled data will not appear directly in the reporting system, however, information on prefilled data will be accessible in the relevant export templates.  </a:t>
                      </a:r>
                    </a:p>
                  </a:txBody>
                  <a:tcPr marL="35270" marR="35270" marT="17635" marB="1763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91186899"/>
                  </a:ext>
                </a:extLst>
              </a:tr>
              <a:tr h="1943069">
                <a:tc>
                  <a:txBody>
                    <a:bodyPr/>
                    <a:lstStyle/>
                    <a:p>
                      <a:pPr algn="just" rtl="0" fontAlgn="base">
                        <a:lnSpc>
                          <a:spcPts val="1457"/>
                        </a:lnSpc>
                        <a:buNone/>
                      </a:pPr>
                      <a:r>
                        <a:rPr lang="en-GB" sz="1600" b="0" i="0" baseline="0" dirty="0">
                          <a:effectLst/>
                          <a:latin typeface="+mn-lt"/>
                        </a:rPr>
                        <a:t>Post-filling </a:t>
                      </a:r>
                    </a:p>
                  </a:txBody>
                  <a:tcPr marL="35270" marR="35270" marT="17635" marB="1763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7CAAC"/>
                    </a:solidFill>
                  </a:tcPr>
                </a:tc>
                <a:tc>
                  <a:txBody>
                    <a:bodyPr/>
                    <a:lstStyle/>
                    <a:p>
                      <a:pPr algn="just" rtl="0" fontAlgn="base">
                        <a:lnSpc>
                          <a:spcPts val="1457"/>
                        </a:lnSpc>
                        <a:buNone/>
                      </a:pPr>
                      <a:r>
                        <a:rPr lang="en-US" sz="1600" b="0" i="0" baseline="0" dirty="0">
                          <a:effectLst/>
                          <a:latin typeface="+mn-lt"/>
                        </a:rPr>
                        <a:t>Information that is already provided by the MS to the Commission through another reporting exercise, ongoing in parallel to the progress reporting, and if complete, fully covers the requirements of the NECPR. Therefore, MS will not submit the information again as part of the NECPR. </a:t>
                      </a:r>
                    </a:p>
                    <a:p>
                      <a:pPr algn="just" rtl="0" fontAlgn="base">
                        <a:lnSpc>
                          <a:spcPts val="1457"/>
                        </a:lnSpc>
                        <a:buNone/>
                      </a:pPr>
                      <a:r>
                        <a:rPr lang="en-US" sz="1600" b="0" i="0" baseline="0" dirty="0">
                          <a:effectLst/>
                          <a:latin typeface="+mn-lt"/>
                        </a:rPr>
                        <a:t> </a:t>
                      </a:r>
                    </a:p>
                    <a:p>
                      <a:pPr algn="just" rtl="0" fontAlgn="base">
                        <a:lnSpc>
                          <a:spcPts val="1457"/>
                        </a:lnSpc>
                        <a:buNone/>
                      </a:pPr>
                      <a:r>
                        <a:rPr lang="en-US" sz="1600" b="0" i="0" baseline="0" dirty="0">
                          <a:effectLst/>
                          <a:latin typeface="+mn-lt"/>
                        </a:rPr>
                        <a:t>Data cannot be altered in the progress reporting, but through the primary process established for the source data. </a:t>
                      </a:r>
                    </a:p>
                    <a:p>
                      <a:pPr algn="just" rtl="0" fontAlgn="base">
                        <a:lnSpc>
                          <a:spcPts val="1457"/>
                        </a:lnSpc>
                        <a:buNone/>
                      </a:pPr>
                      <a:r>
                        <a:rPr lang="en-US" sz="1600" b="0" i="0" baseline="0" dirty="0">
                          <a:effectLst/>
                          <a:latin typeface="+mn-lt"/>
                        </a:rPr>
                        <a:t> </a:t>
                      </a:r>
                    </a:p>
                    <a:p>
                      <a:pPr algn="just" rtl="0" fontAlgn="base">
                        <a:lnSpc>
                          <a:spcPts val="1457"/>
                        </a:lnSpc>
                        <a:buNone/>
                      </a:pPr>
                      <a:r>
                        <a:rPr lang="en-US" sz="1600" b="1" i="0" baseline="0" dirty="0" err="1">
                          <a:effectLst/>
                          <a:latin typeface="+mn-lt"/>
                        </a:rPr>
                        <a:t>ReportNet</a:t>
                      </a:r>
                      <a:r>
                        <a:rPr lang="en-US" sz="1600" b="1" i="0" baseline="0" dirty="0">
                          <a:effectLst/>
                          <a:latin typeface="+mn-lt"/>
                        </a:rPr>
                        <a:t> specific</a:t>
                      </a:r>
                      <a:r>
                        <a:rPr lang="en-US" sz="1600" b="0" i="0" baseline="0" dirty="0">
                          <a:effectLst/>
                          <a:latin typeface="+mn-lt"/>
                        </a:rPr>
                        <a:t> </a:t>
                      </a:r>
                    </a:p>
                    <a:p>
                      <a:pPr algn="just" rtl="0" fontAlgn="base">
                        <a:lnSpc>
                          <a:spcPts val="1457"/>
                        </a:lnSpc>
                        <a:buNone/>
                      </a:pPr>
                      <a:r>
                        <a:rPr lang="en-US" sz="1600" b="0" i="0" baseline="0" dirty="0">
                          <a:effectLst/>
                          <a:latin typeface="+mn-lt"/>
                        </a:rPr>
                        <a:t>Post-filled data will not appear directly in the reporting system, however, information on where post-filled data is supposed to be provided will be visible in the relevant export templates. Once the QA/QC process is completed for the other reporting exercise, data will be stored and accessed together as one cohesive set of data.  </a:t>
                      </a:r>
                    </a:p>
                  </a:txBody>
                  <a:tcPr marL="35270" marR="35270" marT="17635" marB="1763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05400644"/>
                  </a:ext>
                </a:extLst>
              </a:tr>
            </a:tbl>
          </a:graphicData>
        </a:graphic>
      </p:graphicFrame>
    </p:spTree>
    <p:extLst>
      <p:ext uri="{BB962C8B-B14F-4D97-AF65-F5344CB8AC3E}">
        <p14:creationId xmlns:p14="http://schemas.microsoft.com/office/powerpoint/2010/main" val="41705991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D62D23-97C5-27CA-5CD7-798C5E02FE7C}"/>
            </a:ext>
          </a:extLst>
        </p:cNvPr>
        <p:cNvGrpSpPr/>
        <p:nvPr/>
      </p:nvGrpSpPr>
      <p:grpSpPr>
        <a:xfrm>
          <a:off x="0" y="0"/>
          <a:ext cx="0" cy="0"/>
          <a:chOff x="0" y="0"/>
          <a:chExt cx="0" cy="0"/>
        </a:xfrm>
      </p:grpSpPr>
      <p:sp>
        <p:nvSpPr>
          <p:cNvPr id="10" name="Text Placeholder 1">
            <a:extLst>
              <a:ext uri="{FF2B5EF4-FFF2-40B4-BE49-F238E27FC236}">
                <a16:creationId xmlns:a16="http://schemas.microsoft.com/office/drawing/2014/main" id="{A6A83985-0F35-81E5-04DF-F09C6CE7BF14}"/>
              </a:ext>
            </a:extLst>
          </p:cNvPr>
          <p:cNvSpPr txBox="1">
            <a:spLocks/>
          </p:cNvSpPr>
          <p:nvPr/>
        </p:nvSpPr>
        <p:spPr>
          <a:xfrm>
            <a:off x="500863" y="54288"/>
            <a:ext cx="11010281" cy="584775"/>
          </a:xfrm>
          <a:prstGeom prst="rect">
            <a:avLst/>
          </a:prstGeom>
          <a:noFill/>
        </p:spPr>
        <p:txBody>
          <a:bodyPr wrap="square" rtlCol="0">
            <a:spAutoFit/>
          </a:bodyPr>
          <a:lstStyle>
            <a:defPPr>
              <a:defRPr lang="en-US"/>
            </a:defPPr>
            <a:lvl1pPr>
              <a:defRPr sz="3200" b="1">
                <a:solidFill>
                  <a:srgbClr val="002060"/>
                </a:solidFill>
                <a:latin typeface="Calibri" panose="020F0502020204030204"/>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GB" dirty="0"/>
              <a:t>RES: Overview of prefilled / post-filled data in this dataflow</a:t>
            </a:r>
          </a:p>
        </p:txBody>
      </p:sp>
      <p:sp>
        <p:nvSpPr>
          <p:cNvPr id="12" name="Rectangle 11">
            <a:extLst>
              <a:ext uri="{FF2B5EF4-FFF2-40B4-BE49-F238E27FC236}">
                <a16:creationId xmlns:a16="http://schemas.microsoft.com/office/drawing/2014/main" id="{B1FF81CB-CB4F-FBD7-DBE4-0E99C30AF527}"/>
              </a:ext>
            </a:extLst>
          </p:cNvPr>
          <p:cNvSpPr/>
          <p:nvPr/>
        </p:nvSpPr>
        <p:spPr>
          <a:xfrm>
            <a:off x="9306236" y="1574997"/>
            <a:ext cx="655276" cy="299546"/>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b="1"/>
          </a:p>
        </p:txBody>
      </p:sp>
      <p:sp>
        <p:nvSpPr>
          <p:cNvPr id="14" name="Rectangle 13">
            <a:extLst>
              <a:ext uri="{FF2B5EF4-FFF2-40B4-BE49-F238E27FC236}">
                <a16:creationId xmlns:a16="http://schemas.microsoft.com/office/drawing/2014/main" id="{ECE0ACC6-C0F8-5CBB-BC56-1905C2EAC476}"/>
              </a:ext>
            </a:extLst>
          </p:cNvPr>
          <p:cNvSpPr/>
          <p:nvPr/>
        </p:nvSpPr>
        <p:spPr>
          <a:xfrm>
            <a:off x="9306236" y="1990156"/>
            <a:ext cx="655276" cy="299546"/>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b="1"/>
          </a:p>
        </p:txBody>
      </p:sp>
      <p:sp>
        <p:nvSpPr>
          <p:cNvPr id="16" name="Rectangle 15">
            <a:extLst>
              <a:ext uri="{FF2B5EF4-FFF2-40B4-BE49-F238E27FC236}">
                <a16:creationId xmlns:a16="http://schemas.microsoft.com/office/drawing/2014/main" id="{CFA83493-C06A-DAA5-9C36-EE536234DD1A}"/>
              </a:ext>
            </a:extLst>
          </p:cNvPr>
          <p:cNvSpPr/>
          <p:nvPr/>
        </p:nvSpPr>
        <p:spPr>
          <a:xfrm>
            <a:off x="9306236" y="2434953"/>
            <a:ext cx="655276" cy="299546"/>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b="1"/>
          </a:p>
        </p:txBody>
      </p:sp>
      <p:sp>
        <p:nvSpPr>
          <p:cNvPr id="17" name="Rectangle 16">
            <a:extLst>
              <a:ext uri="{FF2B5EF4-FFF2-40B4-BE49-F238E27FC236}">
                <a16:creationId xmlns:a16="http://schemas.microsoft.com/office/drawing/2014/main" id="{A8EEBEE3-A07A-4333-682D-48C9481C564C}"/>
              </a:ext>
            </a:extLst>
          </p:cNvPr>
          <p:cNvSpPr/>
          <p:nvPr/>
        </p:nvSpPr>
        <p:spPr>
          <a:xfrm>
            <a:off x="9306236" y="2850112"/>
            <a:ext cx="655276" cy="299546"/>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b="1"/>
          </a:p>
        </p:txBody>
      </p:sp>
      <p:sp>
        <p:nvSpPr>
          <p:cNvPr id="22" name="TextBox 21">
            <a:extLst>
              <a:ext uri="{FF2B5EF4-FFF2-40B4-BE49-F238E27FC236}">
                <a16:creationId xmlns:a16="http://schemas.microsoft.com/office/drawing/2014/main" id="{C9C0370A-5D76-38AC-DB91-EB39904760B1}"/>
              </a:ext>
            </a:extLst>
          </p:cNvPr>
          <p:cNvSpPr txBox="1"/>
          <p:nvPr/>
        </p:nvSpPr>
        <p:spPr>
          <a:xfrm>
            <a:off x="10070785" y="1540104"/>
            <a:ext cx="1700787" cy="369332"/>
          </a:xfrm>
          <a:prstGeom prst="rect">
            <a:avLst/>
          </a:prstGeom>
          <a:noFill/>
        </p:spPr>
        <p:txBody>
          <a:bodyPr wrap="none" rtlCol="0">
            <a:spAutoFit/>
          </a:bodyPr>
          <a:lstStyle/>
          <a:p>
            <a:r>
              <a:rPr lang="en-GB"/>
              <a:t>Reported values</a:t>
            </a:r>
          </a:p>
        </p:txBody>
      </p:sp>
      <p:sp>
        <p:nvSpPr>
          <p:cNvPr id="23" name="TextBox 22">
            <a:extLst>
              <a:ext uri="{FF2B5EF4-FFF2-40B4-BE49-F238E27FC236}">
                <a16:creationId xmlns:a16="http://schemas.microsoft.com/office/drawing/2014/main" id="{698942F5-2FE1-6B83-720D-89503372C2BF}"/>
              </a:ext>
            </a:extLst>
          </p:cNvPr>
          <p:cNvSpPr txBox="1"/>
          <p:nvPr/>
        </p:nvSpPr>
        <p:spPr>
          <a:xfrm>
            <a:off x="10070785" y="1955263"/>
            <a:ext cx="981935" cy="369332"/>
          </a:xfrm>
          <a:prstGeom prst="rect">
            <a:avLst/>
          </a:prstGeom>
          <a:noFill/>
        </p:spPr>
        <p:txBody>
          <a:bodyPr wrap="none" rtlCol="0">
            <a:spAutoFit/>
          </a:bodyPr>
          <a:lstStyle/>
          <a:p>
            <a:r>
              <a:rPr lang="en-GB"/>
              <a:t>Prefilled</a:t>
            </a:r>
          </a:p>
        </p:txBody>
      </p:sp>
      <p:sp>
        <p:nvSpPr>
          <p:cNvPr id="24" name="TextBox 23">
            <a:extLst>
              <a:ext uri="{FF2B5EF4-FFF2-40B4-BE49-F238E27FC236}">
                <a16:creationId xmlns:a16="http://schemas.microsoft.com/office/drawing/2014/main" id="{FDC284F8-882C-2A2D-A532-873573940C0D}"/>
              </a:ext>
            </a:extLst>
          </p:cNvPr>
          <p:cNvSpPr txBox="1"/>
          <p:nvPr/>
        </p:nvSpPr>
        <p:spPr>
          <a:xfrm>
            <a:off x="10067506" y="2400060"/>
            <a:ext cx="1148199" cy="369332"/>
          </a:xfrm>
          <a:prstGeom prst="rect">
            <a:avLst/>
          </a:prstGeom>
          <a:noFill/>
        </p:spPr>
        <p:txBody>
          <a:bodyPr wrap="none" rtlCol="0">
            <a:spAutoFit/>
          </a:bodyPr>
          <a:lstStyle/>
          <a:p>
            <a:r>
              <a:rPr lang="en-GB"/>
              <a:t>Post-filled</a:t>
            </a:r>
          </a:p>
        </p:txBody>
      </p:sp>
      <p:sp>
        <p:nvSpPr>
          <p:cNvPr id="26" name="TextBox 25">
            <a:extLst>
              <a:ext uri="{FF2B5EF4-FFF2-40B4-BE49-F238E27FC236}">
                <a16:creationId xmlns:a16="http://schemas.microsoft.com/office/drawing/2014/main" id="{4DC0283C-1D5F-8EF7-3E75-7D14C93E4C46}"/>
              </a:ext>
            </a:extLst>
          </p:cNvPr>
          <p:cNvSpPr txBox="1"/>
          <p:nvPr/>
        </p:nvSpPr>
        <p:spPr>
          <a:xfrm>
            <a:off x="10067506" y="2813627"/>
            <a:ext cx="1180003" cy="369332"/>
          </a:xfrm>
          <a:prstGeom prst="rect">
            <a:avLst/>
          </a:prstGeom>
          <a:noFill/>
        </p:spPr>
        <p:txBody>
          <a:bodyPr wrap="none" rtlCol="0">
            <a:spAutoFit/>
          </a:bodyPr>
          <a:lstStyle/>
          <a:p>
            <a:r>
              <a:rPr lang="en-GB"/>
              <a:t>Calculated</a:t>
            </a:r>
          </a:p>
        </p:txBody>
      </p:sp>
      <p:sp>
        <p:nvSpPr>
          <p:cNvPr id="50" name="Rectangle 49">
            <a:extLst>
              <a:ext uri="{FF2B5EF4-FFF2-40B4-BE49-F238E27FC236}">
                <a16:creationId xmlns:a16="http://schemas.microsoft.com/office/drawing/2014/main" id="{ABD51F8F-2178-B608-1443-F043206341A7}"/>
              </a:ext>
            </a:extLst>
          </p:cNvPr>
          <p:cNvSpPr/>
          <p:nvPr/>
        </p:nvSpPr>
        <p:spPr>
          <a:xfrm>
            <a:off x="497262" y="1441162"/>
            <a:ext cx="1655220" cy="9144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t>Table 1</a:t>
            </a:r>
          </a:p>
          <a:p>
            <a:pPr algn="ctr"/>
            <a:endParaRPr lang="LID4096" b="1"/>
          </a:p>
        </p:txBody>
      </p:sp>
      <p:sp>
        <p:nvSpPr>
          <p:cNvPr id="51" name="Rectangle 50">
            <a:extLst>
              <a:ext uri="{FF2B5EF4-FFF2-40B4-BE49-F238E27FC236}">
                <a16:creationId xmlns:a16="http://schemas.microsoft.com/office/drawing/2014/main" id="{0C553BDF-53DC-6489-993D-521562A63C19}"/>
              </a:ext>
            </a:extLst>
          </p:cNvPr>
          <p:cNvSpPr/>
          <p:nvPr/>
        </p:nvSpPr>
        <p:spPr>
          <a:xfrm>
            <a:off x="539302" y="1966679"/>
            <a:ext cx="348930" cy="35506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b="1"/>
          </a:p>
        </p:txBody>
      </p:sp>
      <p:sp>
        <p:nvSpPr>
          <p:cNvPr id="52" name="Rectangle 51">
            <a:extLst>
              <a:ext uri="{FF2B5EF4-FFF2-40B4-BE49-F238E27FC236}">
                <a16:creationId xmlns:a16="http://schemas.microsoft.com/office/drawing/2014/main" id="{6DD1057C-11FC-104A-AD3B-97DB7CACD103}"/>
              </a:ext>
            </a:extLst>
          </p:cNvPr>
          <p:cNvSpPr/>
          <p:nvPr/>
        </p:nvSpPr>
        <p:spPr>
          <a:xfrm>
            <a:off x="944683" y="1966679"/>
            <a:ext cx="348930" cy="355066"/>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b="1"/>
          </a:p>
        </p:txBody>
      </p:sp>
      <p:sp>
        <p:nvSpPr>
          <p:cNvPr id="57" name="TextBox 56">
            <a:extLst>
              <a:ext uri="{FF2B5EF4-FFF2-40B4-BE49-F238E27FC236}">
                <a16:creationId xmlns:a16="http://schemas.microsoft.com/office/drawing/2014/main" id="{2F33EAFF-109D-9EA9-5CA1-4ADC04B4C7BB}"/>
              </a:ext>
            </a:extLst>
          </p:cNvPr>
          <p:cNvSpPr txBox="1"/>
          <p:nvPr/>
        </p:nvSpPr>
        <p:spPr>
          <a:xfrm>
            <a:off x="497262" y="965317"/>
            <a:ext cx="963341" cy="369332"/>
          </a:xfrm>
          <a:prstGeom prst="rect">
            <a:avLst/>
          </a:prstGeom>
          <a:noFill/>
        </p:spPr>
        <p:txBody>
          <a:bodyPr wrap="none" rtlCol="0">
            <a:spAutoFit/>
          </a:bodyPr>
          <a:lstStyle/>
          <a:p>
            <a:r>
              <a:rPr lang="en-GB" b="1"/>
              <a:t>Annex II</a:t>
            </a:r>
          </a:p>
        </p:txBody>
      </p:sp>
      <p:sp>
        <p:nvSpPr>
          <p:cNvPr id="58" name="Rectangle 57">
            <a:extLst>
              <a:ext uri="{FF2B5EF4-FFF2-40B4-BE49-F238E27FC236}">
                <a16:creationId xmlns:a16="http://schemas.microsoft.com/office/drawing/2014/main" id="{DA2CE9FE-72A8-1B94-2ADC-D343BF2F9535}"/>
              </a:ext>
            </a:extLst>
          </p:cNvPr>
          <p:cNvSpPr/>
          <p:nvPr/>
        </p:nvSpPr>
        <p:spPr>
          <a:xfrm>
            <a:off x="2299062" y="1434694"/>
            <a:ext cx="1655220" cy="9144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t>Table 2</a:t>
            </a:r>
          </a:p>
          <a:p>
            <a:pPr algn="ctr"/>
            <a:endParaRPr lang="LID4096" b="1"/>
          </a:p>
        </p:txBody>
      </p:sp>
      <p:sp>
        <p:nvSpPr>
          <p:cNvPr id="59" name="Rectangle 58">
            <a:extLst>
              <a:ext uri="{FF2B5EF4-FFF2-40B4-BE49-F238E27FC236}">
                <a16:creationId xmlns:a16="http://schemas.microsoft.com/office/drawing/2014/main" id="{B0D080D3-544A-02EE-B804-351F1DD499A8}"/>
              </a:ext>
            </a:extLst>
          </p:cNvPr>
          <p:cNvSpPr/>
          <p:nvPr/>
        </p:nvSpPr>
        <p:spPr>
          <a:xfrm>
            <a:off x="2341102" y="1960211"/>
            <a:ext cx="348930" cy="35506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b="1"/>
          </a:p>
        </p:txBody>
      </p:sp>
      <p:sp>
        <p:nvSpPr>
          <p:cNvPr id="60" name="Rectangle 59">
            <a:extLst>
              <a:ext uri="{FF2B5EF4-FFF2-40B4-BE49-F238E27FC236}">
                <a16:creationId xmlns:a16="http://schemas.microsoft.com/office/drawing/2014/main" id="{70C892A2-C55F-5D91-DFC1-5C34E3C51132}"/>
              </a:ext>
            </a:extLst>
          </p:cNvPr>
          <p:cNvSpPr/>
          <p:nvPr/>
        </p:nvSpPr>
        <p:spPr>
          <a:xfrm>
            <a:off x="2746483" y="1960211"/>
            <a:ext cx="348930" cy="355066"/>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b="1"/>
          </a:p>
        </p:txBody>
      </p:sp>
      <p:sp>
        <p:nvSpPr>
          <p:cNvPr id="63" name="Rectangle 62">
            <a:extLst>
              <a:ext uri="{FF2B5EF4-FFF2-40B4-BE49-F238E27FC236}">
                <a16:creationId xmlns:a16="http://schemas.microsoft.com/office/drawing/2014/main" id="{1638378F-D52F-4CE7-5D9F-8B45517E1DA3}"/>
              </a:ext>
            </a:extLst>
          </p:cNvPr>
          <p:cNvSpPr/>
          <p:nvPr/>
        </p:nvSpPr>
        <p:spPr>
          <a:xfrm>
            <a:off x="4065539" y="1435707"/>
            <a:ext cx="1655220" cy="9144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t>Table 3</a:t>
            </a:r>
          </a:p>
          <a:p>
            <a:pPr algn="ctr"/>
            <a:endParaRPr lang="LID4096" b="1"/>
          </a:p>
        </p:txBody>
      </p:sp>
      <p:sp>
        <p:nvSpPr>
          <p:cNvPr id="64" name="Rectangle 63">
            <a:extLst>
              <a:ext uri="{FF2B5EF4-FFF2-40B4-BE49-F238E27FC236}">
                <a16:creationId xmlns:a16="http://schemas.microsoft.com/office/drawing/2014/main" id="{984E4DDE-F7FE-EB0D-9376-5E2908714DA9}"/>
              </a:ext>
            </a:extLst>
          </p:cNvPr>
          <p:cNvSpPr/>
          <p:nvPr/>
        </p:nvSpPr>
        <p:spPr>
          <a:xfrm>
            <a:off x="4107579" y="1961224"/>
            <a:ext cx="348930" cy="35506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b="1"/>
          </a:p>
        </p:txBody>
      </p:sp>
      <p:sp>
        <p:nvSpPr>
          <p:cNvPr id="65" name="Rectangle 64">
            <a:extLst>
              <a:ext uri="{FF2B5EF4-FFF2-40B4-BE49-F238E27FC236}">
                <a16:creationId xmlns:a16="http://schemas.microsoft.com/office/drawing/2014/main" id="{E6641355-202D-D477-4B8D-E453DDC749F5}"/>
              </a:ext>
            </a:extLst>
          </p:cNvPr>
          <p:cNvSpPr/>
          <p:nvPr/>
        </p:nvSpPr>
        <p:spPr>
          <a:xfrm>
            <a:off x="4512960" y="1961224"/>
            <a:ext cx="348930" cy="355066"/>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b="1"/>
          </a:p>
        </p:txBody>
      </p:sp>
      <p:sp>
        <p:nvSpPr>
          <p:cNvPr id="68" name="Rectangle 67">
            <a:extLst>
              <a:ext uri="{FF2B5EF4-FFF2-40B4-BE49-F238E27FC236}">
                <a16:creationId xmlns:a16="http://schemas.microsoft.com/office/drawing/2014/main" id="{6DB5A758-7CC1-31A1-2158-0D244AA77852}"/>
              </a:ext>
            </a:extLst>
          </p:cNvPr>
          <p:cNvSpPr/>
          <p:nvPr/>
        </p:nvSpPr>
        <p:spPr>
          <a:xfrm>
            <a:off x="5829742" y="1434694"/>
            <a:ext cx="1655220" cy="9144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t>Table 4</a:t>
            </a:r>
          </a:p>
          <a:p>
            <a:pPr algn="ctr"/>
            <a:endParaRPr lang="LID4096" b="1"/>
          </a:p>
        </p:txBody>
      </p:sp>
      <p:sp>
        <p:nvSpPr>
          <p:cNvPr id="69" name="Rectangle 68">
            <a:extLst>
              <a:ext uri="{FF2B5EF4-FFF2-40B4-BE49-F238E27FC236}">
                <a16:creationId xmlns:a16="http://schemas.microsoft.com/office/drawing/2014/main" id="{8A5069B6-A245-225D-6C80-5B547702FFEC}"/>
              </a:ext>
            </a:extLst>
          </p:cNvPr>
          <p:cNvSpPr/>
          <p:nvPr/>
        </p:nvSpPr>
        <p:spPr>
          <a:xfrm>
            <a:off x="5871782" y="1960211"/>
            <a:ext cx="348930" cy="35506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b="1"/>
          </a:p>
        </p:txBody>
      </p:sp>
      <p:sp>
        <p:nvSpPr>
          <p:cNvPr id="70" name="Rectangle 69">
            <a:extLst>
              <a:ext uri="{FF2B5EF4-FFF2-40B4-BE49-F238E27FC236}">
                <a16:creationId xmlns:a16="http://schemas.microsoft.com/office/drawing/2014/main" id="{322F9D6D-E278-7DC8-137D-C357B5078881}"/>
              </a:ext>
            </a:extLst>
          </p:cNvPr>
          <p:cNvSpPr/>
          <p:nvPr/>
        </p:nvSpPr>
        <p:spPr>
          <a:xfrm>
            <a:off x="6277163" y="1960211"/>
            <a:ext cx="348930" cy="355066"/>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b="1"/>
          </a:p>
        </p:txBody>
      </p:sp>
      <p:sp>
        <p:nvSpPr>
          <p:cNvPr id="73" name="Rectangle 72">
            <a:extLst>
              <a:ext uri="{FF2B5EF4-FFF2-40B4-BE49-F238E27FC236}">
                <a16:creationId xmlns:a16="http://schemas.microsoft.com/office/drawing/2014/main" id="{48713CEC-9BA4-4932-FB26-3CC28655DBD2}"/>
              </a:ext>
            </a:extLst>
          </p:cNvPr>
          <p:cNvSpPr/>
          <p:nvPr/>
        </p:nvSpPr>
        <p:spPr>
          <a:xfrm>
            <a:off x="497262" y="2758157"/>
            <a:ext cx="1655220" cy="9144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t>Table 5</a:t>
            </a:r>
          </a:p>
          <a:p>
            <a:pPr algn="ctr"/>
            <a:endParaRPr lang="LID4096" b="1"/>
          </a:p>
        </p:txBody>
      </p:sp>
      <p:sp>
        <p:nvSpPr>
          <p:cNvPr id="74" name="Rectangle 73">
            <a:extLst>
              <a:ext uri="{FF2B5EF4-FFF2-40B4-BE49-F238E27FC236}">
                <a16:creationId xmlns:a16="http://schemas.microsoft.com/office/drawing/2014/main" id="{F13F9982-4911-1C53-DD44-E32B7E8906E2}"/>
              </a:ext>
            </a:extLst>
          </p:cNvPr>
          <p:cNvSpPr/>
          <p:nvPr/>
        </p:nvSpPr>
        <p:spPr>
          <a:xfrm>
            <a:off x="539302" y="3283674"/>
            <a:ext cx="348930" cy="35506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b="1"/>
          </a:p>
        </p:txBody>
      </p:sp>
      <p:sp>
        <p:nvSpPr>
          <p:cNvPr id="75" name="Rectangle 74">
            <a:extLst>
              <a:ext uri="{FF2B5EF4-FFF2-40B4-BE49-F238E27FC236}">
                <a16:creationId xmlns:a16="http://schemas.microsoft.com/office/drawing/2014/main" id="{E16A658D-1ADC-7F79-9296-5C407BB76481}"/>
              </a:ext>
            </a:extLst>
          </p:cNvPr>
          <p:cNvSpPr/>
          <p:nvPr/>
        </p:nvSpPr>
        <p:spPr>
          <a:xfrm>
            <a:off x="944683" y="3283674"/>
            <a:ext cx="348930" cy="355066"/>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b="1"/>
          </a:p>
        </p:txBody>
      </p:sp>
      <p:sp>
        <p:nvSpPr>
          <p:cNvPr id="78" name="Rectangle 77">
            <a:extLst>
              <a:ext uri="{FF2B5EF4-FFF2-40B4-BE49-F238E27FC236}">
                <a16:creationId xmlns:a16="http://schemas.microsoft.com/office/drawing/2014/main" id="{5DA0202F-B540-64B0-9563-A50AC43FC830}"/>
              </a:ext>
            </a:extLst>
          </p:cNvPr>
          <p:cNvSpPr/>
          <p:nvPr/>
        </p:nvSpPr>
        <p:spPr>
          <a:xfrm>
            <a:off x="2299062" y="2751705"/>
            <a:ext cx="1655220" cy="9144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t>Table 6</a:t>
            </a:r>
          </a:p>
          <a:p>
            <a:pPr algn="ctr"/>
            <a:endParaRPr lang="LID4096" b="1"/>
          </a:p>
        </p:txBody>
      </p:sp>
      <p:sp>
        <p:nvSpPr>
          <p:cNvPr id="79" name="Rectangle 78">
            <a:extLst>
              <a:ext uri="{FF2B5EF4-FFF2-40B4-BE49-F238E27FC236}">
                <a16:creationId xmlns:a16="http://schemas.microsoft.com/office/drawing/2014/main" id="{20769757-910D-8D0C-CE4A-8B2C27752F00}"/>
              </a:ext>
            </a:extLst>
          </p:cNvPr>
          <p:cNvSpPr/>
          <p:nvPr/>
        </p:nvSpPr>
        <p:spPr>
          <a:xfrm>
            <a:off x="2341102" y="3277222"/>
            <a:ext cx="348930" cy="35506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b="1"/>
          </a:p>
        </p:txBody>
      </p:sp>
      <p:sp>
        <p:nvSpPr>
          <p:cNvPr id="81" name="Rectangle 80">
            <a:extLst>
              <a:ext uri="{FF2B5EF4-FFF2-40B4-BE49-F238E27FC236}">
                <a16:creationId xmlns:a16="http://schemas.microsoft.com/office/drawing/2014/main" id="{FF206E33-D167-087F-487F-F05D54A2B434}"/>
              </a:ext>
            </a:extLst>
          </p:cNvPr>
          <p:cNvSpPr/>
          <p:nvPr/>
        </p:nvSpPr>
        <p:spPr>
          <a:xfrm>
            <a:off x="3147692" y="3277222"/>
            <a:ext cx="348930" cy="355066"/>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b="1"/>
          </a:p>
        </p:txBody>
      </p:sp>
      <p:sp>
        <p:nvSpPr>
          <p:cNvPr id="83" name="Rectangle 82">
            <a:extLst>
              <a:ext uri="{FF2B5EF4-FFF2-40B4-BE49-F238E27FC236}">
                <a16:creationId xmlns:a16="http://schemas.microsoft.com/office/drawing/2014/main" id="{786079CB-1933-671E-0C39-4D8D13862A1C}"/>
              </a:ext>
            </a:extLst>
          </p:cNvPr>
          <p:cNvSpPr/>
          <p:nvPr/>
        </p:nvSpPr>
        <p:spPr>
          <a:xfrm>
            <a:off x="4065539" y="2758157"/>
            <a:ext cx="1655220" cy="9144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t>Table 7</a:t>
            </a:r>
          </a:p>
          <a:p>
            <a:pPr algn="ctr"/>
            <a:endParaRPr lang="LID4096" b="1"/>
          </a:p>
        </p:txBody>
      </p:sp>
      <p:sp>
        <p:nvSpPr>
          <p:cNvPr id="84" name="Rectangle 83">
            <a:extLst>
              <a:ext uri="{FF2B5EF4-FFF2-40B4-BE49-F238E27FC236}">
                <a16:creationId xmlns:a16="http://schemas.microsoft.com/office/drawing/2014/main" id="{5D117056-35F7-7DC9-B528-8E858D9F353E}"/>
              </a:ext>
            </a:extLst>
          </p:cNvPr>
          <p:cNvSpPr/>
          <p:nvPr/>
        </p:nvSpPr>
        <p:spPr>
          <a:xfrm>
            <a:off x="4107579" y="3283674"/>
            <a:ext cx="348930" cy="35506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b="1"/>
          </a:p>
        </p:txBody>
      </p:sp>
      <p:sp>
        <p:nvSpPr>
          <p:cNvPr id="88" name="Rectangle 87">
            <a:extLst>
              <a:ext uri="{FF2B5EF4-FFF2-40B4-BE49-F238E27FC236}">
                <a16:creationId xmlns:a16="http://schemas.microsoft.com/office/drawing/2014/main" id="{0986A137-4EF7-7477-2AC5-A4EEF5C4D5C2}"/>
              </a:ext>
            </a:extLst>
          </p:cNvPr>
          <p:cNvSpPr/>
          <p:nvPr/>
        </p:nvSpPr>
        <p:spPr>
          <a:xfrm>
            <a:off x="5834509" y="2762199"/>
            <a:ext cx="1655220" cy="9144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t>Table 8</a:t>
            </a:r>
          </a:p>
          <a:p>
            <a:pPr algn="ctr"/>
            <a:endParaRPr lang="LID4096" b="1"/>
          </a:p>
        </p:txBody>
      </p:sp>
      <p:sp>
        <p:nvSpPr>
          <p:cNvPr id="89" name="Rectangle 88">
            <a:extLst>
              <a:ext uri="{FF2B5EF4-FFF2-40B4-BE49-F238E27FC236}">
                <a16:creationId xmlns:a16="http://schemas.microsoft.com/office/drawing/2014/main" id="{0271A4AC-98DD-9728-E2B4-01F11E80AD78}"/>
              </a:ext>
            </a:extLst>
          </p:cNvPr>
          <p:cNvSpPr/>
          <p:nvPr/>
        </p:nvSpPr>
        <p:spPr>
          <a:xfrm>
            <a:off x="5876549" y="3287716"/>
            <a:ext cx="348930" cy="35506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b="1"/>
          </a:p>
        </p:txBody>
      </p:sp>
      <p:sp>
        <p:nvSpPr>
          <p:cNvPr id="3" name="TextBox 2">
            <a:extLst>
              <a:ext uri="{FF2B5EF4-FFF2-40B4-BE49-F238E27FC236}">
                <a16:creationId xmlns:a16="http://schemas.microsoft.com/office/drawing/2014/main" id="{97757579-4EC1-FF3C-DCD4-6E6D1576A728}"/>
              </a:ext>
            </a:extLst>
          </p:cNvPr>
          <p:cNvSpPr txBox="1"/>
          <p:nvPr/>
        </p:nvSpPr>
        <p:spPr>
          <a:xfrm>
            <a:off x="466003" y="2357859"/>
            <a:ext cx="1655220" cy="307777"/>
          </a:xfrm>
          <a:prstGeom prst="rect">
            <a:avLst/>
          </a:prstGeom>
          <a:noFill/>
        </p:spPr>
        <p:txBody>
          <a:bodyPr wrap="square" rtlCol="0">
            <a:spAutoFit/>
          </a:bodyPr>
          <a:lstStyle/>
          <a:p>
            <a:r>
              <a:rPr lang="en-GB" sz="1400" b="1">
                <a:solidFill>
                  <a:schemeClr val="accent4"/>
                </a:solidFill>
              </a:rPr>
              <a:t>Eurostat SHARES</a:t>
            </a:r>
          </a:p>
        </p:txBody>
      </p:sp>
      <p:sp>
        <p:nvSpPr>
          <p:cNvPr id="4" name="TextBox 3">
            <a:extLst>
              <a:ext uri="{FF2B5EF4-FFF2-40B4-BE49-F238E27FC236}">
                <a16:creationId xmlns:a16="http://schemas.microsoft.com/office/drawing/2014/main" id="{418A9385-8EEA-8580-7EA1-B9F8F82A157A}"/>
              </a:ext>
            </a:extLst>
          </p:cNvPr>
          <p:cNvSpPr txBox="1"/>
          <p:nvPr/>
        </p:nvSpPr>
        <p:spPr>
          <a:xfrm>
            <a:off x="2299062" y="2365640"/>
            <a:ext cx="1655220" cy="307777"/>
          </a:xfrm>
          <a:prstGeom prst="rect">
            <a:avLst/>
          </a:prstGeom>
          <a:noFill/>
        </p:spPr>
        <p:txBody>
          <a:bodyPr wrap="square" rtlCol="0">
            <a:spAutoFit/>
          </a:bodyPr>
          <a:lstStyle/>
          <a:p>
            <a:r>
              <a:rPr lang="en-GB" sz="1400" b="1">
                <a:solidFill>
                  <a:schemeClr val="accent4"/>
                </a:solidFill>
              </a:rPr>
              <a:t>Eurostat SHARES</a:t>
            </a:r>
          </a:p>
        </p:txBody>
      </p:sp>
      <p:sp>
        <p:nvSpPr>
          <p:cNvPr id="5" name="TextBox 4">
            <a:extLst>
              <a:ext uri="{FF2B5EF4-FFF2-40B4-BE49-F238E27FC236}">
                <a16:creationId xmlns:a16="http://schemas.microsoft.com/office/drawing/2014/main" id="{E873C640-E66C-C596-78FC-6681EDAE4CFC}"/>
              </a:ext>
            </a:extLst>
          </p:cNvPr>
          <p:cNvSpPr txBox="1"/>
          <p:nvPr/>
        </p:nvSpPr>
        <p:spPr>
          <a:xfrm>
            <a:off x="4065539" y="2362981"/>
            <a:ext cx="1655220" cy="307777"/>
          </a:xfrm>
          <a:prstGeom prst="rect">
            <a:avLst/>
          </a:prstGeom>
          <a:noFill/>
        </p:spPr>
        <p:txBody>
          <a:bodyPr wrap="square" rtlCol="0">
            <a:spAutoFit/>
          </a:bodyPr>
          <a:lstStyle/>
          <a:p>
            <a:r>
              <a:rPr lang="en-GB" sz="1400" b="1">
                <a:solidFill>
                  <a:schemeClr val="accent4"/>
                </a:solidFill>
              </a:rPr>
              <a:t>Eurostat SHARES</a:t>
            </a:r>
          </a:p>
        </p:txBody>
      </p:sp>
      <p:sp>
        <p:nvSpPr>
          <p:cNvPr id="7" name="TextBox 6">
            <a:extLst>
              <a:ext uri="{FF2B5EF4-FFF2-40B4-BE49-F238E27FC236}">
                <a16:creationId xmlns:a16="http://schemas.microsoft.com/office/drawing/2014/main" id="{D5E6E3F1-67B0-7A58-1FF3-77686B4C02BC}"/>
              </a:ext>
            </a:extLst>
          </p:cNvPr>
          <p:cNvSpPr txBox="1"/>
          <p:nvPr/>
        </p:nvSpPr>
        <p:spPr>
          <a:xfrm>
            <a:off x="5831943" y="2366260"/>
            <a:ext cx="1655220" cy="307777"/>
          </a:xfrm>
          <a:prstGeom prst="rect">
            <a:avLst/>
          </a:prstGeom>
          <a:noFill/>
        </p:spPr>
        <p:txBody>
          <a:bodyPr wrap="square" rtlCol="0">
            <a:spAutoFit/>
          </a:bodyPr>
          <a:lstStyle/>
          <a:p>
            <a:r>
              <a:rPr lang="en-GB" sz="1400" b="1">
                <a:solidFill>
                  <a:schemeClr val="accent4"/>
                </a:solidFill>
              </a:rPr>
              <a:t>Eurostat SHARES</a:t>
            </a:r>
          </a:p>
        </p:txBody>
      </p:sp>
      <p:sp>
        <p:nvSpPr>
          <p:cNvPr id="8" name="TextBox 7">
            <a:extLst>
              <a:ext uri="{FF2B5EF4-FFF2-40B4-BE49-F238E27FC236}">
                <a16:creationId xmlns:a16="http://schemas.microsoft.com/office/drawing/2014/main" id="{D21B0B94-3D3C-25C7-BDDB-F46DBA8AB671}"/>
              </a:ext>
            </a:extLst>
          </p:cNvPr>
          <p:cNvSpPr txBox="1"/>
          <p:nvPr/>
        </p:nvSpPr>
        <p:spPr>
          <a:xfrm>
            <a:off x="497262" y="3679992"/>
            <a:ext cx="1655220" cy="307777"/>
          </a:xfrm>
          <a:prstGeom prst="rect">
            <a:avLst/>
          </a:prstGeom>
          <a:noFill/>
        </p:spPr>
        <p:txBody>
          <a:bodyPr wrap="square" rtlCol="0">
            <a:spAutoFit/>
          </a:bodyPr>
          <a:lstStyle/>
          <a:p>
            <a:r>
              <a:rPr lang="en-GB" sz="1400" b="1">
                <a:solidFill>
                  <a:schemeClr val="accent4"/>
                </a:solidFill>
              </a:rPr>
              <a:t>Eurostat SHARES</a:t>
            </a:r>
          </a:p>
        </p:txBody>
      </p:sp>
      <p:sp>
        <p:nvSpPr>
          <p:cNvPr id="9" name="TextBox 8">
            <a:extLst>
              <a:ext uri="{FF2B5EF4-FFF2-40B4-BE49-F238E27FC236}">
                <a16:creationId xmlns:a16="http://schemas.microsoft.com/office/drawing/2014/main" id="{A375F508-94EC-C880-8989-D2428838FC38}"/>
              </a:ext>
            </a:extLst>
          </p:cNvPr>
          <p:cNvSpPr txBox="1"/>
          <p:nvPr/>
        </p:nvSpPr>
        <p:spPr>
          <a:xfrm>
            <a:off x="2292780" y="3682651"/>
            <a:ext cx="1655220" cy="523220"/>
          </a:xfrm>
          <a:prstGeom prst="rect">
            <a:avLst/>
          </a:prstGeom>
          <a:noFill/>
        </p:spPr>
        <p:txBody>
          <a:bodyPr wrap="square" rtlCol="0">
            <a:spAutoFit/>
          </a:bodyPr>
          <a:lstStyle/>
          <a:p>
            <a:r>
              <a:rPr lang="en-GB" sz="1400" b="1">
                <a:solidFill>
                  <a:schemeClr val="accent5"/>
                </a:solidFill>
              </a:rPr>
              <a:t>Eurostat biomass questionnaire</a:t>
            </a:r>
          </a:p>
        </p:txBody>
      </p:sp>
      <p:sp>
        <p:nvSpPr>
          <p:cNvPr id="11" name="TextBox 10">
            <a:extLst>
              <a:ext uri="{FF2B5EF4-FFF2-40B4-BE49-F238E27FC236}">
                <a16:creationId xmlns:a16="http://schemas.microsoft.com/office/drawing/2014/main" id="{E6F55273-19C2-8293-261F-82AF19BF5343}"/>
              </a:ext>
            </a:extLst>
          </p:cNvPr>
          <p:cNvSpPr txBox="1"/>
          <p:nvPr/>
        </p:nvSpPr>
        <p:spPr>
          <a:xfrm>
            <a:off x="497262" y="4031968"/>
            <a:ext cx="1165319" cy="369332"/>
          </a:xfrm>
          <a:prstGeom prst="rect">
            <a:avLst/>
          </a:prstGeom>
          <a:noFill/>
        </p:spPr>
        <p:txBody>
          <a:bodyPr wrap="none" rtlCol="0">
            <a:spAutoFit/>
          </a:bodyPr>
          <a:lstStyle/>
          <a:p>
            <a:r>
              <a:rPr lang="en-GB" b="1"/>
              <a:t>Annex XVI</a:t>
            </a:r>
          </a:p>
        </p:txBody>
      </p:sp>
      <p:sp>
        <p:nvSpPr>
          <p:cNvPr id="13" name="Rectangle 12">
            <a:extLst>
              <a:ext uri="{FF2B5EF4-FFF2-40B4-BE49-F238E27FC236}">
                <a16:creationId xmlns:a16="http://schemas.microsoft.com/office/drawing/2014/main" id="{3DBA627C-2230-676C-EC99-A37D934718E0}"/>
              </a:ext>
            </a:extLst>
          </p:cNvPr>
          <p:cNvSpPr/>
          <p:nvPr/>
        </p:nvSpPr>
        <p:spPr>
          <a:xfrm>
            <a:off x="528714" y="4537901"/>
            <a:ext cx="1655220" cy="9144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t>Table 1</a:t>
            </a:r>
          </a:p>
          <a:p>
            <a:pPr algn="ctr"/>
            <a:endParaRPr lang="LID4096" b="1"/>
          </a:p>
        </p:txBody>
      </p:sp>
      <p:sp>
        <p:nvSpPr>
          <p:cNvPr id="15" name="Rectangle 14">
            <a:extLst>
              <a:ext uri="{FF2B5EF4-FFF2-40B4-BE49-F238E27FC236}">
                <a16:creationId xmlns:a16="http://schemas.microsoft.com/office/drawing/2014/main" id="{E4A1C499-8902-F9A5-0B73-03B1E4BA2414}"/>
              </a:ext>
            </a:extLst>
          </p:cNvPr>
          <p:cNvSpPr/>
          <p:nvPr/>
        </p:nvSpPr>
        <p:spPr>
          <a:xfrm>
            <a:off x="570754" y="5063418"/>
            <a:ext cx="348930" cy="35506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b="1"/>
          </a:p>
        </p:txBody>
      </p:sp>
      <p:sp>
        <p:nvSpPr>
          <p:cNvPr id="19" name="Rectangle 18">
            <a:extLst>
              <a:ext uri="{FF2B5EF4-FFF2-40B4-BE49-F238E27FC236}">
                <a16:creationId xmlns:a16="http://schemas.microsoft.com/office/drawing/2014/main" id="{B25AF57F-9A77-B89C-56AB-D25FE1E49721}"/>
              </a:ext>
            </a:extLst>
          </p:cNvPr>
          <p:cNvSpPr/>
          <p:nvPr/>
        </p:nvSpPr>
        <p:spPr>
          <a:xfrm>
            <a:off x="2330514" y="4531433"/>
            <a:ext cx="1655220" cy="9144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t>Table 2</a:t>
            </a:r>
          </a:p>
          <a:p>
            <a:pPr algn="ctr"/>
            <a:endParaRPr lang="LID4096" b="1"/>
          </a:p>
        </p:txBody>
      </p:sp>
      <p:sp>
        <p:nvSpPr>
          <p:cNvPr id="20" name="Rectangle 19">
            <a:extLst>
              <a:ext uri="{FF2B5EF4-FFF2-40B4-BE49-F238E27FC236}">
                <a16:creationId xmlns:a16="http://schemas.microsoft.com/office/drawing/2014/main" id="{E72DC431-451B-83E9-0993-44AE4B1A6539}"/>
              </a:ext>
            </a:extLst>
          </p:cNvPr>
          <p:cNvSpPr/>
          <p:nvPr/>
        </p:nvSpPr>
        <p:spPr>
          <a:xfrm>
            <a:off x="2372554" y="5056950"/>
            <a:ext cx="348930" cy="35506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b="1"/>
          </a:p>
        </p:txBody>
      </p:sp>
      <p:sp>
        <p:nvSpPr>
          <p:cNvPr id="25" name="Rectangle 24">
            <a:extLst>
              <a:ext uri="{FF2B5EF4-FFF2-40B4-BE49-F238E27FC236}">
                <a16:creationId xmlns:a16="http://schemas.microsoft.com/office/drawing/2014/main" id="{0A82A7E1-1218-2491-6DC7-21299298D955}"/>
              </a:ext>
            </a:extLst>
          </p:cNvPr>
          <p:cNvSpPr/>
          <p:nvPr/>
        </p:nvSpPr>
        <p:spPr>
          <a:xfrm>
            <a:off x="4096991" y="4532446"/>
            <a:ext cx="1655220" cy="9144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t>Table 3</a:t>
            </a:r>
          </a:p>
          <a:p>
            <a:pPr algn="ctr"/>
            <a:endParaRPr lang="LID4096" b="1"/>
          </a:p>
        </p:txBody>
      </p:sp>
      <p:sp>
        <p:nvSpPr>
          <p:cNvPr id="28" name="Rectangle 27">
            <a:extLst>
              <a:ext uri="{FF2B5EF4-FFF2-40B4-BE49-F238E27FC236}">
                <a16:creationId xmlns:a16="http://schemas.microsoft.com/office/drawing/2014/main" id="{AB976AA3-CE68-762A-D22F-E607C9AF6B0E}"/>
              </a:ext>
            </a:extLst>
          </p:cNvPr>
          <p:cNvSpPr/>
          <p:nvPr/>
        </p:nvSpPr>
        <p:spPr>
          <a:xfrm>
            <a:off x="4139031" y="5057963"/>
            <a:ext cx="348930" cy="35506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b="1"/>
          </a:p>
        </p:txBody>
      </p:sp>
      <p:sp>
        <p:nvSpPr>
          <p:cNvPr id="32" name="Rectangle 31">
            <a:extLst>
              <a:ext uri="{FF2B5EF4-FFF2-40B4-BE49-F238E27FC236}">
                <a16:creationId xmlns:a16="http://schemas.microsoft.com/office/drawing/2014/main" id="{1769AD77-0F60-6EE0-F31C-C60E460DD0F5}"/>
              </a:ext>
            </a:extLst>
          </p:cNvPr>
          <p:cNvSpPr/>
          <p:nvPr/>
        </p:nvSpPr>
        <p:spPr>
          <a:xfrm>
            <a:off x="5861194" y="4531433"/>
            <a:ext cx="1655220" cy="9144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t>Table 4</a:t>
            </a:r>
          </a:p>
          <a:p>
            <a:pPr algn="ctr"/>
            <a:endParaRPr lang="LID4096" b="1"/>
          </a:p>
        </p:txBody>
      </p:sp>
      <p:sp>
        <p:nvSpPr>
          <p:cNvPr id="33" name="Rectangle 32">
            <a:extLst>
              <a:ext uri="{FF2B5EF4-FFF2-40B4-BE49-F238E27FC236}">
                <a16:creationId xmlns:a16="http://schemas.microsoft.com/office/drawing/2014/main" id="{269D2F11-957C-AAC0-AEFD-110A4FCBA644}"/>
              </a:ext>
            </a:extLst>
          </p:cNvPr>
          <p:cNvSpPr/>
          <p:nvPr/>
        </p:nvSpPr>
        <p:spPr>
          <a:xfrm>
            <a:off x="5903234" y="5056950"/>
            <a:ext cx="348930" cy="35506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b="1"/>
          </a:p>
        </p:txBody>
      </p:sp>
      <p:sp>
        <p:nvSpPr>
          <p:cNvPr id="41" name="Rectangle 40">
            <a:extLst>
              <a:ext uri="{FF2B5EF4-FFF2-40B4-BE49-F238E27FC236}">
                <a16:creationId xmlns:a16="http://schemas.microsoft.com/office/drawing/2014/main" id="{FD3356EC-8381-669D-F093-3ED8181C53FC}"/>
              </a:ext>
            </a:extLst>
          </p:cNvPr>
          <p:cNvSpPr/>
          <p:nvPr/>
        </p:nvSpPr>
        <p:spPr>
          <a:xfrm>
            <a:off x="7665268" y="4537885"/>
            <a:ext cx="1655220" cy="9144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t>Table 5</a:t>
            </a:r>
          </a:p>
          <a:p>
            <a:pPr algn="ctr"/>
            <a:endParaRPr lang="LID4096" b="1"/>
          </a:p>
        </p:txBody>
      </p:sp>
      <p:sp>
        <p:nvSpPr>
          <p:cNvPr id="43" name="Rectangle 42">
            <a:extLst>
              <a:ext uri="{FF2B5EF4-FFF2-40B4-BE49-F238E27FC236}">
                <a16:creationId xmlns:a16="http://schemas.microsoft.com/office/drawing/2014/main" id="{EB6085D7-1213-EACF-D86D-B66FEA874319}"/>
              </a:ext>
            </a:extLst>
          </p:cNvPr>
          <p:cNvSpPr/>
          <p:nvPr/>
        </p:nvSpPr>
        <p:spPr>
          <a:xfrm>
            <a:off x="7707308" y="5063402"/>
            <a:ext cx="348930" cy="35506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b="1"/>
          </a:p>
        </p:txBody>
      </p:sp>
      <p:sp>
        <p:nvSpPr>
          <p:cNvPr id="47" name="Rectangle 46">
            <a:extLst>
              <a:ext uri="{FF2B5EF4-FFF2-40B4-BE49-F238E27FC236}">
                <a16:creationId xmlns:a16="http://schemas.microsoft.com/office/drawing/2014/main" id="{2DACB388-C21E-40E6-DB3A-066D6BBC7946}"/>
              </a:ext>
            </a:extLst>
          </p:cNvPr>
          <p:cNvSpPr/>
          <p:nvPr/>
        </p:nvSpPr>
        <p:spPr>
          <a:xfrm>
            <a:off x="9467068" y="4531433"/>
            <a:ext cx="1655220" cy="9144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t>Table 6</a:t>
            </a:r>
          </a:p>
          <a:p>
            <a:pPr algn="ctr"/>
            <a:endParaRPr lang="LID4096" b="1"/>
          </a:p>
        </p:txBody>
      </p:sp>
      <p:sp>
        <p:nvSpPr>
          <p:cNvPr id="48" name="Rectangle 47">
            <a:extLst>
              <a:ext uri="{FF2B5EF4-FFF2-40B4-BE49-F238E27FC236}">
                <a16:creationId xmlns:a16="http://schemas.microsoft.com/office/drawing/2014/main" id="{43703354-A7C9-A9CA-D44D-9546BD08FF6F}"/>
              </a:ext>
            </a:extLst>
          </p:cNvPr>
          <p:cNvSpPr/>
          <p:nvPr/>
        </p:nvSpPr>
        <p:spPr>
          <a:xfrm>
            <a:off x="9509108" y="5056950"/>
            <a:ext cx="348930" cy="35506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b="1"/>
          </a:p>
        </p:txBody>
      </p:sp>
      <p:sp>
        <p:nvSpPr>
          <p:cNvPr id="54" name="Rectangle 53">
            <a:extLst>
              <a:ext uri="{FF2B5EF4-FFF2-40B4-BE49-F238E27FC236}">
                <a16:creationId xmlns:a16="http://schemas.microsoft.com/office/drawing/2014/main" id="{5B796A02-9761-284C-0CD5-AD03354BA1E3}"/>
              </a:ext>
            </a:extLst>
          </p:cNvPr>
          <p:cNvSpPr/>
          <p:nvPr/>
        </p:nvSpPr>
        <p:spPr>
          <a:xfrm>
            <a:off x="523811" y="5519987"/>
            <a:ext cx="1655220" cy="9144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t>Table 7</a:t>
            </a:r>
          </a:p>
          <a:p>
            <a:pPr algn="ctr"/>
            <a:endParaRPr lang="LID4096" b="1"/>
          </a:p>
        </p:txBody>
      </p:sp>
      <p:sp>
        <p:nvSpPr>
          <p:cNvPr id="61" name="Rectangle 60">
            <a:extLst>
              <a:ext uri="{FF2B5EF4-FFF2-40B4-BE49-F238E27FC236}">
                <a16:creationId xmlns:a16="http://schemas.microsoft.com/office/drawing/2014/main" id="{3499DF43-2489-208F-02B5-743F45492737}"/>
              </a:ext>
            </a:extLst>
          </p:cNvPr>
          <p:cNvSpPr/>
          <p:nvPr/>
        </p:nvSpPr>
        <p:spPr>
          <a:xfrm>
            <a:off x="565851" y="6045504"/>
            <a:ext cx="348930" cy="35506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b="1"/>
          </a:p>
        </p:txBody>
      </p:sp>
      <p:sp>
        <p:nvSpPr>
          <p:cNvPr id="62" name="Rectangle 61">
            <a:extLst>
              <a:ext uri="{FF2B5EF4-FFF2-40B4-BE49-F238E27FC236}">
                <a16:creationId xmlns:a16="http://schemas.microsoft.com/office/drawing/2014/main" id="{FA9A3BB6-40B1-CD9E-380F-B40C68452E74}"/>
              </a:ext>
            </a:extLst>
          </p:cNvPr>
          <p:cNvSpPr/>
          <p:nvPr/>
        </p:nvSpPr>
        <p:spPr>
          <a:xfrm>
            <a:off x="2292781" y="5524029"/>
            <a:ext cx="1655220" cy="9144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t>Table 8</a:t>
            </a:r>
          </a:p>
          <a:p>
            <a:pPr algn="ctr"/>
            <a:endParaRPr lang="LID4096" b="1"/>
          </a:p>
        </p:txBody>
      </p:sp>
      <p:sp>
        <p:nvSpPr>
          <p:cNvPr id="66" name="Rectangle 65">
            <a:extLst>
              <a:ext uri="{FF2B5EF4-FFF2-40B4-BE49-F238E27FC236}">
                <a16:creationId xmlns:a16="http://schemas.microsoft.com/office/drawing/2014/main" id="{161E2784-6494-1AA7-63A9-55EDBD6D4A9F}"/>
              </a:ext>
            </a:extLst>
          </p:cNvPr>
          <p:cNvSpPr/>
          <p:nvPr/>
        </p:nvSpPr>
        <p:spPr>
          <a:xfrm>
            <a:off x="2334821" y="6049546"/>
            <a:ext cx="348930" cy="35506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b="1"/>
          </a:p>
        </p:txBody>
      </p:sp>
      <p:sp>
        <p:nvSpPr>
          <p:cNvPr id="82" name="Rectangle 81">
            <a:extLst>
              <a:ext uri="{FF2B5EF4-FFF2-40B4-BE49-F238E27FC236}">
                <a16:creationId xmlns:a16="http://schemas.microsoft.com/office/drawing/2014/main" id="{0D3F13C8-D031-EF33-3DF5-E2996BE20719}"/>
              </a:ext>
            </a:extLst>
          </p:cNvPr>
          <p:cNvSpPr/>
          <p:nvPr/>
        </p:nvSpPr>
        <p:spPr>
          <a:xfrm>
            <a:off x="4096991" y="5524825"/>
            <a:ext cx="1655220" cy="9144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t>Table 9</a:t>
            </a:r>
          </a:p>
          <a:p>
            <a:pPr algn="ctr"/>
            <a:endParaRPr lang="LID4096" b="1"/>
          </a:p>
        </p:txBody>
      </p:sp>
      <p:sp>
        <p:nvSpPr>
          <p:cNvPr id="86" name="Rectangle 85">
            <a:extLst>
              <a:ext uri="{FF2B5EF4-FFF2-40B4-BE49-F238E27FC236}">
                <a16:creationId xmlns:a16="http://schemas.microsoft.com/office/drawing/2014/main" id="{F493BC1A-2D5D-46AF-AD69-FE95206485E8}"/>
              </a:ext>
            </a:extLst>
          </p:cNvPr>
          <p:cNvSpPr/>
          <p:nvPr/>
        </p:nvSpPr>
        <p:spPr>
          <a:xfrm>
            <a:off x="4530792" y="6056015"/>
            <a:ext cx="348930" cy="355066"/>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b="1"/>
          </a:p>
        </p:txBody>
      </p:sp>
      <p:sp>
        <p:nvSpPr>
          <p:cNvPr id="87" name="TextBox 86">
            <a:extLst>
              <a:ext uri="{FF2B5EF4-FFF2-40B4-BE49-F238E27FC236}">
                <a16:creationId xmlns:a16="http://schemas.microsoft.com/office/drawing/2014/main" id="{08EE4968-2826-1369-13FF-9C0606C677D3}"/>
              </a:ext>
            </a:extLst>
          </p:cNvPr>
          <p:cNvSpPr txBox="1"/>
          <p:nvPr/>
        </p:nvSpPr>
        <p:spPr>
          <a:xfrm>
            <a:off x="4107579" y="6448564"/>
            <a:ext cx="2391077" cy="307777"/>
          </a:xfrm>
          <a:prstGeom prst="rect">
            <a:avLst/>
          </a:prstGeom>
          <a:noFill/>
        </p:spPr>
        <p:txBody>
          <a:bodyPr wrap="square" rtlCol="0">
            <a:spAutoFit/>
          </a:bodyPr>
          <a:lstStyle/>
          <a:p>
            <a:r>
              <a:rPr lang="en-GB" sz="1400" b="1">
                <a:solidFill>
                  <a:schemeClr val="accent4"/>
                </a:solidFill>
              </a:rPr>
              <a:t>Eurostat Energy balance</a:t>
            </a:r>
          </a:p>
        </p:txBody>
      </p:sp>
    </p:spTree>
    <p:extLst>
      <p:ext uri="{BB962C8B-B14F-4D97-AF65-F5344CB8AC3E}">
        <p14:creationId xmlns:p14="http://schemas.microsoft.com/office/powerpoint/2010/main" val="5614932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14CF9C62-6BB6-621E-8F05-FC2B00733D34}"/>
              </a:ext>
            </a:extLst>
          </p:cNvPr>
          <p:cNvGraphicFramePr>
            <a:graphicFrameLocks noGrp="1"/>
          </p:cNvGraphicFramePr>
          <p:nvPr>
            <p:extLst>
              <p:ext uri="{D42A27DB-BD31-4B8C-83A1-F6EECF244321}">
                <p14:modId xmlns:p14="http://schemas.microsoft.com/office/powerpoint/2010/main" val="404243488"/>
              </p:ext>
            </p:extLst>
          </p:nvPr>
        </p:nvGraphicFramePr>
        <p:xfrm>
          <a:off x="525196" y="995449"/>
          <a:ext cx="10493160" cy="5218821"/>
        </p:xfrm>
        <a:graphic>
          <a:graphicData uri="http://schemas.openxmlformats.org/drawingml/2006/table">
            <a:tbl>
              <a:tblPr/>
              <a:tblGrid>
                <a:gridCol w="7261059">
                  <a:extLst>
                    <a:ext uri="{9D8B030D-6E8A-4147-A177-3AD203B41FA5}">
                      <a16:colId xmlns:a16="http://schemas.microsoft.com/office/drawing/2014/main" val="1088473045"/>
                    </a:ext>
                  </a:extLst>
                </a:gridCol>
                <a:gridCol w="1510146">
                  <a:extLst>
                    <a:ext uri="{9D8B030D-6E8A-4147-A177-3AD203B41FA5}">
                      <a16:colId xmlns:a16="http://schemas.microsoft.com/office/drawing/2014/main" val="4200784835"/>
                    </a:ext>
                  </a:extLst>
                </a:gridCol>
                <a:gridCol w="1721955">
                  <a:extLst>
                    <a:ext uri="{9D8B030D-6E8A-4147-A177-3AD203B41FA5}">
                      <a16:colId xmlns:a16="http://schemas.microsoft.com/office/drawing/2014/main" val="3248156026"/>
                    </a:ext>
                  </a:extLst>
                </a:gridCol>
              </a:tblGrid>
              <a:tr h="320732">
                <a:tc>
                  <a:txBody>
                    <a:bodyPr/>
                    <a:lstStyle/>
                    <a:p>
                      <a:pPr algn="just" rtl="0" fontAlgn="base">
                        <a:lnSpc>
                          <a:spcPts val="1457"/>
                        </a:lnSpc>
                        <a:spcAft>
                          <a:spcPts val="1200"/>
                        </a:spcAft>
                        <a:buNone/>
                      </a:pPr>
                      <a:r>
                        <a:rPr lang="en-GB" sz="1600" b="1" i="0">
                          <a:effectLst/>
                          <a:latin typeface="+mn-lt"/>
                        </a:rPr>
                        <a:t>Table</a:t>
                      </a:r>
                      <a:r>
                        <a:rPr lang="en-GB" sz="1600" b="0" i="0">
                          <a:effectLst/>
                          <a:latin typeface="+mn-lt"/>
                        </a:rPr>
                        <a:t> </a:t>
                      </a: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just" rtl="0" fontAlgn="base">
                        <a:lnSpc>
                          <a:spcPts val="1457"/>
                        </a:lnSpc>
                        <a:spcAft>
                          <a:spcPts val="1200"/>
                        </a:spcAft>
                        <a:buNone/>
                      </a:pPr>
                      <a:r>
                        <a:rPr lang="en-GB" sz="1600" b="1" i="0">
                          <a:effectLst/>
                          <a:latin typeface="+mn-lt"/>
                        </a:rPr>
                        <a:t>Type of filling</a:t>
                      </a:r>
                      <a:r>
                        <a:rPr lang="en-GB" sz="1600" b="0" i="0">
                          <a:effectLst/>
                          <a:latin typeface="+mn-lt"/>
                        </a:rPr>
                        <a:t> </a:t>
                      </a: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just" rtl="0" fontAlgn="base">
                        <a:lnSpc>
                          <a:spcPts val="1457"/>
                        </a:lnSpc>
                        <a:spcAft>
                          <a:spcPts val="1200"/>
                        </a:spcAft>
                        <a:buNone/>
                      </a:pPr>
                      <a:r>
                        <a:rPr lang="en-GB" sz="1600" b="1" i="0">
                          <a:effectLst/>
                          <a:latin typeface="+mn-lt"/>
                        </a:rPr>
                        <a:t>Source(s) of data</a:t>
                      </a:r>
                      <a:r>
                        <a:rPr lang="en-GB" sz="1600" b="0" i="0">
                          <a:effectLst/>
                          <a:latin typeface="+mn-lt"/>
                        </a:rPr>
                        <a:t> </a:t>
                      </a: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41242634"/>
                  </a:ext>
                </a:extLst>
              </a:tr>
              <a:tr h="569240">
                <a:tc>
                  <a:txBody>
                    <a:bodyPr/>
                    <a:lstStyle/>
                    <a:p>
                      <a:pPr algn="just" rtl="0" fontAlgn="base">
                        <a:lnSpc>
                          <a:spcPts val="1457"/>
                        </a:lnSpc>
                        <a:spcAft>
                          <a:spcPts val="1200"/>
                        </a:spcAft>
                        <a:buNone/>
                      </a:pPr>
                      <a:r>
                        <a:rPr lang="en-US" sz="1600" b="0" i="0" dirty="0">
                          <a:effectLst/>
                          <a:latin typeface="+mn-lt"/>
                        </a:rPr>
                        <a:t>Annex 2, table 1 to 5 :</a:t>
                      </a:r>
                    </a:p>
                    <a:p>
                      <a:r>
                        <a:rPr lang="en-US" sz="1600" dirty="0">
                          <a:latin typeface="+mn-lt"/>
                        </a:rPr>
                        <a:t>Table 1: Sectoral (electricity, heating and cooling, and transport) and overall shares of energy from renewable sources	</a:t>
                      </a:r>
                    </a:p>
                    <a:p>
                      <a:r>
                        <a:rPr lang="en-US" sz="1600" dirty="0">
                          <a:latin typeface="+mn-lt"/>
                        </a:rPr>
                        <a:t>Table 2: Total installed capacity from each renewable energy technology	</a:t>
                      </a:r>
                    </a:p>
                    <a:p>
                      <a:r>
                        <a:rPr lang="en-US" sz="1600" dirty="0">
                          <a:latin typeface="+mn-lt"/>
                        </a:rPr>
                        <a:t>Table 3: Total actual contribution (gross electricity generation) from each renewable energy technology in electricity	</a:t>
                      </a:r>
                    </a:p>
                    <a:p>
                      <a:r>
                        <a:rPr lang="en-US" sz="1600" dirty="0">
                          <a:latin typeface="+mn-lt"/>
                        </a:rPr>
                        <a:t>Table 4: Total actual contribution (gross final energy consumption) from each renewable energy technology in heating and cooling	</a:t>
                      </a:r>
                    </a:p>
                    <a:p>
                      <a:r>
                        <a:rPr lang="en-US" sz="1600" dirty="0">
                          <a:latin typeface="+mn-lt"/>
                        </a:rPr>
                        <a:t>Table 5: Total actual contribution (gross final energy consumption) from each renewable energy technology in the transport sector	</a:t>
                      </a:r>
                    </a:p>
                    <a:p>
                      <a:pPr algn="just" rtl="0" fontAlgn="base">
                        <a:lnSpc>
                          <a:spcPts val="1457"/>
                        </a:lnSpc>
                        <a:spcAft>
                          <a:spcPts val="1200"/>
                        </a:spcAft>
                        <a:buNone/>
                      </a:pPr>
                      <a:endParaRPr lang="en-US" sz="1600" b="0" i="0" dirty="0">
                        <a:effectLst/>
                        <a:latin typeface="+mn-lt"/>
                      </a:endParaRP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just" rtl="0" fontAlgn="base">
                        <a:lnSpc>
                          <a:spcPts val="1457"/>
                        </a:lnSpc>
                        <a:spcAft>
                          <a:spcPts val="1200"/>
                        </a:spcAft>
                        <a:buNone/>
                      </a:pPr>
                      <a:r>
                        <a:rPr lang="en-GB" sz="1600" b="0" i="0" dirty="0">
                          <a:effectLst/>
                          <a:latin typeface="+mn-lt"/>
                        </a:rPr>
                        <a:t>Pre-filling </a:t>
                      </a: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r>
                        <a:rPr lang="en-GB" sz="1600" b="0" i="0" dirty="0">
                          <a:effectLst/>
                          <a:latin typeface="+mn-lt"/>
                        </a:rPr>
                        <a:t>Eurostat SHARES data - </a:t>
                      </a:r>
                      <a:r>
                        <a:rPr lang="en-GB" sz="1800" kern="1200" dirty="0">
                          <a:solidFill>
                            <a:schemeClr val="tx1"/>
                          </a:solidFill>
                          <a:effectLst/>
                          <a:latin typeface="+mn-lt"/>
                          <a:ea typeface="+mn-ea"/>
                          <a:cs typeface="+mn-cs"/>
                        </a:rPr>
                        <a:t>harmonised calculation of the share of energy from renewable sources. </a:t>
                      </a:r>
                      <a:endParaRPr lang="en-DK" sz="1600" dirty="0">
                        <a:effectLst/>
                      </a:endParaRPr>
                    </a:p>
                    <a:p>
                      <a:pPr algn="just" rtl="0" fontAlgn="base">
                        <a:lnSpc>
                          <a:spcPts val="1457"/>
                        </a:lnSpc>
                        <a:spcAft>
                          <a:spcPts val="1200"/>
                        </a:spcAft>
                        <a:buNone/>
                      </a:pPr>
                      <a:endParaRPr lang="en-GB" sz="1600" b="0" i="0" dirty="0">
                        <a:effectLst/>
                        <a:latin typeface="+mn-lt"/>
                      </a:endParaRP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03384399"/>
                  </a:ext>
                </a:extLst>
              </a:tr>
              <a:tr h="858451">
                <a:tc>
                  <a:txBody>
                    <a:bodyPr/>
                    <a:lstStyle/>
                    <a:p>
                      <a:pPr algn="just" rtl="0" fontAlgn="base">
                        <a:lnSpc>
                          <a:spcPts val="1457"/>
                        </a:lnSpc>
                        <a:spcAft>
                          <a:spcPts val="1200"/>
                        </a:spcAft>
                        <a:buNone/>
                      </a:pPr>
                      <a:r>
                        <a:rPr lang="en-GB" sz="1600" b="0" i="0" dirty="0">
                          <a:effectLst/>
                          <a:latin typeface="+mn-lt"/>
                        </a:rPr>
                        <a:t>Annex 2, table 6 </a:t>
                      </a:r>
                    </a:p>
                    <a:p>
                      <a:pPr marL="0" marR="0" lvl="0" indent="0" algn="just" defTabSz="914400" rtl="0" eaLnBrk="1" fontAlgn="base" latinLnBrk="0" hangingPunct="1">
                        <a:lnSpc>
                          <a:spcPts val="1457"/>
                        </a:lnSpc>
                        <a:spcBef>
                          <a:spcPts val="0"/>
                        </a:spcBef>
                        <a:spcAft>
                          <a:spcPts val="1200"/>
                        </a:spcAft>
                        <a:buClrTx/>
                        <a:buSzTx/>
                        <a:buFontTx/>
                        <a:buNone/>
                        <a:tabLst/>
                        <a:defRPr/>
                      </a:pPr>
                      <a:r>
                        <a:rPr lang="en-US" sz="1600" dirty="0">
                          <a:latin typeface="+mn-lt"/>
                        </a:rPr>
                        <a:t>Table 6: Biomass supply for energy use</a:t>
                      </a: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just" rtl="0" fontAlgn="base">
                        <a:lnSpc>
                          <a:spcPts val="1457"/>
                        </a:lnSpc>
                        <a:spcAft>
                          <a:spcPts val="1200"/>
                        </a:spcAft>
                        <a:buNone/>
                      </a:pPr>
                      <a:r>
                        <a:rPr lang="en-GB" sz="1600" b="0" i="0">
                          <a:effectLst/>
                          <a:latin typeface="+mn-lt"/>
                        </a:rPr>
                        <a:t>Post-filling </a:t>
                      </a: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just" rtl="0" fontAlgn="base">
                        <a:lnSpc>
                          <a:spcPts val="1457"/>
                        </a:lnSpc>
                        <a:spcAft>
                          <a:spcPts val="1200"/>
                        </a:spcAft>
                        <a:buNone/>
                      </a:pPr>
                      <a:r>
                        <a:rPr lang="en-GB" sz="1600" b="0" i="0">
                          <a:effectLst/>
                          <a:latin typeface="+mn-lt"/>
                        </a:rPr>
                        <a:t>Eurostat biomass questionnaire </a:t>
                      </a: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04254815"/>
                  </a:ext>
                </a:extLst>
              </a:tr>
              <a:tr h="1051130">
                <a:tc>
                  <a:txBody>
                    <a:bodyPr/>
                    <a:lstStyle/>
                    <a:p>
                      <a:pPr algn="just" rtl="0" fontAlgn="base">
                        <a:lnSpc>
                          <a:spcPts val="1457"/>
                        </a:lnSpc>
                        <a:spcAft>
                          <a:spcPts val="1200"/>
                        </a:spcAft>
                        <a:buNone/>
                      </a:pPr>
                      <a:r>
                        <a:rPr lang="en-GB" sz="1600" b="0" i="0" dirty="0">
                          <a:effectLst/>
                          <a:latin typeface="+mn-lt"/>
                        </a:rPr>
                        <a:t>Annex 16, table 9 </a:t>
                      </a:r>
                    </a:p>
                    <a:p>
                      <a:pPr algn="just" rtl="0" fontAlgn="base">
                        <a:lnSpc>
                          <a:spcPts val="1457"/>
                        </a:lnSpc>
                        <a:spcAft>
                          <a:spcPts val="1200"/>
                        </a:spcAft>
                        <a:buNone/>
                      </a:pPr>
                      <a:r>
                        <a:rPr lang="en-GB" sz="1600" kern="1200" dirty="0">
                          <a:solidFill>
                            <a:schemeClr val="tx1"/>
                          </a:solidFill>
                          <a:effectLst/>
                          <a:latin typeface="+mn-lt"/>
                          <a:ea typeface="+mn-ea"/>
                          <a:cs typeface="+mn-cs"/>
                        </a:rPr>
                        <a:t>Table 9: The amount of solid biomass used for energy production</a:t>
                      </a:r>
                      <a:endParaRPr lang="en-GB" sz="1600" b="0" i="0" dirty="0">
                        <a:effectLst/>
                        <a:latin typeface="+mn-lt"/>
                      </a:endParaRP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just" rtl="0" fontAlgn="base">
                        <a:lnSpc>
                          <a:spcPts val="1457"/>
                        </a:lnSpc>
                        <a:spcAft>
                          <a:spcPts val="1200"/>
                        </a:spcAft>
                        <a:buNone/>
                      </a:pPr>
                      <a:r>
                        <a:rPr lang="en-GB" sz="1600" b="0" i="0">
                          <a:effectLst/>
                          <a:latin typeface="+mn-lt"/>
                        </a:rPr>
                        <a:t>Pre-filling </a:t>
                      </a: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just" rtl="0" fontAlgn="base">
                        <a:lnSpc>
                          <a:spcPts val="1457"/>
                        </a:lnSpc>
                        <a:spcAft>
                          <a:spcPts val="1200"/>
                        </a:spcAft>
                        <a:buNone/>
                      </a:pPr>
                      <a:r>
                        <a:rPr lang="en-GB" sz="1600" b="0" i="0" dirty="0">
                          <a:effectLst/>
                          <a:latin typeface="+mn-lt"/>
                        </a:rPr>
                        <a:t>Eurostat energy balances </a:t>
                      </a: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14143399"/>
                  </a:ext>
                </a:extLst>
              </a:tr>
            </a:tbl>
          </a:graphicData>
        </a:graphic>
      </p:graphicFrame>
      <p:sp>
        <p:nvSpPr>
          <p:cNvPr id="3" name="Text Placeholder 1">
            <a:extLst>
              <a:ext uri="{FF2B5EF4-FFF2-40B4-BE49-F238E27FC236}">
                <a16:creationId xmlns:a16="http://schemas.microsoft.com/office/drawing/2014/main" id="{DFC39514-400E-BDB4-175B-FB069D7965E2}"/>
              </a:ext>
            </a:extLst>
          </p:cNvPr>
          <p:cNvSpPr txBox="1">
            <a:spLocks/>
          </p:cNvSpPr>
          <p:nvPr/>
        </p:nvSpPr>
        <p:spPr>
          <a:xfrm>
            <a:off x="138545" y="54288"/>
            <a:ext cx="11720946" cy="584775"/>
          </a:xfrm>
          <a:prstGeom prst="rect">
            <a:avLst/>
          </a:prstGeom>
          <a:noFill/>
        </p:spPr>
        <p:txBody>
          <a:bodyPr wrap="square" rtlCol="0">
            <a:spAutoFit/>
          </a:bodyPr>
          <a:lstStyle>
            <a:defPPr>
              <a:defRPr lang="en-US"/>
            </a:defPPr>
            <a:lvl1pPr>
              <a:defRPr sz="3200" b="1">
                <a:solidFill>
                  <a:srgbClr val="002060"/>
                </a:solidFill>
                <a:latin typeface="Calibri" panose="020F0502020204030204"/>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GB" dirty="0"/>
              <a:t>RES: Detailed overview of prefilled / post-filled data in this dataflow</a:t>
            </a:r>
          </a:p>
        </p:txBody>
      </p:sp>
    </p:spTree>
    <p:extLst>
      <p:ext uri="{BB962C8B-B14F-4D97-AF65-F5344CB8AC3E}">
        <p14:creationId xmlns:p14="http://schemas.microsoft.com/office/powerpoint/2010/main" val="41856164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145AB6-3365-507B-F14A-BDC3BD71ED66}"/>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DF562582-4039-E42C-0A7E-9F444C4FA500}"/>
              </a:ext>
            </a:extLst>
          </p:cNvPr>
          <p:cNvSpPr txBox="1"/>
          <p:nvPr/>
        </p:nvSpPr>
        <p:spPr>
          <a:xfrm>
            <a:off x="500863" y="1062359"/>
            <a:ext cx="1038682" cy="369332"/>
          </a:xfrm>
          <a:prstGeom prst="rect">
            <a:avLst/>
          </a:prstGeom>
          <a:noFill/>
        </p:spPr>
        <p:txBody>
          <a:bodyPr wrap="none" rtlCol="0">
            <a:spAutoFit/>
          </a:bodyPr>
          <a:lstStyle/>
          <a:p>
            <a:r>
              <a:rPr lang="en-GB" b="1"/>
              <a:t>Annex IV</a:t>
            </a:r>
          </a:p>
        </p:txBody>
      </p:sp>
      <p:sp>
        <p:nvSpPr>
          <p:cNvPr id="10" name="Text Placeholder 1">
            <a:extLst>
              <a:ext uri="{FF2B5EF4-FFF2-40B4-BE49-F238E27FC236}">
                <a16:creationId xmlns:a16="http://schemas.microsoft.com/office/drawing/2014/main" id="{9100F181-FFDE-8A20-C985-4A96DC8B9A78}"/>
              </a:ext>
            </a:extLst>
          </p:cNvPr>
          <p:cNvSpPr txBox="1">
            <a:spLocks/>
          </p:cNvSpPr>
          <p:nvPr/>
        </p:nvSpPr>
        <p:spPr>
          <a:xfrm>
            <a:off x="500863" y="54288"/>
            <a:ext cx="11010281" cy="584775"/>
          </a:xfrm>
          <a:prstGeom prst="rect">
            <a:avLst/>
          </a:prstGeom>
          <a:noFill/>
        </p:spPr>
        <p:txBody>
          <a:bodyPr wrap="square" rtlCol="0">
            <a:spAutoFit/>
          </a:bodyPr>
          <a:lstStyle>
            <a:defPPr>
              <a:defRPr lang="en-US"/>
            </a:defPPr>
            <a:lvl1pPr>
              <a:defRPr sz="3200" b="1">
                <a:solidFill>
                  <a:srgbClr val="002060"/>
                </a:solidFill>
                <a:latin typeface="Calibri" panose="020F0502020204030204"/>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GB" dirty="0"/>
              <a:t>EE: Overview of prefilled / post-filled data in this dataflow</a:t>
            </a:r>
          </a:p>
        </p:txBody>
      </p:sp>
      <p:sp>
        <p:nvSpPr>
          <p:cNvPr id="12" name="Rectangle 11">
            <a:extLst>
              <a:ext uri="{FF2B5EF4-FFF2-40B4-BE49-F238E27FC236}">
                <a16:creationId xmlns:a16="http://schemas.microsoft.com/office/drawing/2014/main" id="{B64CA3AF-EDC4-F097-9584-A4C6F8295D2C}"/>
              </a:ext>
            </a:extLst>
          </p:cNvPr>
          <p:cNvSpPr/>
          <p:nvPr/>
        </p:nvSpPr>
        <p:spPr>
          <a:xfrm>
            <a:off x="8859395" y="1450470"/>
            <a:ext cx="655276" cy="299546"/>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b="1"/>
          </a:p>
        </p:txBody>
      </p:sp>
      <p:sp>
        <p:nvSpPr>
          <p:cNvPr id="14" name="Rectangle 13">
            <a:extLst>
              <a:ext uri="{FF2B5EF4-FFF2-40B4-BE49-F238E27FC236}">
                <a16:creationId xmlns:a16="http://schemas.microsoft.com/office/drawing/2014/main" id="{37FD87CC-92A6-29F3-D309-AA2705DF2AB5}"/>
              </a:ext>
            </a:extLst>
          </p:cNvPr>
          <p:cNvSpPr/>
          <p:nvPr/>
        </p:nvSpPr>
        <p:spPr>
          <a:xfrm>
            <a:off x="8859395" y="1865629"/>
            <a:ext cx="655276" cy="299546"/>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b="1"/>
          </a:p>
        </p:txBody>
      </p:sp>
      <p:sp>
        <p:nvSpPr>
          <p:cNvPr id="16" name="Rectangle 15">
            <a:extLst>
              <a:ext uri="{FF2B5EF4-FFF2-40B4-BE49-F238E27FC236}">
                <a16:creationId xmlns:a16="http://schemas.microsoft.com/office/drawing/2014/main" id="{944FA452-34D8-C917-4B70-13A43CF3A894}"/>
              </a:ext>
            </a:extLst>
          </p:cNvPr>
          <p:cNvSpPr/>
          <p:nvPr/>
        </p:nvSpPr>
        <p:spPr>
          <a:xfrm>
            <a:off x="8859395" y="2310426"/>
            <a:ext cx="655276" cy="299546"/>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b="1"/>
          </a:p>
        </p:txBody>
      </p:sp>
      <p:sp>
        <p:nvSpPr>
          <p:cNvPr id="17" name="Rectangle 16">
            <a:extLst>
              <a:ext uri="{FF2B5EF4-FFF2-40B4-BE49-F238E27FC236}">
                <a16:creationId xmlns:a16="http://schemas.microsoft.com/office/drawing/2014/main" id="{1E6A9A04-2B4C-EFC5-C315-553528B1C6AE}"/>
              </a:ext>
            </a:extLst>
          </p:cNvPr>
          <p:cNvSpPr/>
          <p:nvPr/>
        </p:nvSpPr>
        <p:spPr>
          <a:xfrm>
            <a:off x="8859395" y="2725585"/>
            <a:ext cx="655276" cy="299546"/>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b="1"/>
          </a:p>
        </p:txBody>
      </p:sp>
      <p:sp>
        <p:nvSpPr>
          <p:cNvPr id="22" name="TextBox 21">
            <a:extLst>
              <a:ext uri="{FF2B5EF4-FFF2-40B4-BE49-F238E27FC236}">
                <a16:creationId xmlns:a16="http://schemas.microsoft.com/office/drawing/2014/main" id="{47C2A5F0-FB19-9581-7F84-E3D7E5FFC901}"/>
              </a:ext>
            </a:extLst>
          </p:cNvPr>
          <p:cNvSpPr txBox="1"/>
          <p:nvPr/>
        </p:nvSpPr>
        <p:spPr>
          <a:xfrm>
            <a:off x="9623944" y="1415577"/>
            <a:ext cx="1700787" cy="369332"/>
          </a:xfrm>
          <a:prstGeom prst="rect">
            <a:avLst/>
          </a:prstGeom>
          <a:noFill/>
        </p:spPr>
        <p:txBody>
          <a:bodyPr wrap="none" rtlCol="0">
            <a:spAutoFit/>
          </a:bodyPr>
          <a:lstStyle/>
          <a:p>
            <a:r>
              <a:rPr lang="en-GB"/>
              <a:t>Reported values</a:t>
            </a:r>
          </a:p>
        </p:txBody>
      </p:sp>
      <p:sp>
        <p:nvSpPr>
          <p:cNvPr id="23" name="TextBox 22">
            <a:extLst>
              <a:ext uri="{FF2B5EF4-FFF2-40B4-BE49-F238E27FC236}">
                <a16:creationId xmlns:a16="http://schemas.microsoft.com/office/drawing/2014/main" id="{4EFED9AE-B5DB-BF37-85C3-C3D71092D2DA}"/>
              </a:ext>
            </a:extLst>
          </p:cNvPr>
          <p:cNvSpPr txBox="1"/>
          <p:nvPr/>
        </p:nvSpPr>
        <p:spPr>
          <a:xfrm>
            <a:off x="9623944" y="1830736"/>
            <a:ext cx="981935" cy="369332"/>
          </a:xfrm>
          <a:prstGeom prst="rect">
            <a:avLst/>
          </a:prstGeom>
          <a:noFill/>
        </p:spPr>
        <p:txBody>
          <a:bodyPr wrap="none" rtlCol="0">
            <a:spAutoFit/>
          </a:bodyPr>
          <a:lstStyle/>
          <a:p>
            <a:r>
              <a:rPr lang="en-GB"/>
              <a:t>Prefilled</a:t>
            </a:r>
          </a:p>
        </p:txBody>
      </p:sp>
      <p:sp>
        <p:nvSpPr>
          <p:cNvPr id="24" name="TextBox 23">
            <a:extLst>
              <a:ext uri="{FF2B5EF4-FFF2-40B4-BE49-F238E27FC236}">
                <a16:creationId xmlns:a16="http://schemas.microsoft.com/office/drawing/2014/main" id="{9094C3A9-73CA-79F6-F1F5-25B1B4B8AC1E}"/>
              </a:ext>
            </a:extLst>
          </p:cNvPr>
          <p:cNvSpPr txBox="1"/>
          <p:nvPr/>
        </p:nvSpPr>
        <p:spPr>
          <a:xfrm>
            <a:off x="9620665" y="2275533"/>
            <a:ext cx="1148199" cy="369332"/>
          </a:xfrm>
          <a:prstGeom prst="rect">
            <a:avLst/>
          </a:prstGeom>
          <a:noFill/>
        </p:spPr>
        <p:txBody>
          <a:bodyPr wrap="none" rtlCol="0">
            <a:spAutoFit/>
          </a:bodyPr>
          <a:lstStyle/>
          <a:p>
            <a:r>
              <a:rPr lang="en-GB"/>
              <a:t>Post-filled</a:t>
            </a:r>
          </a:p>
        </p:txBody>
      </p:sp>
      <p:sp>
        <p:nvSpPr>
          <p:cNvPr id="26" name="TextBox 25">
            <a:extLst>
              <a:ext uri="{FF2B5EF4-FFF2-40B4-BE49-F238E27FC236}">
                <a16:creationId xmlns:a16="http://schemas.microsoft.com/office/drawing/2014/main" id="{F983F7BF-801F-555E-9392-AA94BBD49499}"/>
              </a:ext>
            </a:extLst>
          </p:cNvPr>
          <p:cNvSpPr txBox="1"/>
          <p:nvPr/>
        </p:nvSpPr>
        <p:spPr>
          <a:xfrm>
            <a:off x="9620665" y="2689100"/>
            <a:ext cx="1180003" cy="369332"/>
          </a:xfrm>
          <a:prstGeom prst="rect">
            <a:avLst/>
          </a:prstGeom>
          <a:noFill/>
        </p:spPr>
        <p:txBody>
          <a:bodyPr wrap="none" rtlCol="0">
            <a:spAutoFit/>
          </a:bodyPr>
          <a:lstStyle/>
          <a:p>
            <a:r>
              <a:rPr lang="en-GB"/>
              <a:t>Calculated</a:t>
            </a:r>
          </a:p>
        </p:txBody>
      </p:sp>
      <p:sp>
        <p:nvSpPr>
          <p:cNvPr id="50" name="Rectangle 49">
            <a:extLst>
              <a:ext uri="{FF2B5EF4-FFF2-40B4-BE49-F238E27FC236}">
                <a16:creationId xmlns:a16="http://schemas.microsoft.com/office/drawing/2014/main" id="{823D9EF2-EB53-ABE3-2C21-52F58766309B}"/>
              </a:ext>
            </a:extLst>
          </p:cNvPr>
          <p:cNvSpPr/>
          <p:nvPr/>
        </p:nvSpPr>
        <p:spPr>
          <a:xfrm>
            <a:off x="2075548" y="4078304"/>
            <a:ext cx="1655220" cy="9144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t>Table 1</a:t>
            </a:r>
          </a:p>
          <a:p>
            <a:pPr algn="ctr"/>
            <a:endParaRPr lang="LID4096" b="1"/>
          </a:p>
        </p:txBody>
      </p:sp>
      <p:sp>
        <p:nvSpPr>
          <p:cNvPr id="51" name="Rectangle 50">
            <a:extLst>
              <a:ext uri="{FF2B5EF4-FFF2-40B4-BE49-F238E27FC236}">
                <a16:creationId xmlns:a16="http://schemas.microsoft.com/office/drawing/2014/main" id="{EBF16746-BA52-8A5D-FCF7-05916520D474}"/>
              </a:ext>
            </a:extLst>
          </p:cNvPr>
          <p:cNvSpPr/>
          <p:nvPr/>
        </p:nvSpPr>
        <p:spPr>
          <a:xfrm>
            <a:off x="2117588" y="4603821"/>
            <a:ext cx="348930" cy="35506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b="1"/>
          </a:p>
        </p:txBody>
      </p:sp>
      <p:sp>
        <p:nvSpPr>
          <p:cNvPr id="57" name="TextBox 56">
            <a:extLst>
              <a:ext uri="{FF2B5EF4-FFF2-40B4-BE49-F238E27FC236}">
                <a16:creationId xmlns:a16="http://schemas.microsoft.com/office/drawing/2014/main" id="{8896A47B-BF58-B564-0736-EC5F0EC2FB0B}"/>
              </a:ext>
            </a:extLst>
          </p:cNvPr>
          <p:cNvSpPr txBox="1"/>
          <p:nvPr/>
        </p:nvSpPr>
        <p:spPr>
          <a:xfrm>
            <a:off x="497070" y="4071836"/>
            <a:ext cx="1226233" cy="369332"/>
          </a:xfrm>
          <a:prstGeom prst="rect">
            <a:avLst/>
          </a:prstGeom>
          <a:noFill/>
        </p:spPr>
        <p:txBody>
          <a:bodyPr wrap="none" rtlCol="0">
            <a:spAutoFit/>
          </a:bodyPr>
          <a:lstStyle/>
          <a:p>
            <a:r>
              <a:rPr lang="en-GB" b="1"/>
              <a:t>Annex XVII</a:t>
            </a:r>
          </a:p>
        </p:txBody>
      </p:sp>
      <p:sp>
        <p:nvSpPr>
          <p:cNvPr id="58" name="Rectangle 57">
            <a:extLst>
              <a:ext uri="{FF2B5EF4-FFF2-40B4-BE49-F238E27FC236}">
                <a16:creationId xmlns:a16="http://schemas.microsoft.com/office/drawing/2014/main" id="{C836370E-F7C1-3E11-3758-9414F7D06866}"/>
              </a:ext>
            </a:extLst>
          </p:cNvPr>
          <p:cNvSpPr/>
          <p:nvPr/>
        </p:nvSpPr>
        <p:spPr>
          <a:xfrm>
            <a:off x="3877348" y="4071836"/>
            <a:ext cx="1655220" cy="9144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t>Table 2</a:t>
            </a:r>
          </a:p>
          <a:p>
            <a:pPr algn="ctr"/>
            <a:endParaRPr lang="LID4096" b="1"/>
          </a:p>
        </p:txBody>
      </p:sp>
      <p:sp>
        <p:nvSpPr>
          <p:cNvPr id="59" name="Rectangle 58">
            <a:extLst>
              <a:ext uri="{FF2B5EF4-FFF2-40B4-BE49-F238E27FC236}">
                <a16:creationId xmlns:a16="http://schemas.microsoft.com/office/drawing/2014/main" id="{D3D9A949-03B4-81CB-099F-774538B494B3}"/>
              </a:ext>
            </a:extLst>
          </p:cNvPr>
          <p:cNvSpPr/>
          <p:nvPr/>
        </p:nvSpPr>
        <p:spPr>
          <a:xfrm>
            <a:off x="3919388" y="4597353"/>
            <a:ext cx="348930" cy="35506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b="1"/>
          </a:p>
        </p:txBody>
      </p:sp>
      <p:sp>
        <p:nvSpPr>
          <p:cNvPr id="63" name="Rectangle 62">
            <a:extLst>
              <a:ext uri="{FF2B5EF4-FFF2-40B4-BE49-F238E27FC236}">
                <a16:creationId xmlns:a16="http://schemas.microsoft.com/office/drawing/2014/main" id="{71477894-A895-33A7-F046-0ECE850C07CE}"/>
              </a:ext>
            </a:extLst>
          </p:cNvPr>
          <p:cNvSpPr/>
          <p:nvPr/>
        </p:nvSpPr>
        <p:spPr>
          <a:xfrm>
            <a:off x="5643825" y="4072849"/>
            <a:ext cx="1655220" cy="9144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t>Table 3</a:t>
            </a:r>
          </a:p>
          <a:p>
            <a:pPr algn="ctr"/>
            <a:endParaRPr lang="LID4096" b="1"/>
          </a:p>
        </p:txBody>
      </p:sp>
      <p:sp>
        <p:nvSpPr>
          <p:cNvPr id="64" name="Rectangle 63">
            <a:extLst>
              <a:ext uri="{FF2B5EF4-FFF2-40B4-BE49-F238E27FC236}">
                <a16:creationId xmlns:a16="http://schemas.microsoft.com/office/drawing/2014/main" id="{E37F4F1A-8844-6BB8-3B6D-9B287FCF5F12}"/>
              </a:ext>
            </a:extLst>
          </p:cNvPr>
          <p:cNvSpPr/>
          <p:nvPr/>
        </p:nvSpPr>
        <p:spPr>
          <a:xfrm>
            <a:off x="5685865" y="4598366"/>
            <a:ext cx="348930" cy="35506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b="1"/>
          </a:p>
        </p:txBody>
      </p:sp>
      <p:sp>
        <p:nvSpPr>
          <p:cNvPr id="68" name="Rectangle 67">
            <a:extLst>
              <a:ext uri="{FF2B5EF4-FFF2-40B4-BE49-F238E27FC236}">
                <a16:creationId xmlns:a16="http://schemas.microsoft.com/office/drawing/2014/main" id="{4F92C8CD-92B4-C60C-DFE5-30C9DA1AE7CF}"/>
              </a:ext>
            </a:extLst>
          </p:cNvPr>
          <p:cNvSpPr/>
          <p:nvPr/>
        </p:nvSpPr>
        <p:spPr>
          <a:xfrm>
            <a:off x="2075548" y="5382601"/>
            <a:ext cx="1655220" cy="9144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t>Table 4</a:t>
            </a:r>
          </a:p>
          <a:p>
            <a:pPr algn="ctr"/>
            <a:endParaRPr lang="LID4096" b="1"/>
          </a:p>
        </p:txBody>
      </p:sp>
      <p:sp>
        <p:nvSpPr>
          <p:cNvPr id="69" name="Rectangle 68">
            <a:extLst>
              <a:ext uri="{FF2B5EF4-FFF2-40B4-BE49-F238E27FC236}">
                <a16:creationId xmlns:a16="http://schemas.microsoft.com/office/drawing/2014/main" id="{61F2D26A-4B76-9FCC-1BEC-1392B58C01AB}"/>
              </a:ext>
            </a:extLst>
          </p:cNvPr>
          <p:cNvSpPr/>
          <p:nvPr/>
        </p:nvSpPr>
        <p:spPr>
          <a:xfrm>
            <a:off x="2117588" y="5908118"/>
            <a:ext cx="348930" cy="35506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b="1"/>
          </a:p>
        </p:txBody>
      </p:sp>
      <p:sp>
        <p:nvSpPr>
          <p:cNvPr id="73" name="Rectangle 72">
            <a:extLst>
              <a:ext uri="{FF2B5EF4-FFF2-40B4-BE49-F238E27FC236}">
                <a16:creationId xmlns:a16="http://schemas.microsoft.com/office/drawing/2014/main" id="{E5A59279-9DEA-1813-BE8E-02D07D06B5D6}"/>
              </a:ext>
            </a:extLst>
          </p:cNvPr>
          <p:cNvSpPr/>
          <p:nvPr/>
        </p:nvSpPr>
        <p:spPr>
          <a:xfrm>
            <a:off x="3877348" y="5389053"/>
            <a:ext cx="1655220" cy="9144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t>Table 5</a:t>
            </a:r>
          </a:p>
          <a:p>
            <a:pPr algn="ctr"/>
            <a:endParaRPr lang="LID4096" b="1"/>
          </a:p>
        </p:txBody>
      </p:sp>
      <p:sp>
        <p:nvSpPr>
          <p:cNvPr id="74" name="Rectangle 73">
            <a:extLst>
              <a:ext uri="{FF2B5EF4-FFF2-40B4-BE49-F238E27FC236}">
                <a16:creationId xmlns:a16="http://schemas.microsoft.com/office/drawing/2014/main" id="{74DC9B9F-2487-FDCF-74C6-78A610342834}"/>
              </a:ext>
            </a:extLst>
          </p:cNvPr>
          <p:cNvSpPr/>
          <p:nvPr/>
        </p:nvSpPr>
        <p:spPr>
          <a:xfrm>
            <a:off x="3919388" y="5914570"/>
            <a:ext cx="348930" cy="35506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b="1"/>
          </a:p>
        </p:txBody>
      </p:sp>
      <p:sp>
        <p:nvSpPr>
          <p:cNvPr id="78" name="Rectangle 77">
            <a:extLst>
              <a:ext uri="{FF2B5EF4-FFF2-40B4-BE49-F238E27FC236}">
                <a16:creationId xmlns:a16="http://schemas.microsoft.com/office/drawing/2014/main" id="{CF0B5631-1F59-33A9-CC8D-2EFE23E5B9D6}"/>
              </a:ext>
            </a:extLst>
          </p:cNvPr>
          <p:cNvSpPr/>
          <p:nvPr/>
        </p:nvSpPr>
        <p:spPr>
          <a:xfrm>
            <a:off x="5643825" y="5382601"/>
            <a:ext cx="1655220" cy="9144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t>Table 6</a:t>
            </a:r>
          </a:p>
          <a:p>
            <a:pPr algn="ctr"/>
            <a:endParaRPr lang="LID4096" b="1"/>
          </a:p>
        </p:txBody>
      </p:sp>
      <p:sp>
        <p:nvSpPr>
          <p:cNvPr id="79" name="Rectangle 78">
            <a:extLst>
              <a:ext uri="{FF2B5EF4-FFF2-40B4-BE49-F238E27FC236}">
                <a16:creationId xmlns:a16="http://schemas.microsoft.com/office/drawing/2014/main" id="{CE315C48-D3A0-1329-9830-307FDB9C0FBC}"/>
              </a:ext>
            </a:extLst>
          </p:cNvPr>
          <p:cNvSpPr/>
          <p:nvPr/>
        </p:nvSpPr>
        <p:spPr>
          <a:xfrm>
            <a:off x="5685865" y="5908118"/>
            <a:ext cx="348930" cy="35506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b="1"/>
          </a:p>
        </p:txBody>
      </p:sp>
      <p:sp>
        <p:nvSpPr>
          <p:cNvPr id="11" name="Rectangle 10">
            <a:extLst>
              <a:ext uri="{FF2B5EF4-FFF2-40B4-BE49-F238E27FC236}">
                <a16:creationId xmlns:a16="http://schemas.microsoft.com/office/drawing/2014/main" id="{2365582E-2082-4EB1-DAFD-A5F44AB3E0A4}"/>
              </a:ext>
            </a:extLst>
          </p:cNvPr>
          <p:cNvSpPr/>
          <p:nvPr/>
        </p:nvSpPr>
        <p:spPr>
          <a:xfrm>
            <a:off x="2075548" y="1095697"/>
            <a:ext cx="1655220" cy="9144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t>Table 1</a:t>
            </a:r>
          </a:p>
          <a:p>
            <a:pPr algn="ctr"/>
            <a:endParaRPr lang="LID4096" b="1"/>
          </a:p>
        </p:txBody>
      </p:sp>
      <p:sp>
        <p:nvSpPr>
          <p:cNvPr id="13" name="Rectangle 12">
            <a:extLst>
              <a:ext uri="{FF2B5EF4-FFF2-40B4-BE49-F238E27FC236}">
                <a16:creationId xmlns:a16="http://schemas.microsoft.com/office/drawing/2014/main" id="{6713BFBD-D6E1-7743-FF5D-EA52FA76C99C}"/>
              </a:ext>
            </a:extLst>
          </p:cNvPr>
          <p:cNvSpPr/>
          <p:nvPr/>
        </p:nvSpPr>
        <p:spPr>
          <a:xfrm>
            <a:off x="2117588" y="1621214"/>
            <a:ext cx="348930" cy="35506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b="1"/>
          </a:p>
        </p:txBody>
      </p:sp>
      <p:sp>
        <p:nvSpPr>
          <p:cNvPr id="15" name="Rectangle 14">
            <a:extLst>
              <a:ext uri="{FF2B5EF4-FFF2-40B4-BE49-F238E27FC236}">
                <a16:creationId xmlns:a16="http://schemas.microsoft.com/office/drawing/2014/main" id="{70E4CF5A-BEB8-7275-C11C-6327C9A4F1A7}"/>
              </a:ext>
            </a:extLst>
          </p:cNvPr>
          <p:cNvSpPr/>
          <p:nvPr/>
        </p:nvSpPr>
        <p:spPr>
          <a:xfrm>
            <a:off x="2522969" y="1621214"/>
            <a:ext cx="348930" cy="355066"/>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b="1"/>
          </a:p>
        </p:txBody>
      </p:sp>
      <p:sp>
        <p:nvSpPr>
          <p:cNvPr id="18" name="Rectangle 17">
            <a:extLst>
              <a:ext uri="{FF2B5EF4-FFF2-40B4-BE49-F238E27FC236}">
                <a16:creationId xmlns:a16="http://schemas.microsoft.com/office/drawing/2014/main" id="{95BF6EB0-CF39-1EBF-2F2C-F31D3B6C369C}"/>
              </a:ext>
            </a:extLst>
          </p:cNvPr>
          <p:cNvSpPr/>
          <p:nvPr/>
        </p:nvSpPr>
        <p:spPr>
          <a:xfrm>
            <a:off x="3877348" y="1089229"/>
            <a:ext cx="1655220" cy="9144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t>Table 2</a:t>
            </a:r>
          </a:p>
          <a:p>
            <a:pPr algn="ctr"/>
            <a:endParaRPr lang="LID4096" b="1"/>
          </a:p>
        </p:txBody>
      </p:sp>
      <p:sp>
        <p:nvSpPr>
          <p:cNvPr id="19" name="Rectangle 18">
            <a:extLst>
              <a:ext uri="{FF2B5EF4-FFF2-40B4-BE49-F238E27FC236}">
                <a16:creationId xmlns:a16="http://schemas.microsoft.com/office/drawing/2014/main" id="{BABC2EDC-E7E6-3279-B768-66827D97B9C7}"/>
              </a:ext>
            </a:extLst>
          </p:cNvPr>
          <p:cNvSpPr/>
          <p:nvPr/>
        </p:nvSpPr>
        <p:spPr>
          <a:xfrm>
            <a:off x="3919388" y="1614746"/>
            <a:ext cx="348930" cy="35506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b="1"/>
          </a:p>
        </p:txBody>
      </p:sp>
      <p:sp>
        <p:nvSpPr>
          <p:cNvPr id="21" name="Rectangle 20">
            <a:extLst>
              <a:ext uri="{FF2B5EF4-FFF2-40B4-BE49-F238E27FC236}">
                <a16:creationId xmlns:a16="http://schemas.microsoft.com/office/drawing/2014/main" id="{0B358384-5F3A-B693-9B22-D21E4FE2F3F9}"/>
              </a:ext>
            </a:extLst>
          </p:cNvPr>
          <p:cNvSpPr/>
          <p:nvPr/>
        </p:nvSpPr>
        <p:spPr>
          <a:xfrm>
            <a:off x="5643825" y="1090242"/>
            <a:ext cx="1655220" cy="9144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t>Table 3</a:t>
            </a:r>
          </a:p>
          <a:p>
            <a:pPr algn="ctr"/>
            <a:endParaRPr lang="LID4096" b="1"/>
          </a:p>
        </p:txBody>
      </p:sp>
      <p:sp>
        <p:nvSpPr>
          <p:cNvPr id="25" name="Rectangle 24">
            <a:extLst>
              <a:ext uri="{FF2B5EF4-FFF2-40B4-BE49-F238E27FC236}">
                <a16:creationId xmlns:a16="http://schemas.microsoft.com/office/drawing/2014/main" id="{9C5044DB-3C7E-984A-E77C-75479F01524D}"/>
              </a:ext>
            </a:extLst>
          </p:cNvPr>
          <p:cNvSpPr/>
          <p:nvPr/>
        </p:nvSpPr>
        <p:spPr>
          <a:xfrm>
            <a:off x="5685865" y="1615759"/>
            <a:ext cx="348930" cy="35506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b="1"/>
          </a:p>
        </p:txBody>
      </p:sp>
      <p:sp>
        <p:nvSpPr>
          <p:cNvPr id="31" name="Rectangle 30">
            <a:extLst>
              <a:ext uri="{FF2B5EF4-FFF2-40B4-BE49-F238E27FC236}">
                <a16:creationId xmlns:a16="http://schemas.microsoft.com/office/drawing/2014/main" id="{082F9413-FBB9-AEE9-319F-B94361AC7415}"/>
              </a:ext>
            </a:extLst>
          </p:cNvPr>
          <p:cNvSpPr/>
          <p:nvPr/>
        </p:nvSpPr>
        <p:spPr>
          <a:xfrm>
            <a:off x="2075548" y="2399994"/>
            <a:ext cx="1655220" cy="9144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t>Table 4</a:t>
            </a:r>
          </a:p>
          <a:p>
            <a:pPr algn="ctr"/>
            <a:endParaRPr lang="LID4096" b="1"/>
          </a:p>
        </p:txBody>
      </p:sp>
      <p:sp>
        <p:nvSpPr>
          <p:cNvPr id="32" name="Rectangle 31">
            <a:extLst>
              <a:ext uri="{FF2B5EF4-FFF2-40B4-BE49-F238E27FC236}">
                <a16:creationId xmlns:a16="http://schemas.microsoft.com/office/drawing/2014/main" id="{7E5FA777-4A33-6470-FB0F-5F4089DC0C9E}"/>
              </a:ext>
            </a:extLst>
          </p:cNvPr>
          <p:cNvSpPr/>
          <p:nvPr/>
        </p:nvSpPr>
        <p:spPr>
          <a:xfrm>
            <a:off x="2117588" y="2925511"/>
            <a:ext cx="348930" cy="35506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b="1"/>
          </a:p>
        </p:txBody>
      </p:sp>
      <p:sp>
        <p:nvSpPr>
          <p:cNvPr id="35" name="Rectangle 34">
            <a:extLst>
              <a:ext uri="{FF2B5EF4-FFF2-40B4-BE49-F238E27FC236}">
                <a16:creationId xmlns:a16="http://schemas.microsoft.com/office/drawing/2014/main" id="{228F7EBD-57AD-171E-9822-CA2C0C495E4B}"/>
              </a:ext>
            </a:extLst>
          </p:cNvPr>
          <p:cNvSpPr/>
          <p:nvPr/>
        </p:nvSpPr>
        <p:spPr>
          <a:xfrm>
            <a:off x="3877348" y="2406446"/>
            <a:ext cx="1655220" cy="9144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t>Table 5</a:t>
            </a:r>
          </a:p>
          <a:p>
            <a:pPr algn="ctr"/>
            <a:endParaRPr lang="LID4096" b="1"/>
          </a:p>
        </p:txBody>
      </p:sp>
      <p:sp>
        <p:nvSpPr>
          <p:cNvPr id="41" name="Rectangle 40">
            <a:extLst>
              <a:ext uri="{FF2B5EF4-FFF2-40B4-BE49-F238E27FC236}">
                <a16:creationId xmlns:a16="http://schemas.microsoft.com/office/drawing/2014/main" id="{A301CA13-EF0A-527E-2609-9F4865F0818C}"/>
              </a:ext>
            </a:extLst>
          </p:cNvPr>
          <p:cNvSpPr/>
          <p:nvPr/>
        </p:nvSpPr>
        <p:spPr>
          <a:xfrm>
            <a:off x="3919388" y="2931963"/>
            <a:ext cx="348930" cy="35506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b="1"/>
          </a:p>
        </p:txBody>
      </p:sp>
      <p:sp>
        <p:nvSpPr>
          <p:cNvPr id="46" name="Rectangle 45">
            <a:extLst>
              <a:ext uri="{FF2B5EF4-FFF2-40B4-BE49-F238E27FC236}">
                <a16:creationId xmlns:a16="http://schemas.microsoft.com/office/drawing/2014/main" id="{FF707AC0-A01D-6991-5849-81DE3C54C5E6}"/>
              </a:ext>
            </a:extLst>
          </p:cNvPr>
          <p:cNvSpPr/>
          <p:nvPr/>
        </p:nvSpPr>
        <p:spPr>
          <a:xfrm>
            <a:off x="5643825" y="2399994"/>
            <a:ext cx="1655220" cy="9144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t>Table 6</a:t>
            </a:r>
          </a:p>
          <a:p>
            <a:pPr algn="ctr"/>
            <a:endParaRPr lang="LID4096" b="1"/>
          </a:p>
        </p:txBody>
      </p:sp>
      <p:sp>
        <p:nvSpPr>
          <p:cNvPr id="47" name="Rectangle 46">
            <a:extLst>
              <a:ext uri="{FF2B5EF4-FFF2-40B4-BE49-F238E27FC236}">
                <a16:creationId xmlns:a16="http://schemas.microsoft.com/office/drawing/2014/main" id="{15B2FC62-37F9-D2C7-2199-77AECB0FDDDE}"/>
              </a:ext>
            </a:extLst>
          </p:cNvPr>
          <p:cNvSpPr/>
          <p:nvPr/>
        </p:nvSpPr>
        <p:spPr>
          <a:xfrm>
            <a:off x="5685865" y="2925511"/>
            <a:ext cx="348930" cy="35506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b="1"/>
          </a:p>
        </p:txBody>
      </p:sp>
      <p:sp>
        <p:nvSpPr>
          <p:cNvPr id="53" name="TextBox 52">
            <a:extLst>
              <a:ext uri="{FF2B5EF4-FFF2-40B4-BE49-F238E27FC236}">
                <a16:creationId xmlns:a16="http://schemas.microsoft.com/office/drawing/2014/main" id="{2C346639-8FE7-9B79-1DFF-B9A22C31CD0B}"/>
              </a:ext>
            </a:extLst>
          </p:cNvPr>
          <p:cNvSpPr txBox="1"/>
          <p:nvPr/>
        </p:nvSpPr>
        <p:spPr>
          <a:xfrm>
            <a:off x="2044288" y="2012394"/>
            <a:ext cx="2391077" cy="307777"/>
          </a:xfrm>
          <a:prstGeom prst="rect">
            <a:avLst/>
          </a:prstGeom>
          <a:noFill/>
        </p:spPr>
        <p:txBody>
          <a:bodyPr wrap="square" rtlCol="0">
            <a:spAutoFit/>
          </a:bodyPr>
          <a:lstStyle/>
          <a:p>
            <a:r>
              <a:rPr lang="en-GB" sz="1400" b="1">
                <a:solidFill>
                  <a:schemeClr val="accent4"/>
                </a:solidFill>
              </a:rPr>
              <a:t>Eurostat Energy balance</a:t>
            </a:r>
          </a:p>
        </p:txBody>
      </p:sp>
      <p:graphicFrame>
        <p:nvGraphicFramePr>
          <p:cNvPr id="4" name="Table 3">
            <a:extLst>
              <a:ext uri="{FF2B5EF4-FFF2-40B4-BE49-F238E27FC236}">
                <a16:creationId xmlns:a16="http://schemas.microsoft.com/office/drawing/2014/main" id="{B2ACF135-5417-7C0C-BF81-03B5481958B3}"/>
              </a:ext>
            </a:extLst>
          </p:cNvPr>
          <p:cNvGraphicFramePr>
            <a:graphicFrameLocks noGrp="1"/>
          </p:cNvGraphicFramePr>
          <p:nvPr>
            <p:extLst>
              <p:ext uri="{D42A27DB-BD31-4B8C-83A1-F6EECF244321}">
                <p14:modId xmlns:p14="http://schemas.microsoft.com/office/powerpoint/2010/main" val="2198788595"/>
              </p:ext>
            </p:extLst>
          </p:nvPr>
        </p:nvGraphicFramePr>
        <p:xfrm>
          <a:off x="7550728" y="3905926"/>
          <a:ext cx="4475017" cy="1940327"/>
        </p:xfrm>
        <a:graphic>
          <a:graphicData uri="http://schemas.openxmlformats.org/drawingml/2006/table">
            <a:tbl>
              <a:tblPr/>
              <a:tblGrid>
                <a:gridCol w="2398005">
                  <a:extLst>
                    <a:ext uri="{9D8B030D-6E8A-4147-A177-3AD203B41FA5}">
                      <a16:colId xmlns:a16="http://schemas.microsoft.com/office/drawing/2014/main" val="3412609719"/>
                    </a:ext>
                  </a:extLst>
                </a:gridCol>
                <a:gridCol w="966754">
                  <a:extLst>
                    <a:ext uri="{9D8B030D-6E8A-4147-A177-3AD203B41FA5}">
                      <a16:colId xmlns:a16="http://schemas.microsoft.com/office/drawing/2014/main" val="2659918174"/>
                    </a:ext>
                  </a:extLst>
                </a:gridCol>
                <a:gridCol w="1110258">
                  <a:extLst>
                    <a:ext uri="{9D8B030D-6E8A-4147-A177-3AD203B41FA5}">
                      <a16:colId xmlns:a16="http://schemas.microsoft.com/office/drawing/2014/main" val="2647814377"/>
                    </a:ext>
                  </a:extLst>
                </a:gridCol>
              </a:tblGrid>
              <a:tr h="537802">
                <a:tc>
                  <a:txBody>
                    <a:bodyPr/>
                    <a:lstStyle/>
                    <a:p>
                      <a:pPr algn="just" rtl="0" fontAlgn="base">
                        <a:lnSpc>
                          <a:spcPts val="1457"/>
                        </a:lnSpc>
                        <a:spcAft>
                          <a:spcPts val="1200"/>
                        </a:spcAft>
                        <a:buNone/>
                      </a:pPr>
                      <a:r>
                        <a:rPr lang="en-GB" sz="1200" b="1" i="0" dirty="0">
                          <a:effectLst/>
                          <a:latin typeface="Times New Roman" panose="02020603050405020304" pitchFamily="18" charset="0"/>
                        </a:rPr>
                        <a:t>Table</a:t>
                      </a:r>
                      <a:r>
                        <a:rPr lang="en-GB" sz="1200" b="0" i="0" dirty="0">
                          <a:effectLst/>
                          <a:latin typeface="Times New Roman" panose="02020603050405020304" pitchFamily="18" charset="0"/>
                        </a:rPr>
                        <a:t> </a:t>
                      </a:r>
                      <a:endParaRPr lang="en-GB" b="0" i="0" dirty="0">
                        <a:effectLst/>
                      </a:endParaRP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just" rtl="0" fontAlgn="base">
                        <a:lnSpc>
                          <a:spcPts val="1457"/>
                        </a:lnSpc>
                        <a:spcAft>
                          <a:spcPts val="1200"/>
                        </a:spcAft>
                        <a:buNone/>
                      </a:pPr>
                      <a:r>
                        <a:rPr lang="en-GB" sz="1200" b="1" i="0">
                          <a:effectLst/>
                          <a:latin typeface="Times New Roman" panose="02020603050405020304" pitchFamily="18" charset="0"/>
                        </a:rPr>
                        <a:t>Type of filling</a:t>
                      </a:r>
                      <a:r>
                        <a:rPr lang="en-GB" sz="1200" b="0" i="0">
                          <a:effectLst/>
                          <a:latin typeface="Times New Roman" panose="02020603050405020304" pitchFamily="18" charset="0"/>
                        </a:rPr>
                        <a:t> </a:t>
                      </a:r>
                      <a:endParaRPr lang="en-GB" b="0" i="0">
                        <a:effectLst/>
                      </a:endParaRP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just" rtl="0" fontAlgn="base">
                        <a:lnSpc>
                          <a:spcPts val="1457"/>
                        </a:lnSpc>
                        <a:spcAft>
                          <a:spcPts val="1200"/>
                        </a:spcAft>
                        <a:buNone/>
                      </a:pPr>
                      <a:r>
                        <a:rPr lang="en-GB" sz="1200" b="1" i="0">
                          <a:effectLst/>
                          <a:latin typeface="Times New Roman" panose="02020603050405020304" pitchFamily="18" charset="0"/>
                        </a:rPr>
                        <a:t>Source(s) of data</a:t>
                      </a:r>
                      <a:r>
                        <a:rPr lang="en-GB" sz="1200" b="0" i="0">
                          <a:effectLst/>
                          <a:latin typeface="Times New Roman" panose="02020603050405020304" pitchFamily="18" charset="0"/>
                        </a:rPr>
                        <a:t> </a:t>
                      </a:r>
                      <a:endParaRPr lang="en-GB" b="0" i="0">
                        <a:effectLst/>
                      </a:endParaRP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8356148"/>
                  </a:ext>
                </a:extLst>
              </a:tr>
              <a:tr h="1050878">
                <a:tc>
                  <a:txBody>
                    <a:bodyPr/>
                    <a:lstStyle/>
                    <a:p>
                      <a:pPr algn="just" rtl="0" fontAlgn="base">
                        <a:lnSpc>
                          <a:spcPts val="1457"/>
                        </a:lnSpc>
                        <a:spcAft>
                          <a:spcPts val="1200"/>
                        </a:spcAft>
                        <a:buNone/>
                      </a:pPr>
                      <a:r>
                        <a:rPr lang="en-US" sz="1200" b="0" i="0" dirty="0">
                          <a:effectLst/>
                          <a:latin typeface="Times New Roman" panose="02020603050405020304" pitchFamily="18" charset="0"/>
                        </a:rPr>
                        <a:t>Annex 4, table 1, fields 6 and 7</a:t>
                      </a:r>
                    </a:p>
                    <a:p>
                      <a:pPr algn="just" rtl="0" fontAlgn="base">
                        <a:lnSpc>
                          <a:spcPts val="1457"/>
                        </a:lnSpc>
                        <a:spcAft>
                          <a:spcPts val="1200"/>
                        </a:spcAft>
                        <a:buNone/>
                      </a:pPr>
                      <a:r>
                        <a:rPr lang="en-GB" sz="1800" kern="1200" dirty="0">
                          <a:solidFill>
                            <a:schemeClr val="tx1"/>
                          </a:solidFill>
                          <a:effectLst/>
                          <a:latin typeface="+mn-lt"/>
                          <a:ea typeface="+mn-ea"/>
                          <a:cs typeface="+mn-cs"/>
                        </a:rPr>
                        <a:t>Table 1: National contribution and indicative trajectory for primary and final energy consumption</a:t>
                      </a:r>
                      <a:r>
                        <a:rPr lang="en-US" sz="1200" b="0" i="0" dirty="0">
                          <a:effectLst/>
                          <a:latin typeface="Times New Roman" panose="02020603050405020304" pitchFamily="18" charset="0"/>
                        </a:rPr>
                        <a:t> </a:t>
                      </a:r>
                      <a:endParaRPr lang="en-US" b="0" i="0" dirty="0">
                        <a:effectLst/>
                      </a:endParaRP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just" rtl="0" fontAlgn="base">
                        <a:lnSpc>
                          <a:spcPts val="1457"/>
                        </a:lnSpc>
                        <a:spcAft>
                          <a:spcPts val="1200"/>
                        </a:spcAft>
                        <a:buNone/>
                      </a:pPr>
                      <a:r>
                        <a:rPr lang="en-GB" sz="1200" b="0" i="0">
                          <a:effectLst/>
                          <a:latin typeface="Times New Roman" panose="02020603050405020304" pitchFamily="18" charset="0"/>
                        </a:rPr>
                        <a:t>Pre-filling </a:t>
                      </a:r>
                      <a:endParaRPr lang="en-GB" b="0" i="0">
                        <a:effectLst/>
                      </a:endParaRP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just" rtl="0" fontAlgn="base">
                        <a:lnSpc>
                          <a:spcPts val="1457"/>
                        </a:lnSpc>
                        <a:spcAft>
                          <a:spcPts val="1200"/>
                        </a:spcAft>
                        <a:buNone/>
                      </a:pPr>
                      <a:r>
                        <a:rPr lang="en-GB" sz="1200" b="0" i="0" dirty="0">
                          <a:effectLst/>
                          <a:latin typeface="Times New Roman" panose="02020603050405020304" pitchFamily="18" charset="0"/>
                        </a:rPr>
                        <a:t>Eurostat energy balances </a:t>
                      </a:r>
                      <a:endParaRPr lang="en-GB" b="0" i="0" dirty="0">
                        <a:effectLst/>
                      </a:endParaRP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42258744"/>
                  </a:ext>
                </a:extLst>
              </a:tr>
            </a:tbl>
          </a:graphicData>
        </a:graphic>
      </p:graphicFrame>
    </p:spTree>
    <p:extLst>
      <p:ext uri="{BB962C8B-B14F-4D97-AF65-F5344CB8AC3E}">
        <p14:creationId xmlns:p14="http://schemas.microsoft.com/office/powerpoint/2010/main" val="21801358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BA3797-F0D6-8E9D-4428-68EE60B25D8E}"/>
            </a:ext>
          </a:extLst>
        </p:cNvPr>
        <p:cNvGrpSpPr/>
        <p:nvPr/>
      </p:nvGrpSpPr>
      <p:grpSpPr>
        <a:xfrm>
          <a:off x="0" y="0"/>
          <a:ext cx="0" cy="0"/>
          <a:chOff x="0" y="0"/>
          <a:chExt cx="0" cy="0"/>
        </a:xfrm>
      </p:grpSpPr>
      <p:sp>
        <p:nvSpPr>
          <p:cNvPr id="3" name="Text Placeholder 1">
            <a:extLst>
              <a:ext uri="{FF2B5EF4-FFF2-40B4-BE49-F238E27FC236}">
                <a16:creationId xmlns:a16="http://schemas.microsoft.com/office/drawing/2014/main" id="{1439403E-52F6-24F2-5050-D560CFA59BB5}"/>
              </a:ext>
            </a:extLst>
          </p:cNvPr>
          <p:cNvSpPr txBox="1">
            <a:spLocks/>
          </p:cNvSpPr>
          <p:nvPr/>
        </p:nvSpPr>
        <p:spPr>
          <a:xfrm>
            <a:off x="138545" y="54288"/>
            <a:ext cx="11720946" cy="584775"/>
          </a:xfrm>
          <a:prstGeom prst="rect">
            <a:avLst/>
          </a:prstGeom>
          <a:noFill/>
        </p:spPr>
        <p:txBody>
          <a:bodyPr wrap="square" rtlCol="0">
            <a:spAutoFit/>
          </a:bodyPr>
          <a:lstStyle>
            <a:defPPr>
              <a:defRPr lang="en-US"/>
            </a:defPPr>
            <a:lvl1pPr>
              <a:defRPr sz="3200" b="1">
                <a:solidFill>
                  <a:srgbClr val="002060"/>
                </a:solidFill>
                <a:latin typeface="Calibri" panose="020F0502020204030204"/>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GB" dirty="0"/>
              <a:t>Take away</a:t>
            </a:r>
          </a:p>
        </p:txBody>
      </p:sp>
      <p:sp>
        <p:nvSpPr>
          <p:cNvPr id="4" name="TextBox 3">
            <a:extLst>
              <a:ext uri="{FF2B5EF4-FFF2-40B4-BE49-F238E27FC236}">
                <a16:creationId xmlns:a16="http://schemas.microsoft.com/office/drawing/2014/main" id="{99E6FAC3-6890-E2B2-7E8F-D358B8A1EFCB}"/>
              </a:ext>
            </a:extLst>
          </p:cNvPr>
          <p:cNvSpPr txBox="1"/>
          <p:nvPr/>
        </p:nvSpPr>
        <p:spPr>
          <a:xfrm>
            <a:off x="512617" y="955963"/>
            <a:ext cx="10945091" cy="5652655"/>
          </a:xfrm>
          <a:prstGeom prst="rect">
            <a:avLst/>
          </a:prstGeom>
          <a:solidFill>
            <a:srgbClr val="15608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DK"/>
            </a:defPPr>
            <a:lvl1pPr marL="342900" indent="-342900">
              <a:lnSpc>
                <a:spcPct val="200000"/>
              </a:lnSpc>
              <a:buFont typeface="Arial" panose="020B0604020202020204" pitchFamily="34" charset="0"/>
              <a:buChar char="•"/>
              <a:defRPr sz="2000">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a:lnSpc>
                <a:spcPct val="100000"/>
              </a:lnSpc>
            </a:pPr>
            <a:r>
              <a:rPr lang="en-US" sz="2400" dirty="0"/>
              <a:t>A large amount of data in energy related annex of the NECPR are already reported to Eurostat and will be used</a:t>
            </a:r>
          </a:p>
          <a:p>
            <a:pPr marL="0">
              <a:lnSpc>
                <a:spcPct val="100000"/>
              </a:lnSpc>
            </a:pPr>
            <a:r>
              <a:rPr lang="en-US" sz="2400" dirty="0"/>
              <a:t>You will not be asked to report what is reported thought other existing reporting systems</a:t>
            </a:r>
          </a:p>
          <a:p>
            <a:pPr marL="0">
              <a:lnSpc>
                <a:spcPct val="100000"/>
              </a:lnSpc>
            </a:pPr>
            <a:r>
              <a:rPr lang="en-US" sz="2400" dirty="0"/>
              <a:t>Eurostat and the EEA closely cooperate to ensure the good coordination</a:t>
            </a:r>
          </a:p>
          <a:p>
            <a:pPr marL="0">
              <a:lnSpc>
                <a:spcPct val="100000"/>
              </a:lnSpc>
            </a:pPr>
            <a:r>
              <a:rPr lang="en-US" sz="2400" dirty="0"/>
              <a:t>In the Adapted governance regulation, the concerned data are well identified through a color coding</a:t>
            </a:r>
          </a:p>
          <a:p>
            <a:pPr marL="0">
              <a:lnSpc>
                <a:spcPct val="100000"/>
              </a:lnSpc>
            </a:pPr>
            <a:r>
              <a:rPr lang="en-US" sz="2400" dirty="0"/>
              <a:t>In practice:</a:t>
            </a:r>
          </a:p>
          <a:p>
            <a:pPr marL="0" lvl="1"/>
            <a:r>
              <a:rPr lang="en-US" sz="2400" dirty="0"/>
              <a:t>	In the reporting, the color coding is also used (Excell templates). </a:t>
            </a:r>
          </a:p>
          <a:p>
            <a:pPr marL="0" lvl="1"/>
            <a:r>
              <a:rPr lang="en-US" sz="2400" dirty="0"/>
              <a:t>	In Reportnet 3, the data will be pre-filled and post-filled automatically</a:t>
            </a:r>
          </a:p>
          <a:p>
            <a:pPr marL="0" lvl="1"/>
            <a:r>
              <a:rPr lang="en-US" sz="2400" dirty="0"/>
              <a:t>	When exporting your data from Reportnet 3, you can see the data 	automatically prefilled</a:t>
            </a:r>
          </a:p>
          <a:p>
            <a:pPr marL="0">
              <a:lnSpc>
                <a:spcPct val="100000"/>
              </a:lnSpc>
            </a:pPr>
            <a:endParaRPr lang="en-US" sz="2400" dirty="0"/>
          </a:p>
          <a:p>
            <a:pPr marL="0">
              <a:lnSpc>
                <a:spcPct val="100000"/>
              </a:lnSpc>
            </a:pPr>
            <a:r>
              <a:rPr lang="en-US" sz="2400" dirty="0"/>
              <a:t>Energy statistics at Eurostat side: I leave the floor to Fernando, from Eurostat</a:t>
            </a:r>
            <a:endParaRPr lang="en-DK" sz="2400" dirty="0"/>
          </a:p>
        </p:txBody>
      </p:sp>
    </p:spTree>
    <p:extLst>
      <p:ext uri="{BB962C8B-B14F-4D97-AF65-F5344CB8AC3E}">
        <p14:creationId xmlns:p14="http://schemas.microsoft.com/office/powerpoint/2010/main" val="18826318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1403fb54-47f0-4125-8d87-6a6e13582a5f">
      <Terms xmlns="http://schemas.microsoft.com/office/infopath/2007/PartnerControls"/>
    </lcf76f155ced4ddcb4097134ff3c332f>
    <TaxCatchAll xmlns="340712eb-23a5-460f-9036-c6d10688f9a1"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A7BA3A2428DB744E821DDFA0A9E10ECC" ma:contentTypeVersion="14" ma:contentTypeDescription="Create a new document." ma:contentTypeScope="" ma:versionID="8bee8df0d26522b659286bbf97a4b010">
  <xsd:schema xmlns:xsd="http://www.w3.org/2001/XMLSchema" xmlns:xs="http://www.w3.org/2001/XMLSchema" xmlns:p="http://schemas.microsoft.com/office/2006/metadata/properties" xmlns:ns2="1403fb54-47f0-4125-8d87-6a6e13582a5f" xmlns:ns3="340712eb-23a5-460f-9036-c6d10688f9a1" targetNamespace="http://schemas.microsoft.com/office/2006/metadata/properties" ma:root="true" ma:fieldsID="2079c50b34cde841e7e7eef08b1850f0" ns2:_="" ns3:_="">
    <xsd:import namespace="1403fb54-47f0-4125-8d87-6a6e13582a5f"/>
    <xsd:import namespace="340712eb-23a5-460f-9036-c6d10688f9a1"/>
    <xsd:element name="properties">
      <xsd:complexType>
        <xsd:sequence>
          <xsd:element name="documentManagement">
            <xsd:complexType>
              <xsd:all>
                <xsd:element ref="ns2:MediaServiceMetadata" minOccurs="0"/>
                <xsd:element ref="ns2:MediaServiceFastMetadata" minOccurs="0"/>
                <xsd:element ref="ns2:MediaLengthInSeconds" minOccurs="0"/>
                <xsd:element ref="ns3:SharedWithUsers" minOccurs="0"/>
                <xsd:element ref="ns3:SharedWithDetails" minOccurs="0"/>
                <xsd:element ref="ns2:MediaServiceObjectDetectorVersions" minOccurs="0"/>
                <xsd:element ref="ns2:MediaServiceGenerationTime" minOccurs="0"/>
                <xsd:element ref="ns2:MediaServiceEventHashCode" minOccurs="0"/>
                <xsd:element ref="ns2:MediaServiceSearchProperties" minOccurs="0"/>
                <xsd:element ref="ns2:lcf76f155ced4ddcb4097134ff3c332f" minOccurs="0"/>
                <xsd:element ref="ns3:TaxCatchAll" minOccurs="0"/>
                <xsd:element ref="ns2:MediaServiceDateTaken"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403fb54-47f0-4125-8d87-6a6e13582a5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LengthInSeconds" ma:index="10" nillable="true" ma:displayName="MediaLengthInSeconds" ma:hidden="true" ma:internalName="MediaLengthInSeconds" ma:readOnly="true">
      <xsd:simpleType>
        <xsd:restriction base="dms:Unknown"/>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ede42cbc-566b-46c9-aea5-a71cdcd36d8f" ma:termSetId="09814cd3-568e-fe90-9814-8d621ff8fb84" ma:anchorId="fba54fb3-c3e1-fe81-a776-ca4b69148c4d" ma:open="true" ma:isKeyword="false">
      <xsd:complexType>
        <xsd:sequence>
          <xsd:element ref="pc:Terms" minOccurs="0" maxOccurs="1"/>
        </xsd:sequence>
      </xsd:complexType>
    </xsd:element>
    <xsd:element name="MediaServiceDateTaken" ma:index="20" nillable="true" ma:displayName="MediaServiceDateTaken" ma:hidden="true" ma:indexed="true" ma:internalName="MediaServiceDateTaken" ma:readOnly="true">
      <xsd:simpleType>
        <xsd:restriction base="dms:Text"/>
      </xsd:simpleType>
    </xsd:element>
    <xsd:element name="MediaServiceOCR" ma:index="21"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340712eb-23a5-460f-9036-c6d10688f9a1"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TaxCatchAll" ma:index="19" nillable="true" ma:displayName="Taxonomy Catch All Column" ma:hidden="true" ma:list="{e6286381-c642-4a0c-afc0-c5b6a9882855}" ma:internalName="TaxCatchAll" ma:showField="CatchAllData" ma:web="340712eb-23a5-460f-9036-c6d10688f9a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D8DD286-5790-46EC-8465-B09BB9F89FE5}">
  <ds:schemaRefs>
    <ds:schemaRef ds:uri="http://schemas.microsoft.com/office/2006/metadata/properties"/>
    <ds:schemaRef ds:uri="http://schemas.microsoft.com/office/infopath/2007/PartnerControls"/>
    <ds:schemaRef ds:uri="ab36edd1-f22d-48fa-8c14-ce14ffa55440"/>
    <ds:schemaRef ds:uri="9962651d-4d37-485e-88c7-c8ed15b30222"/>
  </ds:schemaRefs>
</ds:datastoreItem>
</file>

<file path=customXml/itemProps2.xml><?xml version="1.0" encoding="utf-8"?>
<ds:datastoreItem xmlns:ds="http://schemas.openxmlformats.org/officeDocument/2006/customXml" ds:itemID="{E7DDCBBB-9B31-49E8-BEBD-1E31236119D3}"/>
</file>

<file path=customXml/itemProps3.xml><?xml version="1.0" encoding="utf-8"?>
<ds:datastoreItem xmlns:ds="http://schemas.openxmlformats.org/officeDocument/2006/customXml" ds:itemID="{7639C664-5B84-48C6-B94F-8EC1A9C7ED4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30967</TotalTime>
  <Words>1617</Words>
  <Application>Microsoft Office PowerPoint</Application>
  <PresentationFormat>Widescreen</PresentationFormat>
  <Paragraphs>213</Paragraphs>
  <Slides>11</Slides>
  <Notes>11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Aptos</vt:lpstr>
      <vt:lpstr>Aptos Display</vt:lpstr>
      <vt:lpstr>Arial</vt:lpstr>
      <vt:lpstr>Calibri</vt:lpstr>
      <vt:lpstr>Symbol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Marta Giulia Baldi</dc:creator>
  <cp:lastModifiedBy>Stephane  Quefelec</cp:lastModifiedBy>
  <cp:revision>12</cp:revision>
  <dcterms:created xsi:type="dcterms:W3CDTF">2024-09-14T20:14:29Z</dcterms:created>
  <dcterms:modified xsi:type="dcterms:W3CDTF">2025-10-21T09:34:56Z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0x010100A7BA3A2428DB744E821DDFA0A9E10ECC</vt:lpwstr>
  </property>
  <property fmtid="{D5CDD505-2E9C-101B-9397-08002B2CF9AE}" pid="3" name="MediaServiceImageTags">
    <vt:lpwstr/>
  </property>
</Properties>
</file>